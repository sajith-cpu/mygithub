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364C7B-2C5F-4F6E-836A-6A9D6FD7B76F}" v="1" dt="2022-11-16T13:05:21.5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S::manas.tuwani@sintecmedia.com::5d421215-a11f-4a6e-90ca-e8ac2213fab6" providerId="AD" clId="Web-{4312F122-ED81-47DC-AD1E-045EA4691064}"/>
    <pc:docChg chg="addSld modSld sldOrd">
      <pc:chgData name="Manas Tuwani" userId="S::manas.tuwani@sintecmedia.com::5d421215-a11f-4a6e-90ca-e8ac2213fab6" providerId="AD" clId="Web-{4312F122-ED81-47DC-AD1E-045EA4691064}" dt="2022-08-19T19:07:46.556" v="157" actId="20577"/>
      <pc:docMkLst>
        <pc:docMk/>
      </pc:docMkLst>
      <pc:sldChg chg="addSp modSp mod setBg">
        <pc:chgData name="Manas Tuwani" userId="S::manas.tuwani@sintecmedia.com::5d421215-a11f-4a6e-90ca-e8ac2213fab6" providerId="AD" clId="Web-{4312F122-ED81-47DC-AD1E-045EA4691064}" dt="2022-08-19T18:58:59.300" v="0"/>
        <pc:sldMkLst>
          <pc:docMk/>
          <pc:sldMk cId="1737689797" sldId="263"/>
        </pc:sldMkLst>
        <pc:spChg chg="mod">
          <ac:chgData name="Manas Tuwani" userId="S::manas.tuwani@sintecmedia.com::5d421215-a11f-4a6e-90ca-e8ac2213fab6" providerId="AD" clId="Web-{4312F122-ED81-47DC-AD1E-045EA4691064}" dt="2022-08-19T18:58:59.300" v="0"/>
          <ac:spMkLst>
            <pc:docMk/>
            <pc:sldMk cId="1737689797" sldId="263"/>
            <ac:spMk id="2" creationId="{A8A16C67-C2A5-F360-19F2-21128E0B95A2}"/>
          </ac:spMkLst>
        </pc:spChg>
        <pc:spChg chg="mod">
          <ac:chgData name="Manas Tuwani" userId="S::manas.tuwani@sintecmedia.com::5d421215-a11f-4a6e-90ca-e8ac2213fab6" providerId="AD" clId="Web-{4312F122-ED81-47DC-AD1E-045EA4691064}" dt="2022-08-19T18:58:59.300" v="0"/>
          <ac:spMkLst>
            <pc:docMk/>
            <pc:sldMk cId="1737689797" sldId="263"/>
            <ac:spMk id="3" creationId="{BDD11B08-0745-279E-2836-57FF9A8604AC}"/>
          </ac:spMkLst>
        </pc:spChg>
        <pc:spChg chg="add">
          <ac:chgData name="Manas Tuwani" userId="S::manas.tuwani@sintecmedia.com::5d421215-a11f-4a6e-90ca-e8ac2213fab6" providerId="AD" clId="Web-{4312F122-ED81-47DC-AD1E-045EA4691064}" dt="2022-08-19T18:58:59.300" v="0"/>
          <ac:spMkLst>
            <pc:docMk/>
            <pc:sldMk cId="1737689797" sldId="263"/>
            <ac:spMk id="8" creationId="{1B15ED52-F352-441B-82BF-E0EA34836D08}"/>
          </ac:spMkLst>
        </pc:spChg>
        <pc:spChg chg="add">
          <ac:chgData name="Manas Tuwani" userId="S::manas.tuwani@sintecmedia.com::5d421215-a11f-4a6e-90ca-e8ac2213fab6" providerId="AD" clId="Web-{4312F122-ED81-47DC-AD1E-045EA4691064}" dt="2022-08-19T18:58:59.300" v="0"/>
          <ac:spMkLst>
            <pc:docMk/>
            <pc:sldMk cId="1737689797" sldId="263"/>
            <ac:spMk id="10" creationId="{3B2E3793-BFE6-45A2-9B7B-E18844431C99}"/>
          </ac:spMkLst>
        </pc:spChg>
        <pc:spChg chg="add">
          <ac:chgData name="Manas Tuwani" userId="S::manas.tuwani@sintecmedia.com::5d421215-a11f-4a6e-90ca-e8ac2213fab6" providerId="AD" clId="Web-{4312F122-ED81-47DC-AD1E-045EA4691064}" dt="2022-08-19T18:58:59.300" v="0"/>
          <ac:spMkLst>
            <pc:docMk/>
            <pc:sldMk cId="1737689797" sldId="263"/>
            <ac:spMk id="12" creationId="{BC4C4868-CB8F-4AF9-9CDB-8108F2C19B67}"/>
          </ac:spMkLst>
        </pc:spChg>
        <pc:spChg chg="add">
          <ac:chgData name="Manas Tuwani" userId="S::manas.tuwani@sintecmedia.com::5d421215-a11f-4a6e-90ca-e8ac2213fab6" providerId="AD" clId="Web-{4312F122-ED81-47DC-AD1E-045EA4691064}" dt="2022-08-19T18:58:59.300" v="0"/>
          <ac:spMkLst>
            <pc:docMk/>
            <pc:sldMk cId="1737689797" sldId="263"/>
            <ac:spMk id="14" creationId="{375E0459-6403-40CD-989D-56A4407CA12E}"/>
          </ac:spMkLst>
        </pc:spChg>
        <pc:spChg chg="add">
          <ac:chgData name="Manas Tuwani" userId="S::manas.tuwani@sintecmedia.com::5d421215-a11f-4a6e-90ca-e8ac2213fab6" providerId="AD" clId="Web-{4312F122-ED81-47DC-AD1E-045EA4691064}" dt="2022-08-19T18:58:59.300" v="0"/>
          <ac:spMkLst>
            <pc:docMk/>
            <pc:sldMk cId="1737689797" sldId="263"/>
            <ac:spMk id="16" creationId="{53E5B1A8-3AC9-4BD1-9BBC-78CA94F2D1BA}"/>
          </ac:spMkLst>
        </pc:spChg>
      </pc:sldChg>
      <pc:sldChg chg="ord">
        <pc:chgData name="Manas Tuwani" userId="S::manas.tuwani@sintecmedia.com::5d421215-a11f-4a6e-90ca-e8ac2213fab6" providerId="AD" clId="Web-{4312F122-ED81-47DC-AD1E-045EA4691064}" dt="2022-08-19T18:59:34.598" v="2"/>
        <pc:sldMkLst>
          <pc:docMk/>
          <pc:sldMk cId="1526863847" sldId="264"/>
        </pc:sldMkLst>
      </pc:sldChg>
      <pc:sldChg chg="addSp modSp new mod setBg">
        <pc:chgData name="Manas Tuwani" userId="S::manas.tuwani@sintecmedia.com::5d421215-a11f-4a6e-90ca-e8ac2213fab6" providerId="AD" clId="Web-{4312F122-ED81-47DC-AD1E-045EA4691064}" dt="2022-08-19T19:07:46.556" v="157" actId="20577"/>
        <pc:sldMkLst>
          <pc:docMk/>
          <pc:sldMk cId="95731548" sldId="265"/>
        </pc:sldMkLst>
        <pc:spChg chg="mod">
          <ac:chgData name="Manas Tuwani" userId="S::manas.tuwani@sintecmedia.com::5d421215-a11f-4a6e-90ca-e8ac2213fab6" providerId="AD" clId="Web-{4312F122-ED81-47DC-AD1E-045EA4691064}" dt="2022-08-19T19:01:57.571" v="31"/>
          <ac:spMkLst>
            <pc:docMk/>
            <pc:sldMk cId="95731548" sldId="265"/>
            <ac:spMk id="2" creationId="{FD67F618-A678-0E2B-C518-7D5153AEAF54}"/>
          </ac:spMkLst>
        </pc:spChg>
        <pc:spChg chg="mod">
          <ac:chgData name="Manas Tuwani" userId="S::manas.tuwani@sintecmedia.com::5d421215-a11f-4a6e-90ca-e8ac2213fab6" providerId="AD" clId="Web-{4312F122-ED81-47DC-AD1E-045EA4691064}" dt="2022-08-19T19:07:46.556" v="157" actId="20577"/>
          <ac:spMkLst>
            <pc:docMk/>
            <pc:sldMk cId="95731548" sldId="265"/>
            <ac:spMk id="3" creationId="{9E80D1A4-C6D4-59D6-CC99-11EA87B73585}"/>
          </ac:spMkLst>
        </pc:spChg>
        <pc:spChg chg="add">
          <ac:chgData name="Manas Tuwani" userId="S::manas.tuwani@sintecmedia.com::5d421215-a11f-4a6e-90ca-e8ac2213fab6" providerId="AD" clId="Web-{4312F122-ED81-47DC-AD1E-045EA4691064}" dt="2022-08-19T19:01:57.571" v="31"/>
          <ac:spMkLst>
            <pc:docMk/>
            <pc:sldMk cId="95731548" sldId="265"/>
            <ac:spMk id="8" creationId="{1B15ED52-F352-441B-82BF-E0EA34836D08}"/>
          </ac:spMkLst>
        </pc:spChg>
        <pc:spChg chg="add">
          <ac:chgData name="Manas Tuwani" userId="S::manas.tuwani@sintecmedia.com::5d421215-a11f-4a6e-90ca-e8ac2213fab6" providerId="AD" clId="Web-{4312F122-ED81-47DC-AD1E-045EA4691064}" dt="2022-08-19T19:01:57.571" v="31"/>
          <ac:spMkLst>
            <pc:docMk/>
            <pc:sldMk cId="95731548" sldId="265"/>
            <ac:spMk id="10" creationId="{3B2E3793-BFE6-45A2-9B7B-E18844431C99}"/>
          </ac:spMkLst>
        </pc:spChg>
        <pc:spChg chg="add">
          <ac:chgData name="Manas Tuwani" userId="S::manas.tuwani@sintecmedia.com::5d421215-a11f-4a6e-90ca-e8ac2213fab6" providerId="AD" clId="Web-{4312F122-ED81-47DC-AD1E-045EA4691064}" dt="2022-08-19T19:01:57.571" v="31"/>
          <ac:spMkLst>
            <pc:docMk/>
            <pc:sldMk cId="95731548" sldId="265"/>
            <ac:spMk id="12" creationId="{BC4C4868-CB8F-4AF9-9CDB-8108F2C19B67}"/>
          </ac:spMkLst>
        </pc:spChg>
        <pc:spChg chg="add">
          <ac:chgData name="Manas Tuwani" userId="S::manas.tuwani@sintecmedia.com::5d421215-a11f-4a6e-90ca-e8ac2213fab6" providerId="AD" clId="Web-{4312F122-ED81-47DC-AD1E-045EA4691064}" dt="2022-08-19T19:01:57.571" v="31"/>
          <ac:spMkLst>
            <pc:docMk/>
            <pc:sldMk cId="95731548" sldId="265"/>
            <ac:spMk id="14" creationId="{375E0459-6403-40CD-989D-56A4407CA12E}"/>
          </ac:spMkLst>
        </pc:spChg>
        <pc:spChg chg="add">
          <ac:chgData name="Manas Tuwani" userId="S::manas.tuwani@sintecmedia.com::5d421215-a11f-4a6e-90ca-e8ac2213fab6" providerId="AD" clId="Web-{4312F122-ED81-47DC-AD1E-045EA4691064}" dt="2022-08-19T19:01:57.571" v="31"/>
          <ac:spMkLst>
            <pc:docMk/>
            <pc:sldMk cId="95731548" sldId="265"/>
            <ac:spMk id="16" creationId="{53E5B1A8-3AC9-4BD1-9BBC-78CA94F2D1BA}"/>
          </ac:spMkLst>
        </pc:spChg>
      </pc:sldChg>
    </pc:docChg>
  </pc:docChgLst>
  <pc:docChgLst>
    <pc:chgData name="Manas Tuwani" userId="5d421215-a11f-4a6e-90ca-e8ac2213fab6" providerId="ADAL" clId="{AC364C7B-2C5F-4F6E-836A-6A9D6FD7B76F}"/>
    <pc:docChg chg="modSld">
      <pc:chgData name="Manas Tuwani" userId="5d421215-a11f-4a6e-90ca-e8ac2213fab6" providerId="ADAL" clId="{AC364C7B-2C5F-4F6E-836A-6A9D6FD7B76F}" dt="2022-11-16T13:04:59.844" v="10"/>
      <pc:docMkLst>
        <pc:docMk/>
      </pc:docMkLst>
      <pc:sldChg chg="modSp mod">
        <pc:chgData name="Manas Tuwani" userId="5d421215-a11f-4a6e-90ca-e8ac2213fab6" providerId="ADAL" clId="{AC364C7B-2C5F-4F6E-836A-6A9D6FD7B76F}" dt="2022-11-16T13:04:59.844" v="10"/>
        <pc:sldMkLst>
          <pc:docMk/>
          <pc:sldMk cId="382152098" sldId="266"/>
        </pc:sldMkLst>
        <pc:spChg chg="mod">
          <ac:chgData name="Manas Tuwani" userId="5d421215-a11f-4a6e-90ca-e8ac2213fab6" providerId="ADAL" clId="{AC364C7B-2C5F-4F6E-836A-6A9D6FD7B76F}" dt="2022-11-16T13:04:59.844" v="10"/>
          <ac:spMkLst>
            <pc:docMk/>
            <pc:sldMk cId="382152098" sldId="266"/>
            <ac:spMk id="3" creationId="{9CD131EE-DADB-007F-2408-A7E6413F1934}"/>
          </ac:spMkLst>
        </pc:spChg>
      </pc:sldChg>
    </pc:docChg>
  </pc:docChgLst>
  <pc:docChgLst>
    <pc:chgData name="Manas Tuwani" userId="5d421215-a11f-4a6e-90ca-e8ac2213fab6" providerId="ADAL" clId="{7AC048BE-0ABB-4BF2-9443-D2AC145AAFFD}"/>
    <pc:docChg chg="undo custSel addSld delSld modSld">
      <pc:chgData name="Manas Tuwani" userId="5d421215-a11f-4a6e-90ca-e8ac2213fab6" providerId="ADAL" clId="{7AC048BE-0ABB-4BF2-9443-D2AC145AAFFD}" dt="2022-08-20T13:19:30.922" v="226" actId="1076"/>
      <pc:docMkLst>
        <pc:docMk/>
      </pc:docMkLst>
      <pc:sldChg chg="del">
        <pc:chgData name="Manas Tuwani" userId="5d421215-a11f-4a6e-90ca-e8ac2213fab6" providerId="ADAL" clId="{7AC048BE-0ABB-4BF2-9443-D2AC145AAFFD}" dt="2022-08-20T13:12:16.899" v="103" actId="47"/>
        <pc:sldMkLst>
          <pc:docMk/>
          <pc:sldMk cId="396116855" sldId="256"/>
        </pc:sldMkLst>
      </pc:sldChg>
      <pc:sldChg chg="modSp mod">
        <pc:chgData name="Manas Tuwani" userId="5d421215-a11f-4a6e-90ca-e8ac2213fab6" providerId="ADAL" clId="{7AC048BE-0ABB-4BF2-9443-D2AC145AAFFD}" dt="2022-08-20T13:16:19.704" v="111" actId="313"/>
        <pc:sldMkLst>
          <pc:docMk/>
          <pc:sldMk cId="2069646170" sldId="259"/>
        </pc:sldMkLst>
        <pc:spChg chg="mod">
          <ac:chgData name="Manas Tuwani" userId="5d421215-a11f-4a6e-90ca-e8ac2213fab6" providerId="ADAL" clId="{7AC048BE-0ABB-4BF2-9443-D2AC145AAFFD}" dt="2022-08-20T13:16:19.704" v="111" actId="313"/>
          <ac:spMkLst>
            <pc:docMk/>
            <pc:sldMk cId="2069646170" sldId="259"/>
            <ac:spMk id="3" creationId="{149025D9-E882-862E-3F9C-527DFE237854}"/>
          </ac:spMkLst>
        </pc:spChg>
      </pc:sldChg>
      <pc:sldChg chg="new del">
        <pc:chgData name="Manas Tuwani" userId="5d421215-a11f-4a6e-90ca-e8ac2213fab6" providerId="ADAL" clId="{7AC048BE-0ABB-4BF2-9443-D2AC145AAFFD}" dt="2022-08-20T13:07:30.093" v="39" actId="47"/>
        <pc:sldMkLst>
          <pc:docMk/>
          <pc:sldMk cId="1526863847" sldId="264"/>
        </pc:sldMkLst>
      </pc:sldChg>
      <pc:sldChg chg="modSp mod">
        <pc:chgData name="Manas Tuwani" userId="5d421215-a11f-4a6e-90ca-e8ac2213fab6" providerId="ADAL" clId="{7AC048BE-0ABB-4BF2-9443-D2AC145AAFFD}" dt="2022-08-20T13:16:48.379" v="112" actId="5793"/>
        <pc:sldMkLst>
          <pc:docMk/>
          <pc:sldMk cId="95731548" sldId="265"/>
        </pc:sldMkLst>
        <pc:spChg chg="mod">
          <ac:chgData name="Manas Tuwani" userId="5d421215-a11f-4a6e-90ca-e8ac2213fab6" providerId="ADAL" clId="{7AC048BE-0ABB-4BF2-9443-D2AC145AAFFD}" dt="2022-08-20T13:16:48.379" v="112" actId="5793"/>
          <ac:spMkLst>
            <pc:docMk/>
            <pc:sldMk cId="95731548" sldId="265"/>
            <ac:spMk id="3" creationId="{9E80D1A4-C6D4-59D6-CC99-11EA87B73585}"/>
          </ac:spMkLst>
        </pc:spChg>
      </pc:sldChg>
      <pc:sldChg chg="addSp modSp new mod setBg">
        <pc:chgData name="Manas Tuwani" userId="5d421215-a11f-4a6e-90ca-e8ac2213fab6" providerId="ADAL" clId="{7AC048BE-0ABB-4BF2-9443-D2AC145AAFFD}" dt="2022-08-19T19:10:41.760" v="38" actId="26606"/>
        <pc:sldMkLst>
          <pc:docMk/>
          <pc:sldMk cId="382152098" sldId="266"/>
        </pc:sldMkLst>
        <pc:spChg chg="mod">
          <ac:chgData name="Manas Tuwani" userId="5d421215-a11f-4a6e-90ca-e8ac2213fab6" providerId="ADAL" clId="{7AC048BE-0ABB-4BF2-9443-D2AC145AAFFD}" dt="2022-08-19T19:10:41.760" v="38" actId="26606"/>
          <ac:spMkLst>
            <pc:docMk/>
            <pc:sldMk cId="382152098" sldId="266"/>
            <ac:spMk id="2" creationId="{8F884CF8-B5FD-43CE-B5D8-BFC757A57870}"/>
          </ac:spMkLst>
        </pc:spChg>
        <pc:spChg chg="mod">
          <ac:chgData name="Manas Tuwani" userId="5d421215-a11f-4a6e-90ca-e8ac2213fab6" providerId="ADAL" clId="{7AC048BE-0ABB-4BF2-9443-D2AC145AAFFD}" dt="2022-08-19T19:10:41.760" v="38" actId="26606"/>
          <ac:spMkLst>
            <pc:docMk/>
            <pc:sldMk cId="382152098" sldId="266"/>
            <ac:spMk id="3" creationId="{9CD131EE-DADB-007F-2408-A7E6413F1934}"/>
          </ac:spMkLst>
        </pc:spChg>
        <pc:spChg chg="add">
          <ac:chgData name="Manas Tuwani" userId="5d421215-a11f-4a6e-90ca-e8ac2213fab6" providerId="ADAL" clId="{7AC048BE-0ABB-4BF2-9443-D2AC145AAFFD}" dt="2022-08-19T19:10:41.760" v="38" actId="26606"/>
          <ac:spMkLst>
            <pc:docMk/>
            <pc:sldMk cId="382152098" sldId="266"/>
            <ac:spMk id="8" creationId="{1B15ED52-F352-441B-82BF-E0EA34836D08}"/>
          </ac:spMkLst>
        </pc:spChg>
        <pc:spChg chg="add">
          <ac:chgData name="Manas Tuwani" userId="5d421215-a11f-4a6e-90ca-e8ac2213fab6" providerId="ADAL" clId="{7AC048BE-0ABB-4BF2-9443-D2AC145AAFFD}" dt="2022-08-19T19:10:41.760" v="38" actId="26606"/>
          <ac:spMkLst>
            <pc:docMk/>
            <pc:sldMk cId="382152098" sldId="266"/>
            <ac:spMk id="10" creationId="{3B2E3793-BFE6-45A2-9B7B-E18844431C99}"/>
          </ac:spMkLst>
        </pc:spChg>
        <pc:spChg chg="add">
          <ac:chgData name="Manas Tuwani" userId="5d421215-a11f-4a6e-90ca-e8ac2213fab6" providerId="ADAL" clId="{7AC048BE-0ABB-4BF2-9443-D2AC145AAFFD}" dt="2022-08-19T19:10:41.760" v="38" actId="26606"/>
          <ac:spMkLst>
            <pc:docMk/>
            <pc:sldMk cId="382152098" sldId="266"/>
            <ac:spMk id="12" creationId="{BC4C4868-CB8F-4AF9-9CDB-8108F2C19B67}"/>
          </ac:spMkLst>
        </pc:spChg>
        <pc:spChg chg="add">
          <ac:chgData name="Manas Tuwani" userId="5d421215-a11f-4a6e-90ca-e8ac2213fab6" providerId="ADAL" clId="{7AC048BE-0ABB-4BF2-9443-D2AC145AAFFD}" dt="2022-08-19T19:10:41.760" v="38" actId="26606"/>
          <ac:spMkLst>
            <pc:docMk/>
            <pc:sldMk cId="382152098" sldId="266"/>
            <ac:spMk id="14" creationId="{375E0459-6403-40CD-989D-56A4407CA12E}"/>
          </ac:spMkLst>
        </pc:spChg>
        <pc:spChg chg="add">
          <ac:chgData name="Manas Tuwani" userId="5d421215-a11f-4a6e-90ca-e8ac2213fab6" providerId="ADAL" clId="{7AC048BE-0ABB-4BF2-9443-D2AC145AAFFD}" dt="2022-08-19T19:10:41.760" v="38" actId="26606"/>
          <ac:spMkLst>
            <pc:docMk/>
            <pc:sldMk cId="382152098" sldId="266"/>
            <ac:spMk id="16" creationId="{53E5B1A8-3AC9-4BD1-9BBC-78CA94F2D1BA}"/>
          </ac:spMkLst>
        </pc:spChg>
      </pc:sldChg>
      <pc:sldChg chg="addSp delSp modSp new mod setBg">
        <pc:chgData name="Manas Tuwani" userId="5d421215-a11f-4a6e-90ca-e8ac2213fab6" providerId="ADAL" clId="{7AC048BE-0ABB-4BF2-9443-D2AC145AAFFD}" dt="2022-08-20T13:12:52.726" v="108" actId="1076"/>
        <pc:sldMkLst>
          <pc:docMk/>
          <pc:sldMk cId="1735085278" sldId="267"/>
        </pc:sldMkLst>
        <pc:spChg chg="add mod">
          <ac:chgData name="Manas Tuwani" userId="5d421215-a11f-4a6e-90ca-e8ac2213fab6" providerId="ADAL" clId="{7AC048BE-0ABB-4BF2-9443-D2AC145AAFFD}" dt="2022-08-20T13:12:52.726" v="108" actId="1076"/>
          <ac:spMkLst>
            <pc:docMk/>
            <pc:sldMk cId="1735085278" sldId="267"/>
            <ac:spMk id="2" creationId="{1A546481-9A62-C335-F34A-A98609C3F667}"/>
          </ac:spMkLst>
        </pc:spChg>
        <pc:spChg chg="add del">
          <ac:chgData name="Manas Tuwani" userId="5d421215-a11f-4a6e-90ca-e8ac2213fab6" providerId="ADAL" clId="{7AC048BE-0ABB-4BF2-9443-D2AC145AAFFD}" dt="2022-08-20T13:09:58.999" v="43" actId="26606"/>
          <ac:spMkLst>
            <pc:docMk/>
            <pc:sldMk cId="1735085278" sldId="267"/>
            <ac:spMk id="1031" creationId="{B670DBD5-770C-4383-9F54-5B86E86BD5BB}"/>
          </ac:spMkLst>
        </pc:spChg>
        <pc:spChg chg="add del">
          <ac:chgData name="Manas Tuwani" userId="5d421215-a11f-4a6e-90ca-e8ac2213fab6" providerId="ADAL" clId="{7AC048BE-0ABB-4BF2-9443-D2AC145AAFFD}" dt="2022-08-20T13:12:45.763" v="107" actId="26606"/>
          <ac:spMkLst>
            <pc:docMk/>
            <pc:sldMk cId="1735085278" sldId="267"/>
            <ac:spMk id="1033" creationId="{42A4FC2C-047E-45A5-965D-8E1E3BF09BC6}"/>
          </ac:spMkLst>
        </pc:spChg>
        <pc:spChg chg="add del">
          <ac:chgData name="Manas Tuwani" userId="5d421215-a11f-4a6e-90ca-e8ac2213fab6" providerId="ADAL" clId="{7AC048BE-0ABB-4BF2-9443-D2AC145AAFFD}" dt="2022-08-20T13:12:45.763" v="107" actId="26606"/>
          <ac:spMkLst>
            <pc:docMk/>
            <pc:sldMk cId="1735085278" sldId="267"/>
            <ac:spMk id="1038" creationId="{C0A1ED06-4733-4020-9C60-81D4D801408D}"/>
          </ac:spMkLst>
        </pc:spChg>
        <pc:spChg chg="add del">
          <ac:chgData name="Manas Tuwani" userId="5d421215-a11f-4a6e-90ca-e8ac2213fab6" providerId="ADAL" clId="{7AC048BE-0ABB-4BF2-9443-D2AC145AAFFD}" dt="2022-08-20T13:12:45.763" v="107" actId="26606"/>
          <ac:spMkLst>
            <pc:docMk/>
            <pc:sldMk cId="1735085278" sldId="267"/>
            <ac:spMk id="1040" creationId="{B0CA3509-3AF9-45FE-93ED-57BB5D5E8E07}"/>
          </ac:spMkLst>
        </pc:spChg>
        <pc:picChg chg="add mod">
          <ac:chgData name="Manas Tuwani" userId="5d421215-a11f-4a6e-90ca-e8ac2213fab6" providerId="ADAL" clId="{7AC048BE-0ABB-4BF2-9443-D2AC145AAFFD}" dt="2022-08-20T13:12:45.763" v="107" actId="26606"/>
          <ac:picMkLst>
            <pc:docMk/>
            <pc:sldMk cId="1735085278" sldId="267"/>
            <ac:picMk id="1026" creationId="{4B826B4E-AADB-E6EF-E025-245B3D3D284B}"/>
          </ac:picMkLst>
        </pc:picChg>
      </pc:sldChg>
      <pc:sldChg chg="addSp delSp modSp add mod setBg delDesignElem">
        <pc:chgData name="Manas Tuwani" userId="5d421215-a11f-4a6e-90ca-e8ac2213fab6" providerId="ADAL" clId="{7AC048BE-0ABB-4BF2-9443-D2AC145AAFFD}" dt="2022-08-20T13:19:30.922" v="226" actId="1076"/>
        <pc:sldMkLst>
          <pc:docMk/>
          <pc:sldMk cId="2777656550" sldId="268"/>
        </pc:sldMkLst>
        <pc:spChg chg="mod">
          <ac:chgData name="Manas Tuwani" userId="5d421215-a11f-4a6e-90ca-e8ac2213fab6" providerId="ADAL" clId="{7AC048BE-0ABB-4BF2-9443-D2AC145AAFFD}" dt="2022-08-20T13:17:58.437" v="154" actId="20577"/>
          <ac:spMkLst>
            <pc:docMk/>
            <pc:sldMk cId="2777656550" sldId="268"/>
            <ac:spMk id="2" creationId="{A8A16C67-C2A5-F360-19F2-21128E0B95A2}"/>
          </ac:spMkLst>
        </pc:spChg>
        <pc:spChg chg="del">
          <ac:chgData name="Manas Tuwani" userId="5d421215-a11f-4a6e-90ca-e8ac2213fab6" providerId="ADAL" clId="{7AC048BE-0ABB-4BF2-9443-D2AC145AAFFD}" dt="2022-08-20T13:17:35.759" v="115" actId="26606"/>
          <ac:spMkLst>
            <pc:docMk/>
            <pc:sldMk cId="2777656550" sldId="268"/>
            <ac:spMk id="3" creationId="{BDD11B08-0745-279E-2836-57FF9A8604AC}"/>
          </ac:spMkLst>
        </pc:spChg>
        <pc:spChg chg="add mod">
          <ac:chgData name="Manas Tuwani" userId="5d421215-a11f-4a6e-90ca-e8ac2213fab6" providerId="ADAL" clId="{7AC048BE-0ABB-4BF2-9443-D2AC145AAFFD}" dt="2022-08-20T13:19:30.922" v="226" actId="1076"/>
          <ac:spMkLst>
            <pc:docMk/>
            <pc:sldMk cId="2777656550" sldId="268"/>
            <ac:spMk id="6" creationId="{622B7B14-AB5C-1444-47F8-2C96E4BA777A}"/>
          </ac:spMkLst>
        </pc:spChg>
        <pc:spChg chg="del">
          <ac:chgData name="Manas Tuwani" userId="5d421215-a11f-4a6e-90ca-e8ac2213fab6" providerId="ADAL" clId="{7AC048BE-0ABB-4BF2-9443-D2AC145AAFFD}" dt="2022-08-20T13:17:15.431" v="114"/>
          <ac:spMkLst>
            <pc:docMk/>
            <pc:sldMk cId="2777656550" sldId="268"/>
            <ac:spMk id="8" creationId="{1B15ED52-F352-441B-82BF-E0EA34836D08}"/>
          </ac:spMkLst>
        </pc:spChg>
        <pc:spChg chg="add">
          <ac:chgData name="Manas Tuwani" userId="5d421215-a11f-4a6e-90ca-e8ac2213fab6" providerId="ADAL" clId="{7AC048BE-0ABB-4BF2-9443-D2AC145AAFFD}" dt="2022-08-20T13:17:35.759" v="115" actId="26606"/>
          <ac:spMkLst>
            <pc:docMk/>
            <pc:sldMk cId="2777656550" sldId="268"/>
            <ac:spMk id="9" creationId="{BACC6370-2D7E-4714-9D71-7542949D7D5D}"/>
          </ac:spMkLst>
        </pc:spChg>
        <pc:spChg chg="del">
          <ac:chgData name="Manas Tuwani" userId="5d421215-a11f-4a6e-90ca-e8ac2213fab6" providerId="ADAL" clId="{7AC048BE-0ABB-4BF2-9443-D2AC145AAFFD}" dt="2022-08-20T13:17:15.431" v="114"/>
          <ac:spMkLst>
            <pc:docMk/>
            <pc:sldMk cId="2777656550" sldId="268"/>
            <ac:spMk id="10" creationId="{3B2E3793-BFE6-45A2-9B7B-E18844431C99}"/>
          </ac:spMkLst>
        </pc:spChg>
        <pc:spChg chg="add">
          <ac:chgData name="Manas Tuwani" userId="5d421215-a11f-4a6e-90ca-e8ac2213fab6" providerId="ADAL" clId="{7AC048BE-0ABB-4BF2-9443-D2AC145AAFFD}" dt="2022-08-20T13:17:35.759" v="115" actId="26606"/>
          <ac:spMkLst>
            <pc:docMk/>
            <pc:sldMk cId="2777656550" sldId="268"/>
            <ac:spMk id="11" creationId="{F68B3F68-107C-434F-AA38-110D5EA91B85}"/>
          </ac:spMkLst>
        </pc:spChg>
        <pc:spChg chg="del">
          <ac:chgData name="Manas Tuwani" userId="5d421215-a11f-4a6e-90ca-e8ac2213fab6" providerId="ADAL" clId="{7AC048BE-0ABB-4BF2-9443-D2AC145AAFFD}" dt="2022-08-20T13:17:15.431" v="114"/>
          <ac:spMkLst>
            <pc:docMk/>
            <pc:sldMk cId="2777656550" sldId="268"/>
            <ac:spMk id="12" creationId="{BC4C4868-CB8F-4AF9-9CDB-8108F2C19B67}"/>
          </ac:spMkLst>
        </pc:spChg>
        <pc:spChg chg="add">
          <ac:chgData name="Manas Tuwani" userId="5d421215-a11f-4a6e-90ca-e8ac2213fab6" providerId="ADAL" clId="{7AC048BE-0ABB-4BF2-9443-D2AC145AAFFD}" dt="2022-08-20T13:17:35.759" v="115" actId="26606"/>
          <ac:spMkLst>
            <pc:docMk/>
            <pc:sldMk cId="2777656550" sldId="268"/>
            <ac:spMk id="13" creationId="{AAD0DBB9-1A4B-4391-81D4-CB19F9AB918A}"/>
          </ac:spMkLst>
        </pc:spChg>
        <pc:spChg chg="del">
          <ac:chgData name="Manas Tuwani" userId="5d421215-a11f-4a6e-90ca-e8ac2213fab6" providerId="ADAL" clId="{7AC048BE-0ABB-4BF2-9443-D2AC145AAFFD}" dt="2022-08-20T13:17:15.431" v="114"/>
          <ac:spMkLst>
            <pc:docMk/>
            <pc:sldMk cId="2777656550" sldId="268"/>
            <ac:spMk id="14" creationId="{375E0459-6403-40CD-989D-56A4407CA12E}"/>
          </ac:spMkLst>
        </pc:spChg>
        <pc:spChg chg="add">
          <ac:chgData name="Manas Tuwani" userId="5d421215-a11f-4a6e-90ca-e8ac2213fab6" providerId="ADAL" clId="{7AC048BE-0ABB-4BF2-9443-D2AC145AAFFD}" dt="2022-08-20T13:17:35.759" v="115" actId="26606"/>
          <ac:spMkLst>
            <pc:docMk/>
            <pc:sldMk cId="2777656550" sldId="268"/>
            <ac:spMk id="15" creationId="{063BBA22-50EA-4C4D-BE05-F1CE4E63AA56}"/>
          </ac:spMkLst>
        </pc:spChg>
        <pc:spChg chg="del">
          <ac:chgData name="Manas Tuwani" userId="5d421215-a11f-4a6e-90ca-e8ac2213fab6" providerId="ADAL" clId="{7AC048BE-0ABB-4BF2-9443-D2AC145AAFFD}" dt="2022-08-20T13:17:15.431" v="114"/>
          <ac:spMkLst>
            <pc:docMk/>
            <pc:sldMk cId="2777656550" sldId="268"/>
            <ac:spMk id="16" creationId="{53E5B1A8-3AC9-4BD1-9BBC-78CA94F2D1BA}"/>
          </ac:spMkLst>
        </pc:spChg>
        <pc:graphicFrameChg chg="add del mod">
          <ac:chgData name="Manas Tuwani" userId="5d421215-a11f-4a6e-90ca-e8ac2213fab6" providerId="ADAL" clId="{7AC048BE-0ABB-4BF2-9443-D2AC145AAFFD}" dt="2022-08-20T13:17:42.001" v="118" actId="478"/>
          <ac:graphicFrameMkLst>
            <pc:docMk/>
            <pc:sldMk cId="2777656550" sldId="268"/>
            <ac:graphicFrameMk id="5" creationId="{90EC3F83-54B2-7212-EBDA-0BEB506B29BD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92994E-EA4A-4D5B-A400-D019EA978B1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AC4AD305-3CB9-4354-8939-18AA9D1CEAD6}">
      <dgm:prSet/>
      <dgm:spPr/>
      <dgm:t>
        <a:bodyPr/>
        <a:lstStyle/>
        <a:p>
          <a:pPr>
            <a:defRPr cap="all"/>
          </a:pPr>
          <a:r>
            <a:rPr lang="en-US"/>
            <a:t>Name</a:t>
          </a:r>
        </a:p>
      </dgm:t>
    </dgm:pt>
    <dgm:pt modelId="{E88FBCD3-8EA6-434B-8EF7-F354ED7BDEAC}" type="parTrans" cxnId="{FF0B6502-6679-4594-B4C6-0B6DA4565F94}">
      <dgm:prSet/>
      <dgm:spPr/>
      <dgm:t>
        <a:bodyPr/>
        <a:lstStyle/>
        <a:p>
          <a:endParaRPr lang="en-US"/>
        </a:p>
      </dgm:t>
    </dgm:pt>
    <dgm:pt modelId="{949D20BD-65BE-48B3-BB1B-0E0E5BF6DEC6}" type="sibTrans" cxnId="{FF0B6502-6679-4594-B4C6-0B6DA4565F94}">
      <dgm:prSet/>
      <dgm:spPr/>
      <dgm:t>
        <a:bodyPr/>
        <a:lstStyle/>
        <a:p>
          <a:endParaRPr lang="en-US"/>
        </a:p>
      </dgm:t>
    </dgm:pt>
    <dgm:pt modelId="{70CF25EF-C3C3-486B-8C93-7609886DEE4C}">
      <dgm:prSet/>
      <dgm:spPr/>
      <dgm:t>
        <a:bodyPr/>
        <a:lstStyle/>
        <a:p>
          <a:pPr>
            <a:defRPr cap="all"/>
          </a:pPr>
          <a:r>
            <a:rPr lang="en-US"/>
            <a:t>Email</a:t>
          </a:r>
        </a:p>
      </dgm:t>
    </dgm:pt>
    <dgm:pt modelId="{3A6F9567-A9D2-453C-B380-CFCB8513C282}" type="parTrans" cxnId="{9F302A42-8E73-429A-A63E-C0FB32566BC9}">
      <dgm:prSet/>
      <dgm:spPr/>
      <dgm:t>
        <a:bodyPr/>
        <a:lstStyle/>
        <a:p>
          <a:endParaRPr lang="en-US"/>
        </a:p>
      </dgm:t>
    </dgm:pt>
    <dgm:pt modelId="{30A25970-3F77-46CD-B482-1EDABD707CCB}" type="sibTrans" cxnId="{9F302A42-8E73-429A-A63E-C0FB32566BC9}">
      <dgm:prSet/>
      <dgm:spPr/>
      <dgm:t>
        <a:bodyPr/>
        <a:lstStyle/>
        <a:p>
          <a:endParaRPr lang="en-US"/>
        </a:p>
      </dgm:t>
    </dgm:pt>
    <dgm:pt modelId="{B621EED6-CC24-42AA-A41C-43562D760624}">
      <dgm:prSet/>
      <dgm:spPr/>
      <dgm:t>
        <a:bodyPr/>
        <a:lstStyle/>
        <a:p>
          <a:pPr>
            <a:defRPr cap="all"/>
          </a:pPr>
          <a:r>
            <a:rPr lang="en-US"/>
            <a:t>Contact Number</a:t>
          </a:r>
        </a:p>
      </dgm:t>
    </dgm:pt>
    <dgm:pt modelId="{0A2A104B-9787-4DD0-BC3C-0D54DFEE2949}" type="parTrans" cxnId="{C454308F-6070-443B-9DB0-B8A4A020E48F}">
      <dgm:prSet/>
      <dgm:spPr/>
      <dgm:t>
        <a:bodyPr/>
        <a:lstStyle/>
        <a:p>
          <a:endParaRPr lang="en-US"/>
        </a:p>
      </dgm:t>
    </dgm:pt>
    <dgm:pt modelId="{6EA0E076-596F-4C84-9B1A-66CD22DB38CF}" type="sibTrans" cxnId="{C454308F-6070-443B-9DB0-B8A4A020E48F}">
      <dgm:prSet/>
      <dgm:spPr/>
      <dgm:t>
        <a:bodyPr/>
        <a:lstStyle/>
        <a:p>
          <a:endParaRPr lang="en-US"/>
        </a:p>
      </dgm:t>
    </dgm:pt>
    <dgm:pt modelId="{1A04F9FF-C0EB-451B-85D4-C77CEF08FBB3}">
      <dgm:prSet/>
      <dgm:spPr/>
      <dgm:t>
        <a:bodyPr/>
        <a:lstStyle/>
        <a:p>
          <a:pPr>
            <a:defRPr cap="all"/>
          </a:pPr>
          <a:r>
            <a:rPr lang="en-US"/>
            <a:t>Address</a:t>
          </a:r>
        </a:p>
      </dgm:t>
    </dgm:pt>
    <dgm:pt modelId="{F04181EC-8F71-49A4-BE50-F3583D533935}" type="parTrans" cxnId="{449F3544-2C0D-4B45-8A36-228D1945883F}">
      <dgm:prSet/>
      <dgm:spPr/>
      <dgm:t>
        <a:bodyPr/>
        <a:lstStyle/>
        <a:p>
          <a:endParaRPr lang="en-US"/>
        </a:p>
      </dgm:t>
    </dgm:pt>
    <dgm:pt modelId="{72CC4DE4-C996-4664-AC96-062DCD35224C}" type="sibTrans" cxnId="{449F3544-2C0D-4B45-8A36-228D1945883F}">
      <dgm:prSet/>
      <dgm:spPr/>
      <dgm:t>
        <a:bodyPr/>
        <a:lstStyle/>
        <a:p>
          <a:endParaRPr lang="en-US"/>
        </a:p>
      </dgm:t>
    </dgm:pt>
    <dgm:pt modelId="{BFAE7AE6-8155-49AA-9F9E-8462456BEB9A}" type="pres">
      <dgm:prSet presAssocID="{0092994E-EA4A-4D5B-A400-D019EA978B1E}" presName="root" presStyleCnt="0">
        <dgm:presLayoutVars>
          <dgm:dir/>
          <dgm:resizeHandles val="exact"/>
        </dgm:presLayoutVars>
      </dgm:prSet>
      <dgm:spPr/>
    </dgm:pt>
    <dgm:pt modelId="{8F87695C-E4B6-4779-A1C7-6C64BF0ED0A6}" type="pres">
      <dgm:prSet presAssocID="{AC4AD305-3CB9-4354-8939-18AA9D1CEAD6}" presName="compNode" presStyleCnt="0"/>
      <dgm:spPr/>
    </dgm:pt>
    <dgm:pt modelId="{C4033D95-711E-47B4-8489-EAF681AEE3A8}" type="pres">
      <dgm:prSet presAssocID="{AC4AD305-3CB9-4354-8939-18AA9D1CEAD6}" presName="iconBgRect" presStyleLbl="bgShp" presStyleIdx="0" presStyleCnt="4"/>
      <dgm:spPr/>
    </dgm:pt>
    <dgm:pt modelId="{82E85557-6D91-4A93-BF01-374983B62369}" type="pres">
      <dgm:prSet presAssocID="{AC4AD305-3CB9-4354-8939-18AA9D1CEAD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D7996F51-75E1-4334-A1A5-3BB34C39FDD8}" type="pres">
      <dgm:prSet presAssocID="{AC4AD305-3CB9-4354-8939-18AA9D1CEAD6}" presName="spaceRect" presStyleCnt="0"/>
      <dgm:spPr/>
    </dgm:pt>
    <dgm:pt modelId="{C2A97E5C-0546-4559-878C-91A697D888D7}" type="pres">
      <dgm:prSet presAssocID="{AC4AD305-3CB9-4354-8939-18AA9D1CEAD6}" presName="textRect" presStyleLbl="revTx" presStyleIdx="0" presStyleCnt="4">
        <dgm:presLayoutVars>
          <dgm:chMax val="1"/>
          <dgm:chPref val="1"/>
        </dgm:presLayoutVars>
      </dgm:prSet>
      <dgm:spPr/>
    </dgm:pt>
    <dgm:pt modelId="{F4790B24-710C-45F8-85E5-C39A90CD8006}" type="pres">
      <dgm:prSet presAssocID="{949D20BD-65BE-48B3-BB1B-0E0E5BF6DEC6}" presName="sibTrans" presStyleCnt="0"/>
      <dgm:spPr/>
    </dgm:pt>
    <dgm:pt modelId="{F0474C3D-AF8D-4B8B-9709-54B96E06A4AE}" type="pres">
      <dgm:prSet presAssocID="{70CF25EF-C3C3-486B-8C93-7609886DEE4C}" presName="compNode" presStyleCnt="0"/>
      <dgm:spPr/>
    </dgm:pt>
    <dgm:pt modelId="{3049E026-032D-48EF-A494-5E10D632B333}" type="pres">
      <dgm:prSet presAssocID="{70CF25EF-C3C3-486B-8C93-7609886DEE4C}" presName="iconBgRect" presStyleLbl="bgShp" presStyleIdx="1" presStyleCnt="4"/>
      <dgm:spPr/>
    </dgm:pt>
    <dgm:pt modelId="{043E6531-7791-44A9-A2BC-8DF0015AA4DC}" type="pres">
      <dgm:prSet presAssocID="{70CF25EF-C3C3-486B-8C93-7609886DEE4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1F23D27E-4968-4A38-879A-9978DB2DEA3D}" type="pres">
      <dgm:prSet presAssocID="{70CF25EF-C3C3-486B-8C93-7609886DEE4C}" presName="spaceRect" presStyleCnt="0"/>
      <dgm:spPr/>
    </dgm:pt>
    <dgm:pt modelId="{290822B1-9B01-4A1C-BBAA-BDE266C4D17B}" type="pres">
      <dgm:prSet presAssocID="{70CF25EF-C3C3-486B-8C93-7609886DEE4C}" presName="textRect" presStyleLbl="revTx" presStyleIdx="1" presStyleCnt="4">
        <dgm:presLayoutVars>
          <dgm:chMax val="1"/>
          <dgm:chPref val="1"/>
        </dgm:presLayoutVars>
      </dgm:prSet>
      <dgm:spPr/>
    </dgm:pt>
    <dgm:pt modelId="{AE922458-62AD-417A-A20C-83260656FCC3}" type="pres">
      <dgm:prSet presAssocID="{30A25970-3F77-46CD-B482-1EDABD707CCB}" presName="sibTrans" presStyleCnt="0"/>
      <dgm:spPr/>
    </dgm:pt>
    <dgm:pt modelId="{C2767E07-BB18-4D3C-B707-87D96BEBAD3A}" type="pres">
      <dgm:prSet presAssocID="{B621EED6-CC24-42AA-A41C-43562D760624}" presName="compNode" presStyleCnt="0"/>
      <dgm:spPr/>
    </dgm:pt>
    <dgm:pt modelId="{86D08AE5-8132-41B9-8AA9-A9D57D05AF72}" type="pres">
      <dgm:prSet presAssocID="{B621EED6-CC24-42AA-A41C-43562D760624}" presName="iconBgRect" presStyleLbl="bgShp" presStyleIdx="2" presStyleCnt="4"/>
      <dgm:spPr/>
    </dgm:pt>
    <dgm:pt modelId="{7828003D-EF13-414A-A584-59B044E9FAE2}" type="pres">
      <dgm:prSet presAssocID="{B621EED6-CC24-42AA-A41C-43562D76062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eiver"/>
        </a:ext>
      </dgm:extLst>
    </dgm:pt>
    <dgm:pt modelId="{9BAED82B-98E5-48A6-A6A3-51FD96B6451B}" type="pres">
      <dgm:prSet presAssocID="{B621EED6-CC24-42AA-A41C-43562D760624}" presName="spaceRect" presStyleCnt="0"/>
      <dgm:spPr/>
    </dgm:pt>
    <dgm:pt modelId="{02EF2638-E0DC-474D-8C6E-15D8213EA768}" type="pres">
      <dgm:prSet presAssocID="{B621EED6-CC24-42AA-A41C-43562D760624}" presName="textRect" presStyleLbl="revTx" presStyleIdx="2" presStyleCnt="4">
        <dgm:presLayoutVars>
          <dgm:chMax val="1"/>
          <dgm:chPref val="1"/>
        </dgm:presLayoutVars>
      </dgm:prSet>
      <dgm:spPr/>
    </dgm:pt>
    <dgm:pt modelId="{402CDE5A-85C9-4CF4-ADEF-6830D5631E20}" type="pres">
      <dgm:prSet presAssocID="{6EA0E076-596F-4C84-9B1A-66CD22DB38CF}" presName="sibTrans" presStyleCnt="0"/>
      <dgm:spPr/>
    </dgm:pt>
    <dgm:pt modelId="{26E71F14-FC37-40BF-992C-CB4241328B37}" type="pres">
      <dgm:prSet presAssocID="{1A04F9FF-C0EB-451B-85D4-C77CEF08FBB3}" presName="compNode" presStyleCnt="0"/>
      <dgm:spPr/>
    </dgm:pt>
    <dgm:pt modelId="{978257D0-0B2B-4F5A-950A-0EC00C37DBE2}" type="pres">
      <dgm:prSet presAssocID="{1A04F9FF-C0EB-451B-85D4-C77CEF08FBB3}" presName="iconBgRect" presStyleLbl="bgShp" presStyleIdx="3" presStyleCnt="4"/>
      <dgm:spPr/>
    </dgm:pt>
    <dgm:pt modelId="{5D94DA1A-914A-428A-ABDB-EB97FF52A7DB}" type="pres">
      <dgm:prSet presAssocID="{1A04F9FF-C0EB-451B-85D4-C77CEF08FBB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464D4CAF-384C-48D9-8BE9-D9F1B6744C65}" type="pres">
      <dgm:prSet presAssocID="{1A04F9FF-C0EB-451B-85D4-C77CEF08FBB3}" presName="spaceRect" presStyleCnt="0"/>
      <dgm:spPr/>
    </dgm:pt>
    <dgm:pt modelId="{2E6D8F77-4121-4E26-9A03-174DFA7B2B9D}" type="pres">
      <dgm:prSet presAssocID="{1A04F9FF-C0EB-451B-85D4-C77CEF08FBB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F0B6502-6679-4594-B4C6-0B6DA4565F94}" srcId="{0092994E-EA4A-4D5B-A400-D019EA978B1E}" destId="{AC4AD305-3CB9-4354-8939-18AA9D1CEAD6}" srcOrd="0" destOrd="0" parTransId="{E88FBCD3-8EA6-434B-8EF7-F354ED7BDEAC}" sibTransId="{949D20BD-65BE-48B3-BB1B-0E0E5BF6DEC6}"/>
    <dgm:cxn modelId="{26164C09-F6E3-479C-8F97-121F6670E43E}" type="presOf" srcId="{0092994E-EA4A-4D5B-A400-D019EA978B1E}" destId="{BFAE7AE6-8155-49AA-9F9E-8462456BEB9A}" srcOrd="0" destOrd="0" presId="urn:microsoft.com/office/officeart/2018/5/layout/IconCircleLabelList"/>
    <dgm:cxn modelId="{9F302A42-8E73-429A-A63E-C0FB32566BC9}" srcId="{0092994E-EA4A-4D5B-A400-D019EA978B1E}" destId="{70CF25EF-C3C3-486B-8C93-7609886DEE4C}" srcOrd="1" destOrd="0" parTransId="{3A6F9567-A9D2-453C-B380-CFCB8513C282}" sibTransId="{30A25970-3F77-46CD-B482-1EDABD707CCB}"/>
    <dgm:cxn modelId="{449F3544-2C0D-4B45-8A36-228D1945883F}" srcId="{0092994E-EA4A-4D5B-A400-D019EA978B1E}" destId="{1A04F9FF-C0EB-451B-85D4-C77CEF08FBB3}" srcOrd="3" destOrd="0" parTransId="{F04181EC-8F71-49A4-BE50-F3583D533935}" sibTransId="{72CC4DE4-C996-4664-AC96-062DCD35224C}"/>
    <dgm:cxn modelId="{BDFDD647-C358-405C-A245-03E7E077D2F5}" type="presOf" srcId="{1A04F9FF-C0EB-451B-85D4-C77CEF08FBB3}" destId="{2E6D8F77-4121-4E26-9A03-174DFA7B2B9D}" srcOrd="0" destOrd="0" presId="urn:microsoft.com/office/officeart/2018/5/layout/IconCircleLabelList"/>
    <dgm:cxn modelId="{2F26EA50-6E22-423D-8E44-4FAB8406443E}" type="presOf" srcId="{B621EED6-CC24-42AA-A41C-43562D760624}" destId="{02EF2638-E0DC-474D-8C6E-15D8213EA768}" srcOrd="0" destOrd="0" presId="urn:microsoft.com/office/officeart/2018/5/layout/IconCircleLabelList"/>
    <dgm:cxn modelId="{C454308F-6070-443B-9DB0-B8A4A020E48F}" srcId="{0092994E-EA4A-4D5B-A400-D019EA978B1E}" destId="{B621EED6-CC24-42AA-A41C-43562D760624}" srcOrd="2" destOrd="0" parTransId="{0A2A104B-9787-4DD0-BC3C-0D54DFEE2949}" sibTransId="{6EA0E076-596F-4C84-9B1A-66CD22DB38CF}"/>
    <dgm:cxn modelId="{156AACA2-1E81-4D76-ABFC-2AF51543782B}" type="presOf" srcId="{AC4AD305-3CB9-4354-8939-18AA9D1CEAD6}" destId="{C2A97E5C-0546-4559-878C-91A697D888D7}" srcOrd="0" destOrd="0" presId="urn:microsoft.com/office/officeart/2018/5/layout/IconCircleLabelList"/>
    <dgm:cxn modelId="{25EDF0C2-4AFF-4034-BE42-DBA1C5A1E8C3}" type="presOf" srcId="{70CF25EF-C3C3-486B-8C93-7609886DEE4C}" destId="{290822B1-9B01-4A1C-BBAA-BDE266C4D17B}" srcOrd="0" destOrd="0" presId="urn:microsoft.com/office/officeart/2018/5/layout/IconCircleLabelList"/>
    <dgm:cxn modelId="{C3749840-EB76-4F52-9724-E31BBD9BB9E1}" type="presParOf" srcId="{BFAE7AE6-8155-49AA-9F9E-8462456BEB9A}" destId="{8F87695C-E4B6-4779-A1C7-6C64BF0ED0A6}" srcOrd="0" destOrd="0" presId="urn:microsoft.com/office/officeart/2018/5/layout/IconCircleLabelList"/>
    <dgm:cxn modelId="{9C0074C8-3055-4325-8975-29F068AD6530}" type="presParOf" srcId="{8F87695C-E4B6-4779-A1C7-6C64BF0ED0A6}" destId="{C4033D95-711E-47B4-8489-EAF681AEE3A8}" srcOrd="0" destOrd="0" presId="urn:microsoft.com/office/officeart/2018/5/layout/IconCircleLabelList"/>
    <dgm:cxn modelId="{F0ED8B21-822B-442F-89B5-BE7C77D6B8D8}" type="presParOf" srcId="{8F87695C-E4B6-4779-A1C7-6C64BF0ED0A6}" destId="{82E85557-6D91-4A93-BF01-374983B62369}" srcOrd="1" destOrd="0" presId="urn:microsoft.com/office/officeart/2018/5/layout/IconCircleLabelList"/>
    <dgm:cxn modelId="{BC4A9A07-CFC4-46F1-B65D-2AC0687A81D9}" type="presParOf" srcId="{8F87695C-E4B6-4779-A1C7-6C64BF0ED0A6}" destId="{D7996F51-75E1-4334-A1A5-3BB34C39FDD8}" srcOrd="2" destOrd="0" presId="urn:microsoft.com/office/officeart/2018/5/layout/IconCircleLabelList"/>
    <dgm:cxn modelId="{BF285F07-50FF-4793-A4F9-CC73A658506D}" type="presParOf" srcId="{8F87695C-E4B6-4779-A1C7-6C64BF0ED0A6}" destId="{C2A97E5C-0546-4559-878C-91A697D888D7}" srcOrd="3" destOrd="0" presId="urn:microsoft.com/office/officeart/2018/5/layout/IconCircleLabelList"/>
    <dgm:cxn modelId="{5D2C50D0-8BAD-4E66-9872-3C0D276A1589}" type="presParOf" srcId="{BFAE7AE6-8155-49AA-9F9E-8462456BEB9A}" destId="{F4790B24-710C-45F8-85E5-C39A90CD8006}" srcOrd="1" destOrd="0" presId="urn:microsoft.com/office/officeart/2018/5/layout/IconCircleLabelList"/>
    <dgm:cxn modelId="{2E6C1210-63C9-4FA6-97F0-F805429F00E7}" type="presParOf" srcId="{BFAE7AE6-8155-49AA-9F9E-8462456BEB9A}" destId="{F0474C3D-AF8D-4B8B-9709-54B96E06A4AE}" srcOrd="2" destOrd="0" presId="urn:microsoft.com/office/officeart/2018/5/layout/IconCircleLabelList"/>
    <dgm:cxn modelId="{A7E278B3-47FE-40BF-8682-59A681E3CDA1}" type="presParOf" srcId="{F0474C3D-AF8D-4B8B-9709-54B96E06A4AE}" destId="{3049E026-032D-48EF-A494-5E10D632B333}" srcOrd="0" destOrd="0" presId="urn:microsoft.com/office/officeart/2018/5/layout/IconCircleLabelList"/>
    <dgm:cxn modelId="{A538945F-88CE-4E2C-B106-CC1C31263851}" type="presParOf" srcId="{F0474C3D-AF8D-4B8B-9709-54B96E06A4AE}" destId="{043E6531-7791-44A9-A2BC-8DF0015AA4DC}" srcOrd="1" destOrd="0" presId="urn:microsoft.com/office/officeart/2018/5/layout/IconCircleLabelList"/>
    <dgm:cxn modelId="{13EE07CB-74FB-4EED-B9D7-B57396818E34}" type="presParOf" srcId="{F0474C3D-AF8D-4B8B-9709-54B96E06A4AE}" destId="{1F23D27E-4968-4A38-879A-9978DB2DEA3D}" srcOrd="2" destOrd="0" presId="urn:microsoft.com/office/officeart/2018/5/layout/IconCircleLabelList"/>
    <dgm:cxn modelId="{A636AF5A-5B17-4CBC-99BE-F1209985AC19}" type="presParOf" srcId="{F0474C3D-AF8D-4B8B-9709-54B96E06A4AE}" destId="{290822B1-9B01-4A1C-BBAA-BDE266C4D17B}" srcOrd="3" destOrd="0" presId="urn:microsoft.com/office/officeart/2018/5/layout/IconCircleLabelList"/>
    <dgm:cxn modelId="{CCCB8999-BF0A-4C2D-B495-8A85E38AAC79}" type="presParOf" srcId="{BFAE7AE6-8155-49AA-9F9E-8462456BEB9A}" destId="{AE922458-62AD-417A-A20C-83260656FCC3}" srcOrd="3" destOrd="0" presId="urn:microsoft.com/office/officeart/2018/5/layout/IconCircleLabelList"/>
    <dgm:cxn modelId="{558C0C91-0E68-42CA-ADE4-CF42FCFBDA43}" type="presParOf" srcId="{BFAE7AE6-8155-49AA-9F9E-8462456BEB9A}" destId="{C2767E07-BB18-4D3C-B707-87D96BEBAD3A}" srcOrd="4" destOrd="0" presId="urn:microsoft.com/office/officeart/2018/5/layout/IconCircleLabelList"/>
    <dgm:cxn modelId="{26EDF836-107C-4A08-947F-0C77A3836BF7}" type="presParOf" srcId="{C2767E07-BB18-4D3C-B707-87D96BEBAD3A}" destId="{86D08AE5-8132-41B9-8AA9-A9D57D05AF72}" srcOrd="0" destOrd="0" presId="urn:microsoft.com/office/officeart/2018/5/layout/IconCircleLabelList"/>
    <dgm:cxn modelId="{1AA1E7E1-E4C9-4007-9C89-991A630D9E2B}" type="presParOf" srcId="{C2767E07-BB18-4D3C-B707-87D96BEBAD3A}" destId="{7828003D-EF13-414A-A584-59B044E9FAE2}" srcOrd="1" destOrd="0" presId="urn:microsoft.com/office/officeart/2018/5/layout/IconCircleLabelList"/>
    <dgm:cxn modelId="{5FFB12BD-4BA8-431D-987C-A561AE2632BE}" type="presParOf" srcId="{C2767E07-BB18-4D3C-B707-87D96BEBAD3A}" destId="{9BAED82B-98E5-48A6-A6A3-51FD96B6451B}" srcOrd="2" destOrd="0" presId="urn:microsoft.com/office/officeart/2018/5/layout/IconCircleLabelList"/>
    <dgm:cxn modelId="{5D2C5EC8-9BAC-41D8-87E0-49E9012FCFC2}" type="presParOf" srcId="{C2767E07-BB18-4D3C-B707-87D96BEBAD3A}" destId="{02EF2638-E0DC-474D-8C6E-15D8213EA768}" srcOrd="3" destOrd="0" presId="urn:microsoft.com/office/officeart/2018/5/layout/IconCircleLabelList"/>
    <dgm:cxn modelId="{33CB51EE-382C-4F22-A3B3-D4C567CDFFA7}" type="presParOf" srcId="{BFAE7AE6-8155-49AA-9F9E-8462456BEB9A}" destId="{402CDE5A-85C9-4CF4-ADEF-6830D5631E20}" srcOrd="5" destOrd="0" presId="urn:microsoft.com/office/officeart/2018/5/layout/IconCircleLabelList"/>
    <dgm:cxn modelId="{0EC747C6-D2F6-41AA-91CC-3084DA3B2F74}" type="presParOf" srcId="{BFAE7AE6-8155-49AA-9F9E-8462456BEB9A}" destId="{26E71F14-FC37-40BF-992C-CB4241328B37}" srcOrd="6" destOrd="0" presId="urn:microsoft.com/office/officeart/2018/5/layout/IconCircleLabelList"/>
    <dgm:cxn modelId="{A7FF0B9B-5144-4B17-A293-01C6D8CFA8F9}" type="presParOf" srcId="{26E71F14-FC37-40BF-992C-CB4241328B37}" destId="{978257D0-0B2B-4F5A-950A-0EC00C37DBE2}" srcOrd="0" destOrd="0" presId="urn:microsoft.com/office/officeart/2018/5/layout/IconCircleLabelList"/>
    <dgm:cxn modelId="{126DDCF7-0B22-49C2-A3D6-CA9E83CF32E2}" type="presParOf" srcId="{26E71F14-FC37-40BF-992C-CB4241328B37}" destId="{5D94DA1A-914A-428A-ABDB-EB97FF52A7DB}" srcOrd="1" destOrd="0" presId="urn:microsoft.com/office/officeart/2018/5/layout/IconCircleLabelList"/>
    <dgm:cxn modelId="{79BC3A79-65CD-4562-96D1-5FB63CE6F2B8}" type="presParOf" srcId="{26E71F14-FC37-40BF-992C-CB4241328B37}" destId="{464D4CAF-384C-48D9-8BE9-D9F1B6744C65}" srcOrd="2" destOrd="0" presId="urn:microsoft.com/office/officeart/2018/5/layout/IconCircleLabelList"/>
    <dgm:cxn modelId="{60F1EB53-428D-4468-A112-ABDFFEEE93D6}" type="presParOf" srcId="{26E71F14-FC37-40BF-992C-CB4241328B37}" destId="{2E6D8F77-4121-4E26-9A03-174DFA7B2B9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02CDFB-5CCA-4A21-BF10-8C38B4FD8D9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D32496-B7F3-4952-89CF-F3F4AACDC13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Organization Name</a:t>
          </a:r>
        </a:p>
      </dgm:t>
    </dgm:pt>
    <dgm:pt modelId="{28787A4B-BAEA-4E62-BCCF-554BA835C1C4}" type="parTrans" cxnId="{030AABDF-4704-4A7E-B2B9-0CC9A94CF1FB}">
      <dgm:prSet/>
      <dgm:spPr/>
      <dgm:t>
        <a:bodyPr/>
        <a:lstStyle/>
        <a:p>
          <a:endParaRPr lang="en-US"/>
        </a:p>
      </dgm:t>
    </dgm:pt>
    <dgm:pt modelId="{681A8F0D-868F-470A-A2F0-BE753D0DCC6B}" type="sibTrans" cxnId="{030AABDF-4704-4A7E-B2B9-0CC9A94CF1FB}">
      <dgm:prSet/>
      <dgm:spPr/>
      <dgm:t>
        <a:bodyPr/>
        <a:lstStyle/>
        <a:p>
          <a:endParaRPr lang="en-US"/>
        </a:p>
      </dgm:t>
    </dgm:pt>
    <dgm:pt modelId="{DB6F5EF7-C0E9-4454-9EDD-C9F474F5FA1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Duration</a:t>
          </a:r>
        </a:p>
      </dgm:t>
    </dgm:pt>
    <dgm:pt modelId="{7C268EB9-A0B4-4EA4-8F3D-B1195BB78BA9}" type="parTrans" cxnId="{7D57C48C-DE5A-43C6-8E45-7C2FF046D802}">
      <dgm:prSet/>
      <dgm:spPr/>
      <dgm:t>
        <a:bodyPr/>
        <a:lstStyle/>
        <a:p>
          <a:endParaRPr lang="en-US"/>
        </a:p>
      </dgm:t>
    </dgm:pt>
    <dgm:pt modelId="{B5165EE6-5C84-48C0-A99F-54CC532B850F}" type="sibTrans" cxnId="{7D57C48C-DE5A-43C6-8E45-7C2FF046D802}">
      <dgm:prSet/>
      <dgm:spPr/>
      <dgm:t>
        <a:bodyPr/>
        <a:lstStyle/>
        <a:p>
          <a:endParaRPr lang="en-US"/>
        </a:p>
      </dgm:t>
    </dgm:pt>
    <dgm:pt modelId="{D06610FE-C61D-444E-816D-3F57A13E167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Designation</a:t>
          </a:r>
        </a:p>
      </dgm:t>
    </dgm:pt>
    <dgm:pt modelId="{7E8B8F0A-DF48-4D40-BF94-BF3BA629C441}" type="parTrans" cxnId="{54E1D308-DACE-415E-B51F-4378A3CF71C9}">
      <dgm:prSet/>
      <dgm:spPr/>
      <dgm:t>
        <a:bodyPr/>
        <a:lstStyle/>
        <a:p>
          <a:endParaRPr lang="en-US"/>
        </a:p>
      </dgm:t>
    </dgm:pt>
    <dgm:pt modelId="{3F095CC7-E50A-47AC-BA2D-748886F26C11}" type="sibTrans" cxnId="{54E1D308-DACE-415E-B51F-4378A3CF71C9}">
      <dgm:prSet/>
      <dgm:spPr/>
      <dgm:t>
        <a:bodyPr/>
        <a:lstStyle/>
        <a:p>
          <a:endParaRPr lang="en-US"/>
        </a:p>
      </dgm:t>
    </dgm:pt>
    <dgm:pt modelId="{5F8FB9BD-C1A3-4236-B29A-333C1F6366F7}" type="pres">
      <dgm:prSet presAssocID="{ED02CDFB-5CCA-4A21-BF10-8C38B4FD8D9D}" presName="root" presStyleCnt="0">
        <dgm:presLayoutVars>
          <dgm:dir/>
          <dgm:resizeHandles val="exact"/>
        </dgm:presLayoutVars>
      </dgm:prSet>
      <dgm:spPr/>
    </dgm:pt>
    <dgm:pt modelId="{71CEE986-11B4-4836-8A80-2DF7953D053A}" type="pres">
      <dgm:prSet presAssocID="{13D32496-B7F3-4952-89CF-F3F4AACDC137}" presName="compNode" presStyleCnt="0"/>
      <dgm:spPr/>
    </dgm:pt>
    <dgm:pt modelId="{0E86E4A3-3443-4A2B-A8A9-646096848C4C}" type="pres">
      <dgm:prSet presAssocID="{13D32496-B7F3-4952-89CF-F3F4AACDC137}" presName="iconBgRect" presStyleLbl="bgShp" presStyleIdx="0" presStyleCnt="3"/>
      <dgm:spPr/>
    </dgm:pt>
    <dgm:pt modelId="{C6B59833-731C-4497-A78A-0D1380BD9884}" type="pres">
      <dgm:prSet presAssocID="{13D32496-B7F3-4952-89CF-F3F4AACDC13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41548D4C-4389-4230-904A-313E35F5B6F8}" type="pres">
      <dgm:prSet presAssocID="{13D32496-B7F3-4952-89CF-F3F4AACDC137}" presName="spaceRect" presStyleCnt="0"/>
      <dgm:spPr/>
    </dgm:pt>
    <dgm:pt modelId="{102FF9E2-A950-4FE9-A748-F87E5E9DAFD3}" type="pres">
      <dgm:prSet presAssocID="{13D32496-B7F3-4952-89CF-F3F4AACDC137}" presName="textRect" presStyleLbl="revTx" presStyleIdx="0" presStyleCnt="3">
        <dgm:presLayoutVars>
          <dgm:chMax val="1"/>
          <dgm:chPref val="1"/>
        </dgm:presLayoutVars>
      </dgm:prSet>
      <dgm:spPr/>
    </dgm:pt>
    <dgm:pt modelId="{A65D02C7-6B72-481F-8969-2143F09A6B61}" type="pres">
      <dgm:prSet presAssocID="{681A8F0D-868F-470A-A2F0-BE753D0DCC6B}" presName="sibTrans" presStyleCnt="0"/>
      <dgm:spPr/>
    </dgm:pt>
    <dgm:pt modelId="{6B86C5AB-9226-4038-B318-5FBFC5D55D63}" type="pres">
      <dgm:prSet presAssocID="{DB6F5EF7-C0E9-4454-9EDD-C9F474F5FA13}" presName="compNode" presStyleCnt="0"/>
      <dgm:spPr/>
    </dgm:pt>
    <dgm:pt modelId="{283148BA-3D62-4D4C-A989-0C470D8E760D}" type="pres">
      <dgm:prSet presAssocID="{DB6F5EF7-C0E9-4454-9EDD-C9F474F5FA13}" presName="iconBgRect" presStyleLbl="bgShp" presStyleIdx="1" presStyleCnt="3"/>
      <dgm:spPr/>
    </dgm:pt>
    <dgm:pt modelId="{66D9E7DE-5266-48E4-8C21-6D2E495EA028}" type="pres">
      <dgm:prSet presAssocID="{DB6F5EF7-C0E9-4454-9EDD-C9F474F5FA1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EFE19FE-1A4E-44DD-9F29-4EAD1C99899B}" type="pres">
      <dgm:prSet presAssocID="{DB6F5EF7-C0E9-4454-9EDD-C9F474F5FA13}" presName="spaceRect" presStyleCnt="0"/>
      <dgm:spPr/>
    </dgm:pt>
    <dgm:pt modelId="{5A614144-428A-41DC-9191-D8E09591600A}" type="pres">
      <dgm:prSet presAssocID="{DB6F5EF7-C0E9-4454-9EDD-C9F474F5FA13}" presName="textRect" presStyleLbl="revTx" presStyleIdx="1" presStyleCnt="3">
        <dgm:presLayoutVars>
          <dgm:chMax val="1"/>
          <dgm:chPref val="1"/>
        </dgm:presLayoutVars>
      </dgm:prSet>
      <dgm:spPr/>
    </dgm:pt>
    <dgm:pt modelId="{913DF8F1-0143-43F8-A8CC-D4156EE7D7DE}" type="pres">
      <dgm:prSet presAssocID="{B5165EE6-5C84-48C0-A99F-54CC532B850F}" presName="sibTrans" presStyleCnt="0"/>
      <dgm:spPr/>
    </dgm:pt>
    <dgm:pt modelId="{062E06F7-3983-4556-8AB5-95F90EF69720}" type="pres">
      <dgm:prSet presAssocID="{D06610FE-C61D-444E-816D-3F57A13E1673}" presName="compNode" presStyleCnt="0"/>
      <dgm:spPr/>
    </dgm:pt>
    <dgm:pt modelId="{3CE51163-BDA2-4B75-99B5-74E1087B359C}" type="pres">
      <dgm:prSet presAssocID="{D06610FE-C61D-444E-816D-3F57A13E1673}" presName="iconBgRect" presStyleLbl="bgShp" presStyleIdx="2" presStyleCnt="3"/>
      <dgm:spPr/>
    </dgm:pt>
    <dgm:pt modelId="{9A90EA88-044A-4609-B48C-B7FF53110BBE}" type="pres">
      <dgm:prSet presAssocID="{D06610FE-C61D-444E-816D-3F57A13E167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1F94CC6A-AB10-4EC1-B04F-161F209A122B}" type="pres">
      <dgm:prSet presAssocID="{D06610FE-C61D-444E-816D-3F57A13E1673}" presName="spaceRect" presStyleCnt="0"/>
      <dgm:spPr/>
    </dgm:pt>
    <dgm:pt modelId="{8A1D210E-912A-4F09-A550-9577D5484AFA}" type="pres">
      <dgm:prSet presAssocID="{D06610FE-C61D-444E-816D-3F57A13E167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4E1D308-DACE-415E-B51F-4378A3CF71C9}" srcId="{ED02CDFB-5CCA-4A21-BF10-8C38B4FD8D9D}" destId="{D06610FE-C61D-444E-816D-3F57A13E1673}" srcOrd="2" destOrd="0" parTransId="{7E8B8F0A-DF48-4D40-BF94-BF3BA629C441}" sibTransId="{3F095CC7-E50A-47AC-BA2D-748886F26C11}"/>
    <dgm:cxn modelId="{76D99A5D-A2BC-472B-884A-10AA38E4A4E7}" type="presOf" srcId="{DB6F5EF7-C0E9-4454-9EDD-C9F474F5FA13}" destId="{5A614144-428A-41DC-9191-D8E09591600A}" srcOrd="0" destOrd="0" presId="urn:microsoft.com/office/officeart/2018/5/layout/IconCircleLabelList"/>
    <dgm:cxn modelId="{8956736F-794E-42F9-BF4E-38782010EBBE}" type="presOf" srcId="{13D32496-B7F3-4952-89CF-F3F4AACDC137}" destId="{102FF9E2-A950-4FE9-A748-F87E5E9DAFD3}" srcOrd="0" destOrd="0" presId="urn:microsoft.com/office/officeart/2018/5/layout/IconCircleLabelList"/>
    <dgm:cxn modelId="{7D57C48C-DE5A-43C6-8E45-7C2FF046D802}" srcId="{ED02CDFB-5CCA-4A21-BF10-8C38B4FD8D9D}" destId="{DB6F5EF7-C0E9-4454-9EDD-C9F474F5FA13}" srcOrd="1" destOrd="0" parTransId="{7C268EB9-A0B4-4EA4-8F3D-B1195BB78BA9}" sibTransId="{B5165EE6-5C84-48C0-A99F-54CC532B850F}"/>
    <dgm:cxn modelId="{D1AAA0B0-174F-4BD5-83A8-EA11ECC6E0F8}" type="presOf" srcId="{D06610FE-C61D-444E-816D-3F57A13E1673}" destId="{8A1D210E-912A-4F09-A550-9577D5484AFA}" srcOrd="0" destOrd="0" presId="urn:microsoft.com/office/officeart/2018/5/layout/IconCircleLabelList"/>
    <dgm:cxn modelId="{B06861DA-786B-4E8C-9829-758A8CD93588}" type="presOf" srcId="{ED02CDFB-5CCA-4A21-BF10-8C38B4FD8D9D}" destId="{5F8FB9BD-C1A3-4236-B29A-333C1F6366F7}" srcOrd="0" destOrd="0" presId="urn:microsoft.com/office/officeart/2018/5/layout/IconCircleLabelList"/>
    <dgm:cxn modelId="{030AABDF-4704-4A7E-B2B9-0CC9A94CF1FB}" srcId="{ED02CDFB-5CCA-4A21-BF10-8C38B4FD8D9D}" destId="{13D32496-B7F3-4952-89CF-F3F4AACDC137}" srcOrd="0" destOrd="0" parTransId="{28787A4B-BAEA-4E62-BCCF-554BA835C1C4}" sibTransId="{681A8F0D-868F-470A-A2F0-BE753D0DCC6B}"/>
    <dgm:cxn modelId="{A26FB6DE-AE8D-44A1-81EF-B65AB8A82C36}" type="presParOf" srcId="{5F8FB9BD-C1A3-4236-B29A-333C1F6366F7}" destId="{71CEE986-11B4-4836-8A80-2DF7953D053A}" srcOrd="0" destOrd="0" presId="urn:microsoft.com/office/officeart/2018/5/layout/IconCircleLabelList"/>
    <dgm:cxn modelId="{898D88AC-8A29-4119-8F2C-AADC84DDA7E7}" type="presParOf" srcId="{71CEE986-11B4-4836-8A80-2DF7953D053A}" destId="{0E86E4A3-3443-4A2B-A8A9-646096848C4C}" srcOrd="0" destOrd="0" presId="urn:microsoft.com/office/officeart/2018/5/layout/IconCircleLabelList"/>
    <dgm:cxn modelId="{18A6F151-FDD3-412C-993C-1DDB611B4206}" type="presParOf" srcId="{71CEE986-11B4-4836-8A80-2DF7953D053A}" destId="{C6B59833-731C-4497-A78A-0D1380BD9884}" srcOrd="1" destOrd="0" presId="urn:microsoft.com/office/officeart/2018/5/layout/IconCircleLabelList"/>
    <dgm:cxn modelId="{3EF20F66-1B70-4413-9971-154D85321D0F}" type="presParOf" srcId="{71CEE986-11B4-4836-8A80-2DF7953D053A}" destId="{41548D4C-4389-4230-904A-313E35F5B6F8}" srcOrd="2" destOrd="0" presId="urn:microsoft.com/office/officeart/2018/5/layout/IconCircleLabelList"/>
    <dgm:cxn modelId="{52F5B3A9-CC1E-4992-BD9D-B8FE1015EF64}" type="presParOf" srcId="{71CEE986-11B4-4836-8A80-2DF7953D053A}" destId="{102FF9E2-A950-4FE9-A748-F87E5E9DAFD3}" srcOrd="3" destOrd="0" presId="urn:microsoft.com/office/officeart/2018/5/layout/IconCircleLabelList"/>
    <dgm:cxn modelId="{A912DDB6-7855-4814-9165-FC655C14CEAD}" type="presParOf" srcId="{5F8FB9BD-C1A3-4236-B29A-333C1F6366F7}" destId="{A65D02C7-6B72-481F-8969-2143F09A6B61}" srcOrd="1" destOrd="0" presId="urn:microsoft.com/office/officeart/2018/5/layout/IconCircleLabelList"/>
    <dgm:cxn modelId="{42410037-CAA5-4911-A660-215187A1D667}" type="presParOf" srcId="{5F8FB9BD-C1A3-4236-B29A-333C1F6366F7}" destId="{6B86C5AB-9226-4038-B318-5FBFC5D55D63}" srcOrd="2" destOrd="0" presId="urn:microsoft.com/office/officeart/2018/5/layout/IconCircleLabelList"/>
    <dgm:cxn modelId="{BBAEB438-9F2D-47C4-946B-8BF7E07F0797}" type="presParOf" srcId="{6B86C5AB-9226-4038-B318-5FBFC5D55D63}" destId="{283148BA-3D62-4D4C-A989-0C470D8E760D}" srcOrd="0" destOrd="0" presId="urn:microsoft.com/office/officeart/2018/5/layout/IconCircleLabelList"/>
    <dgm:cxn modelId="{4B2741D0-CCAF-4DC9-BF12-78D55CDA3DB7}" type="presParOf" srcId="{6B86C5AB-9226-4038-B318-5FBFC5D55D63}" destId="{66D9E7DE-5266-48E4-8C21-6D2E495EA028}" srcOrd="1" destOrd="0" presId="urn:microsoft.com/office/officeart/2018/5/layout/IconCircleLabelList"/>
    <dgm:cxn modelId="{160A85F5-92C0-4736-BCF7-8E6C2CE44EC9}" type="presParOf" srcId="{6B86C5AB-9226-4038-B318-5FBFC5D55D63}" destId="{4EFE19FE-1A4E-44DD-9F29-4EAD1C99899B}" srcOrd="2" destOrd="0" presId="urn:microsoft.com/office/officeart/2018/5/layout/IconCircleLabelList"/>
    <dgm:cxn modelId="{C5924407-1BDC-4A60-974C-3E4A9AF993CF}" type="presParOf" srcId="{6B86C5AB-9226-4038-B318-5FBFC5D55D63}" destId="{5A614144-428A-41DC-9191-D8E09591600A}" srcOrd="3" destOrd="0" presId="urn:microsoft.com/office/officeart/2018/5/layout/IconCircleLabelList"/>
    <dgm:cxn modelId="{581C4010-3A07-4BB0-A479-F5C3A75F6AB2}" type="presParOf" srcId="{5F8FB9BD-C1A3-4236-B29A-333C1F6366F7}" destId="{913DF8F1-0143-43F8-A8CC-D4156EE7D7DE}" srcOrd="3" destOrd="0" presId="urn:microsoft.com/office/officeart/2018/5/layout/IconCircleLabelList"/>
    <dgm:cxn modelId="{B14E60C2-9AA3-4FDB-AADE-66C0AFB7D90D}" type="presParOf" srcId="{5F8FB9BD-C1A3-4236-B29A-333C1F6366F7}" destId="{062E06F7-3983-4556-8AB5-95F90EF69720}" srcOrd="4" destOrd="0" presId="urn:microsoft.com/office/officeart/2018/5/layout/IconCircleLabelList"/>
    <dgm:cxn modelId="{A9479C6B-D772-402A-91CE-0F60A5F426CF}" type="presParOf" srcId="{062E06F7-3983-4556-8AB5-95F90EF69720}" destId="{3CE51163-BDA2-4B75-99B5-74E1087B359C}" srcOrd="0" destOrd="0" presId="urn:microsoft.com/office/officeart/2018/5/layout/IconCircleLabelList"/>
    <dgm:cxn modelId="{A8E34C64-08F3-4B88-A2AF-2FA20AA89AC6}" type="presParOf" srcId="{062E06F7-3983-4556-8AB5-95F90EF69720}" destId="{9A90EA88-044A-4609-B48C-B7FF53110BBE}" srcOrd="1" destOrd="0" presId="urn:microsoft.com/office/officeart/2018/5/layout/IconCircleLabelList"/>
    <dgm:cxn modelId="{4C979341-72A0-4339-8CE8-7D63F2EAA217}" type="presParOf" srcId="{062E06F7-3983-4556-8AB5-95F90EF69720}" destId="{1F94CC6A-AB10-4EC1-B04F-161F209A122B}" srcOrd="2" destOrd="0" presId="urn:microsoft.com/office/officeart/2018/5/layout/IconCircleLabelList"/>
    <dgm:cxn modelId="{6E345547-F914-40C5-88A3-F6174192ADFF}" type="presParOf" srcId="{062E06F7-3983-4556-8AB5-95F90EF69720}" destId="{8A1D210E-912A-4F09-A550-9577D5484AF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033D95-711E-47B4-8489-EAF681AEE3A8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E85557-6D91-4A93-BF01-374983B62369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A97E5C-0546-4559-878C-91A697D888D7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Name</a:t>
          </a:r>
        </a:p>
      </dsp:txBody>
      <dsp:txXfrm>
        <a:off x="100682" y="2684598"/>
        <a:ext cx="2370489" cy="720000"/>
      </dsp:txXfrm>
    </dsp:sp>
    <dsp:sp modelId="{3049E026-032D-48EF-A494-5E10D632B333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3E6531-7791-44A9-A2BC-8DF0015AA4DC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0822B1-9B01-4A1C-BBAA-BDE266C4D17B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Email</a:t>
          </a:r>
        </a:p>
      </dsp:txBody>
      <dsp:txXfrm>
        <a:off x="2886007" y="2684598"/>
        <a:ext cx="2370489" cy="720000"/>
      </dsp:txXfrm>
    </dsp:sp>
    <dsp:sp modelId="{86D08AE5-8132-41B9-8AA9-A9D57D05AF72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28003D-EF13-414A-A584-59B044E9FAE2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EF2638-E0DC-474D-8C6E-15D8213EA768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Contact Number</a:t>
          </a:r>
        </a:p>
      </dsp:txBody>
      <dsp:txXfrm>
        <a:off x="5671332" y="2684598"/>
        <a:ext cx="2370489" cy="720000"/>
      </dsp:txXfrm>
    </dsp:sp>
    <dsp:sp modelId="{978257D0-0B2B-4F5A-950A-0EC00C37DBE2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94DA1A-914A-428A-ABDB-EB97FF52A7DB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6D8F77-4121-4E26-9A03-174DFA7B2B9D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Address</a:t>
          </a:r>
        </a:p>
      </dsp:txBody>
      <dsp:txXfrm>
        <a:off x="8456657" y="2684598"/>
        <a:ext cx="237048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86E4A3-3443-4A2B-A8A9-646096848C4C}">
      <dsp:nvSpPr>
        <dsp:cNvPr id="0" name=""/>
        <dsp:cNvSpPr/>
      </dsp:nvSpPr>
      <dsp:spPr>
        <a:xfrm>
          <a:off x="616265" y="407427"/>
          <a:ext cx="1749937" cy="17499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B59833-731C-4497-A78A-0D1380BD9884}">
      <dsp:nvSpPr>
        <dsp:cNvPr id="0" name=""/>
        <dsp:cNvSpPr/>
      </dsp:nvSpPr>
      <dsp:spPr>
        <a:xfrm>
          <a:off x="989203" y="780364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FF9E2-A950-4FE9-A748-F87E5E9DAFD3}">
      <dsp:nvSpPr>
        <dsp:cNvPr id="0" name=""/>
        <dsp:cNvSpPr/>
      </dsp:nvSpPr>
      <dsp:spPr>
        <a:xfrm>
          <a:off x="56859" y="2702427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Organization Name</a:t>
          </a:r>
        </a:p>
      </dsp:txBody>
      <dsp:txXfrm>
        <a:off x="56859" y="2702427"/>
        <a:ext cx="2868750" cy="720000"/>
      </dsp:txXfrm>
    </dsp:sp>
    <dsp:sp modelId="{283148BA-3D62-4D4C-A989-0C470D8E760D}">
      <dsp:nvSpPr>
        <dsp:cNvPr id="0" name=""/>
        <dsp:cNvSpPr/>
      </dsp:nvSpPr>
      <dsp:spPr>
        <a:xfrm>
          <a:off x="3987046" y="407427"/>
          <a:ext cx="1749937" cy="17499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D9E7DE-5266-48E4-8C21-6D2E495EA028}">
      <dsp:nvSpPr>
        <dsp:cNvPr id="0" name=""/>
        <dsp:cNvSpPr/>
      </dsp:nvSpPr>
      <dsp:spPr>
        <a:xfrm>
          <a:off x="4359984" y="780364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14144-428A-41DC-9191-D8E09591600A}">
      <dsp:nvSpPr>
        <dsp:cNvPr id="0" name=""/>
        <dsp:cNvSpPr/>
      </dsp:nvSpPr>
      <dsp:spPr>
        <a:xfrm>
          <a:off x="3427640" y="2702427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Duration</a:t>
          </a:r>
        </a:p>
      </dsp:txBody>
      <dsp:txXfrm>
        <a:off x="3427640" y="2702427"/>
        <a:ext cx="2868750" cy="720000"/>
      </dsp:txXfrm>
    </dsp:sp>
    <dsp:sp modelId="{3CE51163-BDA2-4B75-99B5-74E1087B359C}">
      <dsp:nvSpPr>
        <dsp:cNvPr id="0" name=""/>
        <dsp:cNvSpPr/>
      </dsp:nvSpPr>
      <dsp:spPr>
        <a:xfrm>
          <a:off x="7357828" y="407427"/>
          <a:ext cx="1749937" cy="17499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90EA88-044A-4609-B48C-B7FF53110BBE}">
      <dsp:nvSpPr>
        <dsp:cNvPr id="0" name=""/>
        <dsp:cNvSpPr/>
      </dsp:nvSpPr>
      <dsp:spPr>
        <a:xfrm>
          <a:off x="7730765" y="780364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1D210E-912A-4F09-A550-9577D5484AFA}">
      <dsp:nvSpPr>
        <dsp:cNvPr id="0" name=""/>
        <dsp:cNvSpPr/>
      </dsp:nvSpPr>
      <dsp:spPr>
        <a:xfrm>
          <a:off x="6798421" y="2702427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Designation</a:t>
          </a:r>
        </a:p>
      </dsp:txBody>
      <dsp:txXfrm>
        <a:off x="6798421" y="2702427"/>
        <a:ext cx="28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E8233-9AD0-3BB0-9883-D5A2824DB7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6B702-CBC5-C8A3-A1B5-9B18CFC28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19E32-524C-2E41-895F-E830AEA45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C1A0F-880C-4CE1-9850-14B7A7CBB1F6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4E6BD-245A-EBD8-52F3-F78918446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AC690-A19D-2BAE-1D17-D7AC5BAF3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6945-F095-49DC-BF9F-AD9EB1D15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19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BF8E-705D-B2AA-3958-7CDA189C5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05363-A7A3-341E-72ED-7D2A61BD2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C1186-CBE1-1640-A2BA-45C532F7A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C1A0F-880C-4CE1-9850-14B7A7CBB1F6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5D1B3-188D-9607-986B-5573BB235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5E8B3-888B-F6ED-955D-924970F86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6945-F095-49DC-BF9F-AD9EB1D15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804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13CD9-7D2F-2045-0D65-68487AEC6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1C33D-95D4-BCCC-FA5F-2C15423BC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04ADC-4AB3-3626-E7EF-309F956AE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C1A0F-880C-4CE1-9850-14B7A7CBB1F6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0CFC-CA1D-9BF0-20CD-E423FC38F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C2546-19CC-758A-9DDE-6BD4730A9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6945-F095-49DC-BF9F-AD9EB1D15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170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58CFD-9C55-052C-EFA9-53B50D07D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CC09E-D161-FFA2-FCD8-3B15BA192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5D9B3-F990-11AA-5342-B13885783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44D2E-53CA-A0C7-41AA-7CDD9891E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C1A0F-880C-4CE1-9850-14B7A7CBB1F6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524E17-DDE3-4E36-BAB0-F515C047C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10890-ECEE-04D3-8511-B3ABC8355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6945-F095-49DC-BF9F-AD9EB1D15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06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29841-4CD8-6CC8-DBB5-1280BDB5B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48954-D3FC-B07E-0908-DF74F1146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9D2DD-991E-848A-A98E-B2D78A82B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9CF2AF-E6B0-55F7-4D64-18C3A26A8A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B17EF1-4FDE-A5A1-0BE4-85FB753CA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0B1AA6-CFDE-09BD-5D0E-537A5A440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C1A0F-880C-4CE1-9850-14B7A7CBB1F6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AA211F-2159-9384-A91C-C72F5AEC4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CF318A-247F-A42B-F103-3211A5E55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6945-F095-49DC-BF9F-AD9EB1D15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991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6DD6E-AF8D-4FDD-2C04-D746ED284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F24805-E346-8B9C-A85E-83FF013E3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C1A0F-880C-4CE1-9850-14B7A7CBB1F6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C10345-C36C-3D29-87F0-BDC3E60A7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694F9-F894-9B19-7163-AB6B70736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6945-F095-49DC-BF9F-AD9EB1D15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994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2C0DB4-E421-C744-B76B-E37254DA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C1A0F-880C-4CE1-9850-14B7A7CBB1F6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88618B-F562-C5CA-A97C-9EB261039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F885A-20B4-023D-E766-229FCBBF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6945-F095-49DC-BF9F-AD9EB1D15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411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90531-B578-B352-C91A-B42A0AF7D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D68A0-65DF-E5BD-D019-1187ABB48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19E74-7011-6769-81B3-B7331374E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C7693-8BD3-DDD0-82D5-7094A4F78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C1A0F-880C-4CE1-9850-14B7A7CBB1F6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C6EBF-EEE3-2A25-BAAC-F8B66718A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9F46F-B3A0-3A54-B2F8-8946E10A1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6945-F095-49DC-BF9F-AD9EB1D15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369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465E1-534C-8C97-DBD5-CC88E5998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9BE0CD-21FF-E29D-1A35-862B19E7E5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61CA0-C5B1-2461-4660-97E3A525C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01CE8-F623-3C58-41A6-5E1E20DA4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C1A0F-880C-4CE1-9850-14B7A7CBB1F6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08173-8F4D-8CAC-C5EA-2B1CEA91B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7B104-9D25-8769-2D93-10C7E7F9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6945-F095-49DC-BF9F-AD9EB1D15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124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F3B49-1E61-E94C-A445-78262AE5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6FEE6-D753-1C3C-61FA-52E6FCB1B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039BE-6BB1-FB41-7F68-25D442148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C1A0F-880C-4CE1-9850-14B7A7CBB1F6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CA46A-295E-22F2-2839-A7AE08101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01ED2-E7C1-335E-A8AA-3665B8E8E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6945-F095-49DC-BF9F-AD9EB1D15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875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E36EC7-AD77-0DEA-63BD-71DCFC3A92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2D48F-A1AF-9920-9204-788ECEB08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713CE-5676-7FA6-AB07-D2F435F01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C1A0F-880C-4CE1-9850-14B7A7CBB1F6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A332E-FF81-067B-34B5-1B0ABE6FD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52D51-3EF9-E784-9391-C069656B2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16945-F095-49DC-BF9F-AD9EB1D15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48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F9C359-FABA-BFFD-0C0D-182BAEE2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ACAB6-9AB7-96A8-3AF7-363B1F2C8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8C10C-B9C3-C21B-5752-300B48342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C1A0F-880C-4CE1-9850-14B7A7CBB1F6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2B26C-23C4-9FF2-B453-31D99B51AE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BADD3-0178-9D16-152C-7ED192A0E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16945-F095-49DC-BF9F-AD9EB1D15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397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manas-tuwani-qatrainer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How to Format Your Resume Correctly | Resume Tips | LiveCareer">
            <a:extLst>
              <a:ext uri="{FF2B5EF4-FFF2-40B4-BE49-F238E27FC236}">
                <a16:creationId xmlns:a16="http://schemas.microsoft.com/office/drawing/2014/main" id="{4B826B4E-AADB-E6EF-E025-245B3D3D28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54" r="1" b="249"/>
          <a:stretch/>
        </p:blipFill>
        <p:spPr bwMode="auto">
          <a:xfrm>
            <a:off x="196850" y="172618"/>
            <a:ext cx="11798300" cy="651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546481-9A62-C335-F34A-A98609C3F667}"/>
              </a:ext>
            </a:extLst>
          </p:cNvPr>
          <p:cNvSpPr txBox="1"/>
          <p:nvPr/>
        </p:nvSpPr>
        <p:spPr>
          <a:xfrm>
            <a:off x="574833" y="4626236"/>
            <a:ext cx="528211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>
                <a:solidFill>
                  <a:schemeClr val="bg1">
                    <a:lumMod val="95000"/>
                  </a:schemeClr>
                </a:solidFill>
              </a:rPr>
              <a:t>Resume Building Session</a:t>
            </a:r>
          </a:p>
          <a:p>
            <a:r>
              <a:rPr lang="en-US" sz="3400" b="1" dirty="0">
                <a:solidFill>
                  <a:schemeClr val="bg1">
                    <a:lumMod val="95000"/>
                  </a:schemeClr>
                </a:solidFill>
              </a:rPr>
              <a:t>            By- Manas</a:t>
            </a:r>
            <a:endParaRPr lang="en-IN" sz="34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085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A084A1-3ABE-8124-BDDB-3D9CB1E35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Important Details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05304FD-B198-4D49-A8DF-45A3098377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50190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6296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DF91F20-B96F-4F77-AC3E-2CDD3BAA1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D487F7-9050-4871-B351-34A72A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84" y="-1"/>
            <a:ext cx="8111296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43C27DD-EF6A-4C48-9669-C2970E71A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858281" y="-401562"/>
            <a:ext cx="6858004" cy="7661129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4384FE-1C88-4CAA-8FB8-2313A3AE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9" y="-1"/>
            <a:ext cx="8118331" cy="6858000"/>
          </a:xfrm>
          <a:prstGeom prst="rect">
            <a:avLst/>
          </a:prstGeom>
          <a:gradFill>
            <a:gsLst>
              <a:gs pos="14000">
                <a:schemeClr val="accent1">
                  <a:alpha val="0"/>
                </a:schemeClr>
              </a:gs>
              <a:gs pos="100000">
                <a:srgbClr val="000000">
                  <a:alpha val="82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7B6A113-58CD-406C-BCE4-6E1F1F2BE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49520">
            <a:off x="2569700" y="983306"/>
            <a:ext cx="5005754" cy="5005754"/>
          </a:xfrm>
          <a:prstGeom prst="ellipse">
            <a:avLst/>
          </a:prstGeom>
          <a:gradFill>
            <a:gsLst>
              <a:gs pos="17000">
                <a:schemeClr val="accent1">
                  <a:lumMod val="75000"/>
                  <a:alpha val="0"/>
                </a:schemeClr>
              </a:gs>
              <a:gs pos="82000">
                <a:srgbClr val="000000">
                  <a:alpha val="24000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75FCFF-56A6-B000-FA54-800441123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948" y="857251"/>
            <a:ext cx="6219582" cy="18287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Objective/Career Goal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5A1AA86-B7E6-4C02-AA34-F1A25CD4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8" y="4354178"/>
            <a:ext cx="8118330" cy="250381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33000"/>
                </a:schemeClr>
              </a:gs>
              <a:gs pos="83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82AD1-14A4-951E-A819-6C8340E94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661" y="4800600"/>
            <a:ext cx="5179879" cy="12001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Objective is not compulsory</a:t>
            </a:r>
          </a:p>
        </p:txBody>
      </p:sp>
      <p:pic>
        <p:nvPicPr>
          <p:cNvPr id="24" name="Graphic 23" descr="Bullseye">
            <a:extLst>
              <a:ext uri="{FF2B5EF4-FFF2-40B4-BE49-F238E27FC236}">
                <a16:creationId xmlns:a16="http://schemas.microsoft.com/office/drawing/2014/main" id="{D83C7B6E-B8CF-B321-0E15-7C9B7FC7D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60981" y="1842090"/>
            <a:ext cx="3173819" cy="317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489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2E082-CA9D-32C2-CAD8-829F01BE1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Professional Summary </a:t>
            </a:r>
            <a:endParaRPr lang="en-IN" sz="4000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025D9-E882-862E-3F9C-527DFE237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718247"/>
            <a:ext cx="9724031" cy="368335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 Highlight your Total years of experience if you have any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 Highlight your technical skills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 Highlight about your project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 Mentioned the programming languages in which you are  comfortable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 Highlight about the Database knowledge if have any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 Framework which you have implemented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 Project management tool if you are using any (JIRA, Azure Devops)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 SDLC and STLC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 Agile Software Development knowledge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69646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3829E5-C67C-21FB-1BFD-1E8CFFF7C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Tools And Technologies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1269A-8CFA-C7C9-B17A-67414FEBC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342900" lvl="0" indent="-342900">
              <a:spcBef>
                <a:spcPts val="10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kern="100">
                <a:effectLst/>
                <a:latin typeface="Palatino Linotype" panose="02040502050505030304" pitchFamily="18" charset="0"/>
                <a:ea typeface="Liberation Sans"/>
                <a:cs typeface="Times New Roman" panose="02020603050405020304" pitchFamily="18" charset="0"/>
              </a:rPr>
              <a:t>Automation Tools:                 Selenium Web Driver, Postman, Grid, </a:t>
            </a:r>
            <a:r>
              <a:rPr lang="en-US" sz="2000" kern="100" err="1">
                <a:effectLst/>
                <a:latin typeface="Palatino Linotype" panose="02040502050505030304" pitchFamily="18" charset="0"/>
                <a:ea typeface="Liberation Sans"/>
                <a:cs typeface="Times New Roman" panose="02020603050405020304" pitchFamily="18" charset="0"/>
              </a:rPr>
              <a:t>AutoIT</a:t>
            </a:r>
            <a:r>
              <a:rPr lang="en-US" sz="2000" kern="100">
                <a:effectLst/>
                <a:latin typeface="Palatino Linotype" panose="02040502050505030304" pitchFamily="18" charset="0"/>
                <a:ea typeface="Liberation Sans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spcBef>
                <a:spcPts val="10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kern="100">
                <a:latin typeface="Palatino Linotype" panose="02040502050505030304" pitchFamily="18" charset="0"/>
                <a:ea typeface="Liberation Sans"/>
                <a:cs typeface="Times New Roman" panose="02020603050405020304" pitchFamily="18" charset="0"/>
              </a:rPr>
              <a:t>IDE:                                          Eclipse, Visual Studio</a:t>
            </a:r>
            <a:endParaRPr lang="en-IN" sz="2000" kern="100">
              <a:effectLst/>
              <a:latin typeface="Liberation Serif"/>
              <a:ea typeface="Liberation Sans"/>
              <a:cs typeface="Liberation Sans"/>
            </a:endParaRPr>
          </a:p>
          <a:p>
            <a:pPr marL="342900" lvl="0" indent="-342900">
              <a:spcBef>
                <a:spcPts val="10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kern="100">
                <a:effectLst/>
                <a:latin typeface="Palatino Linotype" panose="02040502050505030304" pitchFamily="18" charset="0"/>
                <a:ea typeface="Liberation Sans"/>
                <a:cs typeface="Times New Roman" panose="02020603050405020304" pitchFamily="18" charset="0"/>
              </a:rPr>
              <a:t>Language:                               Java, C#.</a:t>
            </a:r>
          </a:p>
          <a:p>
            <a:pPr marL="342900" lvl="0" indent="-342900">
              <a:spcBef>
                <a:spcPts val="10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kern="100">
                <a:latin typeface="Palatino Linotype" panose="02040502050505030304" pitchFamily="18" charset="0"/>
                <a:ea typeface="Liberation Sans"/>
                <a:cs typeface="Times New Roman" panose="02020603050405020304" pitchFamily="18" charset="0"/>
              </a:rPr>
              <a:t>Database:                                 SQL, MSQL, Oracle</a:t>
            </a:r>
            <a:endParaRPr lang="en-IN" sz="2000" kern="100">
              <a:effectLst/>
              <a:latin typeface="Liberation Serif"/>
              <a:ea typeface="Liberation Sans"/>
              <a:cs typeface="Liberation Sans"/>
            </a:endParaRPr>
          </a:p>
          <a:p>
            <a:pPr marL="342900" lvl="0" indent="-342900">
              <a:spcBef>
                <a:spcPts val="10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kern="100">
                <a:effectLst/>
                <a:latin typeface="Palatino Linotype" panose="02040502050505030304" pitchFamily="18" charset="0"/>
                <a:ea typeface="Liberation Sans"/>
                <a:cs typeface="Times New Roman" panose="02020603050405020304" pitchFamily="18" charset="0"/>
              </a:rPr>
              <a:t>Implemented Framework:   Hybrid Framework, TestNG Framework.</a:t>
            </a:r>
            <a:endParaRPr lang="en-IN" sz="2000" kern="100">
              <a:effectLst/>
              <a:latin typeface="Liberation Serif"/>
              <a:ea typeface="Liberation Sans"/>
              <a:cs typeface="Liberation Sans"/>
            </a:endParaRPr>
          </a:p>
          <a:p>
            <a:pPr marL="342900" lvl="0" indent="-342900">
              <a:spcBef>
                <a:spcPts val="10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kern="100">
                <a:effectLst/>
                <a:latin typeface="Palatino Linotype" panose="02040502050505030304" pitchFamily="18" charset="0"/>
                <a:ea typeface="Liberation Sans"/>
                <a:cs typeface="Times New Roman" panose="02020603050405020304" pitchFamily="18" charset="0"/>
              </a:rPr>
              <a:t>Test Management Tool:        ALM.</a:t>
            </a:r>
            <a:endParaRPr lang="en-IN" sz="2000" kern="100">
              <a:effectLst/>
              <a:latin typeface="Liberation Serif"/>
              <a:ea typeface="Liberation Sans"/>
              <a:cs typeface="Liberation Sans"/>
            </a:endParaRPr>
          </a:p>
          <a:p>
            <a:pPr marL="342900" lvl="0" indent="-342900">
              <a:spcBef>
                <a:spcPts val="10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kern="100">
                <a:effectLst/>
                <a:latin typeface="Palatino Linotype" panose="02040502050505030304" pitchFamily="18" charset="0"/>
                <a:ea typeface="Liberation Sans"/>
                <a:cs typeface="Times New Roman" panose="02020603050405020304" pitchFamily="18" charset="0"/>
              </a:rPr>
              <a:t>Bug Tacking and :                 Azure </a:t>
            </a:r>
            <a:r>
              <a:rPr lang="en-US" sz="2000" kern="100" err="1">
                <a:effectLst/>
                <a:latin typeface="Palatino Linotype" panose="02040502050505030304" pitchFamily="18" charset="0"/>
                <a:ea typeface="Liberation Sans"/>
                <a:cs typeface="Times New Roman" panose="02020603050405020304" pitchFamily="18" charset="0"/>
              </a:rPr>
              <a:t>Devops</a:t>
            </a:r>
            <a:r>
              <a:rPr lang="en-US" sz="2000" kern="100">
                <a:effectLst/>
                <a:latin typeface="Palatino Linotype" panose="02040502050505030304" pitchFamily="18" charset="0"/>
                <a:ea typeface="Liberation Sans"/>
                <a:cs typeface="Times New Roman" panose="02020603050405020304" pitchFamily="18" charset="0"/>
              </a:rPr>
              <a:t>, TFS, JIRA.</a:t>
            </a:r>
            <a:endParaRPr lang="en-IN" sz="2000" kern="100">
              <a:latin typeface="Liberation Serif"/>
              <a:ea typeface="Liberation Sans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0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kern="100">
                <a:effectLst/>
                <a:latin typeface="Palatino Linotype" panose="02040502050505030304" pitchFamily="18" charset="0"/>
                <a:ea typeface="Liberation Sans"/>
                <a:cs typeface="Times New Roman" panose="02020603050405020304" pitchFamily="18" charset="0"/>
              </a:rPr>
              <a:t>Build Management Tool:     Maven , Jenkins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3328810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53441-8FD2-945A-087F-51CBA9DA4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Working Experience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201AF286-D04B-ACBF-1A13-2CCB383491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0162311"/>
              </p:ext>
            </p:extLst>
          </p:nvPr>
        </p:nvGraphicFramePr>
        <p:xfrm>
          <a:off x="1371599" y="2171700"/>
          <a:ext cx="9724031" cy="38298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2438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6450-8BD9-F664-4AB2-10453A4DE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Project Details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88321-D56A-452D-82B8-1ED98A76D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18484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/>
              <a:t>Project Name</a:t>
            </a:r>
          </a:p>
          <a:p>
            <a:pPr marL="0" indent="0">
              <a:buNone/>
            </a:pPr>
            <a:r>
              <a:rPr lang="en-US" sz="2400"/>
              <a:t>Client</a:t>
            </a:r>
          </a:p>
          <a:p>
            <a:pPr marL="0" indent="0">
              <a:buNone/>
            </a:pPr>
            <a:r>
              <a:rPr lang="en-US" sz="2400"/>
              <a:t>Domain</a:t>
            </a:r>
          </a:p>
          <a:p>
            <a:pPr marL="0" indent="0">
              <a:buNone/>
            </a:pPr>
            <a:r>
              <a:rPr lang="en-US" sz="2400"/>
              <a:t>Role</a:t>
            </a:r>
            <a:endParaRPr lang="en-IN" sz="2400"/>
          </a:p>
          <a:p>
            <a:pPr marL="0" indent="0">
              <a:buNone/>
            </a:pPr>
            <a:r>
              <a:rPr lang="en-US" sz="2400"/>
              <a:t>Project Description (Mention in paragraph)</a:t>
            </a:r>
          </a:p>
          <a:p>
            <a:pPr marL="0" indent="0">
              <a:buNone/>
            </a:pPr>
            <a:r>
              <a:rPr lang="en-US" sz="2400"/>
              <a:t>Roles and Responsibility (Mention in bullet points</a:t>
            </a:r>
            <a:r>
              <a:rPr lang="en-US" sz="2000"/>
              <a:t>)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2150854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A16C67-C2A5-F360-19F2-21128E0B9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Award and Recognition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11B08-0745-279E-2836-57FF9A860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This part is not compulsory but if you have technical recognition you can add:</a:t>
            </a:r>
          </a:p>
          <a:p>
            <a:pPr marL="0" indent="0">
              <a:buNone/>
            </a:pPr>
            <a:endParaRPr lang="en-US" sz="2000" dirty="0"/>
          </a:p>
          <a:p>
            <a:pPr marL="514350" indent="-514350">
              <a:buAutoNum type="arabicPeriod"/>
            </a:pPr>
            <a:r>
              <a:rPr lang="en-US" sz="2000" dirty="0"/>
              <a:t>Employee of the month</a:t>
            </a:r>
          </a:p>
          <a:p>
            <a:pPr marL="514350" indent="-514350">
              <a:buAutoNum type="arabicPeriod"/>
            </a:pPr>
            <a:r>
              <a:rPr lang="en-US" sz="2000" dirty="0"/>
              <a:t>Hackathon winner</a:t>
            </a:r>
            <a:r>
              <a:rPr lang="en-IN" sz="2000" dirty="0"/>
              <a:t> etc.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37689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A16C67-C2A5-F360-19F2-21128E0B9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Certification</a:t>
            </a:r>
            <a:endParaRPr lang="en-IN" sz="4000" dirty="0">
              <a:solidFill>
                <a:srgbClr val="FFFFFF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2B7B14-AB5C-1444-47F8-2C96E4BA7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59935"/>
            <a:ext cx="10515600" cy="37974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This part is not compulsory but if you have certification you can add: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AutoNum type="arabicPeriod"/>
            </a:pPr>
            <a:r>
              <a:rPr lang="en-US" sz="2400" dirty="0"/>
              <a:t>OSJP</a:t>
            </a:r>
            <a:endParaRPr lang="en-IN" sz="2400" dirty="0"/>
          </a:p>
          <a:p>
            <a:pPr marL="514350" indent="-514350">
              <a:buAutoNum type="arabicPeriod"/>
            </a:pPr>
            <a:r>
              <a:rPr lang="en-IN" sz="2400" dirty="0"/>
              <a:t>Certified Scrum Master</a:t>
            </a:r>
          </a:p>
          <a:p>
            <a:pPr marL="514350" indent="-514350">
              <a:buAutoNum type="arabicPeriod"/>
            </a:pPr>
            <a:r>
              <a:rPr lang="en-IN" sz="2400" dirty="0"/>
              <a:t>ISTQB etc..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77656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67F618-A678-0E2B-C518-7D5153AEA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cs typeface="Calibri Light"/>
              </a:rPr>
              <a:t>Academic Qualification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0D1A4-C6D4-59D6-CC99-11EA87B73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900" y="1535320"/>
            <a:ext cx="9724031" cy="41322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 sz="2000" dirty="0">
                <a:cs typeface="Calibri"/>
              </a:rPr>
              <a:t>Master Degree (If Any)          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sz="2000" dirty="0">
                <a:cs typeface="Calibri"/>
              </a:rPr>
              <a:t>Bachelor Degree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sz="2000" dirty="0">
                <a:cs typeface="Calibri"/>
              </a:rPr>
              <a:t>12th and 10th</a:t>
            </a:r>
            <a:r>
              <a:rPr lang="en-US" dirty="0">
                <a:cs typeface="Calibri"/>
              </a:rPr>
              <a:t>  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College Name, Year of Passing and CGPA</a:t>
            </a:r>
          </a:p>
        </p:txBody>
      </p:sp>
    </p:spTree>
    <p:extLst>
      <p:ext uri="{BB962C8B-B14F-4D97-AF65-F5344CB8AC3E}">
        <p14:creationId xmlns:p14="http://schemas.microsoft.com/office/powerpoint/2010/main" val="95731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84CF8-B5FD-43CE-B5D8-BFC757A57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Personal Details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131EE-DADB-007F-2408-A7E6413F1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342900" lvl="0" indent="-342900">
              <a:buFont typeface="Wingdings" panose="05000000000000000000" pitchFamily="2" charset="2"/>
              <a:buChar char=""/>
            </a:pPr>
            <a:r>
              <a:rPr lang="en-US" sz="2000" kern="100" dirty="0">
                <a:effectLst/>
                <a:latin typeface="Liberation Serif"/>
                <a:ea typeface="Liberation Sans"/>
                <a:cs typeface="Liberation Sans"/>
              </a:rPr>
              <a:t>Name:                        Manas Tuwani</a:t>
            </a:r>
            <a:endParaRPr lang="en-IN" sz="2000" kern="100" dirty="0">
              <a:effectLst/>
              <a:latin typeface="Liberation Serif"/>
              <a:ea typeface="Liberation Sans"/>
              <a:cs typeface="Liberation Sans"/>
            </a:endParaRPr>
          </a:p>
          <a:p>
            <a:pPr marL="342900" lvl="0" indent="-342900">
              <a:buFont typeface="Wingdings" panose="05000000000000000000" pitchFamily="2" charset="2"/>
              <a:buChar char=""/>
            </a:pPr>
            <a:r>
              <a:rPr lang="en-US" sz="2000" kern="100" dirty="0">
                <a:effectLst/>
                <a:latin typeface="Liberation Serif"/>
                <a:ea typeface="Liberation Sans"/>
                <a:cs typeface="Liberation Sans"/>
              </a:rPr>
              <a:t>Gender:                      Male</a:t>
            </a:r>
            <a:endParaRPr lang="en-IN" sz="2000" kern="100" dirty="0">
              <a:effectLst/>
              <a:latin typeface="Liberation Serif"/>
              <a:ea typeface="Liberation Sans"/>
              <a:cs typeface="Liberation Sans"/>
            </a:endParaRPr>
          </a:p>
          <a:p>
            <a:pPr marL="342900" lvl="0" indent="-342900">
              <a:buFont typeface="Wingdings" panose="05000000000000000000" pitchFamily="2" charset="2"/>
              <a:buChar char=""/>
            </a:pPr>
            <a:r>
              <a:rPr lang="en-US" sz="2000" kern="100" dirty="0">
                <a:effectLst/>
                <a:latin typeface="Liberation Serif"/>
                <a:ea typeface="Liberation Sans"/>
                <a:cs typeface="Liberation Sans"/>
              </a:rPr>
              <a:t>Language known:      English &amp; Hindi.</a:t>
            </a:r>
            <a:endParaRPr lang="en-IN" sz="2000" kern="100" dirty="0">
              <a:effectLst/>
              <a:latin typeface="Liberation Serif"/>
              <a:ea typeface="Liberation Sans"/>
              <a:cs typeface="Liberation Sans"/>
            </a:endParaRPr>
          </a:p>
          <a:p>
            <a:pPr marL="342900" lvl="0" indent="-342900">
              <a:buFont typeface="Wingdings" panose="05000000000000000000" pitchFamily="2" charset="2"/>
              <a:buChar char=""/>
            </a:pPr>
            <a:r>
              <a:rPr lang="en-US" sz="2000" kern="100" dirty="0">
                <a:effectLst/>
                <a:latin typeface="Liberation Serif"/>
                <a:ea typeface="Liberation Sans"/>
                <a:cs typeface="Liberation Sans"/>
              </a:rPr>
              <a:t>Permanent Add.:        Flat no. E-308 “Mantri Celestia” Hyderabad.</a:t>
            </a:r>
            <a:endParaRPr lang="en-IN" sz="2000" kern="100" dirty="0">
              <a:effectLst/>
              <a:latin typeface="Liberation Serif"/>
              <a:ea typeface="Liberation Sans"/>
              <a:cs typeface="Liberation Sans"/>
            </a:endParaRPr>
          </a:p>
          <a:p>
            <a:pPr marL="342900" lvl="0" indent="-342900">
              <a:buFont typeface="Wingdings" panose="05000000000000000000" pitchFamily="2" charset="2"/>
              <a:buChar char=""/>
            </a:pPr>
            <a:r>
              <a:rPr lang="en-US" sz="2000" kern="100" dirty="0">
                <a:effectLst/>
                <a:latin typeface="Liberation Serif"/>
                <a:ea typeface="Liberation Sans"/>
                <a:cs typeface="Liberation Sans"/>
              </a:rPr>
              <a:t>LinkedIn Profile:       </a:t>
            </a:r>
            <a:r>
              <a:rPr lang="en-US" sz="2000" kern="100" dirty="0">
                <a:effectLst/>
                <a:latin typeface="Liberation Serif"/>
                <a:ea typeface="Liberation Sans"/>
                <a:cs typeface="Liberation Sans"/>
                <a:hlinkClick r:id="rId2"/>
              </a:rPr>
              <a:t>https://www.linkedin.com/in/manas-tuwani-qatrainer/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2152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303</Words>
  <Application>Microsoft Office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Liberation Serif</vt:lpstr>
      <vt:lpstr>Palatino Linotype</vt:lpstr>
      <vt:lpstr>Wingdings</vt:lpstr>
      <vt:lpstr>Office Theme</vt:lpstr>
      <vt:lpstr>PowerPoint Presentation</vt:lpstr>
      <vt:lpstr>Important Details</vt:lpstr>
      <vt:lpstr>Objective/Career Goal</vt:lpstr>
      <vt:lpstr>Professional Summary </vt:lpstr>
      <vt:lpstr>Tools And Technologies</vt:lpstr>
      <vt:lpstr>Working Experience</vt:lpstr>
      <vt:lpstr>Project Details</vt:lpstr>
      <vt:lpstr>Award and Recognition</vt:lpstr>
      <vt:lpstr>Certification</vt:lpstr>
      <vt:lpstr>Academic Qualification</vt:lpstr>
      <vt:lpstr>Personal Details</vt:lpstr>
    </vt:vector>
  </TitlesOfParts>
  <Company>Operative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Tuwani</dc:creator>
  <cp:lastModifiedBy>Manas Tuwani</cp:lastModifiedBy>
  <cp:revision>1</cp:revision>
  <dcterms:created xsi:type="dcterms:W3CDTF">2022-08-19T17:52:09Z</dcterms:created>
  <dcterms:modified xsi:type="dcterms:W3CDTF">2022-11-16T13:05:27Z</dcterms:modified>
</cp:coreProperties>
</file>