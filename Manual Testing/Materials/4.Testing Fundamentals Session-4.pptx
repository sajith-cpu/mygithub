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8" r:id="rId2"/>
  </p:sldMasterIdLst>
  <p:notesMasterIdLst>
    <p:notesMasterId r:id="rId17"/>
  </p:notesMasterIdLst>
  <p:sldIdLst>
    <p:sldId id="256" r:id="rId3"/>
    <p:sldId id="270" r:id="rId4"/>
    <p:sldId id="272" r:id="rId5"/>
    <p:sldId id="273" r:id="rId6"/>
    <p:sldId id="292" r:id="rId7"/>
    <p:sldId id="274" r:id="rId8"/>
    <p:sldId id="275" r:id="rId9"/>
    <p:sldId id="288" r:id="rId10"/>
    <p:sldId id="290" r:id="rId11"/>
    <p:sldId id="291" r:id="rId12"/>
    <p:sldId id="283" r:id="rId13"/>
    <p:sldId id="284" r:id="rId14"/>
    <p:sldId id="289" r:id="rId15"/>
    <p:sldId id="293" r:id="rId16"/>
  </p:sldIdLst>
  <p:sldSz cx="9144000" cy="5143500" type="screen16x9"/>
  <p:notesSz cx="7019925" cy="9305925"/>
  <p:embeddedFontLst>
    <p:embeddedFont>
      <p:font typeface="Amasis MT Pro" panose="02040504050005020304" pitchFamily="18" charset="0"/>
      <p:regular r:id="rId18"/>
      <p:bold r:id="rId19"/>
      <p:italic r:id="rId20"/>
      <p:boldItalic r:id="rId21"/>
    </p:embeddedFont>
    <p:embeddedFont>
      <p:font typeface="Fira Sans" panose="020B0503050000020004" pitchFamily="34" charset="0"/>
      <p:regular r:id="rId22"/>
      <p:bold r:id="rId23"/>
      <p:italic r:id="rId24"/>
      <p:boldItalic r:id="rId25"/>
    </p:embeddedFont>
    <p:embeddedFont>
      <p:font typeface="Helvetica Neue" panose="020B0604020202020204" charset="0"/>
      <p:regular r:id="rId26"/>
      <p:bold r:id="rId27"/>
      <p:italic r:id="rId28"/>
      <p:boldItalic r:id="rId29"/>
    </p:embeddedFont>
    <p:embeddedFont>
      <p:font typeface="Kanit" panose="020B0604020202020204" charset="-34"/>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920">
          <p15:clr>
            <a:srgbClr val="9AA0A6"/>
          </p15:clr>
        </p15:guide>
        <p15:guide id="2" orient="horz" pos="595">
          <p15:clr>
            <a:srgbClr val="9AA0A6"/>
          </p15:clr>
        </p15:guide>
        <p15:guide id="3" orient="horz" pos="2495">
          <p15:clr>
            <a:srgbClr val="9AA0A6"/>
          </p15:clr>
        </p15:guide>
        <p15:guide id="4" orient="horz" pos="1623">
          <p15:clr>
            <a:srgbClr val="9AA0A6"/>
          </p15:clr>
        </p15:guide>
        <p15:guide id="5" orient="horz" pos="792">
          <p15:clr>
            <a:srgbClr val="9AA0A6"/>
          </p15:clr>
        </p15:guide>
        <p15:guide id="6" pos="388">
          <p15:clr>
            <a:srgbClr val="9AA0A6"/>
          </p15:clr>
        </p15:guide>
        <p15:guide id="7" pos="3240">
          <p15:clr>
            <a:srgbClr val="9AA0A6"/>
          </p15:clr>
        </p15:guide>
        <p15:guide id="8" pos="648">
          <p15:clr>
            <a:srgbClr val="9AA0A6"/>
          </p15:clr>
        </p15:guide>
        <p15:guide id="9" orient="horz" pos="720">
          <p15:clr>
            <a:srgbClr val="9AA0A6"/>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hFHP++pb+6bBzwpAlUVYs3U1Tuk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99E39AB-BF7C-4983-8E33-9161A9736C17}">
  <a:tblStyle styleId="{D99E39AB-BF7C-4983-8E33-9161A9736C17}" styleName="Table_0">
    <a:wholeTbl>
      <a:tcTxStyle b="off" i="off">
        <a:font>
          <a:latin typeface="Arial"/>
          <a:ea typeface="Arial"/>
          <a:cs typeface="Arial"/>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1V>
    <a:band2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2"/>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48" autoAdjust="0"/>
  </p:normalViewPr>
  <p:slideViewPr>
    <p:cSldViewPr snapToGrid="0">
      <p:cViewPr varScale="1">
        <p:scale>
          <a:sx n="101" d="100"/>
          <a:sy n="101" d="100"/>
        </p:scale>
        <p:origin x="922" y="72"/>
      </p:cViewPr>
      <p:guideLst>
        <p:guide pos="4920"/>
        <p:guide orient="horz" pos="595"/>
        <p:guide orient="horz" pos="2495"/>
        <p:guide orient="horz" pos="1623"/>
        <p:guide orient="horz" pos="792"/>
        <p:guide pos="388"/>
        <p:guide pos="3240"/>
        <p:guide pos="648"/>
        <p:guide orient="horz" pos="7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font" Target="fonts/font9.fntdata"/><Relationship Id="rId39" Type="http://schemas.microsoft.com/office/2016/11/relationships/changesInfo" Target="changesInfos/changesInfo1.xml"/><Relationship Id="rId21" Type="http://schemas.openxmlformats.org/officeDocument/2006/relationships/font" Target="fonts/font4.fntdata"/><Relationship Id="rId34" Type="http://customschemas.google.com/relationships/presentationmetadata" Target="meta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292B7B8B-E52F-49E6-B473-F13F63D91E48}"/>
    <pc:docChg chg="modSld">
      <pc:chgData name="Manas Tuwani" userId="5d421215-a11f-4a6e-90ca-e8ac2213fab6" providerId="ADAL" clId="{292B7B8B-E52F-49E6-B473-F13F63D91E48}" dt="2023-11-04T04:58:52.902" v="17" actId="20577"/>
      <pc:docMkLst>
        <pc:docMk/>
      </pc:docMkLst>
      <pc:sldChg chg="modSp mod">
        <pc:chgData name="Manas Tuwani" userId="5d421215-a11f-4a6e-90ca-e8ac2213fab6" providerId="ADAL" clId="{292B7B8B-E52F-49E6-B473-F13F63D91E48}" dt="2023-11-04T04:58:52.902" v="17" actId="20577"/>
        <pc:sldMkLst>
          <pc:docMk/>
          <pc:sldMk cId="3410457760" sldId="270"/>
        </pc:sldMkLst>
        <pc:spChg chg="mod">
          <ac:chgData name="Manas Tuwani" userId="5d421215-a11f-4a6e-90ca-e8ac2213fab6" providerId="ADAL" clId="{292B7B8B-E52F-49E6-B473-F13F63D91E48}" dt="2023-11-04T04:58:52.902" v="17" actId="20577"/>
          <ac:spMkLst>
            <pc:docMk/>
            <pc:sldMk cId="3410457760" sldId="270"/>
            <ac:spMk id="3" creationId="{00000000-0000-0000-0000-000000000000}"/>
          </ac:spMkLst>
        </pc:spChg>
      </pc:sldChg>
    </pc:docChg>
  </pc:docChgLst>
  <pc:docChgLst>
    <pc:chgData name="Manas Tuwani" userId="5d421215-a11f-4a6e-90ca-e8ac2213fab6" providerId="ADAL" clId="{86B3D3A4-9E36-4470-95FA-8EF6DECC8F4A}"/>
    <pc:docChg chg="custSel modSld">
      <pc:chgData name="Manas Tuwani" userId="5d421215-a11f-4a6e-90ca-e8ac2213fab6" providerId="ADAL" clId="{86B3D3A4-9E36-4470-95FA-8EF6DECC8F4A}" dt="2024-08-09T15:24:37.092" v="125" actId="313"/>
      <pc:docMkLst>
        <pc:docMk/>
      </pc:docMkLst>
      <pc:sldChg chg="modSp mod">
        <pc:chgData name="Manas Tuwani" userId="5d421215-a11f-4a6e-90ca-e8ac2213fab6" providerId="ADAL" clId="{86B3D3A4-9E36-4470-95FA-8EF6DECC8F4A}" dt="2024-08-09T15:24:37.092" v="125" actId="313"/>
        <pc:sldMkLst>
          <pc:docMk/>
          <pc:sldMk cId="3413793378" sldId="274"/>
        </pc:sldMkLst>
        <pc:spChg chg="mod">
          <ac:chgData name="Manas Tuwani" userId="5d421215-a11f-4a6e-90ca-e8ac2213fab6" providerId="ADAL" clId="{86B3D3A4-9E36-4470-95FA-8EF6DECC8F4A}" dt="2024-08-09T15:24:37.092" v="125" actId="313"/>
          <ac:spMkLst>
            <pc:docMk/>
            <pc:sldMk cId="3413793378" sldId="274"/>
            <ac:spMk id="65" creationId="{00000000-0000-0000-0000-000000000000}"/>
          </ac:spMkLst>
        </pc:spChg>
      </pc:sldChg>
    </pc:docChg>
  </pc:docChgLst>
  <pc:docChgLst>
    <pc:chgData name="Manas Tuwani" userId="5d421215-a11f-4a6e-90ca-e8ac2213fab6" providerId="ADAL" clId="{DBA850D5-1775-42B7-82E5-5360199210E5}"/>
    <pc:docChg chg="undo custSel addSld delSld modSld sldOrd">
      <pc:chgData name="Manas Tuwani" userId="5d421215-a11f-4a6e-90ca-e8ac2213fab6" providerId="ADAL" clId="{DBA850D5-1775-42B7-82E5-5360199210E5}" dt="2022-06-27T14:44:27.383" v="427" actId="13926"/>
      <pc:docMkLst>
        <pc:docMk/>
      </pc:docMkLst>
      <pc:sldChg chg="addSp modSp mod">
        <pc:chgData name="Manas Tuwani" userId="5d421215-a11f-4a6e-90ca-e8ac2213fab6" providerId="ADAL" clId="{DBA850D5-1775-42B7-82E5-5360199210E5}" dt="2022-06-27T13:12:14.198" v="395" actId="255"/>
        <pc:sldMkLst>
          <pc:docMk/>
          <pc:sldMk cId="0" sldId="256"/>
        </pc:sldMkLst>
        <pc:spChg chg="mod">
          <ac:chgData name="Manas Tuwani" userId="5d421215-a11f-4a6e-90ca-e8ac2213fab6" providerId="ADAL" clId="{DBA850D5-1775-42B7-82E5-5360199210E5}" dt="2022-06-27T13:12:14.198" v="395" actId="255"/>
          <ac:spMkLst>
            <pc:docMk/>
            <pc:sldMk cId="0" sldId="256"/>
            <ac:spMk id="54" creationId="{00000000-0000-0000-0000-000000000000}"/>
          </ac:spMkLst>
        </pc:spChg>
        <pc:picChg chg="add mod">
          <ac:chgData name="Manas Tuwani" userId="5d421215-a11f-4a6e-90ca-e8ac2213fab6" providerId="ADAL" clId="{DBA850D5-1775-42B7-82E5-5360199210E5}" dt="2022-06-27T13:11:52.103" v="383" actId="1076"/>
          <ac:picMkLst>
            <pc:docMk/>
            <pc:sldMk cId="0" sldId="256"/>
            <ac:picMk id="3" creationId="{38E55953-7F14-769F-D93A-0724E5096D4F}"/>
          </ac:picMkLst>
        </pc:picChg>
      </pc:sldChg>
      <pc:sldChg chg="del">
        <pc:chgData name="Manas Tuwani" userId="5d421215-a11f-4a6e-90ca-e8ac2213fab6" providerId="ADAL" clId="{DBA850D5-1775-42B7-82E5-5360199210E5}" dt="2022-06-26T05:14:42.457" v="2" actId="47"/>
        <pc:sldMkLst>
          <pc:docMk/>
          <pc:sldMk cId="0" sldId="261"/>
        </pc:sldMkLst>
      </pc:sldChg>
      <pc:sldChg chg="modSp mod">
        <pc:chgData name="Manas Tuwani" userId="5d421215-a11f-4a6e-90ca-e8ac2213fab6" providerId="ADAL" clId="{DBA850D5-1775-42B7-82E5-5360199210E5}" dt="2022-06-27T14:44:27.383" v="427" actId="13926"/>
        <pc:sldMkLst>
          <pc:docMk/>
          <pc:sldMk cId="3410457760" sldId="270"/>
        </pc:sldMkLst>
        <pc:spChg chg="mod">
          <ac:chgData name="Manas Tuwani" userId="5d421215-a11f-4a6e-90ca-e8ac2213fab6" providerId="ADAL" clId="{DBA850D5-1775-42B7-82E5-5360199210E5}" dt="2022-06-27T14:44:27.383" v="427" actId="13926"/>
          <ac:spMkLst>
            <pc:docMk/>
            <pc:sldMk cId="3410457760" sldId="270"/>
            <ac:spMk id="3" creationId="{00000000-0000-0000-0000-000000000000}"/>
          </ac:spMkLst>
        </pc:spChg>
      </pc:sldChg>
      <pc:sldChg chg="del">
        <pc:chgData name="Manas Tuwani" userId="5d421215-a11f-4a6e-90ca-e8ac2213fab6" providerId="ADAL" clId="{DBA850D5-1775-42B7-82E5-5360199210E5}" dt="2022-06-26T05:14:40.218" v="0" actId="47"/>
        <pc:sldMkLst>
          <pc:docMk/>
          <pc:sldMk cId="410603153" sldId="271"/>
        </pc:sldMkLst>
      </pc:sldChg>
      <pc:sldChg chg="modSp mod">
        <pc:chgData name="Manas Tuwani" userId="5d421215-a11f-4a6e-90ca-e8ac2213fab6" providerId="ADAL" clId="{DBA850D5-1775-42B7-82E5-5360199210E5}" dt="2022-06-27T14:11:50.937" v="405" actId="20577"/>
        <pc:sldMkLst>
          <pc:docMk/>
          <pc:sldMk cId="351712439" sldId="275"/>
        </pc:sldMkLst>
        <pc:spChg chg="mod">
          <ac:chgData name="Manas Tuwani" userId="5d421215-a11f-4a6e-90ca-e8ac2213fab6" providerId="ADAL" clId="{DBA850D5-1775-42B7-82E5-5360199210E5}" dt="2022-06-27T14:11:50.937" v="405" actId="20577"/>
          <ac:spMkLst>
            <pc:docMk/>
            <pc:sldMk cId="351712439" sldId="275"/>
            <ac:spMk id="65" creationId="{00000000-0000-0000-0000-000000000000}"/>
          </ac:spMkLst>
        </pc:spChg>
      </pc:sldChg>
      <pc:sldChg chg="del">
        <pc:chgData name="Manas Tuwani" userId="5d421215-a11f-4a6e-90ca-e8ac2213fab6" providerId="ADAL" clId="{DBA850D5-1775-42B7-82E5-5360199210E5}" dt="2022-06-26T05:15:08.889" v="3" actId="47"/>
        <pc:sldMkLst>
          <pc:docMk/>
          <pc:sldMk cId="819889943" sldId="276"/>
        </pc:sldMkLst>
      </pc:sldChg>
      <pc:sldChg chg="del">
        <pc:chgData name="Manas Tuwani" userId="5d421215-a11f-4a6e-90ca-e8ac2213fab6" providerId="ADAL" clId="{DBA850D5-1775-42B7-82E5-5360199210E5}" dt="2022-06-26T05:15:11.869" v="4" actId="47"/>
        <pc:sldMkLst>
          <pc:docMk/>
          <pc:sldMk cId="2774006835" sldId="277"/>
        </pc:sldMkLst>
      </pc:sldChg>
      <pc:sldChg chg="del">
        <pc:chgData name="Manas Tuwani" userId="5d421215-a11f-4a6e-90ca-e8ac2213fab6" providerId="ADAL" clId="{DBA850D5-1775-42B7-82E5-5360199210E5}" dt="2022-06-26T05:14:41.249" v="1" actId="47"/>
        <pc:sldMkLst>
          <pc:docMk/>
          <pc:sldMk cId="1185817569" sldId="278"/>
        </pc:sldMkLst>
      </pc:sldChg>
      <pc:sldChg chg="add">
        <pc:chgData name="Manas Tuwani" userId="5d421215-a11f-4a6e-90ca-e8ac2213fab6" providerId="ADAL" clId="{DBA850D5-1775-42B7-82E5-5360199210E5}" dt="2022-06-27T14:28:11.464" v="413"/>
        <pc:sldMkLst>
          <pc:docMk/>
          <pc:sldMk cId="12168369" sldId="283"/>
        </pc:sldMkLst>
      </pc:sldChg>
      <pc:sldChg chg="add">
        <pc:chgData name="Manas Tuwani" userId="5d421215-a11f-4a6e-90ca-e8ac2213fab6" providerId="ADAL" clId="{DBA850D5-1775-42B7-82E5-5360199210E5}" dt="2022-06-27T14:28:28.336" v="414"/>
        <pc:sldMkLst>
          <pc:docMk/>
          <pc:sldMk cId="2564612539" sldId="284"/>
        </pc:sldMkLst>
      </pc:sldChg>
      <pc:sldChg chg="modSp add mod">
        <pc:chgData name="Manas Tuwani" userId="5d421215-a11f-4a6e-90ca-e8ac2213fab6" providerId="ADAL" clId="{DBA850D5-1775-42B7-82E5-5360199210E5}" dt="2022-06-27T14:22:42.100" v="412"/>
        <pc:sldMkLst>
          <pc:docMk/>
          <pc:sldMk cId="3682527576" sldId="288"/>
        </pc:sldMkLst>
        <pc:graphicFrameChg chg="mod modGraphic">
          <ac:chgData name="Manas Tuwani" userId="5d421215-a11f-4a6e-90ca-e8ac2213fab6" providerId="ADAL" clId="{DBA850D5-1775-42B7-82E5-5360199210E5}" dt="2022-06-27T14:22:42.100" v="412"/>
          <ac:graphicFrameMkLst>
            <pc:docMk/>
            <pc:sldMk cId="3682527576" sldId="288"/>
            <ac:graphicFrameMk id="87" creationId="{00000000-0000-0000-0000-000000000000}"/>
          </ac:graphicFrameMkLst>
        </pc:graphicFrameChg>
      </pc:sldChg>
      <pc:sldChg chg="add">
        <pc:chgData name="Manas Tuwani" userId="5d421215-a11f-4a6e-90ca-e8ac2213fab6" providerId="ADAL" clId="{DBA850D5-1775-42B7-82E5-5360199210E5}" dt="2022-06-27T14:28:40.675" v="415"/>
        <pc:sldMkLst>
          <pc:docMk/>
          <pc:sldMk cId="960523224" sldId="289"/>
        </pc:sldMkLst>
      </pc:sldChg>
      <pc:sldChg chg="addSp delSp modSp new del mod">
        <pc:chgData name="Manas Tuwani" userId="5d421215-a11f-4a6e-90ca-e8ac2213fab6" providerId="ADAL" clId="{DBA850D5-1775-42B7-82E5-5360199210E5}" dt="2022-06-27T13:10:16.140" v="362" actId="47"/>
        <pc:sldMkLst>
          <pc:docMk/>
          <pc:sldMk cId="1082468656" sldId="289"/>
        </pc:sldMkLst>
        <pc:spChg chg="del mod">
          <ac:chgData name="Manas Tuwani" userId="5d421215-a11f-4a6e-90ca-e8ac2213fab6" providerId="ADAL" clId="{DBA850D5-1775-42B7-82E5-5360199210E5}" dt="2022-06-26T08:22:34.753" v="270" actId="478"/>
          <ac:spMkLst>
            <pc:docMk/>
            <pc:sldMk cId="1082468656" sldId="289"/>
            <ac:spMk id="2" creationId="{9471B13D-0994-6B04-3A3C-3F7A55D6513E}"/>
          </ac:spMkLst>
        </pc:spChg>
        <pc:spChg chg="del mod">
          <ac:chgData name="Manas Tuwani" userId="5d421215-a11f-4a6e-90ca-e8ac2213fab6" providerId="ADAL" clId="{DBA850D5-1775-42B7-82E5-5360199210E5}" dt="2022-06-26T08:21:35.275" v="218" actId="478"/>
          <ac:spMkLst>
            <pc:docMk/>
            <pc:sldMk cId="1082468656" sldId="289"/>
            <ac:spMk id="3" creationId="{1F703A40-A037-3637-7B65-4B433079D46B}"/>
          </ac:spMkLst>
        </pc:spChg>
        <pc:spChg chg="add del mod">
          <ac:chgData name="Manas Tuwani" userId="5d421215-a11f-4a6e-90ca-e8ac2213fab6" providerId="ADAL" clId="{DBA850D5-1775-42B7-82E5-5360199210E5}" dt="2022-06-26T08:22:35.852" v="272" actId="478"/>
          <ac:spMkLst>
            <pc:docMk/>
            <pc:sldMk cId="1082468656" sldId="289"/>
            <ac:spMk id="7" creationId="{50E07EE9-2F3E-55FB-18F2-8E3FFB4B08F4}"/>
          </ac:spMkLst>
        </pc:spChg>
        <pc:picChg chg="add del mod">
          <ac:chgData name="Manas Tuwani" userId="5d421215-a11f-4a6e-90ca-e8ac2213fab6" providerId="ADAL" clId="{DBA850D5-1775-42B7-82E5-5360199210E5}" dt="2022-06-27T13:09:30.273" v="329" actId="21"/>
          <ac:picMkLst>
            <pc:docMk/>
            <pc:sldMk cId="1082468656" sldId="289"/>
            <ac:picMk id="5" creationId="{849AE8FA-D4EF-687D-1EB6-BBF1971B4711}"/>
          </ac:picMkLst>
        </pc:picChg>
      </pc:sldChg>
      <pc:sldChg chg="modSp add mod">
        <pc:chgData name="Manas Tuwani" userId="5d421215-a11f-4a6e-90ca-e8ac2213fab6" providerId="ADAL" clId="{DBA850D5-1775-42B7-82E5-5360199210E5}" dt="2022-06-26T08:39:00.128" v="297" actId="20577"/>
        <pc:sldMkLst>
          <pc:docMk/>
          <pc:sldMk cId="3048460734" sldId="290"/>
        </pc:sldMkLst>
        <pc:spChg chg="mod">
          <ac:chgData name="Manas Tuwani" userId="5d421215-a11f-4a6e-90ca-e8ac2213fab6" providerId="ADAL" clId="{DBA850D5-1775-42B7-82E5-5360199210E5}" dt="2022-06-26T08:39:00.128" v="297" actId="20577"/>
          <ac:spMkLst>
            <pc:docMk/>
            <pc:sldMk cId="3048460734" sldId="290"/>
            <ac:spMk id="65" creationId="{00000000-0000-0000-0000-000000000000}"/>
          </ac:spMkLst>
        </pc:spChg>
      </pc:sldChg>
      <pc:sldChg chg="add">
        <pc:chgData name="Manas Tuwani" userId="5d421215-a11f-4a6e-90ca-e8ac2213fab6" providerId="ADAL" clId="{DBA850D5-1775-42B7-82E5-5360199210E5}" dt="2022-06-26T09:08:34.729" v="298"/>
        <pc:sldMkLst>
          <pc:docMk/>
          <pc:sldMk cId="1988342929" sldId="291"/>
        </pc:sldMkLst>
      </pc:sldChg>
      <pc:sldChg chg="addSp delSp modSp new mod ord">
        <pc:chgData name="Manas Tuwani" userId="5d421215-a11f-4a6e-90ca-e8ac2213fab6" providerId="ADAL" clId="{DBA850D5-1775-42B7-82E5-5360199210E5}" dt="2022-06-27T14:37:37.815" v="426" actId="20578"/>
        <pc:sldMkLst>
          <pc:docMk/>
          <pc:sldMk cId="2614651621" sldId="292"/>
        </pc:sldMkLst>
        <pc:spChg chg="mod">
          <ac:chgData name="Manas Tuwani" userId="5d421215-a11f-4a6e-90ca-e8ac2213fab6" providerId="ADAL" clId="{DBA850D5-1775-42B7-82E5-5360199210E5}" dt="2022-06-27T13:10:14.304" v="361" actId="113"/>
          <ac:spMkLst>
            <pc:docMk/>
            <pc:sldMk cId="2614651621" sldId="292"/>
            <ac:spMk id="2" creationId="{5C92BFE6-72C3-6B11-800A-8EF189BC8F44}"/>
          </ac:spMkLst>
        </pc:spChg>
        <pc:spChg chg="del mod">
          <ac:chgData name="Manas Tuwani" userId="5d421215-a11f-4a6e-90ca-e8ac2213fab6" providerId="ADAL" clId="{DBA850D5-1775-42B7-82E5-5360199210E5}" dt="2022-06-27T13:09:42.068" v="333" actId="478"/>
          <ac:spMkLst>
            <pc:docMk/>
            <pc:sldMk cId="2614651621" sldId="292"/>
            <ac:spMk id="3" creationId="{2FBBF05B-201C-910B-233B-0F5D5640DF64}"/>
          </ac:spMkLst>
        </pc:spChg>
        <pc:picChg chg="add mod">
          <ac:chgData name="Manas Tuwani" userId="5d421215-a11f-4a6e-90ca-e8ac2213fab6" providerId="ADAL" clId="{DBA850D5-1775-42B7-82E5-5360199210E5}" dt="2022-06-27T13:09:46.539" v="334" actId="1076"/>
          <ac:picMkLst>
            <pc:docMk/>
            <pc:sldMk cId="2614651621" sldId="292"/>
            <ac:picMk id="5" creationId="{D6ABFA5E-944F-2D35-AA3D-E8C4C5B0CC4C}"/>
          </ac:picMkLst>
        </pc:picChg>
      </pc:sldChg>
      <pc:sldChg chg="add">
        <pc:chgData name="Manas Tuwani" userId="5d421215-a11f-4a6e-90ca-e8ac2213fab6" providerId="ADAL" clId="{DBA850D5-1775-42B7-82E5-5360199210E5}" dt="2022-06-27T14:29:05.148" v="416"/>
        <pc:sldMkLst>
          <pc:docMk/>
          <pc:sldMk cId="2145691196" sldId="293"/>
        </pc:sldMkLst>
      </pc:sldChg>
    </pc:docChg>
  </pc:docChgLst>
  <pc:docChgLst>
    <pc:chgData name="Manas Tuwani" userId="5d421215-a11f-4a6e-90ca-e8ac2213fab6" providerId="ADAL" clId="{55313CAC-57EB-450C-82ED-436224922ABD}"/>
    <pc:docChg chg="custSel addSld delSld modSld">
      <pc:chgData name="Manas Tuwani" userId="5d421215-a11f-4a6e-90ca-e8ac2213fab6" providerId="ADAL" clId="{55313CAC-57EB-450C-82ED-436224922ABD}" dt="2022-10-10T14:33:43.816" v="59" actId="47"/>
      <pc:docMkLst>
        <pc:docMk/>
      </pc:docMkLst>
      <pc:sldChg chg="modSp mod">
        <pc:chgData name="Manas Tuwani" userId="5d421215-a11f-4a6e-90ca-e8ac2213fab6" providerId="ADAL" clId="{55313CAC-57EB-450C-82ED-436224922ABD}" dt="2022-10-10T12:55:05.889" v="1" actId="13926"/>
        <pc:sldMkLst>
          <pc:docMk/>
          <pc:sldMk cId="3410457760" sldId="270"/>
        </pc:sldMkLst>
        <pc:spChg chg="mod">
          <ac:chgData name="Manas Tuwani" userId="5d421215-a11f-4a6e-90ca-e8ac2213fab6" providerId="ADAL" clId="{55313CAC-57EB-450C-82ED-436224922ABD}" dt="2022-10-10T12:55:05.889" v="1" actId="13926"/>
          <ac:spMkLst>
            <pc:docMk/>
            <pc:sldMk cId="3410457760" sldId="270"/>
            <ac:spMk id="3" creationId="{00000000-0000-0000-0000-000000000000}"/>
          </ac:spMkLst>
        </pc:spChg>
      </pc:sldChg>
      <pc:sldChg chg="modSp mod">
        <pc:chgData name="Manas Tuwani" userId="5d421215-a11f-4a6e-90ca-e8ac2213fab6" providerId="ADAL" clId="{55313CAC-57EB-450C-82ED-436224922ABD}" dt="2022-10-10T14:18:44.187" v="57" actId="20577"/>
        <pc:sldMkLst>
          <pc:docMk/>
          <pc:sldMk cId="3682527576" sldId="288"/>
        </pc:sldMkLst>
        <pc:spChg chg="mod">
          <ac:chgData name="Manas Tuwani" userId="5d421215-a11f-4a6e-90ca-e8ac2213fab6" providerId="ADAL" clId="{55313CAC-57EB-450C-82ED-436224922ABD}" dt="2022-10-10T14:18:44.187" v="57" actId="20577"/>
          <ac:spMkLst>
            <pc:docMk/>
            <pc:sldMk cId="3682527576" sldId="288"/>
            <ac:spMk id="85" creationId="{00000000-0000-0000-0000-000000000000}"/>
          </ac:spMkLst>
        </pc:spChg>
      </pc:sldChg>
      <pc:sldChg chg="new del">
        <pc:chgData name="Manas Tuwani" userId="5d421215-a11f-4a6e-90ca-e8ac2213fab6" providerId="ADAL" clId="{55313CAC-57EB-450C-82ED-436224922ABD}" dt="2022-10-10T14:33:43.816" v="59" actId="47"/>
        <pc:sldMkLst>
          <pc:docMk/>
          <pc:sldMk cId="4135200980" sldId="294"/>
        </pc:sldMkLst>
      </pc:sldChg>
      <pc:sldMasterChg chg="delSldLayout">
        <pc:chgData name="Manas Tuwani" userId="5d421215-a11f-4a6e-90ca-e8ac2213fab6" providerId="ADAL" clId="{55313CAC-57EB-450C-82ED-436224922ABD}" dt="2022-10-10T14:33:43.816" v="59" actId="47"/>
        <pc:sldMasterMkLst>
          <pc:docMk/>
          <pc:sldMasterMk cId="0" sldId="2147483648"/>
        </pc:sldMasterMkLst>
        <pc:sldLayoutChg chg="del">
          <pc:chgData name="Manas Tuwani" userId="5d421215-a11f-4a6e-90ca-e8ac2213fab6" providerId="ADAL" clId="{55313CAC-57EB-450C-82ED-436224922ABD}" dt="2022-10-10T14:33:43.816" v="59" actId="47"/>
          <pc:sldLayoutMkLst>
            <pc:docMk/>
            <pc:sldMasterMk cId="0" sldId="2147483648"/>
            <pc:sldLayoutMk cId="0" sldId="2147483651"/>
          </pc:sldLayoutMkLst>
        </pc:sldLayoutChg>
      </pc:sldMasterChg>
    </pc:docChg>
  </pc:docChgLst>
  <pc:docChgLst>
    <pc:chgData name="Manas Tuwani" userId="5d421215-a11f-4a6e-90ca-e8ac2213fab6" providerId="ADAL" clId="{C4143E25-0492-40FD-92A7-4106F4DB9D41}"/>
    <pc:docChg chg="modSld">
      <pc:chgData name="Manas Tuwani" userId="5d421215-a11f-4a6e-90ca-e8ac2213fab6" providerId="ADAL" clId="{C4143E25-0492-40FD-92A7-4106F4DB9D41}" dt="2023-02-04T08:59:56.504" v="38" actId="20577"/>
      <pc:docMkLst>
        <pc:docMk/>
      </pc:docMkLst>
      <pc:sldChg chg="modSp mod">
        <pc:chgData name="Manas Tuwani" userId="5d421215-a11f-4a6e-90ca-e8ac2213fab6" providerId="ADAL" clId="{C4143E25-0492-40FD-92A7-4106F4DB9D41}" dt="2023-02-04T08:59:56.504" v="38" actId="20577"/>
        <pc:sldMkLst>
          <pc:docMk/>
          <pc:sldMk cId="3048460734" sldId="290"/>
        </pc:sldMkLst>
        <pc:spChg chg="mod">
          <ac:chgData name="Manas Tuwani" userId="5d421215-a11f-4a6e-90ca-e8ac2213fab6" providerId="ADAL" clId="{C4143E25-0492-40FD-92A7-4106F4DB9D41}" dt="2023-02-04T08:59:56.504" v="38" actId="20577"/>
          <ac:spMkLst>
            <pc:docMk/>
            <pc:sldMk cId="3048460734" sldId="290"/>
            <ac:spMk id="65" creationId="{00000000-0000-0000-0000-000000000000}"/>
          </ac:spMkLst>
        </pc:spChg>
      </pc:sldChg>
    </pc:docChg>
  </pc:docChgLst>
  <pc:docChgLst>
    <pc:chgData name="Manas Tuwani" userId="5d421215-a11f-4a6e-90ca-e8ac2213fab6" providerId="ADAL" clId="{91EAE30C-36DC-445E-B6FD-5346024D0BFA}"/>
    <pc:docChg chg="custSel modSld">
      <pc:chgData name="Manas Tuwani" userId="5d421215-a11f-4a6e-90ca-e8ac2213fab6" providerId="ADAL" clId="{91EAE30C-36DC-445E-B6FD-5346024D0BFA}" dt="2022-11-28T01:33:15.878" v="0" actId="478"/>
      <pc:docMkLst>
        <pc:docMk/>
      </pc:docMkLst>
      <pc:sldChg chg="delSp mod">
        <pc:chgData name="Manas Tuwani" userId="5d421215-a11f-4a6e-90ca-e8ac2213fab6" providerId="ADAL" clId="{91EAE30C-36DC-445E-B6FD-5346024D0BFA}" dt="2022-11-28T01:33:15.878" v="0" actId="478"/>
        <pc:sldMkLst>
          <pc:docMk/>
          <pc:sldMk cId="0" sldId="256"/>
        </pc:sldMkLst>
        <pc:picChg chg="del">
          <ac:chgData name="Manas Tuwani" userId="5d421215-a11f-4a6e-90ca-e8ac2213fab6" providerId="ADAL" clId="{91EAE30C-36DC-445E-B6FD-5346024D0BFA}" dt="2022-11-28T01:33:15.878" v="0" actId="478"/>
          <ac:picMkLst>
            <pc:docMk/>
            <pc:sldMk cId="0" sldId="256"/>
            <ac:picMk id="3" creationId="{38E55953-7F14-769F-D93A-0724E5096D4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41650" cy="46513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6687" y="0"/>
            <a:ext cx="3041650" cy="46513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07987"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9200"/>
            <a:ext cx="3041650" cy="465138"/>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a:t>
            </a:fld>
            <a:endParaRPr sz="8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2916196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01cf3a0884_0_0:notes"/>
          <p:cNvSpPr txBox="1">
            <a:spLocks noGrp="1"/>
          </p:cNvSpPr>
          <p:nvPr>
            <p:ph type="body" idx="1"/>
          </p:nvPr>
        </p:nvSpPr>
        <p:spPr>
          <a:xfrm>
            <a:off x="425450" y="4419601"/>
            <a:ext cx="6186600" cy="418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5"/>
              <a:buFont typeface="Helvetica Neue"/>
              <a:buNone/>
            </a:pPr>
            <a:r>
              <a:rPr lang="en-IN" sz="1100"/>
              <a:t>Title - Fira Sans, 50pt</a:t>
            </a:r>
            <a:endParaRPr sz="1100"/>
          </a:p>
          <a:p>
            <a:pPr marL="0" marR="0" lvl="0" indent="0" algn="l" rtl="0">
              <a:lnSpc>
                <a:spcPct val="100000"/>
              </a:lnSpc>
              <a:spcBef>
                <a:spcPts val="0"/>
              </a:spcBef>
              <a:spcAft>
                <a:spcPts val="0"/>
              </a:spcAft>
              <a:buClr>
                <a:schemeClr val="dk1"/>
              </a:buClr>
              <a:buSzPts val="225"/>
              <a:buFont typeface="Helvetica Neue"/>
              <a:buNone/>
            </a:pPr>
            <a:r>
              <a:rPr lang="en-IN" sz="1100"/>
              <a:t>Subtitle - Fira Sans, 16pt</a:t>
            </a:r>
            <a:endParaRPr sz="1100"/>
          </a:p>
        </p:txBody>
      </p:sp>
      <p:sp>
        <p:nvSpPr>
          <p:cNvPr id="48" name="Google Shape;48;g101cf3a0884_0_0: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3</a:t>
            </a:fld>
            <a:endParaRPr sz="8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6</a:t>
            </a:fld>
            <a:endParaRPr sz="8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dirty="0"/>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7</a:t>
            </a:fld>
            <a:endParaRPr sz="8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txBox="1">
            <a:spLocks noGrp="1"/>
          </p:cNvSpPr>
          <p:nvPr>
            <p:ph type="body" idx="1"/>
          </p:nvPr>
        </p:nvSpPr>
        <p:spPr>
          <a:xfrm>
            <a:off x="425450" y="4419600"/>
            <a:ext cx="6186487" cy="4187824"/>
          </a:xfrm>
          <a:prstGeom prst="rect">
            <a:avLst/>
          </a:prstGeom>
        </p:spPr>
        <p:txBody>
          <a:bodyPr spcFirstLastPara="1" wrap="square" lIns="91425" tIns="91425" rIns="91425" bIns="91425" anchor="t" anchorCtr="0">
            <a:noAutofit/>
          </a:bodyPr>
          <a:lstStyle/>
          <a:p>
            <a:pPr marL="0" lvl="0" indent="0" algn="l" rtl="0">
              <a:spcBef>
                <a:spcPts val="270"/>
              </a:spcBef>
              <a:spcAft>
                <a:spcPts val="0"/>
              </a:spcAft>
              <a:buNone/>
            </a:pPr>
            <a:endParaRPr/>
          </a:p>
        </p:txBody>
      </p:sp>
      <p:sp>
        <p:nvSpPr>
          <p:cNvPr id="83" name="Google Shape;83;p4: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9</a:t>
            </a:fld>
            <a:endParaRPr sz="8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105396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10</a:t>
            </a:fld>
            <a:endParaRPr sz="8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11</a:t>
            </a:fld>
            <a:endParaRPr sz="8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270"/>
              </a:spcBef>
              <a:spcAft>
                <a:spcPts val="0"/>
              </a:spcAft>
              <a:buClr>
                <a:schemeClr val="dk1"/>
              </a:buClr>
              <a:buSzPts val="900"/>
              <a:buFont typeface="Helvetica Neue"/>
              <a:buNone/>
            </a:pPr>
            <a:endParaRPr/>
          </a:p>
        </p:txBody>
      </p:sp>
      <p:sp>
        <p:nvSpPr>
          <p:cNvPr id="63" name="Google Shape;63;p2:notes"/>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t>12</a:t>
            </a:fld>
            <a:endParaRPr sz="8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1271162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7:notes"/>
          <p:cNvSpPr txBox="1">
            <a:spLocks noGrp="1"/>
          </p:cNvSpPr>
          <p:nvPr>
            <p:ph type="body" idx="1"/>
          </p:nvPr>
        </p:nvSpPr>
        <p:spPr>
          <a:xfrm>
            <a:off x="425450" y="4419600"/>
            <a:ext cx="6186487" cy="4187824"/>
          </a:xfrm>
          <a:prstGeom prst="rect">
            <a:avLst/>
          </a:prstGeom>
        </p:spPr>
        <p:txBody>
          <a:bodyPr spcFirstLastPara="1" wrap="square" lIns="91425" tIns="91425" rIns="91425" bIns="91425" anchor="t" anchorCtr="0">
            <a:noAutofit/>
          </a:bodyPr>
          <a:lstStyle/>
          <a:p>
            <a:pPr marL="0" lvl="0" indent="0" algn="l" rtl="0">
              <a:spcBef>
                <a:spcPts val="270"/>
              </a:spcBef>
              <a:spcAft>
                <a:spcPts val="0"/>
              </a:spcAft>
              <a:buNone/>
            </a:pPr>
            <a:endParaRPr/>
          </a:p>
        </p:txBody>
      </p:sp>
      <p:sp>
        <p:nvSpPr>
          <p:cNvPr id="144" name="Google Shape;144;p17: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4: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51" name="Google Shape;151;p4:notes"/>
          <p:cNvSpPr>
            <a:spLocks noGrp="1" noRot="1" noChangeAspect="1"/>
          </p:cNvSpPr>
          <p:nvPr>
            <p:ph type="sldImg" idx="2"/>
          </p:nvPr>
        </p:nvSpPr>
        <p:spPr>
          <a:xfrm>
            <a:off x="407988"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9" name="Google Shape;29;p1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4" name="Google Shape;34;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 name="Google Shape;35;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6" name="Google Shape;3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
        <p:cNvGrpSpPr/>
        <p:nvPr/>
      </p:nvGrpSpPr>
      <p:grpSpPr>
        <a:xfrm>
          <a:off x="0" y="0"/>
          <a:ext cx="0" cy="0"/>
          <a:chOff x="0" y="0"/>
          <a:chExt cx="0" cy="0"/>
        </a:xfrm>
      </p:grpSpPr>
      <p:sp>
        <p:nvSpPr>
          <p:cNvPr id="38" name="Google Shape;38;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39" name="Google Shape;3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0"/>
        <p:cNvGrpSpPr/>
        <p:nvPr/>
      </p:nvGrpSpPr>
      <p:grpSpPr>
        <a:xfrm>
          <a:off x="0" y="0"/>
          <a:ext cx="0" cy="0"/>
          <a:chOff x="0" y="0"/>
          <a:chExt cx="0" cy="0"/>
        </a:xfrm>
      </p:grpSpPr>
      <p:sp>
        <p:nvSpPr>
          <p:cNvPr id="41" name="Google Shape;41;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2" name="Google Shape;42;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3" name="Google Shape;4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44"/>
        <p:cNvGrpSpPr/>
        <p:nvPr/>
      </p:nvGrpSpPr>
      <p:grpSpPr>
        <a:xfrm>
          <a:off x="0" y="0"/>
          <a:ext cx="0" cy="0"/>
          <a:chOff x="0" y="0"/>
          <a:chExt cx="0" cy="0"/>
        </a:xfrm>
      </p:grpSpPr>
      <p:sp>
        <p:nvSpPr>
          <p:cNvPr id="45" name="Google Shape;45;g101cf3a0884_0_58"/>
          <p:cNvSpPr txBox="1">
            <a:spLocks noGrp="1"/>
          </p:cNvSpPr>
          <p:nvPr>
            <p:ph type="body" idx="1"/>
          </p:nvPr>
        </p:nvSpPr>
        <p:spPr>
          <a:xfrm>
            <a:off x="1056640" y="1625687"/>
            <a:ext cx="7455000" cy="10239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0"/>
              </a:spcBef>
              <a:spcAft>
                <a:spcPts val="0"/>
              </a:spcAft>
              <a:buClr>
                <a:schemeClr val="lt1"/>
              </a:buClr>
              <a:buSzPts val="2880"/>
              <a:buFont typeface="Kanit"/>
              <a:buNone/>
              <a:defRPr sz="3600" i="0" u="none" strike="noStrike" cap="none">
                <a:solidFill>
                  <a:schemeClr val="lt1"/>
                </a:solidFill>
                <a:latin typeface="Kanit"/>
                <a:ea typeface="Kanit"/>
                <a:cs typeface="Kanit"/>
                <a:sym typeface="Kanit"/>
              </a:defRPr>
            </a:lvl1pPr>
            <a:lvl2pPr marL="914400" marR="0" lvl="1" indent="-228600" algn="l" rtl="0">
              <a:lnSpc>
                <a:spcPct val="100000"/>
              </a:lnSpc>
              <a:spcBef>
                <a:spcPts val="560"/>
              </a:spcBef>
              <a:spcAft>
                <a:spcPts val="0"/>
              </a:spcAft>
              <a:buClr>
                <a:schemeClr val="lt1"/>
              </a:buClr>
              <a:buSzPts val="2240"/>
              <a:buFont typeface="Kanit"/>
              <a:buNone/>
              <a:defRPr sz="2800" i="0" u="none" strike="noStrike" cap="none">
                <a:solidFill>
                  <a:schemeClr val="lt1"/>
                </a:solidFill>
                <a:latin typeface="Kanit"/>
                <a:ea typeface="Kanit"/>
                <a:cs typeface="Kanit"/>
                <a:sym typeface="Kanit"/>
              </a:defRPr>
            </a:lvl2pPr>
            <a:lvl3pPr marL="1371600" marR="0" lvl="2" indent="-228600" algn="l" rtl="0">
              <a:lnSpc>
                <a:spcPct val="100000"/>
              </a:lnSpc>
              <a:spcBef>
                <a:spcPts val="480"/>
              </a:spcBef>
              <a:spcAft>
                <a:spcPts val="0"/>
              </a:spcAft>
              <a:buClr>
                <a:schemeClr val="lt1"/>
              </a:buClr>
              <a:buSzPts val="1920"/>
              <a:buFont typeface="Kanit"/>
              <a:buNone/>
              <a:defRPr sz="2400" i="0" u="none" strike="noStrike" cap="none">
                <a:solidFill>
                  <a:schemeClr val="lt1"/>
                </a:solidFill>
                <a:latin typeface="Kanit"/>
                <a:ea typeface="Kanit"/>
                <a:cs typeface="Kanit"/>
                <a:sym typeface="Kanit"/>
              </a:defRPr>
            </a:lvl3pPr>
            <a:lvl4pPr marL="1828800" marR="0" lvl="3"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4pPr>
            <a:lvl5pPr marL="2286000" marR="0" lvl="4"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5pPr>
            <a:lvl6pPr marL="2743200" marR="0" lvl="5"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6pPr>
            <a:lvl7pPr marL="3200400" marR="0" lvl="6"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7pPr>
            <a:lvl8pPr marL="3657600" marR="0" lvl="7"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8pPr>
            <a:lvl9pPr marL="4114800" marR="0" lvl="8"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3"/>
        <p:cNvGrpSpPr/>
        <p:nvPr/>
      </p:nvGrpSpPr>
      <p:grpSpPr>
        <a:xfrm>
          <a:off x="0" y="0"/>
          <a:ext cx="0" cy="0"/>
          <a:chOff x="0" y="0"/>
          <a:chExt cx="0" cy="0"/>
        </a:xfrm>
      </p:grpSpPr>
      <p:sp>
        <p:nvSpPr>
          <p:cNvPr id="14" name="Google Shape;14;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685791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13"/>
        <p:cNvGrpSpPr/>
        <p:nvPr/>
      </p:nvGrpSpPr>
      <p:grpSpPr>
        <a:xfrm>
          <a:off x="0" y="0"/>
          <a:ext cx="0" cy="0"/>
          <a:chOff x="0" y="0"/>
          <a:chExt cx="0" cy="0"/>
        </a:xfrm>
      </p:grpSpPr>
      <p:sp>
        <p:nvSpPr>
          <p:cNvPr id="14" name="Google Shape;14;g101406faff2_1_95"/>
          <p:cNvSpPr txBox="1">
            <a:spLocks noGrp="1"/>
          </p:cNvSpPr>
          <p:nvPr>
            <p:ph type="body" idx="1"/>
          </p:nvPr>
        </p:nvSpPr>
        <p:spPr>
          <a:xfrm>
            <a:off x="1056640" y="1625687"/>
            <a:ext cx="7455000" cy="1023900"/>
          </a:xfrm>
          <a:prstGeom prst="rect">
            <a:avLst/>
          </a:prstGeom>
          <a:noFill/>
          <a:ln>
            <a:noFill/>
          </a:ln>
        </p:spPr>
        <p:txBody>
          <a:bodyPr spcFirstLastPara="1" wrap="square" lIns="91425" tIns="91425" rIns="91425" bIns="91425" anchor="t" anchorCtr="0">
            <a:normAutofit/>
          </a:bodyPr>
          <a:lstStyle>
            <a:lvl1pPr marL="457200" marR="0" lvl="0" indent="-228600" algn="l">
              <a:lnSpc>
                <a:spcPct val="100000"/>
              </a:lnSpc>
              <a:spcBef>
                <a:spcPts val="0"/>
              </a:spcBef>
              <a:spcAft>
                <a:spcPts val="0"/>
              </a:spcAft>
              <a:buClr>
                <a:schemeClr val="lt1"/>
              </a:buClr>
              <a:buSzPts val="2880"/>
              <a:buFont typeface="Kanit"/>
              <a:buNone/>
              <a:defRPr sz="3600" i="0" u="none" strike="noStrike" cap="none">
                <a:solidFill>
                  <a:schemeClr val="lt1"/>
                </a:solidFill>
                <a:latin typeface="Kanit"/>
                <a:ea typeface="Kanit"/>
                <a:cs typeface="Kanit"/>
                <a:sym typeface="Kanit"/>
              </a:defRPr>
            </a:lvl1pPr>
            <a:lvl2pPr marL="914400" marR="0" lvl="1" indent="-228600" algn="l">
              <a:lnSpc>
                <a:spcPct val="100000"/>
              </a:lnSpc>
              <a:spcBef>
                <a:spcPts val="560"/>
              </a:spcBef>
              <a:spcAft>
                <a:spcPts val="0"/>
              </a:spcAft>
              <a:buClr>
                <a:schemeClr val="lt1"/>
              </a:buClr>
              <a:buSzPts val="2240"/>
              <a:buFont typeface="Kanit"/>
              <a:buNone/>
              <a:defRPr sz="2800" i="0" u="none" strike="noStrike" cap="none">
                <a:solidFill>
                  <a:schemeClr val="lt1"/>
                </a:solidFill>
                <a:latin typeface="Kanit"/>
                <a:ea typeface="Kanit"/>
                <a:cs typeface="Kanit"/>
                <a:sym typeface="Kanit"/>
              </a:defRPr>
            </a:lvl2pPr>
            <a:lvl3pPr marL="1371600" marR="0" lvl="2" indent="-228600" algn="l">
              <a:lnSpc>
                <a:spcPct val="100000"/>
              </a:lnSpc>
              <a:spcBef>
                <a:spcPts val="480"/>
              </a:spcBef>
              <a:spcAft>
                <a:spcPts val="0"/>
              </a:spcAft>
              <a:buClr>
                <a:schemeClr val="lt1"/>
              </a:buClr>
              <a:buSzPts val="1920"/>
              <a:buFont typeface="Kanit"/>
              <a:buNone/>
              <a:defRPr sz="2400" i="0" u="none" strike="noStrike" cap="none">
                <a:solidFill>
                  <a:schemeClr val="lt1"/>
                </a:solidFill>
                <a:latin typeface="Kanit"/>
                <a:ea typeface="Kanit"/>
                <a:cs typeface="Kanit"/>
                <a:sym typeface="Kanit"/>
              </a:defRPr>
            </a:lvl3pPr>
            <a:lvl4pPr marL="1828800" marR="0" lvl="3" indent="-228600" algn="l">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4pPr>
            <a:lvl5pPr marL="2286000" marR="0" lvl="4" indent="-228600" algn="l">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5pPr>
            <a:lvl6pPr marL="2743200" marR="0" lvl="5"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6pPr>
            <a:lvl7pPr marL="3200400" marR="0" lvl="6"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7pPr>
            <a:lvl8pPr marL="3657600" marR="0" lvl="7"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8pPr>
            <a:lvl9pPr marL="4114800" marR="0" lvl="8"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9pPr>
          </a:lstStyle>
          <a:p>
            <a:endParaRPr/>
          </a:p>
        </p:txBody>
      </p:sp>
    </p:spTree>
    <p:extLst>
      <p:ext uri="{BB962C8B-B14F-4D97-AF65-F5344CB8AC3E}">
        <p14:creationId xmlns:p14="http://schemas.microsoft.com/office/powerpoint/2010/main" val="1998033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g101406faff2_1_9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29818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4"/>
        <p:cNvGrpSpPr/>
        <p:nvPr/>
      </p:nvGrpSpPr>
      <p:grpSpPr>
        <a:xfrm>
          <a:off x="0" y="0"/>
          <a:ext cx="0" cy="0"/>
          <a:chOff x="0" y="0"/>
          <a:chExt cx="0" cy="0"/>
        </a:xfrm>
      </p:grpSpPr>
      <p:sp>
        <p:nvSpPr>
          <p:cNvPr id="25" name="Google Shape;25;g101406faff2_1_5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g101406faff2_1_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63634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g101406faff2_1_6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g101406faff2_1_6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0" name="Google Shape;30;g101406faff2_1_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705445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1"/>
        <p:cNvGrpSpPr/>
        <p:nvPr/>
      </p:nvGrpSpPr>
      <p:grpSpPr>
        <a:xfrm>
          <a:off x="0" y="0"/>
          <a:ext cx="0" cy="0"/>
          <a:chOff x="0" y="0"/>
          <a:chExt cx="0" cy="0"/>
        </a:xfrm>
      </p:grpSpPr>
      <p:sp>
        <p:nvSpPr>
          <p:cNvPr id="32" name="Google Shape;32;g101406faff2_1_6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g101406faff2_1_6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g101406faff2_1_6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g101406faff2_1_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86123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9"/>
        <p:cNvGrpSpPr/>
        <p:nvPr/>
      </p:nvGrpSpPr>
      <p:grpSpPr>
        <a:xfrm>
          <a:off x="0" y="0"/>
          <a:ext cx="0" cy="0"/>
          <a:chOff x="0" y="0"/>
          <a:chExt cx="0" cy="0"/>
        </a:xfrm>
      </p:grpSpPr>
      <p:sp>
        <p:nvSpPr>
          <p:cNvPr id="40" name="Google Shape;40;g101406faff2_1_7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1" name="Google Shape;41;g101406faff2_1_7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g101406faff2_1_7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368487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3"/>
        <p:cNvGrpSpPr/>
        <p:nvPr/>
      </p:nvGrpSpPr>
      <p:grpSpPr>
        <a:xfrm>
          <a:off x="0" y="0"/>
          <a:ext cx="0" cy="0"/>
          <a:chOff x="0" y="0"/>
          <a:chExt cx="0" cy="0"/>
        </a:xfrm>
      </p:grpSpPr>
      <p:sp>
        <p:nvSpPr>
          <p:cNvPr id="44" name="Google Shape;44;g101406faff2_1_7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5" name="Google Shape;45;g101406faff2_1_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894612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
        <p:cNvGrpSpPr/>
        <p:nvPr/>
      </p:nvGrpSpPr>
      <p:grpSpPr>
        <a:xfrm>
          <a:off x="0" y="0"/>
          <a:ext cx="0" cy="0"/>
          <a:chOff x="0" y="0"/>
          <a:chExt cx="0" cy="0"/>
        </a:xfrm>
      </p:grpSpPr>
      <p:sp>
        <p:nvSpPr>
          <p:cNvPr id="47" name="Google Shape;47;g101406faff2_1_8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101406faff2_1_8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9" name="Google Shape;49;g101406faff2_1_8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g101406faff2_1_8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1" name="Google Shape;51;g101406faff2_1_8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883347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2"/>
        <p:cNvGrpSpPr/>
        <p:nvPr/>
      </p:nvGrpSpPr>
      <p:grpSpPr>
        <a:xfrm>
          <a:off x="0" y="0"/>
          <a:ext cx="0" cy="0"/>
          <a:chOff x="0" y="0"/>
          <a:chExt cx="0" cy="0"/>
        </a:xfrm>
      </p:grpSpPr>
      <p:sp>
        <p:nvSpPr>
          <p:cNvPr id="53" name="Google Shape;53;g101406faff2_1_8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4" name="Google Shape;54;g101406faff2_1_8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126467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5"/>
        <p:cNvGrpSpPr/>
        <p:nvPr/>
      </p:nvGrpSpPr>
      <p:grpSpPr>
        <a:xfrm>
          <a:off x="0" y="0"/>
          <a:ext cx="0" cy="0"/>
          <a:chOff x="0" y="0"/>
          <a:chExt cx="0" cy="0"/>
        </a:xfrm>
      </p:grpSpPr>
      <p:sp>
        <p:nvSpPr>
          <p:cNvPr id="56" name="Google Shape;56;g101406faff2_1_8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7" name="Google Shape;57;g101406faff2_1_8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8" name="Google Shape;58;g101406faff2_1_8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061096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theme" Target="../theme/theme2.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7" r:id="rId7"/>
    <p:sldLayoutId id="2147483672"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101406faff2_1_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g101406faff2_1_5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g101406faff2_1_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64314181"/>
      </p:ext>
    </p:extLst>
  </p:cSld>
  <p:clrMap bg1="lt1" tx1="dk1" bg2="dk2" tx2="lt2" accent1="accent1" accent2="accent2" accent3="accent3" accent4="accent4" accent5="accent5" accent6="accent6" hlink="hlink" folHlink="folHlink"/>
  <p:sldLayoutIdLst>
    <p:sldLayoutId id="2147483659" r:id="rId1"/>
    <p:sldLayoutId id="2147483661" r:id="rId2"/>
    <p:sldLayoutId id="2147483663" r:id="rId3"/>
    <p:sldLayoutId id="2147483664" r:id="rId4"/>
    <p:sldLayoutId id="2147483665" r:id="rId5"/>
    <p:sldLayoutId id="2147483667" r:id="rId6"/>
    <p:sldLayoutId id="2147483668" r:id="rId7"/>
    <p:sldLayoutId id="2147483669" r:id="rId8"/>
    <p:sldLayoutId id="2147483670" r:id="rId9"/>
    <p:sldLayoutId id="2147483671"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g101cf3a0884_0_0"/>
          <p:cNvSpPr txBox="1">
            <a:spLocks noGrp="1"/>
          </p:cNvSpPr>
          <p:nvPr>
            <p:ph type="body" idx="1"/>
          </p:nvPr>
        </p:nvSpPr>
        <p:spPr>
          <a:xfrm>
            <a:off x="615526" y="2202295"/>
            <a:ext cx="6705600" cy="738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SzPts val="900"/>
              <a:buNone/>
            </a:pPr>
            <a:r>
              <a:rPr lang="en-IN"/>
              <a:t>Content Title</a:t>
            </a:r>
            <a:endParaRPr sz="3600" i="0" u="none" strike="noStrike" cap="none">
              <a:solidFill>
                <a:schemeClr val="lt1"/>
              </a:solidFill>
              <a:latin typeface="Kanit"/>
              <a:ea typeface="Kanit"/>
              <a:cs typeface="Kanit"/>
              <a:sym typeface="Kanit"/>
            </a:endParaRPr>
          </a:p>
        </p:txBody>
      </p:sp>
      <p:pic>
        <p:nvPicPr>
          <p:cNvPr id="51" name="Google Shape;51;g101cf3a0884_0_0"/>
          <p:cNvPicPr preferRelativeResize="0"/>
          <p:nvPr/>
        </p:nvPicPr>
        <p:blipFill rotWithShape="1">
          <a:blip r:embed="rId3">
            <a:alphaModFix/>
          </a:blip>
          <a:srcRect/>
          <a:stretch/>
        </p:blipFill>
        <p:spPr>
          <a:xfrm>
            <a:off x="0" y="0"/>
            <a:ext cx="2491628" cy="919750"/>
          </a:xfrm>
          <a:prstGeom prst="rect">
            <a:avLst/>
          </a:prstGeom>
          <a:noFill/>
          <a:ln>
            <a:noFill/>
          </a:ln>
        </p:spPr>
      </p:pic>
      <p:pic>
        <p:nvPicPr>
          <p:cNvPr id="52" name="Google Shape;52;g101cf3a0884_0_0"/>
          <p:cNvPicPr preferRelativeResize="0"/>
          <p:nvPr/>
        </p:nvPicPr>
        <p:blipFill rotWithShape="1">
          <a:blip r:embed="rId4">
            <a:alphaModFix/>
          </a:blip>
          <a:srcRect/>
          <a:stretch/>
        </p:blipFill>
        <p:spPr>
          <a:xfrm>
            <a:off x="-118810" y="-32775"/>
            <a:ext cx="9262810" cy="5205049"/>
          </a:xfrm>
          <a:prstGeom prst="rect">
            <a:avLst/>
          </a:prstGeom>
          <a:noFill/>
          <a:ln>
            <a:noFill/>
          </a:ln>
        </p:spPr>
      </p:pic>
      <p:sp>
        <p:nvSpPr>
          <p:cNvPr id="53" name="Google Shape;53;g101cf3a0884_0_0"/>
          <p:cNvSpPr/>
          <p:nvPr/>
        </p:nvSpPr>
        <p:spPr>
          <a:xfrm>
            <a:off x="517525" y="919750"/>
            <a:ext cx="4446300" cy="1650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g101cf3a0884_0_0"/>
          <p:cNvSpPr txBox="1"/>
          <p:nvPr/>
        </p:nvSpPr>
        <p:spPr>
          <a:xfrm>
            <a:off x="350609" y="1586334"/>
            <a:ext cx="7420763" cy="1348031"/>
          </a:xfrm>
          <a:prstGeom prst="rect">
            <a:avLst/>
          </a:prstGeom>
          <a:noFill/>
          <a:ln>
            <a:noFill/>
          </a:ln>
        </p:spPr>
        <p:txBody>
          <a:bodyPr spcFirstLastPara="1" wrap="square" lIns="91425" tIns="91425" rIns="91425" bIns="91425" anchor="ctr" anchorCtr="0">
            <a:spAutoFit/>
          </a:bodyPr>
          <a:lstStyle/>
          <a:p>
            <a:pPr marL="0" marR="0" lvl="0" indent="0" algn="ctr" rtl="0">
              <a:lnSpc>
                <a:spcPct val="90000"/>
              </a:lnSpc>
              <a:spcBef>
                <a:spcPts val="0"/>
              </a:spcBef>
              <a:spcAft>
                <a:spcPts val="0"/>
              </a:spcAft>
              <a:buClr>
                <a:schemeClr val="dk1"/>
              </a:buClr>
              <a:buSzPts val="1100"/>
              <a:buFont typeface="Arial"/>
              <a:buNone/>
            </a:pPr>
            <a:r>
              <a:rPr lang="en-IN" sz="4000" b="1" dirty="0">
                <a:solidFill>
                  <a:schemeClr val="bg1">
                    <a:lumMod val="95000"/>
                  </a:schemeClr>
                </a:solidFill>
                <a:latin typeface="Fira Sans"/>
                <a:ea typeface="Fira Sans"/>
                <a:cs typeface="Fira Sans"/>
                <a:sym typeface="Fira Sans"/>
              </a:rPr>
              <a:t>“Software Testing Types” </a:t>
            </a:r>
          </a:p>
          <a:p>
            <a:pPr marL="0" marR="0" lvl="0" indent="0" algn="ctr" rtl="0">
              <a:lnSpc>
                <a:spcPct val="90000"/>
              </a:lnSpc>
              <a:spcBef>
                <a:spcPts val="0"/>
              </a:spcBef>
              <a:spcAft>
                <a:spcPts val="0"/>
              </a:spcAft>
              <a:buClr>
                <a:schemeClr val="dk1"/>
              </a:buClr>
              <a:buSzPts val="1100"/>
              <a:buFont typeface="Arial"/>
              <a:buNone/>
            </a:pPr>
            <a:r>
              <a:rPr lang="en-IN" sz="2800" b="1" dirty="0">
                <a:solidFill>
                  <a:schemeClr val="bg1">
                    <a:lumMod val="95000"/>
                  </a:schemeClr>
                </a:solidFill>
                <a:latin typeface="Fira Sans"/>
                <a:ea typeface="Fira Sans"/>
                <a:cs typeface="Fira Sans"/>
                <a:sym typeface="Fira Sans"/>
              </a:rPr>
              <a:t>Session -4</a:t>
            </a:r>
            <a:endParaRPr sz="2800" b="1" dirty="0">
              <a:solidFill>
                <a:schemeClr val="bg1">
                  <a:lumMod val="95000"/>
                </a:schemeClr>
              </a:solidFill>
              <a:latin typeface="Fira Sans"/>
              <a:ea typeface="Fira Sans"/>
              <a:cs typeface="Fira Sans"/>
              <a:sym typeface="Fira Sans"/>
            </a:endParaRPr>
          </a:p>
          <a:p>
            <a:pPr marL="0" marR="0" lvl="0" indent="0" algn="ctr" rtl="0">
              <a:lnSpc>
                <a:spcPct val="90000"/>
              </a:lnSpc>
              <a:spcBef>
                <a:spcPts val="0"/>
              </a:spcBef>
              <a:spcAft>
                <a:spcPts val="0"/>
              </a:spcAft>
              <a:buClr>
                <a:schemeClr val="dk1"/>
              </a:buClr>
              <a:buSzPts val="1100"/>
              <a:buFont typeface="Arial"/>
              <a:buNone/>
            </a:pPr>
            <a:endParaRPr sz="1600" b="1" dirty="0">
              <a:solidFill>
                <a:srgbClr val="64E688"/>
              </a:solidFill>
              <a:latin typeface="Fira Sans"/>
              <a:ea typeface="Fira Sans"/>
              <a:cs typeface="Fira Sans"/>
              <a:sym typeface="Fira Sans"/>
            </a:endParaRPr>
          </a:p>
        </p:txBody>
      </p:sp>
      <p:sp>
        <p:nvSpPr>
          <p:cNvPr id="55" name="Google Shape;55;g101cf3a0884_0_0"/>
          <p:cNvSpPr/>
          <p:nvPr/>
        </p:nvSpPr>
        <p:spPr>
          <a:xfrm>
            <a:off x="506950" y="4182400"/>
            <a:ext cx="50589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g101cf3a0884_0_0"/>
          <p:cNvSpPr/>
          <p:nvPr/>
        </p:nvSpPr>
        <p:spPr>
          <a:xfrm>
            <a:off x="488275" y="521575"/>
            <a:ext cx="27078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g101cf3a0884_0_0"/>
          <p:cNvSpPr txBox="1"/>
          <p:nvPr/>
        </p:nvSpPr>
        <p:spPr>
          <a:xfrm>
            <a:off x="531025" y="488650"/>
            <a:ext cx="6391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a:solidFill>
                  <a:srgbClr val="FFFFFF"/>
                </a:solidFill>
                <a:latin typeface="Fira Sans"/>
                <a:ea typeface="Fira Sans"/>
                <a:cs typeface="Fira Sans"/>
                <a:sym typeface="Fira Sans"/>
              </a:rPr>
              <a:t>QA Automation Engineer</a:t>
            </a:r>
            <a:endParaRPr sz="1600" b="0" i="0" u="none" strike="noStrike" cap="none">
              <a:solidFill>
                <a:srgbClr val="FFFFFF"/>
              </a:solidFill>
              <a:latin typeface="Fira Sans"/>
              <a:ea typeface="Fira Sans"/>
              <a:cs typeface="Fira Sans"/>
              <a:sym typeface="Fir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Types of Testing</a:t>
            </a:r>
          </a:p>
        </p:txBody>
      </p:sp>
      <p:sp>
        <p:nvSpPr>
          <p:cNvPr id="3" name="Text Placeholder 2"/>
          <p:cNvSpPr>
            <a:spLocks noGrp="1"/>
          </p:cNvSpPr>
          <p:nvPr>
            <p:ph type="body" idx="1"/>
          </p:nvPr>
        </p:nvSpPr>
        <p:spPr>
          <a:xfrm>
            <a:off x="331796" y="1413732"/>
            <a:ext cx="8520600" cy="3416400"/>
          </a:xfrm>
        </p:spPr>
        <p:txBody>
          <a:bodyPr/>
          <a:lstStyle/>
          <a:p>
            <a:r>
              <a:rPr lang="en-IN" sz="1600" dirty="0">
                <a:solidFill>
                  <a:schemeClr val="tx1"/>
                </a:solidFill>
                <a:highlight>
                  <a:srgbClr val="00FF00"/>
                </a:highlight>
              </a:rPr>
              <a:t>Smoke Testing</a:t>
            </a:r>
            <a:endParaRPr lang="en-IN" sz="800" dirty="0">
              <a:solidFill>
                <a:schemeClr val="tx1"/>
              </a:solidFill>
              <a:highlight>
                <a:srgbClr val="00FF00"/>
              </a:highlight>
            </a:endParaRPr>
          </a:p>
          <a:p>
            <a:r>
              <a:rPr lang="en-IN" sz="1600" dirty="0">
                <a:solidFill>
                  <a:schemeClr val="tx1"/>
                </a:solidFill>
                <a:highlight>
                  <a:srgbClr val="00FF00"/>
                </a:highlight>
              </a:rPr>
              <a:t>Sanity Testing</a:t>
            </a:r>
          </a:p>
          <a:p>
            <a:r>
              <a:rPr lang="en-IN" sz="1600" dirty="0">
                <a:solidFill>
                  <a:schemeClr val="tx1"/>
                </a:solidFill>
                <a:highlight>
                  <a:srgbClr val="FFFF00"/>
                </a:highlight>
              </a:rPr>
              <a:t>Installation Testing</a:t>
            </a:r>
          </a:p>
          <a:p>
            <a:r>
              <a:rPr lang="en-IN" sz="1600" dirty="0">
                <a:solidFill>
                  <a:schemeClr val="tx1"/>
                </a:solidFill>
                <a:highlight>
                  <a:srgbClr val="FFFF00"/>
                </a:highlight>
              </a:rPr>
              <a:t>Black box testing</a:t>
            </a:r>
          </a:p>
          <a:p>
            <a:r>
              <a:rPr lang="en-IN" sz="1600" dirty="0">
                <a:solidFill>
                  <a:schemeClr val="tx1"/>
                </a:solidFill>
                <a:highlight>
                  <a:srgbClr val="FFFF00"/>
                </a:highlight>
              </a:rPr>
              <a:t>White Box Testing</a:t>
            </a:r>
          </a:p>
          <a:p>
            <a:r>
              <a:rPr lang="en-IN" sz="1600" dirty="0">
                <a:solidFill>
                  <a:schemeClr val="tx1"/>
                </a:solidFill>
                <a:highlight>
                  <a:srgbClr val="FFFF00"/>
                </a:highlight>
              </a:rPr>
              <a:t>System Testing</a:t>
            </a:r>
          </a:p>
          <a:p>
            <a:r>
              <a:rPr lang="en-IN" sz="1600" dirty="0">
                <a:solidFill>
                  <a:schemeClr val="tx1"/>
                </a:solidFill>
              </a:rPr>
              <a:t>Usability Testing</a:t>
            </a:r>
          </a:p>
          <a:p>
            <a:r>
              <a:rPr lang="en-IN" sz="1600" dirty="0">
                <a:solidFill>
                  <a:schemeClr val="tx1"/>
                </a:solidFill>
              </a:rPr>
              <a:t>Regression Testing</a:t>
            </a:r>
          </a:p>
          <a:p>
            <a:r>
              <a:rPr lang="en-IN" sz="1600">
                <a:solidFill>
                  <a:schemeClr val="tx1"/>
                </a:solidFill>
              </a:rPr>
              <a:t>Defect Retesting</a:t>
            </a:r>
            <a:endParaRPr lang="en-IN" sz="1600" dirty="0">
              <a:solidFill>
                <a:schemeClr val="tx1"/>
              </a:solidFill>
            </a:endParaRPr>
          </a:p>
          <a:p>
            <a:r>
              <a:rPr lang="en-IN" sz="1600" dirty="0">
                <a:solidFill>
                  <a:schemeClr val="tx1"/>
                </a:solidFill>
              </a:rPr>
              <a:t>Performance Testing</a:t>
            </a:r>
          </a:p>
          <a:p>
            <a:pPr marL="114300" indent="0">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3410457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311700" y="445025"/>
            <a:ext cx="8520600" cy="4313092"/>
          </a:xfrm>
          <a:prstGeom prst="rect">
            <a:avLst/>
          </a:prstGeom>
          <a:noFill/>
          <a:ln>
            <a:noFill/>
          </a:ln>
        </p:spPr>
        <p:txBody>
          <a:bodyPr spcFirstLastPara="1" wrap="square" lIns="91425" tIns="91425" rIns="91425" bIns="91425" anchor="t" anchorCtr="0">
            <a:normAutofit/>
          </a:bodyPr>
          <a:lstStyle/>
          <a:p>
            <a:pPr>
              <a:buSzPct val="111111"/>
            </a:pPr>
            <a:r>
              <a:rPr lang="en-US" sz="3600" b="1" dirty="0">
                <a:solidFill>
                  <a:srgbClr val="002060"/>
                </a:solidFill>
                <a:latin typeface="+mn-lt"/>
                <a:cs typeface="Aldhabi" panose="01000000000000000000" pitchFamily="2" charset="-78"/>
              </a:rPr>
              <a:t>Installation Testing</a:t>
            </a:r>
            <a:br>
              <a:rPr lang="en-US" dirty="0"/>
            </a:br>
            <a:br>
              <a:rPr lang="en-US" dirty="0"/>
            </a:br>
            <a: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t>Installation testing is performed to check the software has been correctly installed with all the inherent features and that the product is working as per expectations. </a:t>
            </a:r>
            <a:b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br>
            <a:r>
              <a:rPr lang="en-US" sz="1800" dirty="0">
                <a:solidFill>
                  <a:schemeClr val="tx1"/>
                </a:solidFill>
                <a:effectLst/>
                <a:latin typeface="Amasis MT Pro" panose="02040504050005020304" pitchFamily="18" charset="0"/>
                <a:ea typeface="Calibri" panose="020F0502020204030204" pitchFamily="34" charset="0"/>
                <a:cs typeface="Times New Roman" panose="02020603050405020304" pitchFamily="18" charset="0"/>
              </a:rPr>
              <a:t>Installation testing is check that software application is successfully installed &amp; it is working as expected after installation. </a:t>
            </a:r>
            <a:br>
              <a:rPr lang="en-US" sz="1600" dirty="0">
                <a:effectLst/>
                <a:latin typeface="Amasis MT Pro" panose="020B0604020202020204" pitchFamily="18" charset="0"/>
                <a:ea typeface="Calibri" panose="020F0502020204030204" pitchFamily="34" charset="0"/>
                <a:cs typeface="Calibri" panose="020F0502020204030204" pitchFamily="34" charset="0"/>
              </a:rPr>
            </a:br>
            <a:br>
              <a:rPr lang="en-US" sz="1600" dirty="0">
                <a:effectLst/>
                <a:latin typeface="Amasis MT Pro" panose="020B0604020202020204" pitchFamily="18" charset="0"/>
                <a:ea typeface="Calibri" panose="020F0502020204030204" pitchFamily="34" charset="0"/>
                <a:cs typeface="Times New Roman" panose="02020603050405020304" pitchFamily="18" charset="0"/>
              </a:rPr>
            </a:br>
            <a:r>
              <a:rPr lang="en-US" sz="1800" dirty="0">
                <a:solidFill>
                  <a:srgbClr val="222222"/>
                </a:solidFill>
                <a:latin typeface="Amasis MT Pro" panose="020B0604020202020204" pitchFamily="18" charset="0"/>
                <a:ea typeface="Calibri" panose="020F0502020204030204" pitchFamily="34" charset="0"/>
                <a:cs typeface="Calibri" panose="020F0502020204030204" pitchFamily="34" charset="0"/>
              </a:rPr>
              <a:t>Installation Testing is also called as </a:t>
            </a:r>
            <a:r>
              <a:rPr lang="en-US" sz="1800" b="1" dirty="0">
                <a:solidFill>
                  <a:srgbClr val="222222"/>
                </a:solidFill>
                <a:latin typeface="Amasis MT Pro" panose="020B0604020202020204" pitchFamily="18" charset="0"/>
                <a:ea typeface="Calibri" panose="020F0502020204030204" pitchFamily="34" charset="0"/>
                <a:cs typeface="Calibri" panose="020F0502020204030204" pitchFamily="34" charset="0"/>
              </a:rPr>
              <a:t>Implementation Testing.</a:t>
            </a:r>
            <a:br>
              <a:rPr lang="en-US" sz="1800" b="1" dirty="0">
                <a:solidFill>
                  <a:srgbClr val="222222"/>
                </a:solidFill>
                <a:latin typeface="Amasis MT Pro" panose="020B0604020202020204" pitchFamily="18" charset="0"/>
                <a:ea typeface="Calibri" panose="020F0502020204030204" pitchFamily="34" charset="0"/>
                <a:cs typeface="Calibri" panose="020F0502020204030204" pitchFamily="34" charset="0"/>
              </a:rPr>
            </a:br>
            <a:br>
              <a:rPr lang="en-US" sz="1800" b="1" dirty="0">
                <a:solidFill>
                  <a:srgbClr val="222222"/>
                </a:solidFill>
                <a:latin typeface="Amasis MT Pro" panose="020B0604020202020204" pitchFamily="18" charset="0"/>
                <a:ea typeface="Calibri" panose="020F0502020204030204" pitchFamily="34" charset="0"/>
                <a:cs typeface="Calibri" panose="020F0502020204030204" pitchFamily="34" charset="0"/>
              </a:rPr>
            </a:br>
            <a:r>
              <a:rPr lang="en-US" sz="1800" dirty="0">
                <a:solidFill>
                  <a:srgbClr val="222222"/>
                </a:solidFill>
                <a:latin typeface="Amasis MT Pro" panose="020B0604020202020204" pitchFamily="18" charset="0"/>
                <a:ea typeface="Calibri" panose="020F0502020204030204" pitchFamily="34" charset="0"/>
                <a:cs typeface="Calibri" panose="020F0502020204030204" pitchFamily="34" charset="0"/>
              </a:rPr>
              <a:t>Note:</a:t>
            </a:r>
            <a:r>
              <a:rPr lang="en-US" sz="1800" b="1" dirty="0">
                <a:solidFill>
                  <a:srgbClr val="222222"/>
                </a:solidFill>
                <a:latin typeface="Amasis MT Pro" panose="020B0604020202020204" pitchFamily="18" charset="0"/>
                <a:ea typeface="Calibri" panose="020F0502020204030204" pitchFamily="34" charset="0"/>
                <a:cs typeface="Calibri" panose="020F0502020204030204" pitchFamily="34" charset="0"/>
              </a:rPr>
              <a:t> </a:t>
            </a:r>
            <a:r>
              <a:rPr lang="en-US" sz="1800" dirty="0">
                <a:effectLst/>
                <a:latin typeface="Amasis MT Pro" panose="020B0604020202020204" pitchFamily="18" charset="0"/>
                <a:ea typeface="Calibri" panose="020F0502020204030204" pitchFamily="34" charset="0"/>
                <a:cs typeface="Calibri" panose="020F0502020204030204" pitchFamily="34" charset="0"/>
              </a:rPr>
              <a:t>We need to Perform Installation testing for Desktop based application.</a:t>
            </a:r>
            <a:br>
              <a:rPr lang="en-US" sz="1800" dirty="0">
                <a:effectLst/>
                <a:latin typeface="Amasis MT Pro" panose="020B0604020202020204" pitchFamily="18" charset="0"/>
                <a:ea typeface="Calibri" panose="020F0502020204030204" pitchFamily="34" charset="0"/>
                <a:cs typeface="Calibri" panose="020F0502020204030204" pitchFamily="34" charset="0"/>
              </a:rPr>
            </a:br>
            <a:endParaRPr lang="en-US" sz="1800" b="1" dirty="0">
              <a:latin typeface="Amasis MT Pro" panose="020B06040202020202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3</a:t>
            </a:fld>
            <a:endParaRPr/>
          </a:p>
        </p:txBody>
      </p:sp>
    </p:spTree>
    <p:extLst>
      <p:ext uri="{BB962C8B-B14F-4D97-AF65-F5344CB8AC3E}">
        <p14:creationId xmlns:p14="http://schemas.microsoft.com/office/powerpoint/2010/main" val="1019530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15577-298E-4F63-868E-09C379A56BFB}"/>
              </a:ext>
            </a:extLst>
          </p:cNvPr>
          <p:cNvSpPr>
            <a:spLocks noGrp="1"/>
          </p:cNvSpPr>
          <p:nvPr>
            <p:ph type="title"/>
          </p:nvPr>
        </p:nvSpPr>
        <p:spPr>
          <a:xfrm>
            <a:off x="311700" y="445025"/>
            <a:ext cx="8520600" cy="598848"/>
          </a:xfrm>
        </p:spPr>
        <p:txBody>
          <a:bodyPr>
            <a:noAutofit/>
          </a:bodyPr>
          <a:lstStyle/>
          <a:p>
            <a:r>
              <a:rPr lang="en-US" sz="3200" b="1" dirty="0">
                <a:solidFill>
                  <a:srgbClr val="002060"/>
                </a:solidFill>
                <a:latin typeface="+mn-lt"/>
                <a:cs typeface="Aldhabi" panose="01000000000000000000" pitchFamily="2" charset="-78"/>
              </a:rPr>
              <a:t>Uninstallation Testing</a:t>
            </a:r>
            <a:endParaRPr lang="en-US" sz="3200" dirty="0"/>
          </a:p>
        </p:txBody>
      </p:sp>
      <p:sp>
        <p:nvSpPr>
          <p:cNvPr id="3" name="Text Placeholder 2">
            <a:extLst>
              <a:ext uri="{FF2B5EF4-FFF2-40B4-BE49-F238E27FC236}">
                <a16:creationId xmlns:a16="http://schemas.microsoft.com/office/drawing/2014/main" id="{AFB9E1FC-D9AC-4FE7-82D2-A73799233050}"/>
              </a:ext>
            </a:extLst>
          </p:cNvPr>
          <p:cNvSpPr>
            <a:spLocks noGrp="1"/>
          </p:cNvSpPr>
          <p:nvPr>
            <p:ph type="body" idx="1"/>
          </p:nvPr>
        </p:nvSpPr>
        <p:spPr>
          <a:xfrm>
            <a:off x="311700" y="1610315"/>
            <a:ext cx="8520600" cy="2958560"/>
          </a:xfrm>
        </p:spPr>
        <p:txBody>
          <a:bodyPr/>
          <a:lstStyle/>
          <a:p>
            <a:pPr marL="114300" indent="0" fontAlgn="base">
              <a:buNone/>
            </a:pPr>
            <a:r>
              <a:rPr lang="en-US" dirty="0">
                <a:solidFill>
                  <a:schemeClr val="tx1"/>
                </a:solidFill>
                <a:latin typeface="Amasis MT Pro" panose="02040504050005020304" pitchFamily="18" charset="0"/>
                <a:ea typeface="Calibri" panose="020F0502020204030204" pitchFamily="34" charset="0"/>
                <a:cs typeface="Times New Roman" panose="02020603050405020304" pitchFamily="18" charset="0"/>
              </a:rPr>
              <a:t>Un</a:t>
            </a:r>
            <a:r>
              <a:rPr lang="en-US" sz="1800" dirty="0">
                <a:solidFill>
                  <a:schemeClr val="tx1"/>
                </a:solidFill>
                <a:effectLst/>
                <a:latin typeface="Amasis MT Pro" panose="02040504050005020304" pitchFamily="18" charset="0"/>
                <a:ea typeface="Calibri" panose="020F0502020204030204" pitchFamily="34" charset="0"/>
                <a:cs typeface="Times New Roman" panose="02020603050405020304" pitchFamily="18" charset="0"/>
              </a:rPr>
              <a:t>install testing </a:t>
            </a:r>
            <a:r>
              <a:rPr lang="en-US" dirty="0">
                <a:solidFill>
                  <a:schemeClr val="tx1"/>
                </a:solidFill>
                <a:latin typeface="Amasis MT Pro" panose="02040504050005020304" pitchFamily="18" charset="0"/>
                <a:ea typeface="Calibri" panose="020F0502020204030204" pitchFamily="34" charset="0"/>
                <a:cs typeface="Times New Roman" panose="02020603050405020304" pitchFamily="18" charset="0"/>
              </a:rPr>
              <a:t>is performed </a:t>
            </a:r>
            <a:r>
              <a:rPr lang="en-US" sz="1800" dirty="0">
                <a:solidFill>
                  <a:schemeClr val="tx1"/>
                </a:solidFill>
                <a:effectLst/>
                <a:latin typeface="Amasis MT Pro" panose="02040504050005020304" pitchFamily="18" charset="0"/>
                <a:ea typeface="Calibri" panose="020F0502020204030204" pitchFamily="34" charset="0"/>
                <a:cs typeface="Times New Roman" panose="02020603050405020304" pitchFamily="18" charset="0"/>
              </a:rPr>
              <a:t>to check whether the user </a:t>
            </a:r>
            <a:r>
              <a:rPr lang="en-US" dirty="0">
                <a:solidFill>
                  <a:schemeClr val="tx1"/>
                </a:solidFill>
                <a:latin typeface="Amasis MT Pro" panose="02040504050005020304" pitchFamily="18" charset="0"/>
                <a:ea typeface="Calibri" panose="020F0502020204030204" pitchFamily="34" charset="0"/>
                <a:cs typeface="Times New Roman" panose="02020603050405020304" pitchFamily="18" charset="0"/>
              </a:rPr>
              <a:t>can be </a:t>
            </a:r>
            <a:r>
              <a:rPr lang="en-US" sz="1800" dirty="0">
                <a:solidFill>
                  <a:schemeClr val="tx1"/>
                </a:solidFill>
                <a:effectLst/>
                <a:latin typeface="Amasis MT Pro" panose="02040504050005020304" pitchFamily="18" charset="0"/>
                <a:ea typeface="Calibri" panose="020F0502020204030204" pitchFamily="34" charset="0"/>
                <a:cs typeface="Times New Roman" panose="02020603050405020304" pitchFamily="18" charset="0"/>
              </a:rPr>
              <a:t>able to uninstall the application with out any error.</a:t>
            </a:r>
          </a:p>
          <a:p>
            <a:pPr marL="114300" indent="0" fontAlgn="base">
              <a:buNone/>
            </a:pPr>
            <a:r>
              <a:rPr lang="en-US" sz="1800" dirty="0">
                <a:solidFill>
                  <a:schemeClr val="tx1"/>
                </a:solidFill>
                <a:effectLst/>
                <a:latin typeface="Amasis MT Pro" panose="02040504050005020304" pitchFamily="18" charset="0"/>
                <a:ea typeface="Calibri" panose="020F0502020204030204" pitchFamily="34" charset="0"/>
                <a:cs typeface="Times New Roman" panose="02020603050405020304" pitchFamily="18" charset="0"/>
              </a:rPr>
              <a:t> </a:t>
            </a:r>
          </a:p>
          <a:p>
            <a:pPr marL="114300" indent="0" fontAlgn="base">
              <a:buNone/>
            </a:pPr>
            <a:r>
              <a:rPr lang="en-US" sz="1800" dirty="0">
                <a:solidFill>
                  <a:schemeClr val="tx1"/>
                </a:solidFill>
                <a:effectLst/>
                <a:latin typeface="Amasis MT Pro" panose="02040504050005020304" pitchFamily="18" charset="0"/>
                <a:ea typeface="Calibri" panose="020F0502020204030204" pitchFamily="34" charset="0"/>
                <a:cs typeface="Times New Roman" panose="02020603050405020304" pitchFamily="18" charset="0"/>
              </a:rPr>
              <a:t>Also need confirm that not impacting the other working features in the system which was previously working fine.</a:t>
            </a:r>
          </a:p>
          <a:p>
            <a:pPr marL="114300" indent="0" algn="l" fontAlgn="base">
              <a:buNone/>
            </a:pPr>
            <a:endParaRPr lang="en-US" b="0" i="0" dirty="0">
              <a:solidFill>
                <a:srgbClr val="273239"/>
              </a:solidFill>
              <a:effectLst/>
              <a:latin typeface="+mn-lt"/>
            </a:endParaRPr>
          </a:p>
          <a:p>
            <a:endParaRPr lang="en-US" dirty="0"/>
          </a:p>
        </p:txBody>
      </p:sp>
      <p:sp>
        <p:nvSpPr>
          <p:cNvPr id="4" name="Slide Number Placeholder 3">
            <a:extLst>
              <a:ext uri="{FF2B5EF4-FFF2-40B4-BE49-F238E27FC236}">
                <a16:creationId xmlns:a16="http://schemas.microsoft.com/office/drawing/2014/main" id="{7EE192DE-39A9-4EF6-95F9-25DEB562AA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4</a:t>
            </a:fld>
            <a:endParaRPr lang="en-IN"/>
          </a:p>
        </p:txBody>
      </p:sp>
    </p:spTree>
    <p:extLst>
      <p:ext uri="{BB962C8B-B14F-4D97-AF65-F5344CB8AC3E}">
        <p14:creationId xmlns:p14="http://schemas.microsoft.com/office/powerpoint/2010/main" val="2163984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2BFE6-72C3-6B11-800A-8EF189BC8F44}"/>
              </a:ext>
            </a:extLst>
          </p:cNvPr>
          <p:cNvSpPr>
            <a:spLocks noGrp="1"/>
          </p:cNvSpPr>
          <p:nvPr>
            <p:ph type="title"/>
          </p:nvPr>
        </p:nvSpPr>
        <p:spPr>
          <a:xfrm>
            <a:off x="311700" y="462379"/>
            <a:ext cx="8520600" cy="572700"/>
          </a:xfrm>
        </p:spPr>
        <p:txBody>
          <a:bodyPr>
            <a:normAutofit fontScale="90000"/>
          </a:bodyPr>
          <a:lstStyle/>
          <a:p>
            <a:r>
              <a:rPr lang="en-US" b="1" dirty="0"/>
              <a:t>Testing Methodology</a:t>
            </a:r>
            <a:endParaRPr lang="en-IN" b="1" dirty="0"/>
          </a:p>
        </p:txBody>
      </p:sp>
      <p:sp>
        <p:nvSpPr>
          <p:cNvPr id="4" name="Slide Number Placeholder 3">
            <a:extLst>
              <a:ext uri="{FF2B5EF4-FFF2-40B4-BE49-F238E27FC236}">
                <a16:creationId xmlns:a16="http://schemas.microsoft.com/office/drawing/2014/main" id="{B90F23DB-6694-705E-5918-4F4802D83B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pic>
        <p:nvPicPr>
          <p:cNvPr id="5" name="Picture 4">
            <a:extLst>
              <a:ext uri="{FF2B5EF4-FFF2-40B4-BE49-F238E27FC236}">
                <a16:creationId xmlns:a16="http://schemas.microsoft.com/office/drawing/2014/main" id="{D6ABFA5E-944F-2D35-AA3D-E8C4C5B0CC4C}"/>
              </a:ext>
            </a:extLst>
          </p:cNvPr>
          <p:cNvPicPr>
            <a:picLocks noChangeAspect="1"/>
          </p:cNvPicPr>
          <p:nvPr/>
        </p:nvPicPr>
        <p:blipFill>
          <a:blip r:embed="rId2"/>
          <a:stretch>
            <a:fillRect/>
          </a:stretch>
        </p:blipFill>
        <p:spPr>
          <a:xfrm>
            <a:off x="1601107" y="1289621"/>
            <a:ext cx="5753100" cy="3105150"/>
          </a:xfrm>
          <a:prstGeom prst="rect">
            <a:avLst/>
          </a:prstGeom>
        </p:spPr>
      </p:pic>
    </p:spTree>
    <p:extLst>
      <p:ext uri="{BB962C8B-B14F-4D97-AF65-F5344CB8AC3E}">
        <p14:creationId xmlns:p14="http://schemas.microsoft.com/office/powerpoint/2010/main" val="2614651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311700" y="445025"/>
            <a:ext cx="8520600" cy="4313092"/>
          </a:xfrm>
          <a:prstGeom prst="rect">
            <a:avLst/>
          </a:prstGeom>
          <a:noFill/>
          <a:ln>
            <a:noFill/>
          </a:ln>
        </p:spPr>
        <p:txBody>
          <a:bodyPr spcFirstLastPara="1" wrap="square" lIns="91425" tIns="91425" rIns="91425" bIns="91425" anchor="t" anchorCtr="0">
            <a:normAutofit/>
          </a:bodyPr>
          <a:lstStyle/>
          <a:p>
            <a:pPr>
              <a:buSzPct val="111111"/>
            </a:pPr>
            <a:r>
              <a:rPr lang="en-US" sz="3600" b="1" dirty="0">
                <a:solidFill>
                  <a:srgbClr val="002060"/>
                </a:solidFill>
                <a:latin typeface="+mn-lt"/>
                <a:cs typeface="Aldhabi" panose="01000000000000000000" pitchFamily="2" charset="-78"/>
              </a:rPr>
              <a:t>Whitebox Testing</a:t>
            </a:r>
            <a:br>
              <a:rPr lang="en-US" dirty="0"/>
            </a:br>
            <a:br>
              <a:rPr lang="en-US" dirty="0"/>
            </a:br>
            <a:r>
              <a:rPr lang="en-US" sz="1800" dirty="0">
                <a:solidFill>
                  <a:srgbClr val="212529"/>
                </a:solidFill>
                <a:latin typeface="Amasis MT Pro" panose="02040504050005020304" pitchFamily="18" charset="0"/>
                <a:cs typeface="Times New Roman" panose="02020603050405020304" pitchFamily="18" charset="0"/>
              </a:rPr>
              <a:t>P</a:t>
            </a:r>
            <a: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t>erforming  testing on application with structure knowledge or coding knowledge is called Whitebox testing. </a:t>
            </a:r>
            <a:b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br>
            <a: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t>Or </a:t>
            </a:r>
            <a:b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br>
            <a: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t>Testing each line of code is called Whitebox testing.</a:t>
            </a:r>
            <a:b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br>
            <a: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t> </a:t>
            </a:r>
            <a: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t>A resource who is having coding knowledge can </a:t>
            </a:r>
            <a:r>
              <a:rPr lang="en-US" sz="180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t>perform Whitebox  </a:t>
            </a:r>
            <a: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t>testing in a project</a:t>
            </a: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The name of this testing is white because code is visible.</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Ex. Development team.</a:t>
            </a:r>
            <a:endParaRPr lang="en-US" sz="1800" b="1" dirty="0">
              <a:latin typeface="Amasis MT Pro" panose="020B06040202020202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6</a:t>
            </a:fld>
            <a:endParaRPr/>
          </a:p>
        </p:txBody>
      </p:sp>
    </p:spTree>
    <p:extLst>
      <p:ext uri="{BB962C8B-B14F-4D97-AF65-F5344CB8AC3E}">
        <p14:creationId xmlns:p14="http://schemas.microsoft.com/office/powerpoint/2010/main" val="3413793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311700" y="445025"/>
            <a:ext cx="8520600" cy="4313092"/>
          </a:xfrm>
          <a:prstGeom prst="rect">
            <a:avLst/>
          </a:prstGeom>
          <a:noFill/>
          <a:ln>
            <a:noFill/>
          </a:ln>
        </p:spPr>
        <p:txBody>
          <a:bodyPr spcFirstLastPara="1" wrap="square" lIns="91425" tIns="91425" rIns="91425" bIns="91425" anchor="t" anchorCtr="0">
            <a:normAutofit/>
          </a:bodyPr>
          <a:lstStyle/>
          <a:p>
            <a:pPr>
              <a:buSzPct val="111111"/>
            </a:pPr>
            <a:r>
              <a:rPr lang="en-US" sz="3600" b="1" dirty="0">
                <a:solidFill>
                  <a:srgbClr val="002060"/>
                </a:solidFill>
                <a:latin typeface="+mn-lt"/>
                <a:cs typeface="Aldhabi" panose="01000000000000000000" pitchFamily="2" charset="-78"/>
              </a:rPr>
              <a:t>Blackbox Testing</a:t>
            </a:r>
            <a:br>
              <a:rPr lang="en-US" dirty="0"/>
            </a:br>
            <a:br>
              <a:rPr lang="en-US" dirty="0"/>
            </a:br>
            <a:r>
              <a:rPr lang="en-US" sz="1800" dirty="0">
                <a:solidFill>
                  <a:srgbClr val="212529"/>
                </a:solidFill>
                <a:latin typeface="Amasis MT Pro" panose="02040504050005020304" pitchFamily="18" charset="0"/>
                <a:cs typeface="Times New Roman" panose="02020603050405020304" pitchFamily="18" charset="0"/>
              </a:rPr>
              <a:t>P</a:t>
            </a:r>
            <a: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t>erforming  testing on application with </a:t>
            </a:r>
            <a: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t>functional</a:t>
            </a:r>
            <a: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t> knowledge is called </a:t>
            </a:r>
            <a: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t>Black</a:t>
            </a:r>
            <a: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t>box testing.</a:t>
            </a:r>
            <a:b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br>
            <a: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t> </a:t>
            </a:r>
            <a: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t>A resource who is having functional knowledge can perform </a:t>
            </a:r>
            <a:r>
              <a:rPr lang="en-US" sz="1800" dirty="0" err="1">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t>blackbox</a:t>
            </a:r>
            <a: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t>  testing in a project</a:t>
            </a: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a:t>
            </a: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b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br>
            <a:r>
              <a:rPr lang="en-US" sz="1800" dirty="0">
                <a:solidFill>
                  <a:srgbClr val="222222"/>
                </a:solidFill>
                <a:latin typeface="Amasis MT Pro" panose="020B0604020202020204" pitchFamily="18" charset="0"/>
                <a:ea typeface="Times New Roman" panose="02020603050405020304" pitchFamily="18" charset="0"/>
                <a:cs typeface="Times New Roman" panose="02020603050405020304" pitchFamily="18" charset="0"/>
              </a:rPr>
              <a:t>Ex. Testing team.</a:t>
            </a:r>
            <a:endParaRPr lang="en-US" sz="1800" b="1" dirty="0">
              <a:latin typeface="Amasis MT Pro" panose="020B06040202020202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7</a:t>
            </a:fld>
            <a:endParaRPr/>
          </a:p>
        </p:txBody>
      </p:sp>
    </p:spTree>
    <p:extLst>
      <p:ext uri="{BB962C8B-B14F-4D97-AF65-F5344CB8AC3E}">
        <p14:creationId xmlns:p14="http://schemas.microsoft.com/office/powerpoint/2010/main" val="351712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4"/>
          <p:cNvSpPr txBox="1">
            <a:spLocks noGrp="1"/>
          </p:cNvSpPr>
          <p:nvPr>
            <p:ph type="title"/>
          </p:nvPr>
        </p:nvSpPr>
        <p:spPr>
          <a:xfrm>
            <a:off x="484156" y="248999"/>
            <a:ext cx="8709458" cy="468429"/>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IN" sz="2400" b="1" dirty="0">
                <a:latin typeface="Fira Sans"/>
                <a:ea typeface="Fira Sans"/>
                <a:cs typeface="Fira Sans"/>
                <a:sym typeface="Fira Sans"/>
              </a:rPr>
              <a:t>Difference Between Whitebox Testing and Blackbox Testing</a:t>
            </a:r>
            <a:endParaRPr sz="2400" b="1" dirty="0">
              <a:latin typeface="Fira Sans"/>
              <a:ea typeface="Fira Sans"/>
              <a:cs typeface="Fira Sans"/>
              <a:sym typeface="Fira Sans"/>
            </a:endParaRPr>
          </a:p>
        </p:txBody>
      </p:sp>
      <p:sp>
        <p:nvSpPr>
          <p:cNvPr id="86" name="Google Shape;8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8</a:t>
            </a:fld>
            <a:endParaRPr/>
          </a:p>
        </p:txBody>
      </p:sp>
      <p:graphicFrame>
        <p:nvGraphicFramePr>
          <p:cNvPr id="87" name="Google Shape;87;p4"/>
          <p:cNvGraphicFramePr/>
          <p:nvPr>
            <p:extLst>
              <p:ext uri="{D42A27DB-BD31-4B8C-83A1-F6EECF244321}">
                <p14:modId xmlns:p14="http://schemas.microsoft.com/office/powerpoint/2010/main" val="2960936265"/>
              </p:ext>
            </p:extLst>
          </p:nvPr>
        </p:nvGraphicFramePr>
        <p:xfrm>
          <a:off x="484156" y="1017725"/>
          <a:ext cx="7707075" cy="3468671"/>
        </p:xfrm>
        <a:graphic>
          <a:graphicData uri="http://schemas.openxmlformats.org/drawingml/2006/table">
            <a:tbl>
              <a:tblPr firstRow="1" bandRow="1">
                <a:noFill/>
                <a:tableStyleId>{D99E39AB-BF7C-4983-8E33-9161A9736C17}</a:tableStyleId>
              </a:tblPr>
              <a:tblGrid>
                <a:gridCol w="3793950">
                  <a:extLst>
                    <a:ext uri="{9D8B030D-6E8A-4147-A177-3AD203B41FA5}">
                      <a16:colId xmlns:a16="http://schemas.microsoft.com/office/drawing/2014/main" val="20000"/>
                    </a:ext>
                  </a:extLst>
                </a:gridCol>
                <a:gridCol w="3913125">
                  <a:extLst>
                    <a:ext uri="{9D8B030D-6E8A-4147-A177-3AD203B41FA5}">
                      <a16:colId xmlns:a16="http://schemas.microsoft.com/office/drawing/2014/main" val="20001"/>
                    </a:ext>
                  </a:extLst>
                </a:gridCol>
              </a:tblGrid>
              <a:tr h="312075">
                <a:tc>
                  <a:txBody>
                    <a:bodyPr/>
                    <a:lstStyle/>
                    <a:p>
                      <a:pPr marL="0" marR="0" lvl="0" indent="0" algn="ctr" rtl="0">
                        <a:lnSpc>
                          <a:spcPct val="100000"/>
                        </a:lnSpc>
                        <a:spcBef>
                          <a:spcPts val="0"/>
                        </a:spcBef>
                        <a:spcAft>
                          <a:spcPts val="0"/>
                        </a:spcAft>
                        <a:buNone/>
                      </a:pPr>
                      <a:r>
                        <a:rPr lang="en-IN" sz="1600" u="none" strike="noStrike" cap="none" dirty="0">
                          <a:solidFill>
                            <a:schemeClr val="dk1"/>
                          </a:solidFill>
                          <a:latin typeface="Fira Sans"/>
                          <a:ea typeface="Fira Sans"/>
                          <a:cs typeface="Fira Sans"/>
                          <a:sym typeface="Fira Sans"/>
                        </a:rPr>
                        <a:t>Whitebox Testing</a:t>
                      </a:r>
                      <a:endParaRPr sz="1600" u="none" strike="noStrike" cap="none" dirty="0">
                        <a:solidFill>
                          <a:schemeClr val="dk1"/>
                        </a:solidFill>
                        <a:latin typeface="Fira Sans"/>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solidFill>
                      <a:srgbClr val="64E688"/>
                    </a:solidFill>
                  </a:tcPr>
                </a:tc>
                <a:tc>
                  <a:txBody>
                    <a:bodyPr/>
                    <a:lstStyle/>
                    <a:p>
                      <a:pPr marL="0" marR="0" lvl="0" indent="0" algn="ctr" rtl="0">
                        <a:lnSpc>
                          <a:spcPct val="100000"/>
                        </a:lnSpc>
                        <a:spcBef>
                          <a:spcPts val="0"/>
                        </a:spcBef>
                        <a:spcAft>
                          <a:spcPts val="0"/>
                        </a:spcAft>
                        <a:buNone/>
                      </a:pPr>
                      <a:r>
                        <a:rPr lang="en-US" sz="1600" u="none" strike="noStrike" cap="none" dirty="0">
                          <a:solidFill>
                            <a:schemeClr val="dk1"/>
                          </a:solidFill>
                          <a:latin typeface="Fira Sans"/>
                          <a:ea typeface="Fira Sans"/>
                          <a:cs typeface="Fira Sans"/>
                          <a:sym typeface="Fira Sans"/>
                        </a:rPr>
                        <a:t>B</a:t>
                      </a:r>
                      <a:r>
                        <a:rPr lang="en-IN" sz="1600" u="none" strike="noStrike" cap="none" dirty="0" err="1">
                          <a:solidFill>
                            <a:schemeClr val="dk1"/>
                          </a:solidFill>
                          <a:latin typeface="Fira Sans"/>
                          <a:ea typeface="Fira Sans"/>
                          <a:cs typeface="Fira Sans"/>
                          <a:sym typeface="Fira Sans"/>
                        </a:rPr>
                        <a:t>lackbox</a:t>
                      </a:r>
                      <a:r>
                        <a:rPr lang="en-IN" sz="1600" u="none" strike="noStrike" cap="none" dirty="0">
                          <a:solidFill>
                            <a:schemeClr val="dk1"/>
                          </a:solidFill>
                          <a:latin typeface="Fira Sans"/>
                          <a:ea typeface="Fira Sans"/>
                          <a:cs typeface="Fira Sans"/>
                          <a:sym typeface="Fira Sans"/>
                        </a:rPr>
                        <a:t> Testing</a:t>
                      </a:r>
                      <a:endParaRPr sz="1600" u="none" strike="noStrike" cap="none" dirty="0">
                        <a:solidFill>
                          <a:schemeClr val="dk1"/>
                        </a:solidFill>
                        <a:latin typeface="Fira Sans"/>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solidFill>
                      <a:srgbClr val="64E688"/>
                    </a:solidFill>
                  </a:tcPr>
                </a:tc>
                <a:extLst>
                  <a:ext uri="{0D108BD9-81ED-4DB2-BD59-A6C34878D82A}">
                    <a16:rowId xmlns:a16="http://schemas.microsoft.com/office/drawing/2014/main" val="10000"/>
                  </a:ext>
                </a:extLst>
              </a:tr>
              <a:tr h="482300">
                <a:tc>
                  <a:txBody>
                    <a:bodyPr/>
                    <a:lstStyle/>
                    <a:p>
                      <a:pPr marL="457200" marR="0" lvl="1" indent="-317500" algn="just" rtl="0">
                        <a:lnSpc>
                          <a:spcPct val="100000"/>
                        </a:lnSpc>
                        <a:spcBef>
                          <a:spcPts val="0"/>
                        </a:spcBef>
                        <a:spcAft>
                          <a:spcPts val="0"/>
                        </a:spcAft>
                        <a:buSzPts val="1400"/>
                        <a:buFont typeface="Fira Sans"/>
                        <a:buAutoNum type="arabicPeriod"/>
                      </a:pPr>
                      <a:r>
                        <a:rPr lang="en-US" sz="1400" b="0" i="0" u="none" strike="noStrike" cap="none" dirty="0">
                          <a:solidFill>
                            <a:schemeClr val="dk1"/>
                          </a:solidFill>
                          <a:effectLst/>
                          <a:latin typeface="Arial"/>
                          <a:ea typeface="Arial"/>
                          <a:cs typeface="Arial"/>
                          <a:sym typeface="Arial"/>
                        </a:rPr>
                        <a:t>The White Box Test is a method used to test a software taking into consideration its internal functioning.</a:t>
                      </a:r>
                      <a:endParaRPr b="1" dirty="0">
                        <a:latin typeface="Fira Sans"/>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marR="0" lvl="1" indent="-317500" algn="just" rtl="0">
                        <a:lnSpc>
                          <a:spcPct val="100000"/>
                        </a:lnSpc>
                        <a:spcBef>
                          <a:spcPts val="0"/>
                        </a:spcBef>
                        <a:spcAft>
                          <a:spcPts val="0"/>
                        </a:spcAft>
                        <a:buSzPts val="1400"/>
                        <a:buFont typeface="Fira Sans"/>
                        <a:buAutoNum type="arabicPeriod"/>
                      </a:pPr>
                      <a:r>
                        <a:rPr lang="en-US" sz="1400" b="0" i="0" u="none" strike="noStrike" cap="none" dirty="0">
                          <a:solidFill>
                            <a:schemeClr val="dk1"/>
                          </a:solidFill>
                          <a:effectLst/>
                          <a:latin typeface="Arial"/>
                          <a:ea typeface="Arial"/>
                          <a:cs typeface="Arial"/>
                          <a:sym typeface="Arial"/>
                        </a:rPr>
                        <a:t>The Black Box Test is a test that only considers the external behavior of the system; the internal workings of the software is not taken into account.</a:t>
                      </a:r>
                      <a:endParaRPr dirty="0">
                        <a:latin typeface="Fira Sans"/>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1"/>
                  </a:ext>
                </a:extLst>
              </a:tr>
              <a:tr h="292895">
                <a:tc>
                  <a:txBody>
                    <a:bodyPr/>
                    <a:lstStyle/>
                    <a:p>
                      <a:pPr marL="457200" lvl="1" indent="-317500" algn="just" rtl="0">
                        <a:spcBef>
                          <a:spcPts val="0"/>
                        </a:spcBef>
                        <a:spcAft>
                          <a:spcPts val="0"/>
                        </a:spcAft>
                        <a:buClr>
                          <a:schemeClr val="dk1"/>
                        </a:buClr>
                        <a:buSzPts val="1400"/>
                        <a:buFont typeface="Fira Sans"/>
                        <a:buAutoNum type="arabicPeriod" startAt="2"/>
                      </a:pPr>
                      <a:r>
                        <a:rPr lang="en-US" sz="1400" b="0" i="0" u="none" strike="noStrike" cap="none" dirty="0">
                          <a:solidFill>
                            <a:schemeClr val="dk1"/>
                          </a:solidFill>
                          <a:effectLst/>
                          <a:latin typeface="Arial"/>
                          <a:ea typeface="Arial"/>
                          <a:cs typeface="Arial"/>
                          <a:sym typeface="Arial"/>
                        </a:rPr>
                        <a:t>It is carried out by Developer</a:t>
                      </a:r>
                      <a:endParaRPr dirty="0">
                        <a:latin typeface="Fira Sans"/>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lvl="1" indent="-317500" algn="just" rtl="0">
                        <a:spcBef>
                          <a:spcPts val="0"/>
                        </a:spcBef>
                        <a:spcAft>
                          <a:spcPts val="0"/>
                        </a:spcAft>
                        <a:buClr>
                          <a:schemeClr val="dk1"/>
                        </a:buClr>
                        <a:buSzPts val="1400"/>
                        <a:buFont typeface="Fira Sans"/>
                        <a:buAutoNum type="arabicPeriod" startAt="2"/>
                      </a:pPr>
                      <a:r>
                        <a:rPr lang="en-US" sz="1400" b="0" i="0" u="none" strike="noStrike" cap="none" dirty="0">
                          <a:solidFill>
                            <a:schemeClr val="dk1"/>
                          </a:solidFill>
                          <a:effectLst/>
                          <a:latin typeface="Arial"/>
                          <a:ea typeface="Arial"/>
                          <a:cs typeface="Arial"/>
                          <a:sym typeface="Arial"/>
                        </a:rPr>
                        <a:t>It is carried out by testers.</a:t>
                      </a:r>
                      <a:endParaRPr dirty="0">
                        <a:latin typeface="Fira Sans"/>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2"/>
                  </a:ext>
                </a:extLst>
              </a:tr>
              <a:tr h="329171">
                <a:tc>
                  <a:txBody>
                    <a:bodyPr/>
                    <a:lstStyle/>
                    <a:p>
                      <a:pPr marL="457200" lvl="1" indent="-317500" algn="just" rtl="0">
                        <a:spcBef>
                          <a:spcPts val="0"/>
                        </a:spcBef>
                        <a:spcAft>
                          <a:spcPts val="0"/>
                        </a:spcAft>
                        <a:buClr>
                          <a:schemeClr val="dk1"/>
                        </a:buClr>
                        <a:buSzPts val="1400"/>
                        <a:buFont typeface="Fira Sans"/>
                        <a:buAutoNum type="arabicPeriod" startAt="3"/>
                      </a:pPr>
                      <a:r>
                        <a:rPr lang="en-US" sz="1400" b="0" i="0" u="none" strike="noStrike" cap="none" dirty="0">
                          <a:solidFill>
                            <a:schemeClr val="dk1"/>
                          </a:solidFill>
                          <a:effectLst/>
                          <a:latin typeface="Arial"/>
                          <a:ea typeface="Arial"/>
                          <a:cs typeface="Arial"/>
                          <a:sym typeface="Arial"/>
                        </a:rPr>
                        <a:t>It is the most time consuming.</a:t>
                      </a:r>
                      <a:endParaRPr dirty="0">
                        <a:latin typeface="Fira Sans"/>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tcPr>
                </a:tc>
                <a:tc>
                  <a:txBody>
                    <a:bodyPr/>
                    <a:lstStyle/>
                    <a:p>
                      <a:pPr marL="457200" lvl="1" indent="-317500" algn="just" rtl="0">
                        <a:spcBef>
                          <a:spcPts val="0"/>
                        </a:spcBef>
                        <a:spcAft>
                          <a:spcPts val="0"/>
                        </a:spcAft>
                        <a:buClr>
                          <a:schemeClr val="dk1"/>
                        </a:buClr>
                        <a:buSzPts val="1400"/>
                        <a:buFont typeface="Fira Sans"/>
                        <a:buAutoNum type="arabicPeriod" startAt="3"/>
                      </a:pPr>
                      <a:r>
                        <a:rPr lang="en-US" sz="1400" b="0" i="0" u="none" strike="noStrike" cap="none" dirty="0">
                          <a:solidFill>
                            <a:schemeClr val="dk1"/>
                          </a:solidFill>
                          <a:effectLst/>
                          <a:highlight>
                            <a:srgbClr val="FFFFFF"/>
                          </a:highlight>
                          <a:latin typeface="Arial"/>
                          <a:ea typeface="Arial"/>
                          <a:cs typeface="Arial"/>
                          <a:sym typeface="Arial"/>
                        </a:rPr>
                        <a:t>It is the least time consuming.</a:t>
                      </a:r>
                      <a:endParaRPr sz="1350" dirty="0">
                        <a:highlight>
                          <a:srgbClr val="FFFFFF"/>
                        </a:highlight>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3"/>
                  </a:ext>
                </a:extLst>
              </a:tr>
              <a:tr h="265602">
                <a:tc>
                  <a:txBody>
                    <a:bodyPr/>
                    <a:lstStyle/>
                    <a:p>
                      <a:pPr marL="457200" marR="0" lvl="1" indent="-317500" algn="just" defTabSz="914400" rtl="0" eaLnBrk="1" fontAlgn="auto" latinLnBrk="0" hangingPunct="1">
                        <a:lnSpc>
                          <a:spcPct val="100000"/>
                        </a:lnSpc>
                        <a:spcBef>
                          <a:spcPts val="0"/>
                        </a:spcBef>
                        <a:spcAft>
                          <a:spcPts val="0"/>
                        </a:spcAft>
                        <a:buClr>
                          <a:schemeClr val="dk1"/>
                        </a:buClr>
                        <a:buSzPts val="1400"/>
                        <a:buFont typeface="Fira Sans"/>
                        <a:buAutoNum type="arabicPeriod" startAt="4"/>
                        <a:tabLst/>
                        <a:defRPr/>
                      </a:pPr>
                      <a:r>
                        <a:rPr lang="en-US" sz="1400" b="0" i="0" u="none" strike="noStrike" cap="none" dirty="0">
                          <a:solidFill>
                            <a:schemeClr val="dk1"/>
                          </a:solidFill>
                          <a:effectLst/>
                          <a:latin typeface="Arial"/>
                          <a:ea typeface="Arial"/>
                          <a:cs typeface="Arial"/>
                          <a:sym typeface="Arial"/>
                        </a:rPr>
                        <a:t>It is the logic testing of the software.</a:t>
                      </a:r>
                    </a:p>
                  </a:txBody>
                  <a:tcPr marL="91450" marR="91450" marT="45725" marB="45725">
                    <a:lnR w="9525" cap="flat" cmpd="sng" algn="ctr">
                      <a:solidFill>
                        <a:srgbClr val="000000"/>
                      </a:solidFill>
                      <a:prstDash val="solid"/>
                      <a:round/>
                      <a:headEnd type="none" w="sm" len="sm"/>
                      <a:tailEnd type="none" w="sm" len="sm"/>
                    </a:lnR>
                  </a:tcPr>
                </a:tc>
                <a:tc>
                  <a:txBody>
                    <a:bodyPr/>
                    <a:lstStyle/>
                    <a:p>
                      <a:pPr marL="457200" marR="0" lvl="1" indent="-317500" algn="just" defTabSz="914400" rtl="0" eaLnBrk="1" fontAlgn="auto" latinLnBrk="0" hangingPunct="1">
                        <a:lnSpc>
                          <a:spcPct val="100000"/>
                        </a:lnSpc>
                        <a:spcBef>
                          <a:spcPts val="0"/>
                        </a:spcBef>
                        <a:spcAft>
                          <a:spcPts val="0"/>
                        </a:spcAft>
                        <a:buClr>
                          <a:schemeClr val="dk1"/>
                        </a:buClr>
                        <a:buSzPts val="1400"/>
                        <a:buFont typeface="Fira Sans"/>
                        <a:buAutoNum type="arabicPeriod" startAt="4"/>
                        <a:tabLst/>
                        <a:defRPr/>
                      </a:pPr>
                      <a:r>
                        <a:rPr lang="en-US" sz="1400" b="0" i="0" u="none" strike="noStrike" cap="none" dirty="0">
                          <a:solidFill>
                            <a:schemeClr val="dk1"/>
                          </a:solidFill>
                          <a:effectLst/>
                          <a:latin typeface="Arial"/>
                          <a:ea typeface="Arial"/>
                          <a:cs typeface="Arial"/>
                          <a:sym typeface="Arial"/>
                        </a:rPr>
                        <a:t>It is the behavior testing of the software.</a:t>
                      </a:r>
                    </a:p>
                  </a:txBody>
                  <a:tcPr marL="91450" marR="91450" marT="45725" marB="45725">
                    <a:lnL w="9525" cap="flat" cmpd="sng" algn="ctr">
                      <a:solidFill>
                        <a:srgbClr val="000000"/>
                      </a:solidFill>
                      <a:prstDash val="solid"/>
                      <a:round/>
                      <a:headEnd type="none" w="sm" len="sm"/>
                      <a:tailEnd type="none" w="sm" len="sm"/>
                    </a:lnL>
                  </a:tcPr>
                </a:tc>
                <a:extLst>
                  <a:ext uri="{0D108BD9-81ED-4DB2-BD59-A6C34878D82A}">
                    <a16:rowId xmlns:a16="http://schemas.microsoft.com/office/drawing/2014/main" val="4129514840"/>
                  </a:ext>
                </a:extLst>
              </a:tr>
              <a:tr h="265602">
                <a:tc>
                  <a:txBody>
                    <a:bodyPr/>
                    <a:lstStyle/>
                    <a:p>
                      <a:pPr marL="139700" lvl="1" indent="0" algn="just" rtl="0">
                        <a:spcBef>
                          <a:spcPts val="0"/>
                        </a:spcBef>
                        <a:spcAft>
                          <a:spcPts val="0"/>
                        </a:spcAft>
                        <a:buClr>
                          <a:schemeClr val="dk1"/>
                        </a:buClr>
                        <a:buSzPts val="1400"/>
                        <a:buFont typeface="Fira Sans"/>
                        <a:buNone/>
                      </a:pPr>
                      <a:r>
                        <a:rPr lang="en-US" sz="1400" b="0" i="0" u="none" strike="noStrike" cap="none" dirty="0">
                          <a:solidFill>
                            <a:schemeClr val="dk1"/>
                          </a:solidFill>
                          <a:effectLst/>
                          <a:latin typeface="Arial"/>
                          <a:ea typeface="Arial"/>
                          <a:cs typeface="Arial"/>
                          <a:sym typeface="Arial"/>
                        </a:rPr>
                        <a:t>5. Programming knowledge is  needed to         perform White Box testing.</a:t>
                      </a:r>
                    </a:p>
                  </a:txBody>
                  <a:tcPr marL="91450" marR="91450" marT="45725" marB="45725">
                    <a:lnR w="9525" cap="flat" cmpd="sng" algn="ctr">
                      <a:solidFill>
                        <a:srgbClr val="000000"/>
                      </a:solidFill>
                      <a:prstDash val="solid"/>
                      <a:round/>
                      <a:headEnd type="none" w="sm" len="sm"/>
                      <a:tailEnd type="none" w="sm" len="sm"/>
                    </a:lnR>
                  </a:tcPr>
                </a:tc>
                <a:tc>
                  <a:txBody>
                    <a:bodyPr/>
                    <a:lstStyle/>
                    <a:p>
                      <a:pPr marL="139700" lvl="1" indent="0" algn="just" rtl="0">
                        <a:spcBef>
                          <a:spcPts val="0"/>
                        </a:spcBef>
                        <a:spcAft>
                          <a:spcPts val="0"/>
                        </a:spcAft>
                        <a:buClr>
                          <a:schemeClr val="dk1"/>
                        </a:buClr>
                        <a:buSzPts val="1400"/>
                        <a:buFont typeface="Fira Sans"/>
                        <a:buNone/>
                      </a:pPr>
                      <a:r>
                        <a:rPr lang="en-US" sz="1400" b="0" i="0" u="none" strike="noStrike" cap="none" dirty="0">
                          <a:solidFill>
                            <a:schemeClr val="dk1"/>
                          </a:solidFill>
                          <a:effectLst/>
                          <a:latin typeface="Arial"/>
                          <a:ea typeface="Arial"/>
                          <a:cs typeface="Arial"/>
                          <a:sym typeface="Arial"/>
                        </a:rPr>
                        <a:t>5. Programming knowledge is not needed to perform Black Box testing.</a:t>
                      </a:r>
                      <a:endParaRPr dirty="0">
                        <a:latin typeface="Fira Sans"/>
                        <a:ea typeface="Fira Sans"/>
                        <a:cs typeface="Fira Sans"/>
                        <a:sym typeface="Fira Sans"/>
                      </a:endParaRPr>
                    </a:p>
                  </a:txBody>
                  <a:tcPr marL="91450" marR="91450" marT="45725" marB="45725">
                    <a:lnL w="9525" cap="flat" cmpd="sng" algn="ctr">
                      <a:solidFill>
                        <a:srgbClr val="000000"/>
                      </a:solidFill>
                      <a:prstDash val="solid"/>
                      <a:round/>
                      <a:headEnd type="none" w="sm" len="sm"/>
                      <a:tailEnd type="none" w="sm" len="sm"/>
                    </a:lnL>
                  </a:tcPr>
                </a:tc>
                <a:extLst>
                  <a:ext uri="{0D108BD9-81ED-4DB2-BD59-A6C34878D82A}">
                    <a16:rowId xmlns:a16="http://schemas.microsoft.com/office/drawing/2014/main" val="2008950023"/>
                  </a:ext>
                </a:extLst>
              </a:tr>
              <a:tr h="265602">
                <a:tc>
                  <a:txBody>
                    <a:bodyPr/>
                    <a:lstStyle/>
                    <a:p>
                      <a:pPr marL="139700" lvl="1" indent="0" algn="just" rtl="0">
                        <a:spcBef>
                          <a:spcPts val="0"/>
                        </a:spcBef>
                        <a:spcAft>
                          <a:spcPts val="0"/>
                        </a:spcAft>
                        <a:buClr>
                          <a:schemeClr val="dk1"/>
                        </a:buClr>
                        <a:buSzPts val="1400"/>
                        <a:buFont typeface="Fira Sans"/>
                        <a:buNone/>
                      </a:pPr>
                      <a:r>
                        <a:rPr lang="en-US" sz="1400" b="0" i="0" u="none" strike="noStrike" cap="none" dirty="0">
                          <a:solidFill>
                            <a:schemeClr val="dk1"/>
                          </a:solidFill>
                          <a:effectLst/>
                          <a:latin typeface="Arial"/>
                          <a:ea typeface="Arial"/>
                          <a:cs typeface="Arial"/>
                          <a:sym typeface="Arial"/>
                        </a:rPr>
                        <a:t>6. It is also known as clear box testing, code-based testing, structural testing, and transparent testing.</a:t>
                      </a:r>
                    </a:p>
                  </a:txBody>
                  <a:tcPr marL="91450" marR="91450" marT="45725" marB="45725">
                    <a:lnR w="9525" cap="flat" cmpd="sng">
                      <a:solidFill>
                        <a:srgbClr val="000000"/>
                      </a:solidFill>
                      <a:prstDash val="solid"/>
                      <a:round/>
                      <a:headEnd type="none" w="sm" len="sm"/>
                      <a:tailEnd type="none" w="sm" len="sm"/>
                    </a:lnR>
                  </a:tcPr>
                </a:tc>
                <a:tc>
                  <a:txBody>
                    <a:bodyPr/>
                    <a:lstStyle/>
                    <a:p>
                      <a:pPr marL="139700" marR="0" lvl="1" indent="0" algn="just" defTabSz="914400" rtl="0" eaLnBrk="1" fontAlgn="auto" latinLnBrk="0" hangingPunct="1">
                        <a:lnSpc>
                          <a:spcPct val="100000"/>
                        </a:lnSpc>
                        <a:spcBef>
                          <a:spcPts val="0"/>
                        </a:spcBef>
                        <a:spcAft>
                          <a:spcPts val="0"/>
                        </a:spcAft>
                        <a:buClr>
                          <a:schemeClr val="dk1"/>
                        </a:buClr>
                        <a:buSzPts val="1400"/>
                        <a:buFont typeface="Fira Sans"/>
                        <a:buNone/>
                        <a:tabLst/>
                        <a:defRPr/>
                      </a:pPr>
                      <a:r>
                        <a:rPr lang="en-US" dirty="0">
                          <a:latin typeface="Fira Sans"/>
                          <a:ea typeface="Fira Sans"/>
                          <a:cs typeface="Fira Sans"/>
                          <a:sym typeface="Fira Sans"/>
                        </a:rPr>
                        <a:t>6. </a:t>
                      </a:r>
                      <a:r>
                        <a:rPr lang="en-US" sz="1400" b="0" i="0" u="none" strike="noStrike" cap="none" dirty="0">
                          <a:solidFill>
                            <a:schemeClr val="dk1"/>
                          </a:solidFill>
                          <a:effectLst/>
                          <a:latin typeface="Arial"/>
                          <a:ea typeface="Arial"/>
                          <a:cs typeface="Arial"/>
                          <a:sym typeface="Arial"/>
                        </a:rPr>
                        <a:t>It is also known as functional testing and    closed box testing.</a:t>
                      </a:r>
                    </a:p>
                    <a:p>
                      <a:pPr marL="139700" lvl="1" indent="0" algn="just" rtl="0">
                        <a:spcBef>
                          <a:spcPts val="0"/>
                        </a:spcBef>
                        <a:spcAft>
                          <a:spcPts val="0"/>
                        </a:spcAft>
                        <a:buClr>
                          <a:schemeClr val="dk1"/>
                        </a:buClr>
                        <a:buSzPts val="1400"/>
                        <a:buFont typeface="Fira Sans"/>
                        <a:buNone/>
                      </a:pPr>
                      <a:endParaRPr dirty="0">
                        <a:latin typeface="Fira Sans"/>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82527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311700" y="445025"/>
            <a:ext cx="8520600" cy="4313092"/>
          </a:xfrm>
          <a:prstGeom prst="rect">
            <a:avLst/>
          </a:prstGeom>
          <a:noFill/>
          <a:ln>
            <a:noFill/>
          </a:ln>
        </p:spPr>
        <p:txBody>
          <a:bodyPr spcFirstLastPara="1" wrap="square" lIns="91425" tIns="91425" rIns="91425" bIns="91425" anchor="t" anchorCtr="0">
            <a:normAutofit/>
          </a:bodyPr>
          <a:lstStyle/>
          <a:p>
            <a:pPr>
              <a:buSzPct val="111111"/>
            </a:pPr>
            <a:r>
              <a:rPr lang="en-US" sz="3600" b="1" dirty="0">
                <a:solidFill>
                  <a:srgbClr val="002060"/>
                </a:solidFill>
                <a:latin typeface="+mn-lt"/>
                <a:cs typeface="Aldhabi" panose="01000000000000000000" pitchFamily="2" charset="-78"/>
              </a:rPr>
              <a:t>Graybox Testing</a:t>
            </a:r>
            <a:br>
              <a:rPr lang="en-US" dirty="0"/>
            </a:br>
            <a:br>
              <a:rPr lang="en-US" dirty="0"/>
            </a:br>
            <a:r>
              <a:rPr lang="en-US" sz="1800" b="0" i="0" dirty="0">
                <a:solidFill>
                  <a:srgbClr val="333333"/>
                </a:solidFill>
                <a:effectLst/>
                <a:latin typeface="inter-regular"/>
              </a:rPr>
              <a:t>Gray box testing is a combination of white box and Black box testing. It can be performed by a person who knew both coding and testing.</a:t>
            </a:r>
            <a:br>
              <a:rPr lang="en-US" sz="1800" b="0" i="0" dirty="0">
                <a:solidFill>
                  <a:srgbClr val="333333"/>
                </a:solidFill>
                <a:effectLst/>
                <a:latin typeface="inter-regular"/>
              </a:rPr>
            </a:br>
            <a:br>
              <a:rPr lang="en-US" sz="1800" b="0" i="0" dirty="0">
                <a:solidFill>
                  <a:srgbClr val="333333"/>
                </a:solidFill>
                <a:effectLst/>
                <a:latin typeface="inter-regular"/>
              </a:rPr>
            </a:br>
            <a:r>
              <a:rPr lang="en-US" sz="1800" b="0" i="0" dirty="0">
                <a:solidFill>
                  <a:srgbClr val="333333"/>
                </a:solidFill>
                <a:effectLst/>
                <a:latin typeface="inter-regular"/>
              </a:rPr>
              <a:t>It is also called as Hybrid Testing</a:t>
            </a:r>
            <a:br>
              <a:rPr lang="en-US" sz="2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br>
            <a: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t>  </a:t>
            </a:r>
            <a:endParaRPr lang="en-US" sz="1800" b="1" dirty="0">
              <a:latin typeface="Amasis MT Pro" panose="020B06040202020202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9</a:t>
            </a:fld>
            <a:endParaRPr/>
          </a:p>
        </p:txBody>
      </p:sp>
    </p:spTree>
    <p:extLst>
      <p:ext uri="{BB962C8B-B14F-4D97-AF65-F5344CB8AC3E}">
        <p14:creationId xmlns:p14="http://schemas.microsoft.com/office/powerpoint/2010/main" val="3048460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311700" y="445025"/>
            <a:ext cx="8520600" cy="4313092"/>
          </a:xfrm>
          <a:prstGeom prst="rect">
            <a:avLst/>
          </a:prstGeom>
          <a:noFill/>
          <a:ln>
            <a:noFill/>
          </a:ln>
        </p:spPr>
        <p:txBody>
          <a:bodyPr spcFirstLastPara="1" wrap="square" lIns="91425" tIns="91425" rIns="91425" bIns="91425" anchor="t" anchorCtr="0">
            <a:normAutofit/>
          </a:bodyPr>
          <a:lstStyle/>
          <a:p>
            <a:pPr>
              <a:buSzPct val="111111"/>
            </a:pPr>
            <a:r>
              <a:rPr lang="en-US" sz="3600" b="1" dirty="0">
                <a:solidFill>
                  <a:srgbClr val="002060"/>
                </a:solidFill>
                <a:latin typeface="+mn-lt"/>
                <a:cs typeface="Aldhabi" panose="01000000000000000000" pitchFamily="2" charset="-78"/>
              </a:rPr>
              <a:t>System Testing</a:t>
            </a:r>
            <a:br>
              <a:rPr lang="en-US" dirty="0"/>
            </a:br>
            <a:br>
              <a:rPr lang="en-US" dirty="0"/>
            </a:br>
            <a: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t>System testing is defined as testing of complete or fully integrated software. This testing falls in Black box testing where we don’t need knowledge of code.</a:t>
            </a:r>
            <a:br>
              <a:rPr lang="en-US" sz="1800" dirty="0">
                <a:solidFill>
                  <a:srgbClr val="212529"/>
                </a:solidFill>
                <a:effectLst/>
                <a:latin typeface="Amasis MT Pro" panose="02040504050005020304" pitchFamily="18" charset="0"/>
                <a:ea typeface="Times New Roman" panose="02020603050405020304" pitchFamily="18" charset="0"/>
                <a:cs typeface="Times New Roman" panose="02020603050405020304" pitchFamily="18" charset="0"/>
              </a:rPr>
            </a:br>
            <a:b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br>
            <a: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t>System testing performed after sanity testing.  </a:t>
            </a:r>
            <a:b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br>
            <a:b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br>
            <a:r>
              <a:rPr lang="en-US" sz="1800" dirty="0">
                <a:solidFill>
                  <a:srgbClr val="212529"/>
                </a:solidFill>
                <a:latin typeface="Amasis MT Pro" panose="02040504050005020304" pitchFamily="18" charset="0"/>
                <a:ea typeface="Times New Roman" panose="02020603050405020304" pitchFamily="18" charset="0"/>
                <a:cs typeface="Times New Roman" panose="02020603050405020304" pitchFamily="18" charset="0"/>
              </a:rPr>
              <a:t>System Testing is also called as End to End testing.</a:t>
            </a:r>
            <a:endParaRPr lang="en-US" sz="1800" b="1" dirty="0">
              <a:latin typeface="Amasis MT Pro" panose="020B06040202020202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10</a:t>
            </a:fld>
            <a:endParaRPr/>
          </a:p>
        </p:txBody>
      </p:sp>
    </p:spTree>
    <p:extLst>
      <p:ext uri="{BB962C8B-B14F-4D97-AF65-F5344CB8AC3E}">
        <p14:creationId xmlns:p14="http://schemas.microsoft.com/office/powerpoint/2010/main" val="1988342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311700" y="445025"/>
            <a:ext cx="8520600" cy="4313092"/>
          </a:xfrm>
          <a:prstGeom prst="rect">
            <a:avLst/>
          </a:prstGeom>
          <a:noFill/>
          <a:ln>
            <a:noFill/>
          </a:ln>
        </p:spPr>
        <p:txBody>
          <a:bodyPr spcFirstLastPara="1" wrap="square" lIns="91425" tIns="91425" rIns="91425" bIns="91425" anchor="t" anchorCtr="0">
            <a:normAutofit/>
          </a:bodyPr>
          <a:lstStyle/>
          <a:p>
            <a:pPr>
              <a:buSzPct val="111111"/>
            </a:pPr>
            <a:r>
              <a:rPr lang="en-US" sz="3600" b="1" dirty="0">
                <a:solidFill>
                  <a:srgbClr val="002060"/>
                </a:solidFill>
                <a:latin typeface="+mn-lt"/>
                <a:cs typeface="Aldhabi" panose="01000000000000000000" pitchFamily="2" charset="-78"/>
              </a:rPr>
              <a:t>Usability Testing</a:t>
            </a:r>
            <a:br>
              <a:rPr lang="en-US" dirty="0"/>
            </a:br>
            <a:br>
              <a:rPr lang="en-US" dirty="0"/>
            </a:br>
            <a:r>
              <a:rPr lang="en-US" sz="1600" i="0" dirty="0">
                <a:solidFill>
                  <a:srgbClr val="202124"/>
                </a:solidFill>
                <a:effectLst/>
                <a:latin typeface="Amasis MT Pro" panose="02040504050005020304" pitchFamily="18" charset="0"/>
              </a:rPr>
              <a:t>Usability Testing is a type of testing, that is done from an end user's perspective to determine if the system is easily usable</a:t>
            </a:r>
            <a:br>
              <a:rPr lang="en-US" sz="1600" i="0" dirty="0">
                <a:solidFill>
                  <a:srgbClr val="202124"/>
                </a:solidFill>
                <a:effectLst/>
                <a:latin typeface="Amasis MT Pro" panose="02040504050005020304" pitchFamily="18" charset="0"/>
              </a:rPr>
            </a:br>
            <a:br>
              <a:rPr lang="en-US" sz="1600" i="0" dirty="0">
                <a:solidFill>
                  <a:srgbClr val="202124"/>
                </a:solidFill>
                <a:effectLst/>
                <a:latin typeface="Amasis MT Pro" panose="02040504050005020304" pitchFamily="18" charset="0"/>
              </a:rPr>
            </a:br>
            <a:r>
              <a:rPr lang="en-US" sz="1600" b="0" i="0" dirty="0">
                <a:solidFill>
                  <a:srgbClr val="222222"/>
                </a:solidFill>
                <a:effectLst/>
                <a:latin typeface="Amasis MT Pro" panose="02040504050005020304" pitchFamily="18" charset="0"/>
              </a:rPr>
              <a:t>Usability testing mainly focuses on user’s ease of using application, flexibility of application to handle controls and ability of application to meet its objectives.</a:t>
            </a:r>
            <a:br>
              <a:rPr lang="en-US" sz="1600" i="0" dirty="0">
                <a:solidFill>
                  <a:srgbClr val="202124"/>
                </a:solidFill>
                <a:effectLst/>
                <a:latin typeface="Amasis MT Pro" panose="02040504050005020304" pitchFamily="18" charset="0"/>
              </a:rPr>
            </a:br>
            <a:br>
              <a:rPr lang="en-US" sz="1600" dirty="0">
                <a:latin typeface="Amasis MT Pro" panose="02040504050005020304" pitchFamily="18" charset="0"/>
              </a:rPr>
            </a:br>
            <a:r>
              <a:rPr lang="en-US" sz="1600" dirty="0">
                <a:effectLst/>
                <a:latin typeface="Amasis MT Pro" panose="020B0604020202020204" pitchFamily="18" charset="0"/>
                <a:ea typeface="Calibri" panose="020F0502020204030204" pitchFamily="34" charset="0"/>
                <a:cs typeface="Calibri" panose="020F0502020204030204" pitchFamily="34" charset="0"/>
              </a:rPr>
              <a:t>Verifying the user friendliness of the application in terms of </a:t>
            </a:r>
            <a:r>
              <a:rPr lang="en-US" sz="1600" dirty="0">
                <a:latin typeface="Amasis MT Pro" panose="020B0604020202020204" pitchFamily="18" charset="0"/>
                <a:ea typeface="Calibri" panose="020F0502020204030204" pitchFamily="34" charset="0"/>
                <a:cs typeface="Calibri" panose="020F0502020204030204" pitchFamily="34" charset="0"/>
              </a:rPr>
              <a:t>colors, logos, images, font and alignment of the pages is called Usability </a:t>
            </a:r>
            <a:r>
              <a:rPr lang="en-US" sz="1600" dirty="0">
                <a:effectLst/>
                <a:latin typeface="Amasis MT Pro" panose="020B0604020202020204" pitchFamily="18" charset="0"/>
                <a:ea typeface="Calibri" panose="020F0502020204030204" pitchFamily="34" charset="0"/>
                <a:cs typeface="Calibri" panose="020F0502020204030204" pitchFamily="34" charset="0"/>
              </a:rPr>
              <a:t>testing.</a:t>
            </a:r>
            <a:br>
              <a:rPr lang="en-US" sz="1600" dirty="0">
                <a:effectLst/>
                <a:latin typeface="Amasis MT Pro" panose="020B0604020202020204" pitchFamily="18" charset="0"/>
                <a:ea typeface="Calibri" panose="020F0502020204030204" pitchFamily="34" charset="0"/>
                <a:cs typeface="Calibri" panose="020F0502020204030204" pitchFamily="34" charset="0"/>
              </a:rPr>
            </a:br>
            <a:br>
              <a:rPr lang="en-US" sz="1600" dirty="0">
                <a:effectLst/>
                <a:latin typeface="Amasis MT Pro" panose="020B0604020202020204" pitchFamily="18" charset="0"/>
                <a:ea typeface="Calibri" panose="020F0502020204030204" pitchFamily="34" charset="0"/>
                <a:cs typeface="Calibri" panose="020F0502020204030204" pitchFamily="34" charset="0"/>
              </a:rPr>
            </a:br>
            <a:r>
              <a:rPr lang="en-US" sz="1600" dirty="0">
                <a:solidFill>
                  <a:srgbClr val="222222"/>
                </a:solidFill>
                <a:effectLst/>
                <a:latin typeface="Amasis MT Pro" panose="020B0604020202020204" pitchFamily="18" charset="0"/>
                <a:ea typeface="Calibri" panose="020F0502020204030204" pitchFamily="34" charset="0"/>
                <a:cs typeface="Calibri" panose="020F0502020204030204" pitchFamily="34" charset="0"/>
              </a:rPr>
              <a:t>Note: </a:t>
            </a:r>
            <a:r>
              <a:rPr lang="en-US" sz="1600" dirty="0">
                <a:solidFill>
                  <a:srgbClr val="222222"/>
                </a:solidFill>
                <a:latin typeface="Amasis MT Pro" panose="020B0604020202020204" pitchFamily="18" charset="0"/>
                <a:ea typeface="Calibri" panose="020F0502020204030204" pitchFamily="34" charset="0"/>
                <a:cs typeface="Calibri" panose="020F0502020204030204" pitchFamily="34" charset="0"/>
              </a:rPr>
              <a:t>Usability</a:t>
            </a:r>
            <a:r>
              <a:rPr lang="en-US" sz="1600" dirty="0">
                <a:solidFill>
                  <a:srgbClr val="222222"/>
                </a:solidFill>
                <a:effectLst/>
                <a:latin typeface="Amasis MT Pro" panose="020B0604020202020204" pitchFamily="18" charset="0"/>
                <a:ea typeface="Calibri" panose="020F0502020204030204" pitchFamily="34" charset="0"/>
                <a:cs typeface="Calibri" panose="020F0502020204030204" pitchFamily="34" charset="0"/>
              </a:rPr>
              <a:t> testing is </a:t>
            </a:r>
            <a:r>
              <a:rPr lang="en-US" sz="1600" dirty="0">
                <a:solidFill>
                  <a:srgbClr val="222222"/>
                </a:solidFill>
                <a:latin typeface="Amasis MT Pro" panose="020B0604020202020204" pitchFamily="18" charset="0"/>
                <a:ea typeface="Calibri" panose="020F0502020204030204" pitchFamily="34" charset="0"/>
                <a:cs typeface="Calibri" panose="020F0502020204030204" pitchFamily="34" charset="0"/>
              </a:rPr>
              <a:t>also called </a:t>
            </a:r>
            <a:r>
              <a:rPr lang="en-US" sz="1600" b="1" dirty="0">
                <a:solidFill>
                  <a:srgbClr val="222222"/>
                </a:solidFill>
                <a:latin typeface="Amasis MT Pro" panose="020B0604020202020204" pitchFamily="18" charset="0"/>
                <a:ea typeface="Calibri" panose="020F0502020204030204" pitchFamily="34" charset="0"/>
                <a:cs typeface="Calibri" panose="020F0502020204030204" pitchFamily="34" charset="0"/>
              </a:rPr>
              <a:t>User Experience</a:t>
            </a:r>
            <a:r>
              <a:rPr lang="en-US" sz="1600" b="1" dirty="0">
                <a:solidFill>
                  <a:srgbClr val="222222"/>
                </a:solidFill>
                <a:effectLst/>
                <a:latin typeface="Amasis MT Pro" panose="020B0604020202020204" pitchFamily="18" charset="0"/>
                <a:ea typeface="Calibri" panose="020F0502020204030204" pitchFamily="34" charset="0"/>
                <a:cs typeface="Calibri" panose="020F0502020204030204" pitchFamily="34" charset="0"/>
              </a:rPr>
              <a:t> Testing</a:t>
            </a:r>
            <a:r>
              <a:rPr lang="en-US" sz="1600" b="1" dirty="0">
                <a:solidFill>
                  <a:srgbClr val="222222"/>
                </a:solidFill>
                <a:latin typeface="Amasis MT Pro" panose="020B0604020202020204" pitchFamily="18" charset="0"/>
                <a:ea typeface="Calibri" panose="020F0502020204030204" pitchFamily="34" charset="0"/>
                <a:cs typeface="Calibri" panose="020F0502020204030204" pitchFamily="34" charset="0"/>
              </a:rPr>
              <a:t>.</a:t>
            </a:r>
            <a:br>
              <a:rPr lang="en-US" sz="1600" dirty="0">
                <a:effectLst/>
                <a:latin typeface="Amasis MT Pro" panose="020B0604020202020204" pitchFamily="18" charset="0"/>
                <a:ea typeface="Calibri" panose="020F0502020204030204" pitchFamily="34" charset="0"/>
                <a:cs typeface="Times New Roman" panose="02020603050405020304" pitchFamily="18" charset="0"/>
              </a:rPr>
            </a:br>
            <a:endParaRPr lang="en-US" sz="1600" dirty="0">
              <a:latin typeface="Amasis MT Pro" panose="020B06040202020202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11</a:t>
            </a:fld>
            <a:endParaRPr/>
          </a:p>
        </p:txBody>
      </p:sp>
    </p:spTree>
    <p:extLst>
      <p:ext uri="{BB962C8B-B14F-4D97-AF65-F5344CB8AC3E}">
        <p14:creationId xmlns:p14="http://schemas.microsoft.com/office/powerpoint/2010/main" val="12168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550332" y="445025"/>
            <a:ext cx="8281967" cy="4474108"/>
          </a:xfrm>
          <a:prstGeom prst="rect">
            <a:avLst/>
          </a:prstGeom>
          <a:noFill/>
          <a:ln>
            <a:noFill/>
          </a:ln>
        </p:spPr>
        <p:txBody>
          <a:bodyPr spcFirstLastPara="1" wrap="square" lIns="91425" tIns="91425" rIns="91425" bIns="91425" anchor="t" anchorCtr="0">
            <a:normAutofit/>
          </a:bodyPr>
          <a:lstStyle/>
          <a:p>
            <a:pPr>
              <a:buSzPct val="111111"/>
            </a:pPr>
            <a:endParaRPr lang="en-US" sz="1600" dirty="0">
              <a:latin typeface="Amasis MT Pro" panose="020B0604020202020204" pitchFamily="18" charset="0"/>
            </a:endParaRPr>
          </a:p>
        </p:txBody>
      </p:sp>
      <p:sp>
        <p:nvSpPr>
          <p:cNvPr id="66" name="Google Shape;6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12</a:t>
            </a:fld>
            <a:endParaRPr/>
          </a:p>
        </p:txBody>
      </p:sp>
      <p:pic>
        <p:nvPicPr>
          <p:cNvPr id="3" name="Picture 2" descr="Diagram, timeline&#10;&#10;Description automatically generated">
            <a:extLst>
              <a:ext uri="{FF2B5EF4-FFF2-40B4-BE49-F238E27FC236}">
                <a16:creationId xmlns:a16="http://schemas.microsoft.com/office/drawing/2014/main" id="{02918635-2298-4916-AAFE-BD33E4151872}"/>
              </a:ext>
            </a:extLst>
          </p:cNvPr>
          <p:cNvPicPr>
            <a:picLocks noChangeAspect="1"/>
          </p:cNvPicPr>
          <p:nvPr/>
        </p:nvPicPr>
        <p:blipFill>
          <a:blip r:embed="rId3"/>
          <a:stretch>
            <a:fillRect/>
          </a:stretch>
        </p:blipFill>
        <p:spPr>
          <a:xfrm>
            <a:off x="455902" y="231420"/>
            <a:ext cx="7917900" cy="4003213"/>
          </a:xfrm>
          <a:prstGeom prst="rect">
            <a:avLst/>
          </a:prstGeom>
        </p:spPr>
      </p:pic>
    </p:spTree>
    <p:extLst>
      <p:ext uri="{BB962C8B-B14F-4D97-AF65-F5344CB8AC3E}">
        <p14:creationId xmlns:p14="http://schemas.microsoft.com/office/powerpoint/2010/main" val="2564612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13</a:t>
            </a:fld>
            <a:endParaRPr/>
          </a:p>
        </p:txBody>
      </p:sp>
      <p:pic>
        <p:nvPicPr>
          <p:cNvPr id="147" name="Google Shape;147;p17" descr="A red car with a white background&#10;&#10;Description automatically generated with medium confidence"/>
          <p:cNvPicPr preferRelativeResize="0"/>
          <p:nvPr/>
        </p:nvPicPr>
        <p:blipFill rotWithShape="1">
          <a:blip r:embed="rId3">
            <a:alphaModFix/>
          </a:blip>
          <a:srcRect/>
          <a:stretch/>
        </p:blipFill>
        <p:spPr>
          <a:xfrm>
            <a:off x="948450" y="806547"/>
            <a:ext cx="5943825" cy="3464950"/>
          </a:xfrm>
          <a:prstGeom prst="rect">
            <a:avLst/>
          </a:prstGeom>
          <a:noFill/>
          <a:ln>
            <a:noFill/>
          </a:ln>
        </p:spPr>
      </p:pic>
    </p:spTree>
    <p:extLst>
      <p:ext uri="{BB962C8B-B14F-4D97-AF65-F5344CB8AC3E}">
        <p14:creationId xmlns:p14="http://schemas.microsoft.com/office/powerpoint/2010/main" val="960523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4"/>
          <p:cNvSpPr txBox="1">
            <a:spLocks noGrp="1"/>
          </p:cNvSpPr>
          <p:nvPr>
            <p:ph type="title"/>
          </p:nvPr>
        </p:nvSpPr>
        <p:spPr>
          <a:xfrm>
            <a:off x="597850" y="445025"/>
            <a:ext cx="823445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IN" b="1">
                <a:latin typeface="Fira Sans"/>
                <a:ea typeface="Fira Sans"/>
                <a:cs typeface="Fira Sans"/>
                <a:sym typeface="Fira Sans"/>
              </a:rPr>
              <a:t>Perform Sanity Testing and Usability Testing on Car</a:t>
            </a:r>
            <a:endParaRPr b="1">
              <a:latin typeface="Fira Sans"/>
              <a:ea typeface="Fira Sans"/>
              <a:cs typeface="Fira Sans"/>
              <a:sym typeface="Fira Sans"/>
            </a:endParaRPr>
          </a:p>
        </p:txBody>
      </p:sp>
      <p:sp>
        <p:nvSpPr>
          <p:cNvPr id="154" name="Google Shape;154;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IN"/>
              <a:t>14</a:t>
            </a:fld>
            <a:endParaRPr/>
          </a:p>
        </p:txBody>
      </p:sp>
      <p:graphicFrame>
        <p:nvGraphicFramePr>
          <p:cNvPr id="155" name="Google Shape;155;p4"/>
          <p:cNvGraphicFramePr/>
          <p:nvPr/>
        </p:nvGraphicFramePr>
        <p:xfrm>
          <a:off x="597850" y="1400621"/>
          <a:ext cx="7707075" cy="2638545"/>
        </p:xfrm>
        <a:graphic>
          <a:graphicData uri="http://schemas.openxmlformats.org/drawingml/2006/table">
            <a:tbl>
              <a:tblPr firstRow="1" bandRow="1">
                <a:noFill/>
              </a:tblPr>
              <a:tblGrid>
                <a:gridCol w="3880800">
                  <a:extLst>
                    <a:ext uri="{9D8B030D-6E8A-4147-A177-3AD203B41FA5}">
                      <a16:colId xmlns:a16="http://schemas.microsoft.com/office/drawing/2014/main" val="20000"/>
                    </a:ext>
                  </a:extLst>
                </a:gridCol>
                <a:gridCol w="3826275">
                  <a:extLst>
                    <a:ext uri="{9D8B030D-6E8A-4147-A177-3AD203B41FA5}">
                      <a16:colId xmlns:a16="http://schemas.microsoft.com/office/drawing/2014/main" val="20001"/>
                    </a:ext>
                  </a:extLst>
                </a:gridCol>
              </a:tblGrid>
              <a:tr h="345875">
                <a:tc>
                  <a:txBody>
                    <a:bodyPr/>
                    <a:lstStyle/>
                    <a:p>
                      <a:pPr marL="0" marR="0" lvl="0" indent="0" algn="ctr" rtl="0">
                        <a:lnSpc>
                          <a:spcPct val="100000"/>
                        </a:lnSpc>
                        <a:spcBef>
                          <a:spcPts val="0"/>
                        </a:spcBef>
                        <a:spcAft>
                          <a:spcPts val="0"/>
                        </a:spcAft>
                        <a:buClr>
                          <a:srgbClr val="000000"/>
                        </a:buClr>
                        <a:buSzPts val="1600"/>
                        <a:buFont typeface="Arial"/>
                        <a:buNone/>
                      </a:pPr>
                      <a:r>
                        <a:rPr lang="en-IN" sz="1600" u="none" strike="noStrike" cap="none">
                          <a:solidFill>
                            <a:schemeClr val="dk1"/>
                          </a:solidFill>
                          <a:latin typeface="Fira Sans"/>
                          <a:ea typeface="Fira Sans"/>
                          <a:cs typeface="Fira Sans"/>
                          <a:sym typeface="Fira Sans"/>
                        </a:rPr>
                        <a:t>Sanity Testing</a:t>
                      </a:r>
                      <a:endParaRPr sz="1600" u="none" strike="noStrike" cap="none">
                        <a:solidFill>
                          <a:schemeClr val="dk1"/>
                        </a:solidFill>
                        <a:latin typeface="Fira Sans"/>
                        <a:ea typeface="Fira Sans"/>
                        <a:cs typeface="Fira Sans"/>
                        <a:sym typeface="Fira Sans"/>
                      </a:endParaRPr>
                    </a:p>
                  </a:txBody>
                  <a:tcPr marL="91450" marR="91450" marT="45725" marB="45725">
                    <a:lnR w="9525" cap="flat" cmpd="sng">
                      <a:solidFill>
                        <a:srgbClr val="000000"/>
                      </a:solidFill>
                      <a:prstDash val="solid"/>
                      <a:round/>
                      <a:headEnd type="none" w="sm" len="sm"/>
                      <a:tailEnd type="none" w="sm" len="sm"/>
                    </a:lnR>
                    <a:solidFill>
                      <a:srgbClr val="64E688"/>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u="none" strike="noStrike" cap="none">
                          <a:solidFill>
                            <a:schemeClr val="dk1"/>
                          </a:solidFill>
                          <a:latin typeface="Fira Sans"/>
                          <a:ea typeface="Fira Sans"/>
                          <a:cs typeface="Fira Sans"/>
                          <a:sym typeface="Fira Sans"/>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Usability Testing</a:t>
                      </a:r>
                      <a:endParaRPr sz="1600" u="none" strike="noStrike" cap="none">
                        <a:solidFill>
                          <a:schemeClr val="dk1"/>
                        </a:solidFill>
                        <a:latin typeface="Fira Sans"/>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solidFill>
                      <a:srgbClr val="64E688"/>
                    </a:solidFill>
                  </a:tcPr>
                </a:tc>
                <a:extLst>
                  <a:ext uri="{0D108BD9-81ED-4DB2-BD59-A6C34878D82A}">
                    <a16:rowId xmlns:a16="http://schemas.microsoft.com/office/drawing/2014/main" val="10000"/>
                  </a:ext>
                </a:extLst>
              </a:tr>
              <a:tr h="441200">
                <a:tc>
                  <a:txBody>
                    <a:bodyPr/>
                    <a:lstStyle/>
                    <a:p>
                      <a:pPr marL="139700" marR="0" lvl="0" indent="0" algn="l" rtl="0">
                        <a:lnSpc>
                          <a:spcPct val="100000"/>
                        </a:lnSpc>
                        <a:spcBef>
                          <a:spcPts val="0"/>
                        </a:spcBef>
                        <a:spcAft>
                          <a:spcPts val="0"/>
                        </a:spcAft>
                        <a:buClr>
                          <a:srgbClr val="000000"/>
                        </a:buClr>
                        <a:buSzPts val="1400"/>
                        <a:buFont typeface="Fira Sans"/>
                        <a:buNone/>
                      </a:pPr>
                      <a:r>
                        <a:rPr lang="en-IN" sz="1200" b="0" i="0" u="none" strike="noStrike" cap="none">
                          <a:solidFill>
                            <a:schemeClr val="dk1"/>
                          </a:solidFill>
                          <a:latin typeface="Arial"/>
                          <a:ea typeface="Arial"/>
                          <a:cs typeface="Arial"/>
                          <a:sym typeface="Arial"/>
                        </a:rPr>
                        <a:t>1.  Verifying whether Car is starting or not</a:t>
                      </a:r>
                      <a:endParaRPr sz="1200" u="none" strike="noStrike" cap="none">
                        <a:latin typeface="Arial"/>
                        <a:ea typeface="Arial"/>
                        <a:cs typeface="Arial"/>
                        <a:sym typeface="Arial"/>
                      </a:endParaRPr>
                    </a:p>
                  </a:txBody>
                  <a:tcPr marL="91450" marR="91450" marT="45725" marB="45725">
                    <a:lnR w="9525" cap="flat" cmpd="sng">
                      <a:solidFill>
                        <a:srgbClr val="000000"/>
                      </a:solidFill>
                      <a:prstDash val="solid"/>
                      <a:round/>
                      <a:headEnd type="none" w="sm" len="sm"/>
                      <a:tailEnd type="none" w="sm" len="sm"/>
                    </a:lnR>
                  </a:tcPr>
                </a:tc>
                <a:tc>
                  <a:txBody>
                    <a:bodyPr/>
                    <a:lstStyle/>
                    <a:p>
                      <a:pPr marL="139700" marR="0" lvl="0" indent="0" algn="l" rtl="0">
                        <a:lnSpc>
                          <a:spcPct val="100000"/>
                        </a:lnSpc>
                        <a:spcBef>
                          <a:spcPts val="0"/>
                        </a:spcBef>
                        <a:spcAft>
                          <a:spcPts val="0"/>
                        </a:spcAft>
                        <a:buClr>
                          <a:srgbClr val="000000"/>
                        </a:buClr>
                        <a:buSzPts val="1400"/>
                        <a:buFont typeface="Fira Sans"/>
                        <a:buNone/>
                      </a:pPr>
                      <a:r>
                        <a:rPr lang="en-IN" sz="1200" b="0" i="0" u="none" strike="noStrike" cap="none">
                          <a:solidFill>
                            <a:schemeClr val="dk1"/>
                          </a:solidFill>
                          <a:latin typeface="Arial"/>
                          <a:ea typeface="Arial"/>
                          <a:cs typeface="Arial"/>
                          <a:sym typeface="Arial"/>
                        </a:rPr>
                        <a:t>1. Verifying the colour of the Car</a:t>
                      </a:r>
                      <a:endParaRPr sz="1200" u="none" strike="noStrike" cap="none">
                        <a:latin typeface="Arial"/>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1"/>
                  </a:ext>
                </a:extLst>
              </a:tr>
              <a:tr h="447500">
                <a:tc>
                  <a:txBody>
                    <a:bodyPr/>
                    <a:lstStyle/>
                    <a:p>
                      <a:pPr marL="139700" marR="0" lvl="0" indent="0" algn="l" rtl="0">
                        <a:lnSpc>
                          <a:spcPct val="100000"/>
                        </a:lnSpc>
                        <a:spcBef>
                          <a:spcPts val="0"/>
                        </a:spcBef>
                        <a:spcAft>
                          <a:spcPts val="0"/>
                        </a:spcAft>
                        <a:buClr>
                          <a:schemeClr val="dk1"/>
                        </a:buClr>
                        <a:buSzPts val="1400"/>
                        <a:buFont typeface="Fira Sans"/>
                        <a:buNone/>
                      </a:pPr>
                      <a:r>
                        <a:rPr lang="en-IN" sz="1200" b="0" i="0" u="none" strike="noStrike" cap="none">
                          <a:solidFill>
                            <a:schemeClr val="dk1"/>
                          </a:solidFill>
                          <a:latin typeface="Arial"/>
                          <a:ea typeface="Arial"/>
                          <a:cs typeface="Arial"/>
                          <a:sym typeface="Arial"/>
                        </a:rPr>
                        <a:t>2. Verifying whether break is working or not</a:t>
                      </a:r>
                      <a:endParaRPr sz="1200" u="none" strike="noStrike" cap="none">
                        <a:latin typeface="Arial"/>
                        <a:ea typeface="Arial"/>
                        <a:cs typeface="Arial"/>
                        <a:sym typeface="Arial"/>
                      </a:endParaRPr>
                    </a:p>
                  </a:txBody>
                  <a:tcPr marL="91450" marR="91450" marT="45725" marB="45725">
                    <a:lnR w="9525" cap="flat" cmpd="sng">
                      <a:solidFill>
                        <a:srgbClr val="000000"/>
                      </a:solidFill>
                      <a:prstDash val="solid"/>
                      <a:round/>
                      <a:headEnd type="none" w="sm" len="sm"/>
                      <a:tailEnd type="none" w="sm" len="sm"/>
                    </a:lnR>
                  </a:tcPr>
                </a:tc>
                <a:tc>
                  <a:txBody>
                    <a:bodyPr/>
                    <a:lstStyle/>
                    <a:p>
                      <a:pPr marL="139700" marR="0" lvl="0" indent="0" algn="l" rtl="0">
                        <a:lnSpc>
                          <a:spcPct val="100000"/>
                        </a:lnSpc>
                        <a:spcBef>
                          <a:spcPts val="0"/>
                        </a:spcBef>
                        <a:spcAft>
                          <a:spcPts val="0"/>
                        </a:spcAft>
                        <a:buClr>
                          <a:schemeClr val="dk1"/>
                        </a:buClr>
                        <a:buSzPts val="1400"/>
                        <a:buFont typeface="Fira Sans"/>
                        <a:buNone/>
                      </a:pPr>
                      <a:r>
                        <a:rPr lang="en-IN" sz="1200" b="0" i="0" u="none" strike="noStrike" cap="none">
                          <a:solidFill>
                            <a:schemeClr val="dk1"/>
                          </a:solidFill>
                          <a:latin typeface="Arial"/>
                          <a:ea typeface="Arial"/>
                          <a:cs typeface="Arial"/>
                          <a:sym typeface="Arial"/>
                        </a:rPr>
                        <a:t>2. Verifying whether the Car is comfortable or not</a:t>
                      </a:r>
                      <a:endParaRPr sz="1200" u="none" strike="noStrike" cap="none">
                        <a:latin typeface="Arial"/>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2"/>
                  </a:ext>
                </a:extLst>
              </a:tr>
              <a:tr h="464825">
                <a:tc>
                  <a:txBody>
                    <a:bodyPr/>
                    <a:lstStyle/>
                    <a:p>
                      <a:pPr marL="139700" marR="0" lvl="0" indent="0" algn="l" rtl="0">
                        <a:lnSpc>
                          <a:spcPct val="100000"/>
                        </a:lnSpc>
                        <a:spcBef>
                          <a:spcPts val="0"/>
                        </a:spcBef>
                        <a:spcAft>
                          <a:spcPts val="0"/>
                        </a:spcAft>
                        <a:buClr>
                          <a:schemeClr val="dk1"/>
                        </a:buClr>
                        <a:buSzPts val="1400"/>
                        <a:buFont typeface="Fira Sans"/>
                        <a:buNone/>
                      </a:pPr>
                      <a:r>
                        <a:rPr lang="en-IN" sz="1200" u="none" strike="noStrike" cap="none">
                          <a:latin typeface="Arial"/>
                          <a:ea typeface="Arial"/>
                          <a:cs typeface="Arial"/>
                          <a:sym typeface="Arial"/>
                        </a:rPr>
                        <a:t>3.</a:t>
                      </a:r>
                      <a:r>
                        <a:rPr lang="en-IN" sz="1200" b="0" i="0" u="none" strike="noStrike" cap="none">
                          <a:solidFill>
                            <a:schemeClr val="dk1"/>
                          </a:solidFill>
                          <a:latin typeface="Arial"/>
                          <a:ea typeface="Arial"/>
                          <a:cs typeface="Arial"/>
                          <a:sym typeface="Arial"/>
                        </a:rPr>
                        <a:t> Verifying gear and accelerator is working or not</a:t>
                      </a:r>
                      <a:endParaRPr sz="1200" u="none" strike="noStrike" cap="none">
                        <a:latin typeface="Arial"/>
                        <a:ea typeface="Arial"/>
                        <a:cs typeface="Arial"/>
                        <a:sym typeface="Arial"/>
                      </a:endParaRPr>
                    </a:p>
                  </a:txBody>
                  <a:tcPr marL="91450" marR="91450" marT="45725" marB="45725">
                    <a:lnR w="9525" cap="flat" cmpd="sng">
                      <a:solidFill>
                        <a:srgbClr val="000000"/>
                      </a:solidFill>
                      <a:prstDash val="solid"/>
                      <a:round/>
                      <a:headEnd type="none" w="sm" len="sm"/>
                      <a:tailEnd type="none" w="sm" len="sm"/>
                    </a:lnR>
                  </a:tcPr>
                </a:tc>
                <a:tc>
                  <a:txBody>
                    <a:bodyPr/>
                    <a:lstStyle/>
                    <a:p>
                      <a:pPr marL="139700" marR="0" lvl="0" indent="0" algn="l" rtl="0">
                        <a:lnSpc>
                          <a:spcPct val="100000"/>
                        </a:lnSpc>
                        <a:spcBef>
                          <a:spcPts val="0"/>
                        </a:spcBef>
                        <a:spcAft>
                          <a:spcPts val="0"/>
                        </a:spcAft>
                        <a:buClr>
                          <a:schemeClr val="dk1"/>
                        </a:buClr>
                        <a:buSzPts val="1400"/>
                        <a:buFont typeface="Fira Sans"/>
                        <a:buNone/>
                      </a:pPr>
                      <a:r>
                        <a:rPr lang="en-IN" sz="1200" b="0" i="0" u="none" strike="noStrike" cap="none">
                          <a:solidFill>
                            <a:schemeClr val="dk1"/>
                          </a:solidFill>
                          <a:highlight>
                            <a:srgbClr val="FFFFFF"/>
                          </a:highlight>
                          <a:latin typeface="Arial"/>
                          <a:ea typeface="Arial"/>
                          <a:cs typeface="Arial"/>
                          <a:sym typeface="Arial"/>
                        </a:rPr>
                        <a:t>3. Verifying the company name and logo.</a:t>
                      </a:r>
                      <a:endParaRPr sz="1200" u="none" strike="noStrike" cap="none">
                        <a:highlight>
                          <a:srgbClr val="FFFFFF"/>
                        </a:highlight>
                        <a:latin typeface="Arial"/>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3"/>
                  </a:ext>
                </a:extLst>
              </a:tr>
              <a:tr h="238450">
                <a:tc>
                  <a:txBody>
                    <a:bodyPr/>
                    <a:lstStyle/>
                    <a:p>
                      <a:pPr marL="139700" marR="0" lvl="0" indent="0" algn="l" rtl="0">
                        <a:lnSpc>
                          <a:spcPct val="100000"/>
                        </a:lnSpc>
                        <a:spcBef>
                          <a:spcPts val="0"/>
                        </a:spcBef>
                        <a:spcAft>
                          <a:spcPts val="0"/>
                        </a:spcAft>
                        <a:buClr>
                          <a:schemeClr val="dk1"/>
                        </a:buClr>
                        <a:buSzPts val="1400"/>
                        <a:buFont typeface="Fira Sans"/>
                        <a:buNone/>
                      </a:pPr>
                      <a:r>
                        <a:rPr lang="en-IN" sz="1200" b="0" i="0" u="none" strike="noStrike" cap="none">
                          <a:solidFill>
                            <a:schemeClr val="dk1"/>
                          </a:solidFill>
                          <a:latin typeface="Arial"/>
                          <a:ea typeface="Arial"/>
                          <a:cs typeface="Arial"/>
                          <a:sym typeface="Arial"/>
                        </a:rPr>
                        <a:t>4. Verifying whether the Car is riding smoothly or not</a:t>
                      </a:r>
                      <a:endParaRPr/>
                    </a:p>
                  </a:txBody>
                  <a:tcPr marL="91450" marR="91450" marT="45725" marB="45725">
                    <a:lnR w="9525" cap="flat" cmpd="sng">
                      <a:solidFill>
                        <a:srgbClr val="000000"/>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chemeClr val="dk1"/>
                          </a:solidFill>
                          <a:latin typeface="Arial"/>
                          <a:ea typeface="Arial"/>
                          <a:cs typeface="Arial"/>
                          <a:sym typeface="Arial"/>
                        </a:rPr>
                        <a:t>   4. Verifying the interior of the car</a:t>
                      </a:r>
                      <a:endParaRPr/>
                    </a:p>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chemeClr val="dk1"/>
                        </a:solidFill>
                        <a:latin typeface="Fira Sans"/>
                        <a:ea typeface="Fira Sans"/>
                        <a:cs typeface="Fira Sans"/>
                        <a:sym typeface="Fira Sans"/>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4"/>
                  </a:ext>
                </a:extLst>
              </a:tr>
              <a:tr h="420975">
                <a:tc>
                  <a:txBody>
                    <a:bodyPr/>
                    <a:lstStyle/>
                    <a:p>
                      <a:pPr marL="139700" marR="0" lvl="0" indent="0" algn="l" rtl="0">
                        <a:lnSpc>
                          <a:spcPct val="100000"/>
                        </a:lnSpc>
                        <a:spcBef>
                          <a:spcPts val="0"/>
                        </a:spcBef>
                        <a:spcAft>
                          <a:spcPts val="0"/>
                        </a:spcAft>
                        <a:buClr>
                          <a:schemeClr val="dk1"/>
                        </a:buClr>
                        <a:buSzPts val="1400"/>
                        <a:buFont typeface="Fira Sans"/>
                        <a:buNone/>
                      </a:pPr>
                      <a:r>
                        <a:rPr lang="en-IN" sz="1200" b="0" i="0" u="none" strike="noStrike" cap="none">
                          <a:solidFill>
                            <a:schemeClr val="dk1"/>
                          </a:solidFill>
                          <a:latin typeface="Arial"/>
                          <a:ea typeface="Arial"/>
                          <a:cs typeface="Arial"/>
                          <a:sym typeface="Arial"/>
                        </a:rPr>
                        <a:t>5. Verifying whether Clutch is working or not</a:t>
                      </a:r>
                      <a:endParaRPr/>
                    </a:p>
                  </a:txBody>
                  <a:tcPr marL="91450" marR="91450" marT="45725" marB="45725">
                    <a:lnR w="9525" cap="flat" cmpd="sng">
                      <a:solidFill>
                        <a:srgbClr val="000000"/>
                      </a:solidFill>
                      <a:prstDash val="solid"/>
                      <a:round/>
                      <a:headEnd type="none" w="sm" len="sm"/>
                      <a:tailEnd type="none" w="sm" len="sm"/>
                    </a:lnR>
                  </a:tcPr>
                </a:tc>
                <a:tc>
                  <a:txBody>
                    <a:bodyPr/>
                    <a:lstStyle/>
                    <a:p>
                      <a:pPr marL="139700" marR="0" lvl="0" indent="0" algn="l" rtl="0">
                        <a:lnSpc>
                          <a:spcPct val="100000"/>
                        </a:lnSpc>
                        <a:spcBef>
                          <a:spcPts val="0"/>
                        </a:spcBef>
                        <a:spcAft>
                          <a:spcPts val="0"/>
                        </a:spcAft>
                        <a:buClr>
                          <a:srgbClr val="000000"/>
                        </a:buClr>
                        <a:buSzPts val="1400"/>
                        <a:buFont typeface="Fira Sans"/>
                        <a:buNone/>
                      </a:pPr>
                      <a:r>
                        <a:rPr lang="en-IN" sz="1200" b="0" i="0" u="none" strike="noStrike" cap="none">
                          <a:solidFill>
                            <a:schemeClr val="dk1"/>
                          </a:solidFill>
                          <a:latin typeface="Arial"/>
                          <a:ea typeface="Arial"/>
                          <a:cs typeface="Arial"/>
                          <a:sym typeface="Arial"/>
                        </a:rPr>
                        <a:t>5. Verifying the shape and size of the car</a:t>
                      </a:r>
                      <a:endParaRPr sz="1200" u="none" strike="noStrike" cap="none">
                        <a:latin typeface="Arial"/>
                        <a:ea typeface="Arial"/>
                        <a:cs typeface="Arial"/>
                        <a:sym typeface="Arial"/>
                      </a:endParaRPr>
                    </a:p>
                  </a:txBody>
                  <a:tcPr marL="91450" marR="91450" marT="45725" marB="45725">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4569119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1128</TotalTime>
  <Words>773</Words>
  <Application>Microsoft Office PowerPoint</Application>
  <PresentationFormat>On-screen Show (16:9)</PresentationFormat>
  <Paragraphs>76</Paragraphs>
  <Slides>14</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Arial</vt:lpstr>
      <vt:lpstr>Fira Sans</vt:lpstr>
      <vt:lpstr>Kanit</vt:lpstr>
      <vt:lpstr>Helvetica Neue</vt:lpstr>
      <vt:lpstr>Amasis MT Pro</vt:lpstr>
      <vt:lpstr>inter-regular</vt:lpstr>
      <vt:lpstr>Simple Light</vt:lpstr>
      <vt:lpstr>1_Simple Light</vt:lpstr>
      <vt:lpstr>PowerPoint Presentation</vt:lpstr>
      <vt:lpstr>Types of Testing</vt:lpstr>
      <vt:lpstr>Installation Testing  Installation testing is performed to check the software has been correctly installed with all the inherent features and that the product is working as per expectations.   Installation testing is check that software application is successfully installed &amp; it is working as expected after installation.   Installation Testing is also called as Implementation Testing.  Note: We need to Perform Installation testing for Desktop based application. </vt:lpstr>
      <vt:lpstr>Uninstallation Testing</vt:lpstr>
      <vt:lpstr>Testing Methodology</vt:lpstr>
      <vt:lpstr>Whitebox Testing  Performing  testing on application with structure knowledge or coding knowledge is called Whitebox testing.  Or  Testing each line of code is called Whitebox testing.   A resource who is having coding knowledge can perform Whitebox  testing in a project.  The name of this testing is white because code is visible.  Ex. Development team.</vt:lpstr>
      <vt:lpstr>Blackbox Testing  Performing  testing on application with functional knowledge is called Blackbox testing.   A resource who is having functional knowledge can perform blackbox  testing in a project.  Ex. Testing team.</vt:lpstr>
      <vt:lpstr>Difference Between Whitebox Testing and Blackbox Testing</vt:lpstr>
      <vt:lpstr>Graybox Testing  Gray box testing is a combination of white box and Black box testing. It can be performed by a person who knew both coding and testing.  It is also called as Hybrid Testing   </vt:lpstr>
      <vt:lpstr>System Testing  System testing is defined as testing of complete or fully integrated software. This testing falls in Black box testing where we don’t need knowledge of code.  System testing performed after sanity testing.    System Testing is also called as End to End testing.</vt:lpstr>
      <vt:lpstr>Usability Testing  Usability Testing is a type of testing, that is done from an end user's perspective to determine if the system is easily usable  Usability testing mainly focuses on user’s ease of using application, flexibility of application to handle controls and ability of application to meet its objectives.  Verifying the user friendliness of the application in terms of colors, logos, images, font and alignment of the pages is called Usability testing.  Note: Usability testing is also called User Experience Testing. </vt:lpstr>
      <vt:lpstr>PowerPoint Presentation</vt:lpstr>
      <vt:lpstr>PowerPoint Presentation</vt:lpstr>
      <vt:lpstr>Perform Sanity Testing and Usability Testing on Car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Manas Tuwani</cp:lastModifiedBy>
  <cp:revision>35</cp:revision>
  <dcterms:modified xsi:type="dcterms:W3CDTF">2024-08-09T15:24:37Z</dcterms:modified>
</cp:coreProperties>
</file>