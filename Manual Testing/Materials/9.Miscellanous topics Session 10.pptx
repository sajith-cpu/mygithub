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8" r:id="rId2"/>
  </p:sldMasterIdLst>
  <p:notesMasterIdLst>
    <p:notesMasterId r:id="rId15"/>
  </p:notesMasterIdLst>
  <p:sldIdLst>
    <p:sldId id="256" r:id="rId3"/>
    <p:sldId id="270" r:id="rId4"/>
    <p:sldId id="278" r:id="rId5"/>
    <p:sldId id="302" r:id="rId6"/>
    <p:sldId id="291" r:id="rId7"/>
    <p:sldId id="303" r:id="rId8"/>
    <p:sldId id="300" r:id="rId9"/>
    <p:sldId id="276" r:id="rId10"/>
    <p:sldId id="258" r:id="rId11"/>
    <p:sldId id="259" r:id="rId12"/>
    <p:sldId id="304" r:id="rId13"/>
    <p:sldId id="305" r:id="rId14"/>
  </p:sldIdLst>
  <p:sldSz cx="9144000" cy="5143500" type="screen16x9"/>
  <p:notesSz cx="7019925" cy="9305925"/>
  <p:embeddedFontLst>
    <p:embeddedFont>
      <p:font typeface="Kanit" charset="-34"/>
      <p:regular r:id="rId16"/>
      <p:bold r:id="rId17"/>
      <p:italic r:id="rId18"/>
      <p:boldItalic r:id="rId19"/>
    </p:embeddedFont>
    <p:embeddedFont>
      <p:font typeface="Fira Sans" charset="0"/>
      <p:regular r:id="rId20"/>
      <p:bold r:id="rId21"/>
      <p:italic r:id="rId22"/>
      <p:boldItalic r:id="rId23"/>
    </p:embeddedFont>
    <p:embeddedFont>
      <p:font typeface="Calibri" pitchFamily="34" charset="0"/>
      <p:regular r:id="rId24"/>
      <p:bold r:id="rId25"/>
      <p:italic r:id="rId26"/>
      <p:boldItalic r:id="rId27"/>
    </p:embeddedFont>
    <p:embeddedFont>
      <p:font typeface="Source Sans Pro" charset="0"/>
      <p:regular r:id="rId28"/>
      <p:bold r:id="rId29"/>
      <p:italic r:id="rId30"/>
      <p:boldItalic r:id="rId31"/>
    </p:embeddedFont>
    <p:embeddedFont>
      <p:font typeface="Open Sans" charset="0"/>
      <p:regular r:id="rId32"/>
      <p:bold r:id="rId33"/>
      <p:italic r:id="rId34"/>
      <p:boldItalic r:id="rId35"/>
    </p:embeddedFont>
    <p:embeddedFont>
      <p:font typeface="Helvetica Neue"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pos="4920">
          <p15:clr>
            <a:srgbClr val="9AA0A6"/>
          </p15:clr>
        </p15:guide>
        <p15:guide id="2" orient="horz" pos="595">
          <p15:clr>
            <a:srgbClr val="9AA0A6"/>
          </p15:clr>
        </p15:guide>
        <p15:guide id="3" orient="horz" pos="2495">
          <p15:clr>
            <a:srgbClr val="9AA0A6"/>
          </p15:clr>
        </p15:guide>
        <p15:guide id="4" orient="horz" pos="1623">
          <p15:clr>
            <a:srgbClr val="9AA0A6"/>
          </p15:clr>
        </p15:guide>
        <p15:guide id="5" orient="horz" pos="792">
          <p15:clr>
            <a:srgbClr val="9AA0A6"/>
          </p15:clr>
        </p15:guide>
        <p15:guide id="6" pos="388">
          <p15:clr>
            <a:srgbClr val="9AA0A6"/>
          </p15:clr>
        </p15:guide>
        <p15:guide id="7" pos="3240">
          <p15:clr>
            <a:srgbClr val="9AA0A6"/>
          </p15:clr>
        </p15:guide>
        <p15:guide id="8" pos="648">
          <p15:clr>
            <a:srgbClr val="9AA0A6"/>
          </p15:clr>
        </p15:guide>
        <p15:guide id="9" orient="horz" pos="720">
          <p15:clr>
            <a:srgbClr val="9AA0A6"/>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0" roundtripDataSignature="AMtx7mhFHP++pb+6bBzwpAlUVYs3U1Tuk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Viktor Vlasenko"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D99E39AB-BF7C-4983-8E33-9161A9736C17}">
  <a:tblStyle styleId="{D99E39AB-BF7C-4983-8E33-9161A9736C17}" styleName="Table_0">
    <a:wholeTbl>
      <a:tcTxStyle b="off" i="off">
        <a:font>
          <a:latin typeface="Arial"/>
          <a:ea typeface="Arial"/>
          <a:cs typeface="Arial"/>
        </a:font>
        <a:schemeClr val="dk1"/>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1V>
    <a:band2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2"/>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Arial"/>
          <a:ea typeface="Arial"/>
          <a:cs typeface="Arial"/>
        </a:font>
        <a:schemeClr val="lt1"/>
      </a:tcTxStyle>
      <a:tcStyle>
        <a:tcBdr/>
        <a:fill>
          <a:solidFill>
            <a:schemeClr val="accent2"/>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848" autoAdjust="0"/>
  </p:normalViewPr>
  <p:slideViewPr>
    <p:cSldViewPr snapToGrid="0">
      <p:cViewPr varScale="1">
        <p:scale>
          <a:sx n="108" d="100"/>
          <a:sy n="108" d="100"/>
        </p:scale>
        <p:origin x="-706" y="-62"/>
      </p:cViewPr>
      <p:guideLst>
        <p:guide orient="horz" pos="595"/>
        <p:guide orient="horz" pos="2495"/>
        <p:guide orient="horz" pos="1623"/>
        <p:guide orient="horz" pos="792"/>
        <p:guide orient="horz" pos="720"/>
        <p:guide pos="4920"/>
        <p:guide pos="388"/>
        <p:guide pos="3240"/>
        <p:guide pos="648"/>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3.fntdata"/><Relationship Id="rId26" Type="http://schemas.openxmlformats.org/officeDocument/2006/relationships/font" Target="fonts/font11.fntdata"/><Relationship Id="rId39" Type="http://schemas.openxmlformats.org/officeDocument/2006/relationships/font" Target="fonts/font24.fntdata"/><Relationship Id="rId51"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font" Target="fonts/font6.fntdata"/><Relationship Id="rId34" Type="http://schemas.openxmlformats.org/officeDocument/2006/relationships/font" Target="fonts/font19.fntdata"/><Relationship Id="rId50" Type="http://customschemas.google.com/relationships/presentationmetadata" Target="metadata"/><Relationship Id="rId55"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font" Target="fonts/font23.fntdata"/><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font" Target="fonts/font22.fntdata"/><Relationship Id="rId53"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font" Target="fonts/font21.fntdata"/><Relationship Id="rId10" Type="http://schemas.openxmlformats.org/officeDocument/2006/relationships/slide" Target="slides/slide8.xml"/><Relationship Id="rId19" Type="http://schemas.openxmlformats.org/officeDocument/2006/relationships/font" Target="fonts/font4.fntdata"/><Relationship Id="rId31" Type="http://schemas.openxmlformats.org/officeDocument/2006/relationships/font" Target="fonts/font16.fntdata"/><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font" Target="fonts/font20.fntdata"/><Relationship Id="rId56"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9ECAD75C-622F-494D-AFCA-72ED458467DD}"/>
    <pc:docChg chg="modSld">
      <pc:chgData name="Manas Tuwani" userId="5d421215-a11f-4a6e-90ca-e8ac2213fab6" providerId="ADAL" clId="{9ECAD75C-622F-494D-AFCA-72ED458467DD}" dt="2024-02-15T14:44:01.088" v="0" actId="1036"/>
      <pc:docMkLst>
        <pc:docMk/>
      </pc:docMkLst>
      <pc:sldChg chg="modSp mod">
        <pc:chgData name="Manas Tuwani" userId="5d421215-a11f-4a6e-90ca-e8ac2213fab6" providerId="ADAL" clId="{9ECAD75C-622F-494D-AFCA-72ED458467DD}" dt="2024-02-15T14:44:01.088" v="0" actId="1036"/>
        <pc:sldMkLst>
          <pc:docMk/>
          <pc:sldMk cId="0" sldId="256"/>
        </pc:sldMkLst>
        <pc:picChg chg="mod">
          <ac:chgData name="Manas Tuwani" userId="5d421215-a11f-4a6e-90ca-e8ac2213fab6" providerId="ADAL" clId="{9ECAD75C-622F-494D-AFCA-72ED458467DD}" dt="2024-02-15T14:44:01.088" v="0" actId="1036"/>
          <ac:picMkLst>
            <pc:docMk/>
            <pc:sldMk cId="0" sldId="256"/>
            <ac:picMk id="52" creationId="{00000000-0000-0000-0000-000000000000}"/>
          </ac:picMkLst>
        </pc:picChg>
      </pc:sldChg>
    </pc:docChg>
  </pc:docChgLst>
  <pc:docChgLst>
    <pc:chgData name="Manas Tuwani" userId="5d421215-a11f-4a6e-90ca-e8ac2213fab6" providerId="ADAL" clId="{20BD9C53-30C4-4966-BC79-34AB71B7718C}"/>
    <pc:docChg chg="custSel addSld modSld">
      <pc:chgData name="Manas Tuwani" userId="5d421215-a11f-4a6e-90ca-e8ac2213fab6" providerId="ADAL" clId="{20BD9C53-30C4-4966-BC79-34AB71B7718C}" dt="2022-12-14T14:59:15.834" v="5" actId="1076"/>
      <pc:docMkLst>
        <pc:docMk/>
      </pc:docMkLst>
      <pc:sldChg chg="modSp add mod">
        <pc:chgData name="Manas Tuwani" userId="5d421215-a11f-4a6e-90ca-e8ac2213fab6" providerId="ADAL" clId="{20BD9C53-30C4-4966-BC79-34AB71B7718C}" dt="2022-12-14T14:58:41.021" v="1" actId="27636"/>
        <pc:sldMkLst>
          <pc:docMk/>
          <pc:sldMk cId="3909849551" sldId="259"/>
        </pc:sldMkLst>
        <pc:spChg chg="mod">
          <ac:chgData name="Manas Tuwani" userId="5d421215-a11f-4a6e-90ca-e8ac2213fab6" providerId="ADAL" clId="{20BD9C53-30C4-4966-BC79-34AB71B7718C}" dt="2022-12-14T14:58:41.021" v="1" actId="27636"/>
          <ac:spMkLst>
            <pc:docMk/>
            <pc:sldMk cId="3909849551" sldId="259"/>
            <ac:spMk id="2" creationId="{DC23377D-5543-AF1D-3F99-2849DF4BD584}"/>
          </ac:spMkLst>
        </pc:spChg>
      </pc:sldChg>
      <pc:sldChg chg="modSp mod">
        <pc:chgData name="Manas Tuwani" userId="5d421215-a11f-4a6e-90ca-e8ac2213fab6" providerId="ADAL" clId="{20BD9C53-30C4-4966-BC79-34AB71B7718C}" dt="2022-12-14T14:59:15.834" v="5" actId="1076"/>
        <pc:sldMkLst>
          <pc:docMk/>
          <pc:sldMk cId="3410457760" sldId="270"/>
        </pc:sldMkLst>
        <pc:spChg chg="mod">
          <ac:chgData name="Manas Tuwani" userId="5d421215-a11f-4a6e-90ca-e8ac2213fab6" providerId="ADAL" clId="{20BD9C53-30C4-4966-BC79-34AB71B7718C}" dt="2022-12-14T14:59:15.834" v="5" actId="1076"/>
          <ac:spMkLst>
            <pc:docMk/>
            <pc:sldMk cId="3410457760" sldId="270"/>
            <ac:spMk id="3" creationId="{00000000-0000-0000-0000-000000000000}"/>
          </ac:spMkLst>
        </pc:spChg>
      </pc:sldChg>
    </pc:docChg>
  </pc:docChgLst>
  <pc:docChgLst>
    <pc:chgData name="Manas Tuwani" userId="5d421215-a11f-4a6e-90ca-e8ac2213fab6" providerId="ADAL" clId="{CA123FE5-557D-4230-B7B3-C2880A4A5761}"/>
    <pc:docChg chg="modSld sldOrd">
      <pc:chgData name="Manas Tuwani" userId="5d421215-a11f-4a6e-90ca-e8ac2213fab6" providerId="ADAL" clId="{CA123FE5-557D-4230-B7B3-C2880A4A5761}" dt="2022-10-19T14:30:06.776" v="17" actId="20577"/>
      <pc:docMkLst>
        <pc:docMk/>
      </pc:docMkLst>
      <pc:sldChg chg="ord">
        <pc:chgData name="Manas Tuwani" userId="5d421215-a11f-4a6e-90ca-e8ac2213fab6" providerId="ADAL" clId="{CA123FE5-557D-4230-B7B3-C2880A4A5761}" dt="2022-10-19T12:44:18.378" v="1"/>
        <pc:sldMkLst>
          <pc:docMk/>
          <pc:sldMk cId="460110634" sldId="285"/>
        </pc:sldMkLst>
      </pc:sldChg>
      <pc:sldChg chg="modSp mod">
        <pc:chgData name="Manas Tuwani" userId="5d421215-a11f-4a6e-90ca-e8ac2213fab6" providerId="ADAL" clId="{CA123FE5-557D-4230-B7B3-C2880A4A5761}" dt="2022-10-19T14:30:06.776" v="17" actId="20577"/>
        <pc:sldMkLst>
          <pc:docMk/>
          <pc:sldMk cId="1277042460" sldId="291"/>
        </pc:sldMkLst>
        <pc:spChg chg="mod">
          <ac:chgData name="Manas Tuwani" userId="5d421215-a11f-4a6e-90ca-e8ac2213fab6" providerId="ADAL" clId="{CA123FE5-557D-4230-B7B3-C2880A4A5761}" dt="2022-10-19T14:30:06.776" v="17" actId="20577"/>
          <ac:spMkLst>
            <pc:docMk/>
            <pc:sldMk cId="1277042460" sldId="291"/>
            <ac:spMk id="105" creationId="{00000000-0000-0000-0000-000000000000}"/>
          </ac:spMkLst>
        </pc:spChg>
      </pc:sldChg>
    </pc:docChg>
  </pc:docChgLst>
  <pc:docChgLst>
    <pc:chgData name="Manas Tuwani" userId="5d421215-a11f-4a6e-90ca-e8ac2213fab6" providerId="ADAL" clId="{A962929E-71FB-4416-8761-643D9108EC01}"/>
    <pc:docChg chg="delSld">
      <pc:chgData name="Manas Tuwani" userId="5d421215-a11f-4a6e-90ca-e8ac2213fab6" providerId="ADAL" clId="{A962929E-71FB-4416-8761-643D9108EC01}" dt="2023-05-29T13:07:55.120" v="1" actId="47"/>
      <pc:docMkLst>
        <pc:docMk/>
      </pc:docMkLst>
      <pc:sldChg chg="del">
        <pc:chgData name="Manas Tuwani" userId="5d421215-a11f-4a6e-90ca-e8ac2213fab6" providerId="ADAL" clId="{A962929E-71FB-4416-8761-643D9108EC01}" dt="2023-05-29T13:07:55.120" v="1" actId="47"/>
        <pc:sldMkLst>
          <pc:docMk/>
          <pc:sldMk cId="3448257127" sldId="292"/>
        </pc:sldMkLst>
      </pc:sldChg>
      <pc:sldChg chg="del">
        <pc:chgData name="Manas Tuwani" userId="5d421215-a11f-4a6e-90ca-e8ac2213fab6" providerId="ADAL" clId="{A962929E-71FB-4416-8761-643D9108EC01}" dt="2023-05-29T13:07:52.012" v="0" actId="47"/>
        <pc:sldMkLst>
          <pc:docMk/>
          <pc:sldMk cId="966004" sldId="293"/>
        </pc:sldMkLst>
      </pc:sldChg>
    </pc:docChg>
  </pc:docChgLst>
  <pc:docChgLst>
    <pc:chgData name="Manas Tuwani" userId="5d421215-a11f-4a6e-90ca-e8ac2213fab6" providerId="ADAL" clId="{713AE5BB-DD06-495F-A452-8AF7E438EE52}"/>
    <pc:docChg chg="undo custSel addSld delSld modSld">
      <pc:chgData name="Manas Tuwani" userId="5d421215-a11f-4a6e-90ca-e8ac2213fab6" providerId="ADAL" clId="{713AE5BB-DD06-495F-A452-8AF7E438EE52}" dt="2022-07-05T16:40:40.720" v="228" actId="47"/>
      <pc:docMkLst>
        <pc:docMk/>
      </pc:docMkLst>
      <pc:sldChg chg="modSp mod">
        <pc:chgData name="Manas Tuwani" userId="5d421215-a11f-4a6e-90ca-e8ac2213fab6" providerId="ADAL" clId="{713AE5BB-DD06-495F-A452-8AF7E438EE52}" dt="2022-07-04T17:59:43.068" v="155" actId="20577"/>
        <pc:sldMkLst>
          <pc:docMk/>
          <pc:sldMk cId="0" sldId="256"/>
        </pc:sldMkLst>
        <pc:spChg chg="mod">
          <ac:chgData name="Manas Tuwani" userId="5d421215-a11f-4a6e-90ca-e8ac2213fab6" providerId="ADAL" clId="{713AE5BB-DD06-495F-A452-8AF7E438EE52}" dt="2022-07-04T17:59:43.068" v="155" actId="20577"/>
          <ac:spMkLst>
            <pc:docMk/>
            <pc:sldMk cId="0" sldId="256"/>
            <ac:spMk id="54" creationId="{00000000-0000-0000-0000-000000000000}"/>
          </ac:spMkLst>
        </pc:spChg>
      </pc:sldChg>
      <pc:sldChg chg="modSp add mod">
        <pc:chgData name="Manas Tuwani" userId="5d421215-a11f-4a6e-90ca-e8ac2213fab6" providerId="ADAL" clId="{713AE5BB-DD06-495F-A452-8AF7E438EE52}" dt="2022-07-05T12:56:46.961" v="174" actId="20577"/>
        <pc:sldMkLst>
          <pc:docMk/>
          <pc:sldMk cId="3608586432" sldId="258"/>
        </pc:sldMkLst>
        <pc:spChg chg="mod">
          <ac:chgData name="Manas Tuwani" userId="5d421215-a11f-4a6e-90ca-e8ac2213fab6" providerId="ADAL" clId="{713AE5BB-DD06-495F-A452-8AF7E438EE52}" dt="2022-07-05T12:56:26.191" v="161" actId="27636"/>
          <ac:spMkLst>
            <pc:docMk/>
            <pc:sldMk cId="3608586432" sldId="258"/>
            <ac:spMk id="2" creationId="{11B93CB7-B20A-D0B7-202F-5C37E3357B4C}"/>
          </ac:spMkLst>
        </pc:spChg>
        <pc:spChg chg="mod">
          <ac:chgData name="Manas Tuwani" userId="5d421215-a11f-4a6e-90ca-e8ac2213fab6" providerId="ADAL" clId="{713AE5BB-DD06-495F-A452-8AF7E438EE52}" dt="2022-07-05T12:56:46.961" v="174" actId="20577"/>
          <ac:spMkLst>
            <pc:docMk/>
            <pc:sldMk cId="3608586432" sldId="258"/>
            <ac:spMk id="3" creationId="{DE9E9081-11E0-04AD-AD9F-DB16AA3481E5}"/>
          </ac:spMkLst>
        </pc:spChg>
      </pc:sldChg>
      <pc:sldChg chg="modSp mod">
        <pc:chgData name="Manas Tuwani" userId="5d421215-a11f-4a6e-90ca-e8ac2213fab6" providerId="ADAL" clId="{713AE5BB-DD06-495F-A452-8AF7E438EE52}" dt="2022-07-04T17:56:14.427" v="113" actId="20577"/>
        <pc:sldMkLst>
          <pc:docMk/>
          <pc:sldMk cId="3410457760" sldId="270"/>
        </pc:sldMkLst>
        <pc:spChg chg="mod">
          <ac:chgData name="Manas Tuwani" userId="5d421215-a11f-4a6e-90ca-e8ac2213fab6" providerId="ADAL" clId="{713AE5BB-DD06-495F-A452-8AF7E438EE52}" dt="2022-07-04T17:56:14.427" v="113" actId="20577"/>
          <ac:spMkLst>
            <pc:docMk/>
            <pc:sldMk cId="3410457760" sldId="270"/>
            <ac:spMk id="3" creationId="{00000000-0000-0000-0000-000000000000}"/>
          </ac:spMkLst>
        </pc:spChg>
      </pc:sldChg>
      <pc:sldChg chg="del">
        <pc:chgData name="Manas Tuwani" userId="5d421215-a11f-4a6e-90ca-e8ac2213fab6" providerId="ADAL" clId="{713AE5BB-DD06-495F-A452-8AF7E438EE52}" dt="2022-07-04T17:39:25.382" v="0" actId="47"/>
        <pc:sldMkLst>
          <pc:docMk/>
          <pc:sldMk cId="3413793378" sldId="274"/>
        </pc:sldMkLst>
      </pc:sldChg>
      <pc:sldChg chg="modSp add mod">
        <pc:chgData name="Manas Tuwani" userId="5d421215-a11f-4a6e-90ca-e8ac2213fab6" providerId="ADAL" clId="{713AE5BB-DD06-495F-A452-8AF7E438EE52}" dt="2022-07-05T12:55:53.395" v="159" actId="27636"/>
        <pc:sldMkLst>
          <pc:docMk/>
          <pc:sldMk cId="3052595157" sldId="276"/>
        </pc:sldMkLst>
        <pc:spChg chg="mod">
          <ac:chgData name="Manas Tuwani" userId="5d421215-a11f-4a6e-90ca-e8ac2213fab6" providerId="ADAL" clId="{713AE5BB-DD06-495F-A452-8AF7E438EE52}" dt="2022-07-05T12:55:53.395" v="159" actId="27636"/>
          <ac:spMkLst>
            <pc:docMk/>
            <pc:sldMk cId="3052595157" sldId="276"/>
            <ac:spMk id="3" creationId="{CD195FA2-95CF-F838-6EF1-6552C8507E78}"/>
          </ac:spMkLst>
        </pc:spChg>
      </pc:sldChg>
      <pc:sldChg chg="modSp mod">
        <pc:chgData name="Manas Tuwani" userId="5d421215-a11f-4a6e-90ca-e8ac2213fab6" providerId="ADAL" clId="{713AE5BB-DD06-495F-A452-8AF7E438EE52}" dt="2022-07-04T17:59:16.784" v="147" actId="20577"/>
        <pc:sldMkLst>
          <pc:docMk/>
          <pc:sldMk cId="3600614468" sldId="278"/>
        </pc:sldMkLst>
        <pc:spChg chg="mod">
          <ac:chgData name="Manas Tuwani" userId="5d421215-a11f-4a6e-90ca-e8ac2213fab6" providerId="ADAL" clId="{713AE5BB-DD06-495F-A452-8AF7E438EE52}" dt="2022-07-04T17:53:43.605" v="73" actId="20577"/>
          <ac:spMkLst>
            <pc:docMk/>
            <pc:sldMk cId="3600614468" sldId="278"/>
            <ac:spMk id="104" creationId="{00000000-0000-0000-0000-000000000000}"/>
          </ac:spMkLst>
        </pc:spChg>
        <pc:spChg chg="mod">
          <ac:chgData name="Manas Tuwani" userId="5d421215-a11f-4a6e-90ca-e8ac2213fab6" providerId="ADAL" clId="{713AE5BB-DD06-495F-A452-8AF7E438EE52}" dt="2022-07-04T17:59:16.784" v="147" actId="20577"/>
          <ac:spMkLst>
            <pc:docMk/>
            <pc:sldMk cId="3600614468" sldId="278"/>
            <ac:spMk id="105" creationId="{00000000-0000-0000-0000-000000000000}"/>
          </ac:spMkLst>
        </pc:spChg>
      </pc:sldChg>
      <pc:sldChg chg="del">
        <pc:chgData name="Manas Tuwani" userId="5d421215-a11f-4a6e-90ca-e8ac2213fab6" providerId="ADAL" clId="{713AE5BB-DD06-495F-A452-8AF7E438EE52}" dt="2022-07-04T17:39:26.094" v="1" actId="47"/>
        <pc:sldMkLst>
          <pc:docMk/>
          <pc:sldMk cId="4255013115" sldId="282"/>
        </pc:sldMkLst>
      </pc:sldChg>
      <pc:sldChg chg="modSp mod">
        <pc:chgData name="Manas Tuwani" userId="5d421215-a11f-4a6e-90ca-e8ac2213fab6" providerId="ADAL" clId="{713AE5BB-DD06-495F-A452-8AF7E438EE52}" dt="2022-07-05T14:14:47.790" v="221" actId="20577"/>
        <pc:sldMkLst>
          <pc:docMk/>
          <pc:sldMk cId="460110634" sldId="285"/>
        </pc:sldMkLst>
        <pc:spChg chg="mod">
          <ac:chgData name="Manas Tuwani" userId="5d421215-a11f-4a6e-90ca-e8ac2213fab6" providerId="ADAL" clId="{713AE5BB-DD06-495F-A452-8AF7E438EE52}" dt="2022-07-05T14:14:47.790" v="221" actId="20577"/>
          <ac:spMkLst>
            <pc:docMk/>
            <pc:sldMk cId="460110634" sldId="285"/>
            <ac:spMk id="105" creationId="{00000000-0000-0000-0000-000000000000}"/>
          </ac:spMkLst>
        </pc:spChg>
      </pc:sldChg>
      <pc:sldChg chg="modSp mod">
        <pc:chgData name="Manas Tuwani" userId="5d421215-a11f-4a6e-90ca-e8ac2213fab6" providerId="ADAL" clId="{713AE5BB-DD06-495F-A452-8AF7E438EE52}" dt="2022-07-04T18:00:47.197" v="157" actId="27636"/>
        <pc:sldMkLst>
          <pc:docMk/>
          <pc:sldMk cId="966004" sldId="293"/>
        </pc:sldMkLst>
        <pc:spChg chg="mod">
          <ac:chgData name="Manas Tuwani" userId="5d421215-a11f-4a6e-90ca-e8ac2213fab6" providerId="ADAL" clId="{713AE5BB-DD06-495F-A452-8AF7E438EE52}" dt="2022-07-04T18:00:47.197" v="157" actId="27636"/>
          <ac:spMkLst>
            <pc:docMk/>
            <pc:sldMk cId="966004" sldId="293"/>
            <ac:spMk id="105" creationId="{00000000-0000-0000-0000-000000000000}"/>
          </ac:spMkLst>
        </pc:spChg>
      </pc:sldChg>
      <pc:sldChg chg="del">
        <pc:chgData name="Manas Tuwani" userId="5d421215-a11f-4a6e-90ca-e8ac2213fab6" providerId="ADAL" clId="{713AE5BB-DD06-495F-A452-8AF7E438EE52}" dt="2022-07-05T16:40:40.720" v="228" actId="47"/>
        <pc:sldMkLst>
          <pc:docMk/>
          <pc:sldMk cId="910243184" sldId="294"/>
        </pc:sldMkLst>
      </pc:sldChg>
      <pc:sldChg chg="add del">
        <pc:chgData name="Manas Tuwani" userId="5d421215-a11f-4a6e-90ca-e8ac2213fab6" providerId="ADAL" clId="{713AE5BB-DD06-495F-A452-8AF7E438EE52}" dt="2022-07-05T16:40:37.423" v="225" actId="47"/>
        <pc:sldMkLst>
          <pc:docMk/>
          <pc:sldMk cId="894097417" sldId="295"/>
        </pc:sldMkLst>
      </pc:sldChg>
      <pc:sldChg chg="add del">
        <pc:chgData name="Manas Tuwani" userId="5d421215-a11f-4a6e-90ca-e8ac2213fab6" providerId="ADAL" clId="{713AE5BB-DD06-495F-A452-8AF7E438EE52}" dt="2022-07-05T16:40:38.516" v="226" actId="47"/>
        <pc:sldMkLst>
          <pc:docMk/>
          <pc:sldMk cId="2333315918" sldId="296"/>
        </pc:sldMkLst>
      </pc:sldChg>
      <pc:sldChg chg="add del">
        <pc:chgData name="Manas Tuwani" userId="5d421215-a11f-4a6e-90ca-e8ac2213fab6" providerId="ADAL" clId="{713AE5BB-DD06-495F-A452-8AF7E438EE52}" dt="2022-07-05T16:40:33.019" v="222" actId="47"/>
        <pc:sldMkLst>
          <pc:docMk/>
          <pc:sldMk cId="647643770" sldId="297"/>
        </pc:sldMkLst>
      </pc:sldChg>
      <pc:sldChg chg="del">
        <pc:chgData name="Manas Tuwani" userId="5d421215-a11f-4a6e-90ca-e8ac2213fab6" providerId="ADAL" clId="{713AE5BB-DD06-495F-A452-8AF7E438EE52}" dt="2022-07-05T16:40:35.268" v="223" actId="47"/>
        <pc:sldMkLst>
          <pc:docMk/>
          <pc:sldMk cId="3430873566" sldId="298"/>
        </pc:sldMkLst>
      </pc:sldChg>
      <pc:sldChg chg="del">
        <pc:chgData name="Manas Tuwani" userId="5d421215-a11f-4a6e-90ca-e8ac2213fab6" providerId="ADAL" clId="{713AE5BB-DD06-495F-A452-8AF7E438EE52}" dt="2022-07-05T16:40:36.419" v="224" actId="47"/>
        <pc:sldMkLst>
          <pc:docMk/>
          <pc:sldMk cId="3081534086" sldId="299"/>
        </pc:sldMkLst>
      </pc:sldChg>
      <pc:sldChg chg="add del">
        <pc:chgData name="Manas Tuwani" userId="5d421215-a11f-4a6e-90ca-e8ac2213fab6" providerId="ADAL" clId="{713AE5BB-DD06-495F-A452-8AF7E438EE52}" dt="2022-07-05T16:40:39.869" v="227" actId="47"/>
        <pc:sldMkLst>
          <pc:docMk/>
          <pc:sldMk cId="3691298330" sldId="301"/>
        </pc:sldMkLst>
      </pc:sldChg>
      <pc:sldChg chg="add">
        <pc:chgData name="Manas Tuwani" userId="5d421215-a11f-4a6e-90ca-e8ac2213fab6" providerId="ADAL" clId="{713AE5BB-DD06-495F-A452-8AF7E438EE52}" dt="2022-07-04T17:53:18.339" v="44"/>
        <pc:sldMkLst>
          <pc:docMk/>
          <pc:sldMk cId="3064879573" sldId="302"/>
        </pc:sldMkLst>
      </pc:sldChg>
      <pc:sldChg chg="modSp add del mod">
        <pc:chgData name="Manas Tuwani" userId="5d421215-a11f-4a6e-90ca-e8ac2213fab6" providerId="ADAL" clId="{713AE5BB-DD06-495F-A452-8AF7E438EE52}" dt="2022-07-05T14:14:13.621" v="219"/>
        <pc:sldMkLst>
          <pc:docMk/>
          <pc:sldMk cId="949422810" sldId="303"/>
        </pc:sldMkLst>
        <pc:spChg chg="mod">
          <ac:chgData name="Manas Tuwani" userId="5d421215-a11f-4a6e-90ca-e8ac2213fab6" providerId="ADAL" clId="{713AE5BB-DD06-495F-A452-8AF7E438EE52}" dt="2022-07-05T14:14:12.799" v="218" actId="20577"/>
          <ac:spMkLst>
            <pc:docMk/>
            <pc:sldMk cId="949422810" sldId="303"/>
            <ac:spMk id="104" creationId="{00000000-0000-0000-0000-000000000000}"/>
          </ac:spMkLst>
        </pc:spChg>
        <pc:spChg chg="mod">
          <ac:chgData name="Manas Tuwani" userId="5d421215-a11f-4a6e-90ca-e8ac2213fab6" providerId="ADAL" clId="{713AE5BB-DD06-495F-A452-8AF7E438EE52}" dt="2022-07-05T14:14:07.091" v="213" actId="20577"/>
          <ac:spMkLst>
            <pc:docMk/>
            <pc:sldMk cId="949422810" sldId="303"/>
            <ac:spMk id="105" creationId="{00000000-0000-0000-0000-000000000000}"/>
          </ac:spMkLst>
        </pc:spChg>
      </pc:sldChg>
      <pc:sldChg chg="add del">
        <pc:chgData name="Manas Tuwani" userId="5d421215-a11f-4a6e-90ca-e8ac2213fab6" providerId="ADAL" clId="{713AE5BB-DD06-495F-A452-8AF7E438EE52}" dt="2022-07-05T14:14:03.855" v="212"/>
        <pc:sldMkLst>
          <pc:docMk/>
          <pc:sldMk cId="991270080" sldId="304"/>
        </pc:sldMkLst>
      </pc:sldChg>
      <pc:sldChg chg="add del">
        <pc:chgData name="Manas Tuwani" userId="5d421215-a11f-4a6e-90ca-e8ac2213fab6" providerId="ADAL" clId="{713AE5BB-DD06-495F-A452-8AF7E438EE52}" dt="2022-07-05T14:14:03.186" v="211"/>
        <pc:sldMkLst>
          <pc:docMk/>
          <pc:sldMk cId="71452359" sldId="305"/>
        </pc:sldMkLst>
      </pc:sldChg>
      <pc:sldMasterChg chg="delSldLayout">
        <pc:chgData name="Manas Tuwani" userId="5d421215-a11f-4a6e-90ca-e8ac2213fab6" providerId="ADAL" clId="{713AE5BB-DD06-495F-A452-8AF7E438EE52}" dt="2022-07-04T17:39:25.382" v="0" actId="47"/>
        <pc:sldMasterMkLst>
          <pc:docMk/>
          <pc:sldMasterMk cId="0" sldId="2147483648"/>
        </pc:sldMasterMkLst>
        <pc:sldLayoutChg chg="del">
          <pc:chgData name="Manas Tuwani" userId="5d421215-a11f-4a6e-90ca-e8ac2213fab6" providerId="ADAL" clId="{713AE5BB-DD06-495F-A452-8AF7E438EE52}" dt="2022-07-04T17:39:25.382" v="0" actId="47"/>
          <pc:sldLayoutMkLst>
            <pc:docMk/>
            <pc:sldMasterMk cId="0" sldId="2147483648"/>
            <pc:sldLayoutMk cId="3685791995" sldId="2147483672"/>
          </pc:sldLayoutMkLst>
        </pc:sldLayoutChg>
      </pc:sldMasterChg>
      <pc:sldMasterChg chg="addSldLayout delSldLayout">
        <pc:chgData name="Manas Tuwani" userId="5d421215-a11f-4a6e-90ca-e8ac2213fab6" providerId="ADAL" clId="{713AE5BB-DD06-495F-A452-8AF7E438EE52}" dt="2022-07-05T16:40:39.869" v="227" actId="47"/>
        <pc:sldMasterMkLst>
          <pc:docMk/>
          <pc:sldMasterMk cId="2664314181" sldId="2147483658"/>
        </pc:sldMasterMkLst>
        <pc:sldLayoutChg chg="add del">
          <pc:chgData name="Manas Tuwani" userId="5d421215-a11f-4a6e-90ca-e8ac2213fab6" providerId="ADAL" clId="{713AE5BB-DD06-495F-A452-8AF7E438EE52}" dt="2022-07-05T16:40:39.869" v="227" actId="47"/>
          <pc:sldLayoutMkLst>
            <pc:docMk/>
            <pc:sldMasterMk cId="2664314181" sldId="2147483658"/>
            <pc:sldLayoutMk cId="1997676224" sldId="2147483673"/>
          </pc:sldLayoutMkLst>
        </pc:sldLayoutChg>
      </pc:sldMasterChg>
    </pc:docChg>
  </pc:docChgLst>
  <pc:docChgLst>
    <pc:chgData name="Manas Tuwani" userId="5d421215-a11f-4a6e-90ca-e8ac2213fab6" providerId="ADAL" clId="{40F59417-30EA-4805-87B1-6D99FA7C7059}"/>
    <pc:docChg chg="delSld">
      <pc:chgData name="Manas Tuwani" userId="5d421215-a11f-4a6e-90ca-e8ac2213fab6" providerId="ADAL" clId="{40F59417-30EA-4805-87B1-6D99FA7C7059}" dt="2024-05-13T13:56:52.779" v="0" actId="47"/>
      <pc:docMkLst>
        <pc:docMk/>
      </pc:docMkLst>
      <pc:sldChg chg="del">
        <pc:chgData name="Manas Tuwani" userId="5d421215-a11f-4a6e-90ca-e8ac2213fab6" providerId="ADAL" clId="{40F59417-30EA-4805-87B1-6D99FA7C7059}" dt="2024-05-13T13:56:52.779" v="0" actId="47"/>
        <pc:sldMkLst>
          <pc:docMk/>
          <pc:sldMk cId="460110634" sldId="28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41650" cy="46513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76687" y="0"/>
            <a:ext cx="3041650" cy="465138"/>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07987" y="698500"/>
            <a:ext cx="6203950"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100000"/>
              </a:lnSpc>
              <a:spcBef>
                <a:spcPts val="270"/>
              </a:spcBef>
              <a:spcAft>
                <a:spcPts val="0"/>
              </a:spcAft>
              <a:buClr>
                <a:schemeClr val="dk1"/>
              </a:buClr>
              <a:buSzPts val="900"/>
              <a:buFont typeface="Helvetica Neue"/>
              <a:buNone/>
              <a:defRPr sz="9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9200"/>
            <a:ext cx="3041650" cy="465138"/>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800"/>
              <a:buFont typeface="Helvetica Neue"/>
              <a:buNone/>
              <a:defRPr sz="800" b="0" i="0" u="none" strike="noStrike" cap="none">
                <a:solidFill>
                  <a:schemeClr val="dk1"/>
                </a:solidFill>
                <a:latin typeface="Helvetica Neue"/>
                <a:ea typeface="Helvetica Neue"/>
                <a:cs typeface="Helvetica Neue"/>
                <a:sym typeface="Helvetica Neue"/>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76687" y="8839200"/>
            <a:ext cx="3041650" cy="465138"/>
          </a:xfrm>
          <a:prstGeom prst="rect">
            <a:avLst/>
          </a:prstGeom>
          <a:noFill/>
          <a:ln>
            <a:noFill/>
          </a:ln>
        </p:spPr>
        <p:txBody>
          <a:bodyPr spcFirstLastPara="1" wrap="square" lIns="93275" tIns="46625" rIns="93275" bIns="46625" anchor="b" anchorCtr="0">
            <a:noAutofit/>
          </a:bodyPr>
          <a:lstStyle/>
          <a:p>
            <a:pPr marL="0" marR="0" lvl="0" indent="0" algn="r" rtl="0">
              <a:lnSpc>
                <a:spcPct val="100000"/>
              </a:lnSpc>
              <a:spcBef>
                <a:spcPts val="0"/>
              </a:spcBef>
              <a:spcAft>
                <a:spcPts val="0"/>
              </a:spcAft>
              <a:buClr>
                <a:schemeClr val="dk1"/>
              </a:buClr>
              <a:buSzPts val="200"/>
              <a:buFont typeface="Helvetica Neue"/>
              <a:buNone/>
            </a:pPr>
            <a:fld id="{00000000-1234-1234-1234-123412341234}" type="slidenum">
              <a:rPr lang="en-IN" sz="800" b="0" i="0" u="none" strike="noStrike" cap="none">
                <a:solidFill>
                  <a:schemeClr val="dk1"/>
                </a:solidFill>
                <a:latin typeface="Helvetica Neue"/>
                <a:ea typeface="Helvetica Neue"/>
                <a:cs typeface="Helvetica Neue"/>
                <a:sym typeface="Helvetica Neue"/>
              </a:rPr>
              <a:pPr marL="0" marR="0" lvl="0" indent="0" algn="r" rtl="0">
                <a:lnSpc>
                  <a:spcPct val="100000"/>
                </a:lnSpc>
                <a:spcBef>
                  <a:spcPts val="0"/>
                </a:spcBef>
                <a:spcAft>
                  <a:spcPts val="0"/>
                </a:spcAft>
                <a:buClr>
                  <a:schemeClr val="dk1"/>
                </a:buClr>
                <a:buSzPts val="200"/>
                <a:buFont typeface="Helvetica Neue"/>
                <a:buNone/>
              </a:pPr>
              <a:t>‹#›</a:t>
            </a:fld>
            <a:endParaRPr sz="800" b="0"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xmlns="" val="229161966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g101cf3a0884_0_0:notes"/>
          <p:cNvSpPr txBox="1">
            <a:spLocks noGrp="1"/>
          </p:cNvSpPr>
          <p:nvPr>
            <p:ph type="body" idx="1"/>
          </p:nvPr>
        </p:nvSpPr>
        <p:spPr>
          <a:xfrm>
            <a:off x="425450" y="4419601"/>
            <a:ext cx="6186600" cy="418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5"/>
              <a:buFont typeface="Helvetica Neue"/>
              <a:buNone/>
            </a:pPr>
            <a:r>
              <a:rPr lang="en-IN" sz="1100"/>
              <a:t>Title - Fira Sans, 50pt</a:t>
            </a:r>
            <a:endParaRPr sz="1100"/>
          </a:p>
          <a:p>
            <a:pPr marL="0" marR="0" lvl="0" indent="0" algn="l" rtl="0">
              <a:lnSpc>
                <a:spcPct val="100000"/>
              </a:lnSpc>
              <a:spcBef>
                <a:spcPts val="0"/>
              </a:spcBef>
              <a:spcAft>
                <a:spcPts val="0"/>
              </a:spcAft>
              <a:buClr>
                <a:schemeClr val="dk1"/>
              </a:buClr>
              <a:buSzPts val="225"/>
              <a:buFont typeface="Helvetica Neue"/>
              <a:buNone/>
            </a:pPr>
            <a:r>
              <a:rPr lang="en-IN" sz="1100"/>
              <a:t>Subtitle - Fira Sans, 16pt</a:t>
            </a:r>
            <a:endParaRPr sz="1100"/>
          </a:p>
        </p:txBody>
      </p:sp>
      <p:sp>
        <p:nvSpPr>
          <p:cNvPr id="48" name="Google Shape;48;g101cf3a0884_0_0: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270"/>
              </a:spcBef>
              <a:spcAft>
                <a:spcPts val="0"/>
              </a:spcAft>
              <a:buSzPts val="900"/>
              <a:buNone/>
            </a:pPr>
            <a:endParaRPr/>
          </a:p>
        </p:txBody>
      </p:sp>
      <p:sp>
        <p:nvSpPr>
          <p:cNvPr id="102" name="Google Shape;102;p3: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270"/>
              </a:spcBef>
              <a:spcAft>
                <a:spcPts val="0"/>
              </a:spcAft>
              <a:buSzPts val="900"/>
              <a:buNone/>
            </a:pPr>
            <a:endParaRPr/>
          </a:p>
        </p:txBody>
      </p:sp>
      <p:sp>
        <p:nvSpPr>
          <p:cNvPr id="102" name="Google Shape;102;p3: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493889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270"/>
              </a:spcBef>
              <a:spcAft>
                <a:spcPts val="0"/>
              </a:spcAft>
              <a:buSzPts val="900"/>
              <a:buNone/>
            </a:pPr>
            <a:endParaRPr/>
          </a:p>
        </p:txBody>
      </p:sp>
      <p:sp>
        <p:nvSpPr>
          <p:cNvPr id="102" name="Google Shape;102;p3: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425450" y="4419600"/>
            <a:ext cx="6186487" cy="418782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270"/>
              </a:spcBef>
              <a:spcAft>
                <a:spcPts val="0"/>
              </a:spcAft>
              <a:buSzPts val="900"/>
              <a:buNone/>
            </a:pPr>
            <a:endParaRPr/>
          </a:p>
        </p:txBody>
      </p:sp>
      <p:sp>
        <p:nvSpPr>
          <p:cNvPr id="102" name="Google Shape;102;p3: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2" name="Google Shape;22;p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3" name="Google Shape;23;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9" name="Google Shape;29;p1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0" name="Google Shape;3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
        <p:cNvGrpSpPr/>
        <p:nvPr/>
      </p:nvGrpSpPr>
      <p:grpSpPr>
        <a:xfrm>
          <a:off x="0" y="0"/>
          <a:ext cx="0" cy="0"/>
          <a:chOff x="0" y="0"/>
          <a:chExt cx="0" cy="0"/>
        </a:xfrm>
      </p:grpSpPr>
      <p:sp>
        <p:nvSpPr>
          <p:cNvPr id="32" name="Google Shape;32;p1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1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4" name="Google Shape;34;p1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5" name="Google Shape;35;p1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6" name="Google Shape;3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7"/>
        <p:cNvGrpSpPr/>
        <p:nvPr/>
      </p:nvGrpSpPr>
      <p:grpSpPr>
        <a:xfrm>
          <a:off x="0" y="0"/>
          <a:ext cx="0" cy="0"/>
          <a:chOff x="0" y="0"/>
          <a:chExt cx="0" cy="0"/>
        </a:xfrm>
      </p:grpSpPr>
      <p:sp>
        <p:nvSpPr>
          <p:cNvPr id="38" name="Google Shape;38;p1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39" name="Google Shape;3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0"/>
        <p:cNvGrpSpPr/>
        <p:nvPr/>
      </p:nvGrpSpPr>
      <p:grpSpPr>
        <a:xfrm>
          <a:off x="0" y="0"/>
          <a:ext cx="0" cy="0"/>
          <a:chOff x="0" y="0"/>
          <a:chExt cx="0" cy="0"/>
        </a:xfrm>
      </p:grpSpPr>
      <p:sp>
        <p:nvSpPr>
          <p:cNvPr id="41" name="Google Shape;41;p1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2" name="Google Shape;42;p1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3" name="Google Shape;4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ivider 1">
  <p:cSld name="Divider 1">
    <p:bg>
      <p:bgPr>
        <a:solidFill>
          <a:schemeClr val="dk1"/>
        </a:solidFill>
        <a:effectLst/>
      </p:bgPr>
    </p:bg>
    <p:spTree>
      <p:nvGrpSpPr>
        <p:cNvPr id="1" name="Shape 44"/>
        <p:cNvGrpSpPr/>
        <p:nvPr/>
      </p:nvGrpSpPr>
      <p:grpSpPr>
        <a:xfrm>
          <a:off x="0" y="0"/>
          <a:ext cx="0" cy="0"/>
          <a:chOff x="0" y="0"/>
          <a:chExt cx="0" cy="0"/>
        </a:xfrm>
      </p:grpSpPr>
      <p:sp>
        <p:nvSpPr>
          <p:cNvPr id="45" name="Google Shape;45;g101cf3a0884_0_58"/>
          <p:cNvSpPr txBox="1">
            <a:spLocks noGrp="1"/>
          </p:cNvSpPr>
          <p:nvPr>
            <p:ph type="body" idx="1"/>
          </p:nvPr>
        </p:nvSpPr>
        <p:spPr>
          <a:xfrm>
            <a:off x="1056640" y="1625687"/>
            <a:ext cx="7455000" cy="1023900"/>
          </a:xfrm>
          <a:prstGeom prst="rect">
            <a:avLst/>
          </a:prstGeom>
          <a:noFill/>
          <a:ln>
            <a:noFill/>
          </a:ln>
        </p:spPr>
        <p:txBody>
          <a:bodyPr spcFirstLastPara="1" wrap="square" lIns="91425" tIns="91425" rIns="91425" bIns="91425" anchor="t" anchorCtr="0">
            <a:normAutofit/>
          </a:bodyPr>
          <a:lstStyle>
            <a:lvl1pPr marL="457200" marR="0" lvl="0" indent="-228600" algn="l" rtl="0">
              <a:lnSpc>
                <a:spcPct val="100000"/>
              </a:lnSpc>
              <a:spcBef>
                <a:spcPts val="0"/>
              </a:spcBef>
              <a:spcAft>
                <a:spcPts val="0"/>
              </a:spcAft>
              <a:buClr>
                <a:schemeClr val="lt1"/>
              </a:buClr>
              <a:buSzPts val="2880"/>
              <a:buFont typeface="Kanit"/>
              <a:buNone/>
              <a:defRPr sz="3600" i="0" u="none" strike="noStrike" cap="none">
                <a:solidFill>
                  <a:schemeClr val="lt1"/>
                </a:solidFill>
                <a:latin typeface="Kanit"/>
                <a:ea typeface="Kanit"/>
                <a:cs typeface="Kanit"/>
                <a:sym typeface="Kanit"/>
              </a:defRPr>
            </a:lvl1pPr>
            <a:lvl2pPr marL="914400" marR="0" lvl="1" indent="-228600" algn="l" rtl="0">
              <a:lnSpc>
                <a:spcPct val="100000"/>
              </a:lnSpc>
              <a:spcBef>
                <a:spcPts val="560"/>
              </a:spcBef>
              <a:spcAft>
                <a:spcPts val="0"/>
              </a:spcAft>
              <a:buClr>
                <a:schemeClr val="lt1"/>
              </a:buClr>
              <a:buSzPts val="2240"/>
              <a:buFont typeface="Kanit"/>
              <a:buNone/>
              <a:defRPr sz="2800" i="0" u="none" strike="noStrike" cap="none">
                <a:solidFill>
                  <a:schemeClr val="lt1"/>
                </a:solidFill>
                <a:latin typeface="Kanit"/>
                <a:ea typeface="Kanit"/>
                <a:cs typeface="Kanit"/>
                <a:sym typeface="Kanit"/>
              </a:defRPr>
            </a:lvl2pPr>
            <a:lvl3pPr marL="1371600" marR="0" lvl="2" indent="-228600" algn="l" rtl="0">
              <a:lnSpc>
                <a:spcPct val="100000"/>
              </a:lnSpc>
              <a:spcBef>
                <a:spcPts val="480"/>
              </a:spcBef>
              <a:spcAft>
                <a:spcPts val="0"/>
              </a:spcAft>
              <a:buClr>
                <a:schemeClr val="lt1"/>
              </a:buClr>
              <a:buSzPts val="1920"/>
              <a:buFont typeface="Kanit"/>
              <a:buNone/>
              <a:defRPr sz="2400" i="0" u="none" strike="noStrike" cap="none">
                <a:solidFill>
                  <a:schemeClr val="lt1"/>
                </a:solidFill>
                <a:latin typeface="Kanit"/>
                <a:ea typeface="Kanit"/>
                <a:cs typeface="Kanit"/>
                <a:sym typeface="Kanit"/>
              </a:defRPr>
            </a:lvl3pPr>
            <a:lvl4pPr marL="1828800" marR="0" lvl="3" indent="-228600" algn="l" rtl="0">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4pPr>
            <a:lvl5pPr marL="2286000" marR="0" lvl="4" indent="-228600" algn="l" rtl="0">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5pPr>
            <a:lvl6pPr marL="2743200" marR="0" lvl="5"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6pPr>
            <a:lvl7pPr marL="3200400" marR="0" lvl="6"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7pPr>
            <a:lvl8pPr marL="3657600" marR="0" lvl="7"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8pPr>
            <a:lvl9pPr marL="4114800" marR="0" lvl="8" indent="-355600" algn="l" rtl="0">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088FDD-FE57-95CF-DFA0-868F7DF096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93AF8554-FF8B-29AC-B902-023BC150F6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0182560-25FE-B898-78F7-FEFE824D7FF7}"/>
              </a:ext>
            </a:extLst>
          </p:cNvPr>
          <p:cNvSpPr>
            <a:spLocks noGrp="1"/>
          </p:cNvSpPr>
          <p:nvPr>
            <p:ph type="dt" sz="half" idx="10"/>
          </p:nvPr>
        </p:nvSpPr>
        <p:spPr/>
        <p:txBody>
          <a:bodyPr/>
          <a:lstStyle/>
          <a:p>
            <a:fld id="{3AFB343D-8CB9-4B58-8BCC-B2184E5AEF86}" type="datetimeFigureOut">
              <a:rPr lang="en-IN" smtClean="0"/>
              <a:pPr/>
              <a:t>17-10-2025</a:t>
            </a:fld>
            <a:endParaRPr lang="en-IN"/>
          </a:p>
        </p:txBody>
      </p:sp>
      <p:sp>
        <p:nvSpPr>
          <p:cNvPr id="5" name="Footer Placeholder 4">
            <a:extLst>
              <a:ext uri="{FF2B5EF4-FFF2-40B4-BE49-F238E27FC236}">
                <a16:creationId xmlns:a16="http://schemas.microsoft.com/office/drawing/2014/main" xmlns="" id="{81DFF208-A19B-52D7-9F40-3452DA3AE5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5D0E830-0F0C-E3D5-E30A-399C7ADA2746}"/>
              </a:ext>
            </a:extLst>
          </p:cNvPr>
          <p:cNvSpPr>
            <a:spLocks noGrp="1"/>
          </p:cNvSpPr>
          <p:nvPr>
            <p:ph type="sldNum" sz="quarter" idx="12"/>
          </p:nvPr>
        </p:nvSpPr>
        <p:spPr/>
        <p:txBody>
          <a:bodyPr/>
          <a:lstStyle/>
          <a:p>
            <a:fld id="{2EBA9F84-E6C7-44BF-A47F-9F920AEAE64A}" type="slidenum">
              <a:rPr lang="en-IN" smtClean="0"/>
              <a:pPr/>
              <a:t>‹#›</a:t>
            </a:fld>
            <a:endParaRPr lang="en-IN"/>
          </a:p>
        </p:txBody>
      </p:sp>
    </p:spTree>
    <p:extLst>
      <p:ext uri="{BB962C8B-B14F-4D97-AF65-F5344CB8AC3E}">
        <p14:creationId xmlns:p14="http://schemas.microsoft.com/office/powerpoint/2010/main" xmlns="" val="4045153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vider 1">
  <p:cSld name="Divider 1">
    <p:bg>
      <p:bgPr>
        <a:solidFill>
          <a:schemeClr val="dk1"/>
        </a:solidFill>
        <a:effectLst/>
      </p:bgPr>
    </p:bg>
    <p:spTree>
      <p:nvGrpSpPr>
        <p:cNvPr id="1" name="Shape 13"/>
        <p:cNvGrpSpPr/>
        <p:nvPr/>
      </p:nvGrpSpPr>
      <p:grpSpPr>
        <a:xfrm>
          <a:off x="0" y="0"/>
          <a:ext cx="0" cy="0"/>
          <a:chOff x="0" y="0"/>
          <a:chExt cx="0" cy="0"/>
        </a:xfrm>
      </p:grpSpPr>
      <p:sp>
        <p:nvSpPr>
          <p:cNvPr id="14" name="Google Shape;14;g101406faff2_1_95"/>
          <p:cNvSpPr txBox="1">
            <a:spLocks noGrp="1"/>
          </p:cNvSpPr>
          <p:nvPr>
            <p:ph type="body" idx="1"/>
          </p:nvPr>
        </p:nvSpPr>
        <p:spPr>
          <a:xfrm>
            <a:off x="1056640" y="1625687"/>
            <a:ext cx="7455000" cy="1023900"/>
          </a:xfrm>
          <a:prstGeom prst="rect">
            <a:avLst/>
          </a:prstGeom>
          <a:noFill/>
          <a:ln>
            <a:noFill/>
          </a:ln>
        </p:spPr>
        <p:txBody>
          <a:bodyPr spcFirstLastPara="1" wrap="square" lIns="91425" tIns="91425" rIns="91425" bIns="91425" anchor="t" anchorCtr="0">
            <a:normAutofit/>
          </a:bodyPr>
          <a:lstStyle>
            <a:lvl1pPr marL="457200" marR="0" lvl="0" indent="-228600" algn="l">
              <a:lnSpc>
                <a:spcPct val="100000"/>
              </a:lnSpc>
              <a:spcBef>
                <a:spcPts val="0"/>
              </a:spcBef>
              <a:spcAft>
                <a:spcPts val="0"/>
              </a:spcAft>
              <a:buClr>
                <a:schemeClr val="lt1"/>
              </a:buClr>
              <a:buSzPts val="2880"/>
              <a:buFont typeface="Kanit"/>
              <a:buNone/>
              <a:defRPr sz="3600" i="0" u="none" strike="noStrike" cap="none">
                <a:solidFill>
                  <a:schemeClr val="lt1"/>
                </a:solidFill>
                <a:latin typeface="Kanit"/>
                <a:ea typeface="Kanit"/>
                <a:cs typeface="Kanit"/>
                <a:sym typeface="Kanit"/>
              </a:defRPr>
            </a:lvl1pPr>
            <a:lvl2pPr marL="914400" marR="0" lvl="1" indent="-228600" algn="l">
              <a:lnSpc>
                <a:spcPct val="100000"/>
              </a:lnSpc>
              <a:spcBef>
                <a:spcPts val="560"/>
              </a:spcBef>
              <a:spcAft>
                <a:spcPts val="0"/>
              </a:spcAft>
              <a:buClr>
                <a:schemeClr val="lt1"/>
              </a:buClr>
              <a:buSzPts val="2240"/>
              <a:buFont typeface="Kanit"/>
              <a:buNone/>
              <a:defRPr sz="2800" i="0" u="none" strike="noStrike" cap="none">
                <a:solidFill>
                  <a:schemeClr val="lt1"/>
                </a:solidFill>
                <a:latin typeface="Kanit"/>
                <a:ea typeface="Kanit"/>
                <a:cs typeface="Kanit"/>
                <a:sym typeface="Kanit"/>
              </a:defRPr>
            </a:lvl2pPr>
            <a:lvl3pPr marL="1371600" marR="0" lvl="2" indent="-228600" algn="l">
              <a:lnSpc>
                <a:spcPct val="100000"/>
              </a:lnSpc>
              <a:spcBef>
                <a:spcPts val="480"/>
              </a:spcBef>
              <a:spcAft>
                <a:spcPts val="0"/>
              </a:spcAft>
              <a:buClr>
                <a:schemeClr val="lt1"/>
              </a:buClr>
              <a:buSzPts val="1920"/>
              <a:buFont typeface="Kanit"/>
              <a:buNone/>
              <a:defRPr sz="2400" i="0" u="none" strike="noStrike" cap="none">
                <a:solidFill>
                  <a:schemeClr val="lt1"/>
                </a:solidFill>
                <a:latin typeface="Kanit"/>
                <a:ea typeface="Kanit"/>
                <a:cs typeface="Kanit"/>
                <a:sym typeface="Kanit"/>
              </a:defRPr>
            </a:lvl3pPr>
            <a:lvl4pPr marL="1828800" marR="0" lvl="3" indent="-228600" algn="l">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4pPr>
            <a:lvl5pPr marL="2286000" marR="0" lvl="4" indent="-228600" algn="l">
              <a:lnSpc>
                <a:spcPct val="100000"/>
              </a:lnSpc>
              <a:spcBef>
                <a:spcPts val="400"/>
              </a:spcBef>
              <a:spcAft>
                <a:spcPts val="0"/>
              </a:spcAft>
              <a:buClr>
                <a:schemeClr val="lt1"/>
              </a:buClr>
              <a:buSzPts val="1600"/>
              <a:buFont typeface="Kanit"/>
              <a:buNone/>
              <a:defRPr sz="2000" i="0" u="none" strike="noStrike" cap="none">
                <a:solidFill>
                  <a:schemeClr val="lt1"/>
                </a:solidFill>
                <a:latin typeface="Kanit"/>
                <a:ea typeface="Kanit"/>
                <a:cs typeface="Kanit"/>
                <a:sym typeface="Kanit"/>
              </a:defRPr>
            </a:lvl5pPr>
            <a:lvl6pPr marL="2743200" marR="0" lvl="5"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6pPr>
            <a:lvl7pPr marL="3200400" marR="0" lvl="6"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7pPr>
            <a:lvl8pPr marL="3657600" marR="0" lvl="7"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8pPr>
            <a:lvl9pPr marL="4114800" marR="0" lvl="8" indent="-355600" algn="l">
              <a:lnSpc>
                <a:spcPct val="100000"/>
              </a:lnSpc>
              <a:spcBef>
                <a:spcPts val="400"/>
              </a:spcBef>
              <a:spcAft>
                <a:spcPts val="0"/>
              </a:spcAft>
              <a:buClr>
                <a:schemeClr val="lt1"/>
              </a:buClr>
              <a:buSzPts val="2000"/>
              <a:buFont typeface="Kanit"/>
              <a:buChar char="•"/>
              <a:defRPr sz="2000" i="0" u="none" strike="noStrike" cap="none">
                <a:solidFill>
                  <a:schemeClr val="lt1"/>
                </a:solidFill>
                <a:latin typeface="Kanit"/>
                <a:ea typeface="Kanit"/>
                <a:cs typeface="Kanit"/>
                <a:sym typeface="Kanit"/>
              </a:defRPr>
            </a:lvl9pPr>
          </a:lstStyle>
          <a:p>
            <a:endParaRPr/>
          </a:p>
        </p:txBody>
      </p:sp>
    </p:spTree>
    <p:extLst>
      <p:ext uri="{BB962C8B-B14F-4D97-AF65-F5344CB8AC3E}">
        <p14:creationId xmlns:p14="http://schemas.microsoft.com/office/powerpoint/2010/main" xmlns="" val="1998033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4"/>
        <p:cNvGrpSpPr/>
        <p:nvPr/>
      </p:nvGrpSpPr>
      <p:grpSpPr>
        <a:xfrm>
          <a:off x="0" y="0"/>
          <a:ext cx="0" cy="0"/>
          <a:chOff x="0" y="0"/>
          <a:chExt cx="0" cy="0"/>
        </a:xfrm>
      </p:grpSpPr>
      <p:sp>
        <p:nvSpPr>
          <p:cNvPr id="25" name="Google Shape;25;g101406faff2_1_5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g101406faff2_1_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p14="http://schemas.microsoft.com/office/powerpoint/2010/main" xmlns="" val="156363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
        <p:cNvGrpSpPr/>
        <p:nvPr/>
      </p:nvGrpSpPr>
      <p:grpSpPr>
        <a:xfrm>
          <a:off x="0" y="0"/>
          <a:ext cx="0" cy="0"/>
          <a:chOff x="0" y="0"/>
          <a:chExt cx="0" cy="0"/>
        </a:xfrm>
      </p:grpSpPr>
      <p:sp>
        <p:nvSpPr>
          <p:cNvPr id="28" name="Google Shape;28;g101406faff2_1_6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g101406faff2_1_6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0" name="Google Shape;30;g101406faff2_1_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p14="http://schemas.microsoft.com/office/powerpoint/2010/main" xmlns="" val="3370544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1"/>
        <p:cNvGrpSpPr/>
        <p:nvPr/>
      </p:nvGrpSpPr>
      <p:grpSpPr>
        <a:xfrm>
          <a:off x="0" y="0"/>
          <a:ext cx="0" cy="0"/>
          <a:chOff x="0" y="0"/>
          <a:chExt cx="0" cy="0"/>
        </a:xfrm>
      </p:grpSpPr>
      <p:sp>
        <p:nvSpPr>
          <p:cNvPr id="32" name="Google Shape;32;g101406faff2_1_6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 name="Google Shape;33;g101406faff2_1_6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g101406faff2_1_6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5" name="Google Shape;35;g101406faff2_1_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p14="http://schemas.microsoft.com/office/powerpoint/2010/main" xmlns="" val="2786123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9"/>
        <p:cNvGrpSpPr/>
        <p:nvPr/>
      </p:nvGrpSpPr>
      <p:grpSpPr>
        <a:xfrm>
          <a:off x="0" y="0"/>
          <a:ext cx="0" cy="0"/>
          <a:chOff x="0" y="0"/>
          <a:chExt cx="0" cy="0"/>
        </a:xfrm>
      </p:grpSpPr>
      <p:sp>
        <p:nvSpPr>
          <p:cNvPr id="40" name="Google Shape;40;g101406faff2_1_7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1" name="Google Shape;41;g101406faff2_1_7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2" name="Google Shape;42;g101406faff2_1_7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p14="http://schemas.microsoft.com/office/powerpoint/2010/main" xmlns="" val="6368487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3"/>
        <p:cNvGrpSpPr/>
        <p:nvPr/>
      </p:nvGrpSpPr>
      <p:grpSpPr>
        <a:xfrm>
          <a:off x="0" y="0"/>
          <a:ext cx="0" cy="0"/>
          <a:chOff x="0" y="0"/>
          <a:chExt cx="0" cy="0"/>
        </a:xfrm>
      </p:grpSpPr>
      <p:sp>
        <p:nvSpPr>
          <p:cNvPr id="44" name="Google Shape;44;g101406faff2_1_7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5" name="Google Shape;45;g101406faff2_1_7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p14="http://schemas.microsoft.com/office/powerpoint/2010/main" xmlns="" val="18894612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6"/>
        <p:cNvGrpSpPr/>
        <p:nvPr/>
      </p:nvGrpSpPr>
      <p:grpSpPr>
        <a:xfrm>
          <a:off x="0" y="0"/>
          <a:ext cx="0" cy="0"/>
          <a:chOff x="0" y="0"/>
          <a:chExt cx="0" cy="0"/>
        </a:xfrm>
      </p:grpSpPr>
      <p:sp>
        <p:nvSpPr>
          <p:cNvPr id="47" name="Google Shape;47;g101406faff2_1_8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g101406faff2_1_8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9" name="Google Shape;49;g101406faff2_1_8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g101406faff2_1_8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1" name="Google Shape;51;g101406faff2_1_8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p14="http://schemas.microsoft.com/office/powerpoint/2010/main" xmlns="" val="7883347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2"/>
        <p:cNvGrpSpPr/>
        <p:nvPr/>
      </p:nvGrpSpPr>
      <p:grpSpPr>
        <a:xfrm>
          <a:off x="0" y="0"/>
          <a:ext cx="0" cy="0"/>
          <a:chOff x="0" y="0"/>
          <a:chExt cx="0" cy="0"/>
        </a:xfrm>
      </p:grpSpPr>
      <p:sp>
        <p:nvSpPr>
          <p:cNvPr id="53" name="Google Shape;53;g101406faff2_1_8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4" name="Google Shape;54;g101406faff2_1_8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p14="http://schemas.microsoft.com/office/powerpoint/2010/main" xmlns="" val="2712646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5"/>
        <p:cNvGrpSpPr/>
        <p:nvPr/>
      </p:nvGrpSpPr>
      <p:grpSpPr>
        <a:xfrm>
          <a:off x="0" y="0"/>
          <a:ext cx="0" cy="0"/>
          <a:chOff x="0" y="0"/>
          <a:chExt cx="0" cy="0"/>
        </a:xfrm>
      </p:grpSpPr>
      <p:sp>
        <p:nvSpPr>
          <p:cNvPr id="56" name="Google Shape;56;g101406faff2_1_89"/>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7" name="Google Shape;57;g101406faff2_1_89"/>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8" name="Google Shape;58;g101406faff2_1_8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p14="http://schemas.microsoft.com/office/powerpoint/2010/main" xmlns="" val="3061096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10" Type="http://schemas.openxmlformats.org/officeDocument/2006/relationships/theme" Target="../theme/theme2.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2" name="Google Shape;12;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74"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101406faff2_1_5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g101406faff2_1_5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2" name="Google Shape;12;g101406faff2_1_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p14="http://schemas.microsoft.com/office/powerpoint/2010/main" xmlns="" val="2664314181"/>
      </p:ext>
    </p:extLst>
  </p:cSld>
  <p:clrMap bg1="lt1" tx1="dk1" bg2="dk2" tx2="lt2" accent1="accent1" accent2="accent2" accent3="accent3" accent4="accent4" accent5="accent5" accent6="accent6" hlink="hlink" folHlink="folHlink"/>
  <p:sldLayoutIdLst>
    <p:sldLayoutId id="2147483659" r:id="rId1"/>
    <p:sldLayoutId id="2147483663" r:id="rId2"/>
    <p:sldLayoutId id="2147483664" r:id="rId3"/>
    <p:sldLayoutId id="2147483665" r:id="rId4"/>
    <p:sldLayoutId id="2147483667" r:id="rId5"/>
    <p:sldLayoutId id="2147483668" r:id="rId6"/>
    <p:sldLayoutId id="2147483669" r:id="rId7"/>
    <p:sldLayoutId id="2147483670" r:id="rId8"/>
    <p:sldLayoutId id="2147483671"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g101cf3a0884_0_0"/>
          <p:cNvSpPr txBox="1">
            <a:spLocks noGrp="1"/>
          </p:cNvSpPr>
          <p:nvPr>
            <p:ph type="body" idx="1"/>
          </p:nvPr>
        </p:nvSpPr>
        <p:spPr>
          <a:xfrm>
            <a:off x="615526" y="2202295"/>
            <a:ext cx="6705600" cy="7389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SzPts val="900"/>
              <a:buNone/>
            </a:pPr>
            <a:r>
              <a:rPr lang="en-IN"/>
              <a:t>Content Title</a:t>
            </a:r>
            <a:endParaRPr sz="3600" i="0" u="none" strike="noStrike" cap="none">
              <a:solidFill>
                <a:schemeClr val="lt1"/>
              </a:solidFill>
              <a:latin typeface="Kanit"/>
              <a:ea typeface="Kanit"/>
              <a:cs typeface="Kanit"/>
              <a:sym typeface="Kanit"/>
            </a:endParaRPr>
          </a:p>
        </p:txBody>
      </p:sp>
      <p:pic>
        <p:nvPicPr>
          <p:cNvPr id="51" name="Google Shape;51;g101cf3a0884_0_0"/>
          <p:cNvPicPr preferRelativeResize="0"/>
          <p:nvPr/>
        </p:nvPicPr>
        <p:blipFill rotWithShape="1">
          <a:blip r:embed="rId3">
            <a:alphaModFix/>
          </a:blip>
          <a:srcRect/>
          <a:stretch/>
        </p:blipFill>
        <p:spPr>
          <a:xfrm>
            <a:off x="0" y="0"/>
            <a:ext cx="2491628" cy="919750"/>
          </a:xfrm>
          <a:prstGeom prst="rect">
            <a:avLst/>
          </a:prstGeom>
          <a:noFill/>
          <a:ln>
            <a:noFill/>
          </a:ln>
        </p:spPr>
      </p:pic>
      <p:pic>
        <p:nvPicPr>
          <p:cNvPr id="52" name="Google Shape;52;g101cf3a0884_0_0"/>
          <p:cNvPicPr preferRelativeResize="0"/>
          <p:nvPr/>
        </p:nvPicPr>
        <p:blipFill rotWithShape="1">
          <a:blip r:embed="rId4">
            <a:alphaModFix/>
          </a:blip>
          <a:srcRect/>
          <a:stretch/>
        </p:blipFill>
        <p:spPr>
          <a:xfrm>
            <a:off x="-118810" y="-25341"/>
            <a:ext cx="9262810" cy="5205049"/>
          </a:xfrm>
          <a:prstGeom prst="rect">
            <a:avLst/>
          </a:prstGeom>
          <a:noFill/>
          <a:ln>
            <a:noFill/>
          </a:ln>
        </p:spPr>
      </p:pic>
      <p:sp>
        <p:nvSpPr>
          <p:cNvPr id="53" name="Google Shape;53;g101cf3a0884_0_0"/>
          <p:cNvSpPr/>
          <p:nvPr/>
        </p:nvSpPr>
        <p:spPr>
          <a:xfrm>
            <a:off x="517525" y="919750"/>
            <a:ext cx="4446300" cy="1650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g101cf3a0884_0_0"/>
          <p:cNvSpPr txBox="1"/>
          <p:nvPr/>
        </p:nvSpPr>
        <p:spPr>
          <a:xfrm>
            <a:off x="256266" y="1893309"/>
            <a:ext cx="7420763" cy="1167982"/>
          </a:xfrm>
          <a:prstGeom prst="rect">
            <a:avLst/>
          </a:prstGeom>
          <a:noFill/>
          <a:ln>
            <a:noFill/>
          </a:ln>
        </p:spPr>
        <p:txBody>
          <a:bodyPr spcFirstLastPara="1" wrap="square" lIns="91425" tIns="91425" rIns="91425" bIns="91425" anchor="ctr" anchorCtr="0">
            <a:spAutoFit/>
          </a:bodyPr>
          <a:lstStyle/>
          <a:p>
            <a:pPr marL="0" marR="0" lvl="0" indent="0" algn="ctr" rtl="0">
              <a:lnSpc>
                <a:spcPct val="90000"/>
              </a:lnSpc>
              <a:spcBef>
                <a:spcPts val="0"/>
              </a:spcBef>
              <a:spcAft>
                <a:spcPts val="0"/>
              </a:spcAft>
              <a:buClr>
                <a:schemeClr val="dk1"/>
              </a:buClr>
              <a:buSzPts val="1100"/>
              <a:buFont typeface="Arial"/>
              <a:buNone/>
            </a:pPr>
            <a:r>
              <a:rPr lang="en-IN" sz="4000" b="1" dirty="0">
                <a:solidFill>
                  <a:schemeClr val="bg1">
                    <a:lumMod val="95000"/>
                  </a:schemeClr>
                </a:solidFill>
                <a:latin typeface="Fira Sans"/>
                <a:ea typeface="Fira Sans"/>
                <a:cs typeface="Fira Sans"/>
                <a:sym typeface="Fira Sans"/>
              </a:rPr>
              <a:t>“Software Testing Types”</a:t>
            </a:r>
          </a:p>
          <a:p>
            <a:pPr marL="0" marR="0" lvl="0" indent="0" algn="ctr" rtl="0">
              <a:lnSpc>
                <a:spcPct val="90000"/>
              </a:lnSpc>
              <a:spcBef>
                <a:spcPts val="0"/>
              </a:spcBef>
              <a:spcAft>
                <a:spcPts val="0"/>
              </a:spcAft>
              <a:buClr>
                <a:schemeClr val="dk1"/>
              </a:buClr>
              <a:buSzPts val="1100"/>
              <a:buFont typeface="Arial"/>
              <a:buNone/>
            </a:pPr>
            <a:endParaRPr lang="en-IN" sz="1100" b="1" dirty="0">
              <a:solidFill>
                <a:schemeClr val="bg1">
                  <a:lumMod val="95000"/>
                </a:schemeClr>
              </a:solidFill>
              <a:latin typeface="Fira Sans"/>
              <a:ea typeface="Fira Sans"/>
              <a:cs typeface="Fira Sans"/>
              <a:sym typeface="Fira Sans"/>
            </a:endParaRPr>
          </a:p>
          <a:p>
            <a:pPr marL="0" marR="0" lvl="0" indent="0" algn="ctr" rtl="0">
              <a:lnSpc>
                <a:spcPct val="90000"/>
              </a:lnSpc>
              <a:spcBef>
                <a:spcPts val="0"/>
              </a:spcBef>
              <a:spcAft>
                <a:spcPts val="0"/>
              </a:spcAft>
              <a:buClr>
                <a:schemeClr val="dk1"/>
              </a:buClr>
              <a:buSzPts val="1100"/>
              <a:buFont typeface="Arial"/>
              <a:buNone/>
            </a:pPr>
            <a:r>
              <a:rPr lang="en-US" sz="2000" b="1" dirty="0">
                <a:solidFill>
                  <a:srgbClr val="64E688"/>
                </a:solidFill>
                <a:latin typeface="Fira Sans"/>
                <a:ea typeface="Fira Sans"/>
                <a:cs typeface="Fira Sans"/>
                <a:sym typeface="Fira Sans"/>
              </a:rPr>
              <a:t>Miscellaneous Testing Concepts</a:t>
            </a:r>
            <a:endParaRPr sz="2000" b="1" dirty="0">
              <a:solidFill>
                <a:srgbClr val="64E688"/>
              </a:solidFill>
              <a:latin typeface="Fira Sans"/>
              <a:ea typeface="Fira Sans"/>
              <a:cs typeface="Fira Sans"/>
              <a:sym typeface="Fira Sans"/>
            </a:endParaRPr>
          </a:p>
        </p:txBody>
      </p:sp>
      <p:sp>
        <p:nvSpPr>
          <p:cNvPr id="55" name="Google Shape;55;g101cf3a0884_0_0"/>
          <p:cNvSpPr/>
          <p:nvPr/>
        </p:nvSpPr>
        <p:spPr>
          <a:xfrm>
            <a:off x="506950" y="4182400"/>
            <a:ext cx="5058900" cy="431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g101cf3a0884_0_0"/>
          <p:cNvSpPr/>
          <p:nvPr/>
        </p:nvSpPr>
        <p:spPr>
          <a:xfrm>
            <a:off x="488275" y="521575"/>
            <a:ext cx="2707800" cy="431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g101cf3a0884_0_0"/>
          <p:cNvSpPr txBox="1"/>
          <p:nvPr/>
        </p:nvSpPr>
        <p:spPr>
          <a:xfrm>
            <a:off x="531025" y="488650"/>
            <a:ext cx="63918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IN" sz="1600" b="0" i="0" u="none" strike="noStrike" cap="none">
                <a:solidFill>
                  <a:srgbClr val="FFFFFF"/>
                </a:solidFill>
                <a:latin typeface="Fira Sans"/>
                <a:ea typeface="Fira Sans"/>
                <a:cs typeface="Fira Sans"/>
                <a:sym typeface="Fira Sans"/>
              </a:rPr>
              <a:t>QA Automation Engineer</a:t>
            </a:r>
            <a:endParaRPr sz="1600" b="0" i="0" u="none" strike="noStrike" cap="none">
              <a:solidFill>
                <a:srgbClr val="FFFFFF"/>
              </a:solidFill>
              <a:latin typeface="Fira Sans"/>
              <a:ea typeface="Fira Sans"/>
              <a:cs typeface="Fira Sans"/>
              <a:sym typeface="Fira San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Types of Testing</a:t>
            </a:r>
          </a:p>
        </p:txBody>
      </p:sp>
      <p:sp>
        <p:nvSpPr>
          <p:cNvPr id="3" name="Text Placeholder 2"/>
          <p:cNvSpPr>
            <a:spLocks noGrp="1"/>
          </p:cNvSpPr>
          <p:nvPr>
            <p:ph type="body" idx="1"/>
          </p:nvPr>
        </p:nvSpPr>
        <p:spPr>
          <a:xfrm>
            <a:off x="311700" y="1515332"/>
            <a:ext cx="8520600" cy="3416400"/>
          </a:xfrm>
        </p:spPr>
        <p:txBody>
          <a:bodyPr/>
          <a:lstStyle/>
          <a:p>
            <a:r>
              <a:rPr lang="en-IN" sz="1600" dirty="0">
                <a:solidFill>
                  <a:schemeClr val="tx1"/>
                </a:solidFill>
              </a:rPr>
              <a:t>Smoke Testing</a:t>
            </a:r>
            <a:endParaRPr lang="en-IN" sz="800" dirty="0">
              <a:solidFill>
                <a:schemeClr val="tx1"/>
              </a:solidFill>
            </a:endParaRPr>
          </a:p>
          <a:p>
            <a:r>
              <a:rPr lang="en-IN" sz="1600" dirty="0">
                <a:solidFill>
                  <a:schemeClr val="tx1"/>
                </a:solidFill>
              </a:rPr>
              <a:t>Sanity Testing</a:t>
            </a:r>
          </a:p>
          <a:p>
            <a:r>
              <a:rPr lang="en-IN" sz="1600" dirty="0">
                <a:solidFill>
                  <a:schemeClr val="tx1"/>
                </a:solidFill>
              </a:rPr>
              <a:t>Installation Testing</a:t>
            </a:r>
          </a:p>
          <a:p>
            <a:r>
              <a:rPr lang="en-IN" sz="1600" dirty="0">
                <a:solidFill>
                  <a:schemeClr val="tx1"/>
                </a:solidFill>
              </a:rPr>
              <a:t>Black box testing</a:t>
            </a:r>
          </a:p>
          <a:p>
            <a:r>
              <a:rPr lang="en-IN" sz="1600" dirty="0">
                <a:solidFill>
                  <a:schemeClr val="tx1"/>
                </a:solidFill>
              </a:rPr>
              <a:t>White Box Testing</a:t>
            </a:r>
          </a:p>
          <a:p>
            <a:r>
              <a:rPr lang="en-IN" sz="1600" dirty="0">
                <a:solidFill>
                  <a:schemeClr val="tx1"/>
                </a:solidFill>
              </a:rPr>
              <a:t>System Testing</a:t>
            </a:r>
          </a:p>
          <a:p>
            <a:r>
              <a:rPr lang="en-IN" sz="1600" dirty="0">
                <a:solidFill>
                  <a:schemeClr val="tx1"/>
                </a:solidFill>
              </a:rPr>
              <a:t>Regression Testing</a:t>
            </a:r>
          </a:p>
          <a:p>
            <a:r>
              <a:rPr lang="en-IN" sz="1600" dirty="0">
                <a:solidFill>
                  <a:schemeClr val="tx1"/>
                </a:solidFill>
              </a:rPr>
              <a:t>Performance Testing</a:t>
            </a:r>
          </a:p>
          <a:p>
            <a:r>
              <a:rPr lang="en-IN" sz="1600" dirty="0">
                <a:solidFill>
                  <a:schemeClr val="tx1"/>
                </a:solidFill>
              </a:rPr>
              <a:t>Usability Testing</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a:t>
            </a:fld>
            <a:endParaRPr lang="en-US"/>
          </a:p>
        </p:txBody>
      </p:sp>
    </p:spTree>
    <p:extLst>
      <p:ext uri="{BB962C8B-B14F-4D97-AF65-F5344CB8AC3E}">
        <p14:creationId xmlns:p14="http://schemas.microsoft.com/office/powerpoint/2010/main" xmlns="" val="34104577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ctrTitle"/>
          </p:nvPr>
        </p:nvSpPr>
        <p:spPr>
          <a:xfrm>
            <a:off x="685800" y="923732"/>
            <a:ext cx="7772400" cy="709126"/>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000"/>
              <a:buFont typeface="Calibri"/>
              <a:buNone/>
            </a:pPr>
            <a:r>
              <a:rPr lang="en-US" sz="4000" b="1" dirty="0">
                <a:solidFill>
                  <a:schemeClr val="accent1">
                    <a:lumMod val="50000"/>
                  </a:schemeClr>
                </a:solidFill>
                <a:latin typeface="Fira Sans"/>
                <a:ea typeface="Fira Sans"/>
                <a:cs typeface="Fira Sans"/>
                <a:sym typeface="Fira Sans"/>
              </a:rPr>
              <a:t>User Acceptance Testing (UAT)</a:t>
            </a:r>
            <a:endParaRPr sz="4000" b="1" dirty="0">
              <a:solidFill>
                <a:schemeClr val="accent1">
                  <a:lumMod val="50000"/>
                </a:schemeClr>
              </a:solidFill>
            </a:endParaRPr>
          </a:p>
        </p:txBody>
      </p:sp>
      <p:sp>
        <p:nvSpPr>
          <p:cNvPr id="105" name="Google Shape;105;p3"/>
          <p:cNvSpPr txBox="1">
            <a:spLocks noGrp="1"/>
          </p:cNvSpPr>
          <p:nvPr>
            <p:ph type="subTitle" idx="1"/>
          </p:nvPr>
        </p:nvSpPr>
        <p:spPr>
          <a:xfrm>
            <a:off x="681135" y="2258008"/>
            <a:ext cx="7091265" cy="1871305"/>
          </a:xfrm>
          <a:prstGeom prst="rect">
            <a:avLst/>
          </a:prstGeom>
          <a:noFill/>
          <a:ln>
            <a:noFill/>
          </a:ln>
        </p:spPr>
        <p:txBody>
          <a:bodyPr spcFirstLastPara="1" wrap="square" lIns="91425" tIns="45700" rIns="91425" bIns="45700" anchor="t" anchorCtr="0">
            <a:normAutofit fontScale="92500" lnSpcReduction="10000"/>
          </a:bodyPr>
          <a:lstStyle/>
          <a:p>
            <a:pPr marL="0" marR="0" lvl="0" indent="0" algn="l" rtl="0">
              <a:lnSpc>
                <a:spcPct val="100000"/>
              </a:lnSpc>
              <a:spcBef>
                <a:spcPts val="0"/>
              </a:spcBef>
              <a:spcAft>
                <a:spcPts val="0"/>
              </a:spcAft>
              <a:buNone/>
            </a:pPr>
            <a:r>
              <a:rPr lang="en-US" sz="1500" b="0" i="0" dirty="0">
                <a:solidFill>
                  <a:srgbClr val="202124"/>
                </a:solidFill>
                <a:effectLst/>
                <a:latin typeface="arial" panose="020B0604020202020204" pitchFamily="34" charset="0"/>
              </a:rPr>
              <a:t>User Acceptance Testing (UAT) is a type of testing performed by </a:t>
            </a:r>
            <a:r>
              <a:rPr lang="en-US" sz="1500" b="1" i="0" dirty="0">
                <a:solidFill>
                  <a:srgbClr val="202124"/>
                </a:solidFill>
                <a:effectLst/>
                <a:latin typeface="arial" panose="020B0604020202020204" pitchFamily="34" charset="0"/>
              </a:rPr>
              <a:t>the end user or the client</a:t>
            </a:r>
            <a:r>
              <a:rPr lang="en-US" sz="1500" b="0" i="0" dirty="0">
                <a:solidFill>
                  <a:srgbClr val="202124"/>
                </a:solidFill>
                <a:effectLst/>
                <a:latin typeface="arial" panose="020B0604020202020204" pitchFamily="34" charset="0"/>
              </a:rPr>
              <a:t> to verify/accept the software system before moving the software application to the production environment.</a:t>
            </a:r>
          </a:p>
          <a:p>
            <a:pPr marL="0" marR="0" lvl="0" indent="0" algn="l" rtl="0">
              <a:lnSpc>
                <a:spcPct val="100000"/>
              </a:lnSpc>
              <a:spcBef>
                <a:spcPts val="0"/>
              </a:spcBef>
              <a:spcAft>
                <a:spcPts val="0"/>
              </a:spcAft>
              <a:buNone/>
            </a:pPr>
            <a:r>
              <a:rPr lang="en-US" sz="1500" b="0" i="0" dirty="0">
                <a:solidFill>
                  <a:srgbClr val="222222"/>
                </a:solidFill>
                <a:effectLst/>
                <a:latin typeface="Source Sans Pro" panose="020B0503030403020204" pitchFamily="34" charset="0"/>
              </a:rPr>
              <a:t>UAT is done in the final phase of testing after functional, sanity and system testing is done.</a:t>
            </a:r>
          </a:p>
          <a:p>
            <a:pPr marL="0" marR="0" lvl="0" indent="0" algn="l" rtl="0">
              <a:lnSpc>
                <a:spcPct val="100000"/>
              </a:lnSpc>
              <a:spcBef>
                <a:spcPts val="0"/>
              </a:spcBef>
              <a:spcAft>
                <a:spcPts val="0"/>
              </a:spcAft>
              <a:buNone/>
            </a:pPr>
            <a:endParaRPr lang="en-US" sz="1500" dirty="0">
              <a:solidFill>
                <a:srgbClr val="222222"/>
              </a:solidFill>
              <a:latin typeface="Source Sans Pro" panose="020B0503030403020204" pitchFamily="34" charset="0"/>
            </a:endParaRPr>
          </a:p>
          <a:p>
            <a:pPr marL="0" marR="0" lvl="0" indent="0" algn="l" rtl="0">
              <a:lnSpc>
                <a:spcPct val="100000"/>
              </a:lnSpc>
              <a:spcBef>
                <a:spcPts val="0"/>
              </a:spcBef>
              <a:spcAft>
                <a:spcPts val="0"/>
              </a:spcAft>
              <a:buNone/>
            </a:pPr>
            <a:r>
              <a:rPr lang="en-US" sz="1500" b="0" i="0" dirty="0">
                <a:solidFill>
                  <a:srgbClr val="222222"/>
                </a:solidFill>
                <a:effectLst/>
                <a:latin typeface="Source Sans Pro" panose="020B0503030403020204" pitchFamily="34" charset="0"/>
              </a:rPr>
              <a:t>The main </a:t>
            </a:r>
            <a:r>
              <a:rPr lang="en-US" sz="1500" b="1" i="0" dirty="0">
                <a:solidFill>
                  <a:srgbClr val="222222"/>
                </a:solidFill>
                <a:effectLst/>
                <a:latin typeface="Source Sans Pro" panose="020B0503030403020204" pitchFamily="34" charset="0"/>
              </a:rPr>
              <a:t>Purpose of UAT</a:t>
            </a:r>
            <a:r>
              <a:rPr lang="en-US" sz="1500" b="0" i="0" dirty="0">
                <a:solidFill>
                  <a:srgbClr val="222222"/>
                </a:solidFill>
                <a:effectLst/>
                <a:latin typeface="Source Sans Pro" panose="020B0503030403020204" pitchFamily="34" charset="0"/>
              </a:rPr>
              <a:t> is to validate end to end business flow. It does not focus on cosmetic errors, spelling mistakes or system testing. User Acceptance Testing is carried out in a separate testing environment. It is kind of black box testing where two or more end-users will be involved.</a:t>
            </a:r>
          </a:p>
          <a:p>
            <a:pPr marL="0" marR="0" lvl="0" indent="0" algn="l" rtl="0">
              <a:lnSpc>
                <a:spcPct val="100000"/>
              </a:lnSpc>
              <a:spcBef>
                <a:spcPts val="0"/>
              </a:spcBef>
              <a:spcAft>
                <a:spcPts val="0"/>
              </a:spcAft>
              <a:buNone/>
            </a:pPr>
            <a:endParaRPr sz="2000" dirty="0">
              <a:solidFill>
                <a:schemeClr val="dk1"/>
              </a:solidFill>
              <a:latin typeface="Fira Sans"/>
              <a:ea typeface="Fira Sans"/>
              <a:cs typeface="Fira Sans"/>
              <a:sym typeface="Fira Sans"/>
            </a:endParaRPr>
          </a:p>
        </p:txBody>
      </p:sp>
    </p:spTree>
    <p:extLst>
      <p:ext uri="{BB962C8B-B14F-4D97-AF65-F5344CB8AC3E}">
        <p14:creationId xmlns:p14="http://schemas.microsoft.com/office/powerpoint/2010/main" xmlns="" val="36006144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ctrTitle"/>
          </p:nvPr>
        </p:nvSpPr>
        <p:spPr>
          <a:xfrm>
            <a:off x="685800" y="923732"/>
            <a:ext cx="7772400" cy="709126"/>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000"/>
              <a:buFont typeface="Calibri"/>
              <a:buNone/>
            </a:pPr>
            <a:r>
              <a:rPr lang="en-US" sz="4000" b="1" dirty="0">
                <a:solidFill>
                  <a:schemeClr val="accent1">
                    <a:lumMod val="50000"/>
                  </a:schemeClr>
                </a:solidFill>
                <a:latin typeface="Fira Sans"/>
                <a:ea typeface="Fira Sans"/>
                <a:cs typeface="Fira Sans"/>
                <a:sym typeface="Fira Sans"/>
              </a:rPr>
              <a:t>Positive Testing</a:t>
            </a:r>
            <a:endParaRPr sz="4000" b="1" dirty="0">
              <a:solidFill>
                <a:schemeClr val="accent1">
                  <a:lumMod val="50000"/>
                </a:schemeClr>
              </a:solidFill>
            </a:endParaRPr>
          </a:p>
        </p:txBody>
      </p:sp>
      <p:sp>
        <p:nvSpPr>
          <p:cNvPr id="105" name="Google Shape;105;p3"/>
          <p:cNvSpPr txBox="1">
            <a:spLocks noGrp="1"/>
          </p:cNvSpPr>
          <p:nvPr>
            <p:ph type="subTitle" idx="1"/>
          </p:nvPr>
        </p:nvSpPr>
        <p:spPr>
          <a:xfrm>
            <a:off x="681135" y="2258009"/>
            <a:ext cx="7091265" cy="1567542"/>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None/>
            </a:pPr>
            <a:r>
              <a:rPr lang="en-US" sz="2000" dirty="0">
                <a:solidFill>
                  <a:schemeClr val="dk1"/>
                </a:solidFill>
                <a:latin typeface="Fira Sans"/>
                <a:ea typeface="Fira Sans"/>
                <a:cs typeface="Fira Sans"/>
                <a:sym typeface="Fira Sans"/>
              </a:rPr>
              <a:t>Performing the Testing on the application with positive data or valid data is called Positive Testing.</a:t>
            </a:r>
            <a:endParaRPr sz="2000" dirty="0">
              <a:solidFill>
                <a:schemeClr val="dk1"/>
              </a:solidFill>
              <a:latin typeface="Fira Sans"/>
              <a:ea typeface="Fira Sans"/>
              <a:cs typeface="Fira Sans"/>
              <a:sym typeface="Fira Sans"/>
            </a:endParaRPr>
          </a:p>
        </p:txBody>
      </p:sp>
    </p:spTree>
    <p:extLst>
      <p:ext uri="{BB962C8B-B14F-4D97-AF65-F5344CB8AC3E}">
        <p14:creationId xmlns:p14="http://schemas.microsoft.com/office/powerpoint/2010/main" xmlns="" val="306487957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ctrTitle"/>
          </p:nvPr>
        </p:nvSpPr>
        <p:spPr>
          <a:xfrm>
            <a:off x="685800" y="923732"/>
            <a:ext cx="7772400" cy="709126"/>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000"/>
              <a:buFont typeface="Calibri"/>
              <a:buNone/>
            </a:pPr>
            <a:r>
              <a:rPr lang="en-US" sz="4000" b="1" dirty="0">
                <a:solidFill>
                  <a:schemeClr val="accent1">
                    <a:lumMod val="50000"/>
                  </a:schemeClr>
                </a:solidFill>
                <a:latin typeface="Fira Sans"/>
                <a:ea typeface="Fira Sans"/>
                <a:cs typeface="Fira Sans"/>
                <a:sym typeface="Fira Sans"/>
              </a:rPr>
              <a:t>Negative Testing</a:t>
            </a:r>
            <a:endParaRPr sz="4000" b="1" dirty="0">
              <a:solidFill>
                <a:schemeClr val="accent1">
                  <a:lumMod val="50000"/>
                </a:schemeClr>
              </a:solidFill>
            </a:endParaRPr>
          </a:p>
        </p:txBody>
      </p:sp>
      <p:sp>
        <p:nvSpPr>
          <p:cNvPr id="105" name="Google Shape;105;p3"/>
          <p:cNvSpPr txBox="1">
            <a:spLocks noGrp="1"/>
          </p:cNvSpPr>
          <p:nvPr>
            <p:ph type="subTitle" idx="1"/>
          </p:nvPr>
        </p:nvSpPr>
        <p:spPr>
          <a:xfrm>
            <a:off x="681135" y="2258009"/>
            <a:ext cx="7091265" cy="1567542"/>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None/>
            </a:pPr>
            <a:r>
              <a:rPr lang="en-US" sz="2000" dirty="0">
                <a:solidFill>
                  <a:schemeClr val="dk1"/>
                </a:solidFill>
                <a:latin typeface="Fira Sans"/>
                <a:ea typeface="Fira Sans"/>
                <a:cs typeface="Fira Sans"/>
                <a:sym typeface="Fira Sans"/>
              </a:rPr>
              <a:t>Performing the Testing on the application with negative data or invalid data is </a:t>
            </a:r>
            <a:r>
              <a:rPr lang="en-US" sz="2000">
                <a:solidFill>
                  <a:schemeClr val="dk1"/>
                </a:solidFill>
                <a:latin typeface="Fira Sans"/>
                <a:ea typeface="Fira Sans"/>
                <a:cs typeface="Fira Sans"/>
                <a:sym typeface="Fira Sans"/>
              </a:rPr>
              <a:t>called Negative </a:t>
            </a:r>
            <a:r>
              <a:rPr lang="en-US" sz="2000" dirty="0">
                <a:solidFill>
                  <a:schemeClr val="dk1"/>
                </a:solidFill>
                <a:latin typeface="Fira Sans"/>
                <a:ea typeface="Fira Sans"/>
                <a:cs typeface="Fira Sans"/>
                <a:sym typeface="Fira Sans"/>
              </a:rPr>
              <a:t>Testing.</a:t>
            </a:r>
            <a:endParaRPr sz="2000" dirty="0">
              <a:solidFill>
                <a:schemeClr val="dk1"/>
              </a:solidFill>
              <a:latin typeface="Fira Sans"/>
              <a:ea typeface="Fira Sans"/>
              <a:cs typeface="Fira Sans"/>
              <a:sym typeface="Fira Sans"/>
            </a:endParaRPr>
          </a:p>
        </p:txBody>
      </p:sp>
    </p:spTree>
    <p:extLst>
      <p:ext uri="{BB962C8B-B14F-4D97-AF65-F5344CB8AC3E}">
        <p14:creationId xmlns:p14="http://schemas.microsoft.com/office/powerpoint/2010/main" xmlns="" val="12770424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42A4FC2C-047E-45A5-965D-8E1E3BF09B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Graphical user interface, text, application, email&#10;&#10;Description automatically generated">
            <a:extLst>
              <a:ext uri="{FF2B5EF4-FFF2-40B4-BE49-F238E27FC236}">
                <a16:creationId xmlns:a16="http://schemas.microsoft.com/office/drawing/2014/main" xmlns="" id="{4F6DC3D2-F2FD-5B46-587E-FBB7581F4BB2}"/>
              </a:ext>
            </a:extLst>
          </p:cNvPr>
          <p:cNvPicPr>
            <a:picLocks noGrp="1" noChangeAspect="1"/>
          </p:cNvPicPr>
          <p:nvPr>
            <p:ph idx="1"/>
          </p:nvPr>
        </p:nvPicPr>
        <p:blipFill rotWithShape="1">
          <a:blip r:embed="rId2"/>
          <a:srcRect b="1334"/>
          <a:stretch/>
        </p:blipFill>
        <p:spPr>
          <a:xfrm>
            <a:off x="15" y="961"/>
            <a:ext cx="9143985" cy="5142539"/>
          </a:xfrm>
          <a:prstGeom prst="rect">
            <a:avLst/>
          </a:prstGeom>
        </p:spPr>
      </p:pic>
    </p:spTree>
    <p:extLst>
      <p:ext uri="{BB962C8B-B14F-4D97-AF65-F5344CB8AC3E}">
        <p14:creationId xmlns:p14="http://schemas.microsoft.com/office/powerpoint/2010/main" xmlns="" val="474145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ctrTitle"/>
          </p:nvPr>
        </p:nvSpPr>
        <p:spPr>
          <a:xfrm>
            <a:off x="685800" y="923732"/>
            <a:ext cx="7772400" cy="709126"/>
          </a:xfrm>
          <a:prstGeom prst="rect">
            <a:avLst/>
          </a:prstGeom>
          <a:noFill/>
          <a:ln>
            <a:noFill/>
          </a:ln>
        </p:spPr>
        <p:txBody>
          <a:bodyPr spcFirstLastPara="1" wrap="square" lIns="91425" tIns="45700" rIns="91425" bIns="45700" anchor="t" anchorCtr="0">
            <a:normAutofit/>
          </a:bodyPr>
          <a:lstStyle/>
          <a:p>
            <a:pPr lvl="0" algn="l">
              <a:buSzPts val="4000"/>
            </a:pPr>
            <a:r>
              <a:rPr lang="en-US" sz="4000" b="1" dirty="0">
                <a:solidFill>
                  <a:srgbClr val="002060"/>
                </a:solidFill>
                <a:latin typeface="Fira Sans"/>
                <a:sym typeface="Fira Sans"/>
              </a:rPr>
              <a:t> </a:t>
            </a:r>
            <a:r>
              <a:rPr lang="en-IN" sz="3200" b="1" dirty="0">
                <a:solidFill>
                  <a:schemeClr val="accent1">
                    <a:lumMod val="50000"/>
                  </a:schemeClr>
                </a:solidFill>
              </a:rPr>
              <a:t>Integration Testing</a:t>
            </a:r>
            <a:r>
              <a:rPr lang="en-US" sz="3200" b="1" dirty="0">
                <a:solidFill>
                  <a:schemeClr val="accent1">
                    <a:lumMod val="50000"/>
                  </a:schemeClr>
                </a:solidFill>
                <a:latin typeface="Fira Sans"/>
                <a:sym typeface="Fira Sans"/>
              </a:rPr>
              <a:t> </a:t>
            </a:r>
            <a:endParaRPr sz="3200" b="1" dirty="0">
              <a:solidFill>
                <a:schemeClr val="accent1">
                  <a:lumMod val="50000"/>
                </a:schemeClr>
              </a:solidFill>
            </a:endParaRPr>
          </a:p>
        </p:txBody>
      </p:sp>
      <p:sp>
        <p:nvSpPr>
          <p:cNvPr id="105" name="Google Shape;105;p3"/>
          <p:cNvSpPr txBox="1">
            <a:spLocks noGrp="1"/>
          </p:cNvSpPr>
          <p:nvPr>
            <p:ph type="subTitle" idx="1"/>
          </p:nvPr>
        </p:nvSpPr>
        <p:spPr>
          <a:xfrm>
            <a:off x="681135" y="1909187"/>
            <a:ext cx="7091265" cy="1916364"/>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None/>
            </a:pPr>
            <a:r>
              <a:rPr lang="en-IN" sz="2000" dirty="0">
                <a:solidFill>
                  <a:schemeClr val="dk1"/>
                </a:solidFill>
                <a:latin typeface="Fira Sans"/>
                <a:ea typeface="Fira Sans"/>
                <a:cs typeface="Fira Sans"/>
                <a:sym typeface="Fira Sans"/>
              </a:rPr>
              <a:t>Integration Testing is level of software testing process, where individual units of an application are combined and tested.</a:t>
            </a:r>
          </a:p>
          <a:p>
            <a:pPr marL="0" marR="0" lvl="0" indent="0" algn="l" rtl="0">
              <a:lnSpc>
                <a:spcPct val="100000"/>
              </a:lnSpc>
              <a:spcBef>
                <a:spcPts val="0"/>
              </a:spcBef>
              <a:spcAft>
                <a:spcPts val="0"/>
              </a:spcAft>
              <a:buNone/>
            </a:pPr>
            <a:endParaRPr lang="en-IN" sz="2000" dirty="0">
              <a:solidFill>
                <a:schemeClr val="dk1"/>
              </a:solidFill>
              <a:latin typeface="Fira Sans"/>
              <a:ea typeface="Fira Sans"/>
              <a:cs typeface="Fira Sans"/>
              <a:sym typeface="Fira Sans"/>
            </a:endParaRPr>
          </a:p>
          <a:p>
            <a:pPr marL="0" marR="0" lvl="0" indent="0" algn="l" rtl="0">
              <a:lnSpc>
                <a:spcPct val="100000"/>
              </a:lnSpc>
              <a:spcBef>
                <a:spcPts val="0"/>
              </a:spcBef>
              <a:spcAft>
                <a:spcPts val="0"/>
              </a:spcAft>
              <a:buNone/>
            </a:pPr>
            <a:r>
              <a:rPr lang="en-IN" sz="2000" dirty="0">
                <a:solidFill>
                  <a:schemeClr val="dk1"/>
                </a:solidFill>
                <a:latin typeface="Fira Sans"/>
                <a:ea typeface="Fira Sans"/>
                <a:cs typeface="Fira Sans"/>
                <a:sym typeface="Fira Sans"/>
              </a:rPr>
              <a:t>Individual software are combined and tested.</a:t>
            </a:r>
          </a:p>
          <a:p>
            <a:pPr marL="0" marR="0" lvl="0" indent="0" algn="l" rtl="0">
              <a:lnSpc>
                <a:spcPct val="100000"/>
              </a:lnSpc>
              <a:spcBef>
                <a:spcPts val="0"/>
              </a:spcBef>
              <a:spcAft>
                <a:spcPts val="0"/>
              </a:spcAft>
              <a:buNone/>
            </a:pPr>
            <a:endParaRPr lang="en-IN" sz="2000" dirty="0">
              <a:solidFill>
                <a:schemeClr val="dk1"/>
              </a:solidFill>
              <a:latin typeface="Fira Sans"/>
              <a:ea typeface="Fira Sans"/>
              <a:cs typeface="Fira Sans"/>
              <a:sym typeface="Fira Sans"/>
            </a:endParaRPr>
          </a:p>
        </p:txBody>
      </p:sp>
    </p:spTree>
    <p:extLst>
      <p:ext uri="{BB962C8B-B14F-4D97-AF65-F5344CB8AC3E}">
        <p14:creationId xmlns:p14="http://schemas.microsoft.com/office/powerpoint/2010/main" xmlns="" val="41523627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D195FA2-95CF-F838-6EF1-6552C8507E78}"/>
              </a:ext>
            </a:extLst>
          </p:cNvPr>
          <p:cNvSpPr>
            <a:spLocks noGrp="1"/>
          </p:cNvSpPr>
          <p:nvPr>
            <p:ph idx="1"/>
          </p:nvPr>
        </p:nvSpPr>
        <p:spPr>
          <a:xfrm>
            <a:off x="628650" y="532661"/>
            <a:ext cx="7886700" cy="4100062"/>
          </a:xfrm>
        </p:spPr>
        <p:txBody>
          <a:bodyPr>
            <a:normAutofit fontScale="85000" lnSpcReduction="10000"/>
          </a:bodyPr>
          <a:lstStyle/>
          <a:p>
            <a:pPr marL="0" indent="0">
              <a:buNone/>
            </a:pPr>
            <a:r>
              <a:rPr lang="en-US" sz="3075" b="1" dirty="0">
                <a:solidFill>
                  <a:srgbClr val="000000"/>
                </a:solidFill>
                <a:latin typeface="Open Sans" panose="020B0606030504020204" pitchFamily="34" charset="0"/>
              </a:rPr>
              <a:t>Roles and Responsibilities of a Manual Tester</a:t>
            </a:r>
          </a:p>
          <a:p>
            <a:pPr marL="0" indent="0">
              <a:buNone/>
            </a:pPr>
            <a:endParaRPr lang="en-US" sz="3075" b="1" dirty="0">
              <a:solidFill>
                <a:srgbClr val="000000"/>
              </a:solidFill>
              <a:latin typeface="Open Sans" panose="020B0606030504020204" pitchFamily="34" charset="0"/>
            </a:endParaRPr>
          </a:p>
          <a:p>
            <a:pPr marL="0" indent="0">
              <a:buNone/>
            </a:pPr>
            <a:r>
              <a:rPr lang="en-US" b="0" i="0" dirty="0">
                <a:solidFill>
                  <a:srgbClr val="000000"/>
                </a:solidFill>
                <a:effectLst/>
                <a:latin typeface="Open Sans" panose="020B0606030504020204" pitchFamily="34" charset="0"/>
              </a:rPr>
              <a:t>Following are the roles and responsibilities of a Manual Tester:</a:t>
            </a:r>
          </a:p>
          <a:p>
            <a:pPr marL="0" indent="0">
              <a:buNone/>
            </a:pPr>
            <a:endParaRPr lang="en-US" b="0" i="0" dirty="0">
              <a:solidFill>
                <a:srgbClr val="000000"/>
              </a:solidFill>
              <a:effectLst/>
              <a:latin typeface="Open Sans" panose="020B0606030504020204" pitchFamily="34" charset="0"/>
            </a:endParaRPr>
          </a:p>
          <a:p>
            <a:pPr algn="l">
              <a:buFont typeface="Arial" panose="020B0604020202020204" pitchFamily="34" charset="0"/>
              <a:buChar char="•"/>
            </a:pPr>
            <a:r>
              <a:rPr lang="en-US" b="0" i="0" smtClean="0">
                <a:solidFill>
                  <a:srgbClr val="000000"/>
                </a:solidFill>
                <a:effectLst/>
                <a:latin typeface="Open Sans" panose="020B0606030504020204" pitchFamily="34" charset="0"/>
              </a:rPr>
              <a:t>Analyzing </a:t>
            </a:r>
            <a:r>
              <a:rPr lang="en-US" b="0" i="0" dirty="0">
                <a:solidFill>
                  <a:srgbClr val="000000"/>
                </a:solidFill>
                <a:effectLst/>
                <a:latin typeface="Open Sans" panose="020B0606030504020204" pitchFamily="34" charset="0"/>
              </a:rPr>
              <a:t>the client requirements.</a:t>
            </a:r>
          </a:p>
          <a:p>
            <a:pPr algn="l">
              <a:buFont typeface="Arial" panose="020B0604020202020204" pitchFamily="34" charset="0"/>
              <a:buChar char="•"/>
            </a:pPr>
            <a:r>
              <a:rPr lang="en-US" b="0" i="0" dirty="0">
                <a:solidFill>
                  <a:srgbClr val="000000"/>
                </a:solidFill>
                <a:effectLst/>
                <a:latin typeface="Open Sans" panose="020B0606030504020204" pitchFamily="34" charset="0"/>
              </a:rPr>
              <a:t>Establishing the test environment for executing the test cases.</a:t>
            </a:r>
          </a:p>
          <a:p>
            <a:pPr algn="l">
              <a:buFont typeface="Arial" panose="020B0604020202020204" pitchFamily="34" charset="0"/>
              <a:buChar char="•"/>
            </a:pPr>
            <a:r>
              <a:rPr lang="en-US" b="0" i="0" dirty="0">
                <a:solidFill>
                  <a:srgbClr val="000000"/>
                </a:solidFill>
                <a:effectLst/>
                <a:latin typeface="Open Sans" panose="020B0606030504020204" pitchFamily="34" charset="0"/>
              </a:rPr>
              <a:t>Analyzing and Running the test cases.</a:t>
            </a:r>
          </a:p>
          <a:p>
            <a:pPr algn="l">
              <a:buFont typeface="Arial" panose="020B0604020202020204" pitchFamily="34" charset="0"/>
              <a:buChar char="•"/>
            </a:pPr>
            <a:r>
              <a:rPr lang="en-US" b="0" i="0" dirty="0">
                <a:solidFill>
                  <a:srgbClr val="000000"/>
                </a:solidFill>
                <a:effectLst/>
                <a:latin typeface="Open Sans" panose="020B0606030504020204" pitchFamily="34" charset="0"/>
              </a:rPr>
              <a:t>Arranging Review Meetings.</a:t>
            </a:r>
          </a:p>
          <a:p>
            <a:pPr algn="l">
              <a:buFont typeface="Arial" panose="020B0604020202020204" pitchFamily="34" charset="0"/>
              <a:buChar char="•"/>
            </a:pPr>
            <a:r>
              <a:rPr lang="en-US" b="0" i="0" dirty="0">
                <a:solidFill>
                  <a:srgbClr val="000000"/>
                </a:solidFill>
                <a:effectLst/>
                <a:latin typeface="Open Sans" panose="020B0606030504020204" pitchFamily="34" charset="0"/>
              </a:rPr>
              <a:t>Communicating with the users to understand the product requirements.</a:t>
            </a:r>
          </a:p>
          <a:p>
            <a:pPr algn="l">
              <a:buFont typeface="Arial" panose="020B0604020202020204" pitchFamily="34" charset="0"/>
              <a:buChar char="•"/>
            </a:pPr>
            <a:r>
              <a:rPr lang="en-US" b="0" i="0" dirty="0">
                <a:solidFill>
                  <a:srgbClr val="000000"/>
                </a:solidFill>
                <a:effectLst/>
                <a:latin typeface="Open Sans" panose="020B0606030504020204" pitchFamily="34" charset="0"/>
              </a:rPr>
              <a:t>Interacting with the Test Manager.</a:t>
            </a:r>
          </a:p>
          <a:p>
            <a:pPr algn="l">
              <a:buFont typeface="Arial" panose="020B0604020202020204" pitchFamily="34" charset="0"/>
              <a:buChar char="•"/>
            </a:pPr>
            <a:r>
              <a:rPr lang="en-US" b="0" i="0" dirty="0">
                <a:solidFill>
                  <a:srgbClr val="000000"/>
                </a:solidFill>
                <a:effectLst/>
                <a:latin typeface="Open Sans" panose="020B0606030504020204" pitchFamily="34" charset="0"/>
              </a:rPr>
              <a:t>Defect Tracking.</a:t>
            </a:r>
          </a:p>
          <a:p>
            <a:pPr algn="l">
              <a:buFont typeface="Arial" panose="020B0604020202020204" pitchFamily="34" charset="0"/>
              <a:buChar char="•"/>
            </a:pPr>
            <a:r>
              <a:rPr lang="en-US" b="0" i="0" dirty="0">
                <a:solidFill>
                  <a:srgbClr val="000000"/>
                </a:solidFill>
                <a:effectLst/>
                <a:latin typeface="Open Sans" panose="020B0606030504020204" pitchFamily="34" charset="0"/>
              </a:rPr>
              <a:t> Evaluating the testing results on bugs, errors, database impacts, and usability.</a:t>
            </a:r>
          </a:p>
          <a:p>
            <a:pPr algn="l">
              <a:buFont typeface="Arial" panose="020B0604020202020204" pitchFamily="34" charset="0"/>
              <a:buChar char="•"/>
            </a:pPr>
            <a:r>
              <a:rPr lang="en-US" b="0" i="0" dirty="0">
                <a:solidFill>
                  <a:srgbClr val="000000"/>
                </a:solidFill>
                <a:effectLst/>
                <a:latin typeface="Open Sans" panose="020B0606030504020204" pitchFamily="34" charset="0"/>
              </a:rPr>
              <a:t>Preparing the reports on all the activities carried out while testing the software and reporting to design time.</a:t>
            </a:r>
          </a:p>
          <a:p>
            <a:pPr marL="0" indent="0">
              <a:buNone/>
            </a:pPr>
            <a:endParaRPr lang="en-IN" dirty="0"/>
          </a:p>
        </p:txBody>
      </p:sp>
    </p:spTree>
    <p:extLst>
      <p:ext uri="{BB962C8B-B14F-4D97-AF65-F5344CB8AC3E}">
        <p14:creationId xmlns:p14="http://schemas.microsoft.com/office/powerpoint/2010/main" xmlns="" val="30525951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B93CB7-B20A-D0B7-202F-5C37E3357B4C}"/>
              </a:ext>
            </a:extLst>
          </p:cNvPr>
          <p:cNvSpPr>
            <a:spLocks noGrp="1"/>
          </p:cNvSpPr>
          <p:nvPr>
            <p:ph type="title"/>
          </p:nvPr>
        </p:nvSpPr>
        <p:spPr/>
        <p:txBody>
          <a:bodyPr>
            <a:normAutofit fontScale="90000"/>
          </a:bodyPr>
          <a:lstStyle/>
          <a:p>
            <a:r>
              <a:rPr lang="en-US" b="0" i="0" dirty="0">
                <a:solidFill>
                  <a:srgbClr val="610B38"/>
                </a:solidFill>
                <a:effectLst/>
                <a:latin typeface="erdana"/>
              </a:rPr>
              <a:t>Advantages of Manual Testing</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xmlns="" id="{DE9E9081-11E0-04AD-AD9F-DB16AA3481E5}"/>
              </a:ext>
            </a:extLst>
          </p:cNvPr>
          <p:cNvSpPr>
            <a:spLocks noGrp="1"/>
          </p:cNvSpPr>
          <p:nvPr>
            <p:ph idx="1"/>
          </p:nvPr>
        </p:nvSpPr>
        <p:spPr/>
        <p:txBody>
          <a:bodyPr/>
          <a:lstStyle/>
          <a:p>
            <a:pPr algn="just">
              <a:buFont typeface="Arial" panose="020B0604020202020204" pitchFamily="34" charset="0"/>
              <a:buChar char="•"/>
            </a:pPr>
            <a:r>
              <a:rPr lang="en-US" b="0" i="0" dirty="0">
                <a:solidFill>
                  <a:srgbClr val="000000"/>
                </a:solidFill>
                <a:effectLst/>
                <a:latin typeface="inter-regular"/>
              </a:rPr>
              <a:t>It does not require programming knowledge while using the Black box method.</a:t>
            </a:r>
          </a:p>
          <a:p>
            <a:pPr algn="just">
              <a:buFont typeface="Arial" panose="020B0604020202020204" pitchFamily="34" charset="0"/>
              <a:buChar char="•"/>
            </a:pPr>
            <a:r>
              <a:rPr lang="en-US" b="0" i="0" dirty="0">
                <a:solidFill>
                  <a:srgbClr val="000000"/>
                </a:solidFill>
                <a:effectLst/>
                <a:latin typeface="inter-regular"/>
              </a:rPr>
              <a:t>It is used to test dynamically changing GUI designs.</a:t>
            </a:r>
          </a:p>
          <a:p>
            <a:pPr algn="just">
              <a:buFont typeface="Arial" panose="020B0604020202020204" pitchFamily="34" charset="0"/>
              <a:buChar char="•"/>
            </a:pPr>
            <a:r>
              <a:rPr lang="en-US" b="0" i="0" dirty="0">
                <a:solidFill>
                  <a:srgbClr val="000000"/>
                </a:solidFill>
                <a:effectLst/>
                <a:latin typeface="inter-regular"/>
              </a:rPr>
              <a:t>Tester interacts with software as a real user so that they are able to discover usability and user interface issues.</a:t>
            </a:r>
          </a:p>
          <a:p>
            <a:pPr algn="just">
              <a:buFont typeface="Arial" panose="020B0604020202020204" pitchFamily="34" charset="0"/>
              <a:buChar char="•"/>
            </a:pPr>
            <a:r>
              <a:rPr lang="en-US" b="0" i="0" dirty="0">
                <a:solidFill>
                  <a:srgbClr val="000000"/>
                </a:solidFill>
                <a:effectLst/>
                <a:latin typeface="inter-regular"/>
              </a:rPr>
              <a:t>It ensures that the software is a hundred percent bug-free.</a:t>
            </a:r>
          </a:p>
          <a:p>
            <a:pPr algn="just">
              <a:buFont typeface="Arial" panose="020B0604020202020204" pitchFamily="34" charset="0"/>
              <a:buChar char="•"/>
            </a:pPr>
            <a:r>
              <a:rPr lang="en-US" b="0" i="0" dirty="0">
                <a:solidFill>
                  <a:srgbClr val="000000"/>
                </a:solidFill>
                <a:effectLst/>
                <a:latin typeface="inter-regular"/>
              </a:rPr>
              <a:t>It is cost-effective.</a:t>
            </a:r>
          </a:p>
          <a:p>
            <a:pPr algn="just">
              <a:buFont typeface="Arial" panose="020B0604020202020204" pitchFamily="34" charset="0"/>
              <a:buChar char="•"/>
            </a:pPr>
            <a:r>
              <a:rPr lang="en-US" b="0" i="0" dirty="0">
                <a:solidFill>
                  <a:srgbClr val="000000"/>
                </a:solidFill>
                <a:effectLst/>
                <a:latin typeface="inter-regular"/>
              </a:rPr>
              <a:t>Easy to learn for new testers </a:t>
            </a:r>
            <a:r>
              <a:rPr lang="en-US" b="0" i="0">
                <a:solidFill>
                  <a:srgbClr val="000000"/>
                </a:solidFill>
                <a:effectLst/>
                <a:latin typeface="inter-regular"/>
              </a:rPr>
              <a:t>and freshers.</a:t>
            </a:r>
            <a:endParaRPr lang="en-US" b="0" i="0" dirty="0">
              <a:solidFill>
                <a:srgbClr val="000000"/>
              </a:solidFill>
              <a:effectLst/>
              <a:latin typeface="inter-regular"/>
            </a:endParaRPr>
          </a:p>
          <a:p>
            <a:pPr marL="0" indent="0">
              <a:buNone/>
            </a:pPr>
            <a:endParaRPr lang="en-IN" dirty="0"/>
          </a:p>
        </p:txBody>
      </p:sp>
    </p:spTree>
    <p:extLst>
      <p:ext uri="{BB962C8B-B14F-4D97-AF65-F5344CB8AC3E}">
        <p14:creationId xmlns:p14="http://schemas.microsoft.com/office/powerpoint/2010/main" xmlns="" val="36085864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23377D-5543-AF1D-3F99-2849DF4BD584}"/>
              </a:ext>
            </a:extLst>
          </p:cNvPr>
          <p:cNvSpPr>
            <a:spLocks noGrp="1"/>
          </p:cNvSpPr>
          <p:nvPr>
            <p:ph type="title"/>
          </p:nvPr>
        </p:nvSpPr>
        <p:spPr/>
        <p:txBody>
          <a:bodyPr>
            <a:normAutofit fontScale="90000"/>
          </a:bodyPr>
          <a:lstStyle/>
          <a:p>
            <a:r>
              <a:rPr lang="en-US" b="0" i="0" dirty="0">
                <a:solidFill>
                  <a:srgbClr val="610B38"/>
                </a:solidFill>
                <a:effectLst/>
                <a:latin typeface="erdana"/>
              </a:rPr>
              <a:t>Disadvantages of Manual Testing</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xmlns="" id="{A9864631-A865-8737-10D0-B4891F64797E}"/>
              </a:ext>
            </a:extLst>
          </p:cNvPr>
          <p:cNvSpPr>
            <a:spLocks noGrp="1"/>
          </p:cNvSpPr>
          <p:nvPr>
            <p:ph idx="1"/>
          </p:nvPr>
        </p:nvSpPr>
        <p:spPr/>
        <p:txBody>
          <a:bodyPr>
            <a:normAutofit/>
          </a:bodyPr>
          <a:lstStyle/>
          <a:p>
            <a:pPr algn="just">
              <a:buFont typeface="Arial" panose="020B0604020202020204" pitchFamily="34" charset="0"/>
              <a:buChar char="•"/>
            </a:pPr>
            <a:r>
              <a:rPr lang="en-US" b="0" i="0" dirty="0">
                <a:solidFill>
                  <a:srgbClr val="000000"/>
                </a:solidFill>
                <a:effectLst/>
                <a:latin typeface="inter-regular"/>
              </a:rPr>
              <a:t>It requires a large number of human resources.</a:t>
            </a:r>
          </a:p>
          <a:p>
            <a:pPr algn="just">
              <a:buFont typeface="Arial" panose="020B0604020202020204" pitchFamily="34" charset="0"/>
              <a:buChar char="•"/>
            </a:pPr>
            <a:r>
              <a:rPr lang="en-US" b="0" i="0" dirty="0">
                <a:solidFill>
                  <a:srgbClr val="000000"/>
                </a:solidFill>
                <a:effectLst/>
                <a:latin typeface="inter-regular"/>
              </a:rPr>
              <a:t>It is very time-consuming.</a:t>
            </a:r>
          </a:p>
          <a:p>
            <a:pPr algn="just">
              <a:buFont typeface="Arial" panose="020B0604020202020204" pitchFamily="34" charset="0"/>
              <a:buChar char="•"/>
            </a:pPr>
            <a:r>
              <a:rPr lang="en-US" b="0" i="0" dirty="0">
                <a:solidFill>
                  <a:srgbClr val="000000"/>
                </a:solidFill>
                <a:effectLst/>
                <a:latin typeface="inter-regular"/>
              </a:rPr>
              <a:t>Tester develops test cases based on their skills and experience. There is no evidence that they have covered all functions or not.</a:t>
            </a:r>
          </a:p>
          <a:p>
            <a:pPr algn="just">
              <a:buFont typeface="Arial" panose="020B0604020202020204" pitchFamily="34" charset="0"/>
              <a:buChar char="•"/>
            </a:pPr>
            <a:r>
              <a:rPr lang="en-US" b="0" i="0" dirty="0">
                <a:solidFill>
                  <a:srgbClr val="000000"/>
                </a:solidFill>
                <a:effectLst/>
                <a:latin typeface="inter-regular"/>
              </a:rPr>
              <a:t>Test cases cannot be used again. Need to develop separate test cases for each new software.</a:t>
            </a:r>
          </a:p>
          <a:p>
            <a:pPr algn="just">
              <a:buFont typeface="Arial" panose="020B0604020202020204" pitchFamily="34" charset="0"/>
              <a:buChar char="•"/>
            </a:pPr>
            <a:r>
              <a:rPr lang="en-US" b="0" i="0" dirty="0">
                <a:solidFill>
                  <a:srgbClr val="000000"/>
                </a:solidFill>
                <a:effectLst/>
                <a:latin typeface="inter-regular"/>
              </a:rPr>
              <a:t>It does not provide testing on all aspects of testing.</a:t>
            </a:r>
          </a:p>
          <a:p>
            <a:pPr algn="just">
              <a:buFont typeface="Arial" panose="020B0604020202020204" pitchFamily="34" charset="0"/>
              <a:buChar char="•"/>
            </a:pPr>
            <a:r>
              <a:rPr lang="en-US" b="0" i="0" dirty="0">
                <a:solidFill>
                  <a:srgbClr val="000000"/>
                </a:solidFill>
                <a:effectLst/>
                <a:latin typeface="inter-regular"/>
              </a:rPr>
              <a:t>Since two teams work together, sometimes it is difficult to understand each other's motives, it can mislead the process.</a:t>
            </a:r>
          </a:p>
          <a:p>
            <a:pPr marL="0" indent="0">
              <a:buNone/>
            </a:pPr>
            <a:endParaRPr lang="en-IN" dirty="0"/>
          </a:p>
        </p:txBody>
      </p:sp>
    </p:spTree>
    <p:extLst>
      <p:ext uri="{BB962C8B-B14F-4D97-AF65-F5344CB8AC3E}">
        <p14:creationId xmlns:p14="http://schemas.microsoft.com/office/powerpoint/2010/main" xmlns="" val="39098495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1" name="Rectangle 9">
            <a:extLst>
              <a:ext uri="{FF2B5EF4-FFF2-40B4-BE49-F238E27FC236}">
                <a16:creationId xmlns:a16="http://schemas.microsoft.com/office/drawing/2014/main" xmlns="" id="{058A14AF-9FB5-4CC7-BA35-E8E85D3EDF0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9143999" cy="51430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2" name="Title 1">
            <a:extLst>
              <a:ext uri="{FF2B5EF4-FFF2-40B4-BE49-F238E27FC236}">
                <a16:creationId xmlns:a16="http://schemas.microsoft.com/office/drawing/2014/main" xmlns="" id="{E429DE32-5CFA-6EDB-FD73-70F6E7037167}"/>
              </a:ext>
            </a:extLst>
          </p:cNvPr>
          <p:cNvSpPr>
            <a:spLocks noGrp="1"/>
          </p:cNvSpPr>
          <p:nvPr>
            <p:ph type="title"/>
          </p:nvPr>
        </p:nvSpPr>
        <p:spPr>
          <a:xfrm>
            <a:off x="616678" y="376637"/>
            <a:ext cx="7549592" cy="973836"/>
          </a:xfrm>
        </p:spPr>
        <p:txBody>
          <a:bodyPr anchor="b">
            <a:normAutofit fontScale="90000"/>
          </a:bodyPr>
          <a:lstStyle/>
          <a:p>
            <a:r>
              <a:rPr lang="en-US" sz="3100" b="1" dirty="0">
                <a:latin typeface="Source Sans Pro" panose="020B0503030403020204" pitchFamily="34" charset="0"/>
              </a:rPr>
              <a:t>What is Requirement Traceability Matrix?</a:t>
            </a:r>
            <a:br>
              <a:rPr lang="en-US" sz="3100" b="1" dirty="0">
                <a:latin typeface="Source Sans Pro" panose="020B0503030403020204" pitchFamily="34" charset="0"/>
              </a:rPr>
            </a:br>
            <a:endParaRPr lang="en-IN" sz="3100" dirty="0"/>
          </a:p>
        </p:txBody>
      </p:sp>
      <p:sp>
        <p:nvSpPr>
          <p:cNvPr id="22" name="Rectangle 11">
            <a:extLst>
              <a:ext uri="{FF2B5EF4-FFF2-40B4-BE49-F238E27FC236}">
                <a16:creationId xmlns:a16="http://schemas.microsoft.com/office/drawing/2014/main" xmlns="" id="{3A9A4357-BD1D-4622-A4FE-766E6AB8DE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flipV="1">
            <a:off x="-1" y="1499134"/>
            <a:ext cx="8590946" cy="58627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23" name="Rectangle 13">
            <a:extLst>
              <a:ext uri="{FF2B5EF4-FFF2-40B4-BE49-F238E27FC236}">
                <a16:creationId xmlns:a16="http://schemas.microsoft.com/office/drawing/2014/main" xmlns="" id="{E659831F-0D9A-4C63-9EBB-8435B85A440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1652310"/>
            <a:ext cx="8537522" cy="320099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3" name="Content Placeholder 2">
            <a:extLst>
              <a:ext uri="{FF2B5EF4-FFF2-40B4-BE49-F238E27FC236}">
                <a16:creationId xmlns:a16="http://schemas.microsoft.com/office/drawing/2014/main" xmlns="" id="{0DD314EF-EBEA-9B09-48AE-0B999AD02ED6}"/>
              </a:ext>
            </a:extLst>
          </p:cNvPr>
          <p:cNvSpPr>
            <a:spLocks noGrp="1"/>
          </p:cNvSpPr>
          <p:nvPr>
            <p:ph idx="1"/>
          </p:nvPr>
        </p:nvSpPr>
        <p:spPr>
          <a:xfrm>
            <a:off x="157162" y="1949631"/>
            <a:ext cx="4872038" cy="2729588"/>
          </a:xfrm>
        </p:spPr>
        <p:txBody>
          <a:bodyPr anchor="ctr">
            <a:normAutofit/>
          </a:bodyPr>
          <a:lstStyle/>
          <a:p>
            <a:pPr marL="0" indent="0">
              <a:buNone/>
            </a:pPr>
            <a:r>
              <a:rPr lang="en-US" sz="1500" dirty="0"/>
              <a:t>Requirement Traceability Matrix (RTM) is a document that maps and traces user requirement with test cases. It captures all requirements proposed by the client and requirement traceability in a single document, delivered at the conclusion of the Software development life cycle. The main purpose of Requirement Traceability Matrix is to validate that all requirements are checked via test cases such that no functionality is unchecked during Software testing.</a:t>
            </a:r>
            <a:endParaRPr lang="en-IN" sz="1500" dirty="0"/>
          </a:p>
        </p:txBody>
      </p:sp>
      <p:pic>
        <p:nvPicPr>
          <p:cNvPr id="5" name="Picture 4">
            <a:extLst>
              <a:ext uri="{FF2B5EF4-FFF2-40B4-BE49-F238E27FC236}">
                <a16:creationId xmlns:a16="http://schemas.microsoft.com/office/drawing/2014/main" xmlns="" id="{CDBCFD7D-1146-2CB1-E929-D0F0F70694C4}"/>
              </a:ext>
            </a:extLst>
          </p:cNvPr>
          <p:cNvPicPr>
            <a:picLocks noChangeAspect="1"/>
          </p:cNvPicPr>
          <p:nvPr/>
        </p:nvPicPr>
        <p:blipFill>
          <a:blip r:embed="rId2"/>
          <a:stretch>
            <a:fillRect/>
          </a:stretch>
        </p:blipFill>
        <p:spPr>
          <a:xfrm>
            <a:off x="4943476" y="2030632"/>
            <a:ext cx="3481469" cy="2312768"/>
          </a:xfrm>
          <a:prstGeom prst="rect">
            <a:avLst/>
          </a:prstGeom>
        </p:spPr>
      </p:pic>
      <p:sp>
        <p:nvSpPr>
          <p:cNvPr id="24" name="Rectangle 15">
            <a:extLst>
              <a:ext uri="{FF2B5EF4-FFF2-40B4-BE49-F238E27FC236}">
                <a16:creationId xmlns:a16="http://schemas.microsoft.com/office/drawing/2014/main" xmlns="" id="{E6995CE5-F890-4ABA-82A2-26507CE8D2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8421030" y="1734770"/>
            <a:ext cx="586275"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Tree>
    <p:extLst>
      <p:ext uri="{BB962C8B-B14F-4D97-AF65-F5344CB8AC3E}">
        <p14:creationId xmlns:p14="http://schemas.microsoft.com/office/powerpoint/2010/main" xmlns="" val="16231242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DAF1966E-FD40-4A4A-B61B-C4DF7FA05F0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useBgFill="1">
        <p:nvSpPr>
          <p:cNvPr id="10" name="Rectangle 9">
            <a:extLst>
              <a:ext uri="{FF2B5EF4-FFF2-40B4-BE49-F238E27FC236}">
                <a16:creationId xmlns:a16="http://schemas.microsoft.com/office/drawing/2014/main" xmlns="" id="{047BFA19-D45E-416B-A404-7AF2F3F270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18657" y="0"/>
            <a:ext cx="8375585" cy="1514105"/>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685800">
              <a:buClrTx/>
              <a:defRPr/>
            </a:pPr>
            <a:endParaRPr lang="en-US" kern="1200" dirty="0">
              <a:solidFill>
                <a:prstClr val="white"/>
              </a:solidFill>
              <a:latin typeface="Calibri" panose="020F0502020204030204"/>
            </a:endParaRPr>
          </a:p>
        </p:txBody>
      </p:sp>
      <p:sp useBgFill="1">
        <p:nvSpPr>
          <p:cNvPr id="12" name="Rectangle 11">
            <a:extLst>
              <a:ext uri="{FF2B5EF4-FFF2-40B4-BE49-F238E27FC236}">
                <a16:creationId xmlns:a16="http://schemas.microsoft.com/office/drawing/2014/main" xmlns="" id="{8E0105E7-23DB-4CF2-8258-FF47C762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25196" y="0"/>
            <a:ext cx="8366760" cy="150876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685800">
              <a:buClrTx/>
              <a:defRPr/>
            </a:pPr>
            <a:endParaRPr lang="en-US" kern="1200" dirty="0">
              <a:solidFill>
                <a:prstClr val="white"/>
              </a:solidFill>
              <a:latin typeface="Calibri" panose="020F0502020204030204"/>
            </a:endParaRPr>
          </a:p>
        </p:txBody>
      </p:sp>
      <p:sp>
        <p:nvSpPr>
          <p:cNvPr id="2" name="Title 1">
            <a:extLst>
              <a:ext uri="{FF2B5EF4-FFF2-40B4-BE49-F238E27FC236}">
                <a16:creationId xmlns:a16="http://schemas.microsoft.com/office/drawing/2014/main" xmlns="" id="{AD98785B-232E-DAFA-9A86-46ED6203E662}"/>
              </a:ext>
            </a:extLst>
          </p:cNvPr>
          <p:cNvSpPr>
            <a:spLocks noGrp="1"/>
          </p:cNvSpPr>
          <p:nvPr>
            <p:ph type="title"/>
          </p:nvPr>
        </p:nvSpPr>
        <p:spPr>
          <a:xfrm>
            <a:off x="836676" y="411480"/>
            <a:ext cx="7626096" cy="884682"/>
          </a:xfrm>
        </p:spPr>
        <p:txBody>
          <a:bodyPr>
            <a:normAutofit fontScale="90000"/>
          </a:bodyPr>
          <a:lstStyle/>
          <a:p>
            <a:r>
              <a:rPr lang="en-US" b="1" dirty="0">
                <a:latin typeface="Source Sans Pro" panose="020B0503030403020204" pitchFamily="34" charset="0"/>
              </a:rPr>
              <a:t>Advantage of Requirement Traceability Matrix</a:t>
            </a:r>
            <a:br>
              <a:rPr lang="en-US" b="1" dirty="0">
                <a:latin typeface="Source Sans Pro" panose="020B0503030403020204" pitchFamily="34" charset="0"/>
              </a:rPr>
            </a:br>
            <a:endParaRPr lang="en-IN" dirty="0"/>
          </a:p>
        </p:txBody>
      </p:sp>
      <p:sp>
        <p:nvSpPr>
          <p:cNvPr id="14" name="Rectangle 13">
            <a:extLst>
              <a:ext uri="{FF2B5EF4-FFF2-40B4-BE49-F238E27FC236}">
                <a16:creationId xmlns:a16="http://schemas.microsoft.com/office/drawing/2014/main" xmlns="" id="{074B4F7D-14B2-478B-8BF5-01E4E0C5D26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74126" y="569214"/>
            <a:ext cx="96012"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xmlns="" id="{734591D8-FFF1-6CD2-F5AD-BCF2252A877F}"/>
              </a:ext>
            </a:extLst>
          </p:cNvPr>
          <p:cNvSpPr>
            <a:spLocks noGrp="1"/>
          </p:cNvSpPr>
          <p:nvPr>
            <p:ph idx="1"/>
          </p:nvPr>
        </p:nvSpPr>
        <p:spPr>
          <a:xfrm>
            <a:off x="836676" y="1861457"/>
            <a:ext cx="7626096" cy="2771265"/>
          </a:xfrm>
        </p:spPr>
        <p:txBody>
          <a:bodyPr>
            <a:normAutofit/>
          </a:bodyPr>
          <a:lstStyle/>
          <a:p>
            <a:pPr>
              <a:buFont typeface="Arial" panose="020B0604020202020204" pitchFamily="34" charset="0"/>
              <a:buChar char="•"/>
            </a:pPr>
            <a:r>
              <a:rPr lang="en-US" sz="1700" dirty="0">
                <a:latin typeface="Source Sans Pro" panose="020B0503030403020204" pitchFamily="34" charset="0"/>
              </a:rPr>
              <a:t>It confirms 100% test coverage</a:t>
            </a:r>
          </a:p>
          <a:p>
            <a:pPr>
              <a:buFont typeface="Arial" panose="020B0604020202020204" pitchFamily="34" charset="0"/>
              <a:buChar char="•"/>
            </a:pPr>
            <a:r>
              <a:rPr lang="en-US" sz="1700" dirty="0">
                <a:latin typeface="Source Sans Pro" panose="020B0503030403020204" pitchFamily="34" charset="0"/>
              </a:rPr>
              <a:t>It highlights any requirements missing or document inconsistencies</a:t>
            </a:r>
          </a:p>
          <a:p>
            <a:pPr>
              <a:buFont typeface="Arial" panose="020B0604020202020204" pitchFamily="34" charset="0"/>
              <a:buChar char="•"/>
            </a:pPr>
            <a:r>
              <a:rPr lang="en-US" sz="1700" dirty="0">
                <a:latin typeface="Source Sans Pro" panose="020B0503030403020204" pitchFamily="34" charset="0"/>
              </a:rPr>
              <a:t>It shows the overall defects or execution status with a focus on business requirements</a:t>
            </a:r>
          </a:p>
          <a:p>
            <a:pPr>
              <a:buFont typeface="Arial" panose="020B0604020202020204" pitchFamily="34" charset="0"/>
              <a:buChar char="•"/>
            </a:pPr>
            <a:r>
              <a:rPr lang="en-US" sz="1700" dirty="0">
                <a:latin typeface="Source Sans Pro" panose="020B0503030403020204" pitchFamily="34" charset="0"/>
              </a:rPr>
              <a:t>It helps in analyzing or estimating the impact on the QA team’s work with respect to revisiting or re-working on the test cases</a:t>
            </a:r>
          </a:p>
          <a:p>
            <a:endParaRPr lang="en-IN" sz="1700" dirty="0"/>
          </a:p>
        </p:txBody>
      </p:sp>
    </p:spTree>
    <p:extLst>
      <p:ext uri="{BB962C8B-B14F-4D97-AF65-F5344CB8AC3E}">
        <p14:creationId xmlns:p14="http://schemas.microsoft.com/office/powerpoint/2010/main" xmlns="" val="2576584453"/>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1297</TotalTime>
  <Words>500</Words>
  <Application>Microsoft Office PowerPoint</Application>
  <PresentationFormat>On-screen Show (16:9)</PresentationFormat>
  <Paragraphs>65</Paragraphs>
  <Slides>12</Slides>
  <Notes>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12</vt:i4>
      </vt:variant>
    </vt:vector>
  </HeadingPairs>
  <TitlesOfParts>
    <vt:vector size="23" baseType="lpstr">
      <vt:lpstr>Arial</vt:lpstr>
      <vt:lpstr>Kanit</vt:lpstr>
      <vt:lpstr>Fira Sans</vt:lpstr>
      <vt:lpstr>Calibri</vt:lpstr>
      <vt:lpstr>Source Sans Pro</vt:lpstr>
      <vt:lpstr>Open Sans</vt:lpstr>
      <vt:lpstr>erdana</vt:lpstr>
      <vt:lpstr>inter-regular</vt:lpstr>
      <vt:lpstr>Helvetica Neue</vt:lpstr>
      <vt:lpstr>Simple Light</vt:lpstr>
      <vt:lpstr>1_Simple Light</vt:lpstr>
      <vt:lpstr>Slide 1</vt:lpstr>
      <vt:lpstr>Types of Testing</vt:lpstr>
      <vt:lpstr>User Acceptance Testing (UAT)</vt:lpstr>
      <vt:lpstr>Positive Testing</vt:lpstr>
      <vt:lpstr>Negative Testing</vt:lpstr>
      <vt:lpstr>Slide 6</vt:lpstr>
      <vt:lpstr> Integration Testing </vt:lpstr>
      <vt:lpstr>Slide 8</vt:lpstr>
      <vt:lpstr>Advantages of Manual Testing </vt:lpstr>
      <vt:lpstr>Disadvantages of Manual Testing </vt:lpstr>
      <vt:lpstr>What is Requirement Traceability Matrix? </vt:lpstr>
      <vt:lpstr>Advantage of Requirement Traceability Matrix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Manas Tuwani</cp:lastModifiedBy>
  <cp:revision>69</cp:revision>
  <dcterms:modified xsi:type="dcterms:W3CDTF">2025-10-17T15:54:35Z</dcterms:modified>
</cp:coreProperties>
</file>