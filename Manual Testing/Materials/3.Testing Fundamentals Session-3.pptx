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8" r:id="rId2"/>
  </p:sldMasterIdLst>
  <p:notesMasterIdLst>
    <p:notesMasterId r:id="rId15"/>
  </p:notesMasterIdLst>
  <p:sldIdLst>
    <p:sldId id="300" r:id="rId3"/>
    <p:sldId id="270" r:id="rId4"/>
    <p:sldId id="276" r:id="rId5"/>
    <p:sldId id="277" r:id="rId6"/>
    <p:sldId id="294" r:id="rId7"/>
    <p:sldId id="296" r:id="rId8"/>
    <p:sldId id="295" r:id="rId9"/>
    <p:sldId id="301" r:id="rId10"/>
    <p:sldId id="302" r:id="rId11"/>
    <p:sldId id="297" r:id="rId12"/>
    <p:sldId id="298" r:id="rId13"/>
    <p:sldId id="299" r:id="rId14"/>
  </p:sldIdLst>
  <p:sldSz cx="9144000" cy="5143500" type="screen16x9"/>
  <p:notesSz cx="7019925" cy="9305925"/>
  <p:embeddedFontLst>
    <p:embeddedFont>
      <p:font typeface="Kanit" charset="-34"/>
      <p:regular r:id="rId16"/>
      <p:bold r:id="rId17"/>
      <p:italic r:id="rId18"/>
      <p:boldItalic r:id="rId19"/>
    </p:embeddedFont>
    <p:embeddedFont>
      <p:font typeface="Fira Sans" charset="0"/>
      <p:regular r:id="rId20"/>
      <p:bold r:id="rId21"/>
      <p:italic r:id="rId22"/>
      <p:boldItalic r:id="rId23"/>
    </p:embeddedFont>
    <p:embeddedFont>
      <p:font typeface="Amasis MT Pro" charset="0"/>
      <p:regular r:id="rId24"/>
      <p:bold r:id="rId25"/>
      <p:italic r:id="rId26"/>
      <p:boldItalic r:id="rId27"/>
    </p:embeddedFont>
    <p:embeddedFont>
      <p:font typeface="Calibri" pitchFamily="34" charset="0"/>
      <p:regular r:id="rId28"/>
      <p:bold r:id="rId29"/>
      <p:italic r:id="rId30"/>
      <p:boldItalic r:id="rId31"/>
    </p:embeddedFont>
    <p:embeddedFont>
      <p:font typeface="Helvetica Neue"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FHP++pb+6bBzwpAlUVYs3U1T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E645B9-4887-4162-A5D3-433EE8A930C8}" v="1" dt="2023-10-29T04:44:51.446"/>
  </p1510:revLst>
</p1510:revInfo>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48" autoAdjust="0"/>
  </p:normalViewPr>
  <p:slideViewPr>
    <p:cSldViewPr snapToGrid="0">
      <p:cViewPr varScale="1">
        <p:scale>
          <a:sx n="108" d="100"/>
          <a:sy n="108" d="100"/>
        </p:scale>
        <p:origin x="-706" y="-62"/>
      </p:cViewPr>
      <p:guideLst>
        <p:guide orient="horz" pos="595"/>
        <p:guide orient="horz" pos="2495"/>
        <p:guide orient="horz" pos="1623"/>
        <p:guide orient="horz" pos="792"/>
        <p:guide orient="horz" pos="720"/>
        <p:guide pos="4920"/>
        <p:guide pos="388"/>
        <p:guide pos="3240"/>
        <p:guide pos="64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653AE7C3-63D8-4846-A2AF-77629CBBD230}"/>
    <pc:docChg chg="modSld sldOrd">
      <pc:chgData name="Manas Tuwani" userId="5d421215-a11f-4a6e-90ca-e8ac2213fab6" providerId="ADAL" clId="{653AE7C3-63D8-4846-A2AF-77629CBBD230}" dt="2022-10-07T12:17:55.353" v="1"/>
      <pc:docMkLst>
        <pc:docMk/>
      </pc:docMkLst>
      <pc:sldChg chg="ord">
        <pc:chgData name="Manas Tuwani" userId="5d421215-a11f-4a6e-90ca-e8ac2213fab6" providerId="ADAL" clId="{653AE7C3-63D8-4846-A2AF-77629CBBD230}" dt="2022-10-07T12:17:55.353" v="1"/>
        <pc:sldMkLst>
          <pc:docMk/>
          <pc:sldMk cId="2333315918" sldId="296"/>
        </pc:sldMkLst>
      </pc:sldChg>
    </pc:docChg>
  </pc:docChgLst>
  <pc:docChgLst>
    <pc:chgData name="Manas Tuwani" userId="5d421215-a11f-4a6e-90ca-e8ac2213fab6" providerId="ADAL" clId="{EA4DED66-D1A5-4518-801D-D7FE948D241D}"/>
    <pc:docChg chg="undo custSel addSld delSld modSld">
      <pc:chgData name="Manas Tuwani" userId="5d421215-a11f-4a6e-90ca-e8ac2213fab6" providerId="ADAL" clId="{EA4DED66-D1A5-4518-801D-D7FE948D241D}" dt="2022-06-24T15:02:32.113" v="13" actId="47"/>
      <pc:docMkLst>
        <pc:docMk/>
      </pc:docMkLst>
      <pc:sldChg chg="del">
        <pc:chgData name="Manas Tuwani" userId="5d421215-a11f-4a6e-90ca-e8ac2213fab6" providerId="ADAL" clId="{EA4DED66-D1A5-4518-801D-D7FE948D241D}" dt="2022-06-24T09:59:10.441" v="2" actId="47"/>
        <pc:sldMkLst>
          <pc:docMk/>
          <pc:sldMk cId="0" sldId="261"/>
        </pc:sldMkLst>
      </pc:sldChg>
      <pc:sldChg chg="addSp delSp modSp mod">
        <pc:chgData name="Manas Tuwani" userId="5d421215-a11f-4a6e-90ca-e8ac2213fab6" providerId="ADAL" clId="{EA4DED66-D1A5-4518-801D-D7FE948D241D}" dt="2022-06-24T13:27:51.911" v="11" actId="13926"/>
        <pc:sldMkLst>
          <pc:docMk/>
          <pc:sldMk cId="3410457760" sldId="270"/>
        </pc:sldMkLst>
        <pc:spChg chg="mod">
          <ac:chgData name="Manas Tuwani" userId="5d421215-a11f-4a6e-90ca-e8ac2213fab6" providerId="ADAL" clId="{EA4DED66-D1A5-4518-801D-D7FE948D241D}" dt="2022-06-24T13:27:51.911" v="11" actId="13926"/>
          <ac:spMkLst>
            <pc:docMk/>
            <pc:sldMk cId="3410457760" sldId="270"/>
            <ac:spMk id="3" creationId="{00000000-0000-0000-0000-000000000000}"/>
          </ac:spMkLst>
        </pc:spChg>
        <pc:cxnChg chg="add del">
          <ac:chgData name="Manas Tuwani" userId="5d421215-a11f-4a6e-90ca-e8ac2213fab6" providerId="ADAL" clId="{EA4DED66-D1A5-4518-801D-D7FE948D241D}" dt="2022-06-24T13:27:29.260" v="10" actId="11529"/>
          <ac:cxnSpMkLst>
            <pc:docMk/>
            <pc:sldMk cId="3410457760" sldId="270"/>
            <ac:cxnSpMk id="6" creationId="{779A1608-6F68-4DE5-5516-D09549CA59ED}"/>
          </ac:cxnSpMkLst>
        </pc:cxnChg>
      </pc:sldChg>
      <pc:sldChg chg="del">
        <pc:chgData name="Manas Tuwani" userId="5d421215-a11f-4a6e-90ca-e8ac2213fab6" providerId="ADAL" clId="{EA4DED66-D1A5-4518-801D-D7FE948D241D}" dt="2022-06-24T09:59:07.685" v="0" actId="47"/>
        <pc:sldMkLst>
          <pc:docMk/>
          <pc:sldMk cId="410603153" sldId="271"/>
        </pc:sldMkLst>
      </pc:sldChg>
      <pc:sldChg chg="add del">
        <pc:chgData name="Manas Tuwani" userId="5d421215-a11f-4a6e-90ca-e8ac2213fab6" providerId="ADAL" clId="{EA4DED66-D1A5-4518-801D-D7FE948D241D}" dt="2022-06-24T15:02:30.140" v="12" actId="47"/>
        <pc:sldMkLst>
          <pc:docMk/>
          <pc:sldMk cId="1019530545" sldId="272"/>
        </pc:sldMkLst>
      </pc:sldChg>
      <pc:sldChg chg="add del">
        <pc:chgData name="Manas Tuwani" userId="5d421215-a11f-4a6e-90ca-e8ac2213fab6" providerId="ADAL" clId="{EA4DED66-D1A5-4518-801D-D7FE948D241D}" dt="2022-06-24T15:02:32.113" v="13" actId="47"/>
        <pc:sldMkLst>
          <pc:docMk/>
          <pc:sldMk cId="2163984387" sldId="273"/>
        </pc:sldMkLst>
      </pc:sldChg>
      <pc:sldChg chg="del">
        <pc:chgData name="Manas Tuwani" userId="5d421215-a11f-4a6e-90ca-e8ac2213fab6" providerId="ADAL" clId="{EA4DED66-D1A5-4518-801D-D7FE948D241D}" dt="2022-06-24T09:59:12.141" v="3" actId="47"/>
        <pc:sldMkLst>
          <pc:docMk/>
          <pc:sldMk cId="3413793378" sldId="274"/>
        </pc:sldMkLst>
      </pc:sldChg>
      <pc:sldChg chg="del">
        <pc:chgData name="Manas Tuwani" userId="5d421215-a11f-4a6e-90ca-e8ac2213fab6" providerId="ADAL" clId="{EA4DED66-D1A5-4518-801D-D7FE948D241D}" dt="2022-06-24T09:59:19.414" v="4" actId="47"/>
        <pc:sldMkLst>
          <pc:docMk/>
          <pc:sldMk cId="2774006835" sldId="277"/>
        </pc:sldMkLst>
      </pc:sldChg>
      <pc:sldChg chg="del">
        <pc:chgData name="Manas Tuwani" userId="5d421215-a11f-4a6e-90ca-e8ac2213fab6" providerId="ADAL" clId="{EA4DED66-D1A5-4518-801D-D7FE948D241D}" dt="2022-06-24T09:59:09.412" v="1" actId="47"/>
        <pc:sldMkLst>
          <pc:docMk/>
          <pc:sldMk cId="1185817569" sldId="278"/>
        </pc:sldMkLst>
      </pc:sldChg>
      <pc:sldChg chg="modSp mod">
        <pc:chgData name="Manas Tuwani" userId="5d421215-a11f-4a6e-90ca-e8ac2213fab6" providerId="ADAL" clId="{EA4DED66-D1A5-4518-801D-D7FE948D241D}" dt="2022-06-24T10:10:29.859" v="8" actId="20577"/>
        <pc:sldMkLst>
          <pc:docMk/>
          <pc:sldMk cId="0" sldId="300"/>
        </pc:sldMkLst>
        <pc:spChg chg="mod">
          <ac:chgData name="Manas Tuwani" userId="5d421215-a11f-4a6e-90ca-e8ac2213fab6" providerId="ADAL" clId="{EA4DED66-D1A5-4518-801D-D7FE948D241D}" dt="2022-06-24T10:10:29.859" v="8" actId="20577"/>
          <ac:spMkLst>
            <pc:docMk/>
            <pc:sldMk cId="0" sldId="300"/>
            <ac:spMk id="54" creationId="{00000000-0000-0000-0000-000000000000}"/>
          </ac:spMkLst>
        </pc:spChg>
      </pc:sldChg>
    </pc:docChg>
  </pc:docChgLst>
  <pc:docChgLst>
    <pc:chgData name="Manas Tuwani" userId="5d421215-a11f-4a6e-90ca-e8ac2213fab6" providerId="ADAL" clId="{AAE645B9-4887-4162-A5D3-433EE8A930C8}"/>
    <pc:docChg chg="addSld modSld">
      <pc:chgData name="Manas Tuwani" userId="5d421215-a11f-4a6e-90ca-e8ac2213fab6" providerId="ADAL" clId="{AAE645B9-4887-4162-A5D3-433EE8A930C8}" dt="2023-11-05T14:12:11.254" v="15" actId="20577"/>
      <pc:docMkLst>
        <pc:docMk/>
      </pc:docMkLst>
      <pc:sldChg chg="add">
        <pc:chgData name="Manas Tuwani" userId="5d421215-a11f-4a6e-90ca-e8ac2213fab6" providerId="ADAL" clId="{AAE645B9-4887-4162-A5D3-433EE8A930C8}" dt="2023-10-29T04:44:51.444" v="0"/>
        <pc:sldMkLst>
          <pc:docMk/>
          <pc:sldMk cId="2774006835" sldId="277"/>
        </pc:sldMkLst>
      </pc:sldChg>
      <pc:sldChg chg="modSp mod">
        <pc:chgData name="Manas Tuwani" userId="5d421215-a11f-4a6e-90ca-e8ac2213fab6" providerId="ADAL" clId="{AAE645B9-4887-4162-A5D3-433EE8A930C8}" dt="2023-11-05T14:12:11.254" v="15" actId="20577"/>
        <pc:sldMkLst>
          <pc:docMk/>
          <pc:sldMk cId="894097417" sldId="295"/>
        </pc:sldMkLst>
        <pc:spChg chg="mod">
          <ac:chgData name="Manas Tuwani" userId="5d421215-a11f-4a6e-90ca-e8ac2213fab6" providerId="ADAL" clId="{AAE645B9-4887-4162-A5D3-433EE8A930C8}" dt="2023-11-05T14:12:11.254" v="15" actId="20577"/>
          <ac:spMkLst>
            <pc:docMk/>
            <pc:sldMk cId="894097417" sldId="295"/>
            <ac:spMk id="3" creationId="{00000000-0000-0000-0000-000000000000}"/>
          </ac:spMkLst>
        </pc:spChg>
      </pc:sldChg>
    </pc:docChg>
  </pc:docChgLst>
  <pc:docChgLst>
    <pc:chgData name="Manas Tuwani" userId="5d421215-a11f-4a6e-90ca-e8ac2213fab6" providerId="ADAL" clId="{F52858DC-A55C-4116-9CA0-A995F58EB3B6}"/>
    <pc:docChg chg="custSel modSld">
      <pc:chgData name="Manas Tuwani" userId="5d421215-a11f-4a6e-90ca-e8ac2213fab6" providerId="ADAL" clId="{F52858DC-A55C-4116-9CA0-A995F58EB3B6}" dt="2022-11-28T02:21:28.971" v="0" actId="478"/>
      <pc:docMkLst>
        <pc:docMk/>
      </pc:docMkLst>
      <pc:sldChg chg="delSp mod">
        <pc:chgData name="Manas Tuwani" userId="5d421215-a11f-4a6e-90ca-e8ac2213fab6" providerId="ADAL" clId="{F52858DC-A55C-4116-9CA0-A995F58EB3B6}" dt="2022-11-28T02:21:28.971" v="0" actId="478"/>
        <pc:sldMkLst>
          <pc:docMk/>
          <pc:sldMk cId="0" sldId="300"/>
        </pc:sldMkLst>
        <pc:picChg chg="del">
          <ac:chgData name="Manas Tuwani" userId="5d421215-a11f-4a6e-90ca-e8ac2213fab6" providerId="ADAL" clId="{F52858DC-A55C-4116-9CA0-A995F58EB3B6}" dt="2022-11-28T02:21:28.971" v="0" actId="478"/>
          <ac:picMkLst>
            <pc:docMk/>
            <pc:sldMk cId="0" sldId="300"/>
            <ac:picMk id="3" creationId="{8CA30E4E-DDE6-AAC5-BAA6-4F50834F368D}"/>
          </ac:picMkLst>
        </pc:picChg>
      </pc:sldChg>
    </pc:docChg>
  </pc:docChgLst>
  <pc:docChgLst>
    <pc:chgData name="Manas Tuwani" userId="5d421215-a11f-4a6e-90ca-e8ac2213fab6" providerId="ADAL" clId="{AB789812-A8F1-41DE-AE1F-A71D9F2C5434}"/>
    <pc:docChg chg="undo custSel addSld delSld modSld">
      <pc:chgData name="Manas Tuwani" userId="5d421215-a11f-4a6e-90ca-e8ac2213fab6" providerId="ADAL" clId="{AB789812-A8F1-41DE-AE1F-A71D9F2C5434}" dt="2022-06-23T14:44:49.661" v="275" actId="20577"/>
      <pc:docMkLst>
        <pc:docMk/>
      </pc:docMkLst>
      <pc:sldChg chg="del">
        <pc:chgData name="Manas Tuwani" userId="5d421215-a11f-4a6e-90ca-e8ac2213fab6" providerId="ADAL" clId="{AB789812-A8F1-41DE-AE1F-A71D9F2C5434}" dt="2022-06-23T12:59:27.567" v="164" actId="47"/>
        <pc:sldMkLst>
          <pc:docMk/>
          <pc:sldMk cId="0" sldId="256"/>
        </pc:sldMkLst>
      </pc:sldChg>
      <pc:sldChg chg="del">
        <pc:chgData name="Manas Tuwani" userId="5d421215-a11f-4a6e-90ca-e8ac2213fab6" providerId="ADAL" clId="{AB789812-A8F1-41DE-AE1F-A71D9F2C5434}" dt="2022-06-22T17:22:52.292" v="151" actId="47"/>
        <pc:sldMkLst>
          <pc:docMk/>
          <pc:sldMk cId="1019530545" sldId="272"/>
        </pc:sldMkLst>
      </pc:sldChg>
      <pc:sldChg chg="del">
        <pc:chgData name="Manas Tuwani" userId="5d421215-a11f-4a6e-90ca-e8ac2213fab6" providerId="ADAL" clId="{AB789812-A8F1-41DE-AE1F-A71D9F2C5434}" dt="2022-06-22T17:22:51.020" v="150" actId="47"/>
        <pc:sldMkLst>
          <pc:docMk/>
          <pc:sldMk cId="2163984387" sldId="273"/>
        </pc:sldMkLst>
      </pc:sldChg>
      <pc:sldChg chg="modSp mod">
        <pc:chgData name="Manas Tuwani" userId="5d421215-a11f-4a6e-90ca-e8ac2213fab6" providerId="ADAL" clId="{AB789812-A8F1-41DE-AE1F-A71D9F2C5434}" dt="2022-06-23T14:44:49.661" v="275" actId="20577"/>
        <pc:sldMkLst>
          <pc:docMk/>
          <pc:sldMk cId="3413793378" sldId="274"/>
        </pc:sldMkLst>
        <pc:spChg chg="mod">
          <ac:chgData name="Manas Tuwani" userId="5d421215-a11f-4a6e-90ca-e8ac2213fab6" providerId="ADAL" clId="{AB789812-A8F1-41DE-AE1F-A71D9F2C5434}" dt="2022-06-23T14:44:49.661" v="275" actId="20577"/>
          <ac:spMkLst>
            <pc:docMk/>
            <pc:sldMk cId="3413793378" sldId="274"/>
            <ac:spMk id="65" creationId="{00000000-0000-0000-0000-000000000000}"/>
          </ac:spMkLst>
        </pc:spChg>
      </pc:sldChg>
      <pc:sldChg chg="del">
        <pc:chgData name="Manas Tuwani" userId="5d421215-a11f-4a6e-90ca-e8ac2213fab6" providerId="ADAL" clId="{AB789812-A8F1-41DE-AE1F-A71D9F2C5434}" dt="2022-06-22T17:22:45.982" v="149" actId="47"/>
        <pc:sldMkLst>
          <pc:docMk/>
          <pc:sldMk cId="351712439" sldId="275"/>
        </pc:sldMkLst>
      </pc:sldChg>
      <pc:sldChg chg="delSp mod">
        <pc:chgData name="Manas Tuwani" userId="5d421215-a11f-4a6e-90ca-e8ac2213fab6" providerId="ADAL" clId="{AB789812-A8F1-41DE-AE1F-A71D9F2C5434}" dt="2022-06-22T17:33:47.877" v="156" actId="478"/>
        <pc:sldMkLst>
          <pc:docMk/>
          <pc:sldMk cId="1185817569" sldId="278"/>
        </pc:sldMkLst>
        <pc:spChg chg="del">
          <ac:chgData name="Manas Tuwani" userId="5d421215-a11f-4a6e-90ca-e8ac2213fab6" providerId="ADAL" clId="{AB789812-A8F1-41DE-AE1F-A71D9F2C5434}" dt="2022-06-22T17:33:47.877" v="156" actId="478"/>
          <ac:spMkLst>
            <pc:docMk/>
            <pc:sldMk cId="1185817569" sldId="278"/>
            <ac:spMk id="3" creationId="{00000000-0000-0000-0000-000000000000}"/>
          </ac:spMkLst>
        </pc:spChg>
      </pc:sldChg>
      <pc:sldChg chg="add">
        <pc:chgData name="Manas Tuwani" userId="5d421215-a11f-4a6e-90ca-e8ac2213fab6" providerId="ADAL" clId="{AB789812-A8F1-41DE-AE1F-A71D9F2C5434}" dt="2022-06-22T17:35:59.685" v="157"/>
        <pc:sldMkLst>
          <pc:docMk/>
          <pc:sldMk cId="910243184" sldId="294"/>
        </pc:sldMkLst>
      </pc:sldChg>
      <pc:sldChg chg="add">
        <pc:chgData name="Manas Tuwani" userId="5d421215-a11f-4a6e-90ca-e8ac2213fab6" providerId="ADAL" clId="{AB789812-A8F1-41DE-AE1F-A71D9F2C5434}" dt="2022-06-22T17:36:47.615" v="159"/>
        <pc:sldMkLst>
          <pc:docMk/>
          <pc:sldMk cId="894097417" sldId="295"/>
        </pc:sldMkLst>
      </pc:sldChg>
      <pc:sldChg chg="add">
        <pc:chgData name="Manas Tuwani" userId="5d421215-a11f-4a6e-90ca-e8ac2213fab6" providerId="ADAL" clId="{AB789812-A8F1-41DE-AE1F-A71D9F2C5434}" dt="2022-06-22T17:36:32" v="158"/>
        <pc:sldMkLst>
          <pc:docMk/>
          <pc:sldMk cId="2333315918" sldId="296"/>
        </pc:sldMkLst>
      </pc:sldChg>
      <pc:sldChg chg="add">
        <pc:chgData name="Manas Tuwani" userId="5d421215-a11f-4a6e-90ca-e8ac2213fab6" providerId="ADAL" clId="{AB789812-A8F1-41DE-AE1F-A71D9F2C5434}" dt="2022-06-22T17:37:00.821" v="160"/>
        <pc:sldMkLst>
          <pc:docMk/>
          <pc:sldMk cId="647643770" sldId="297"/>
        </pc:sldMkLst>
      </pc:sldChg>
      <pc:sldChg chg="delSp add mod">
        <pc:chgData name="Manas Tuwani" userId="5d421215-a11f-4a6e-90ca-e8ac2213fab6" providerId="ADAL" clId="{AB789812-A8F1-41DE-AE1F-A71D9F2C5434}" dt="2022-06-23T13:00:52.358" v="165" actId="478"/>
        <pc:sldMkLst>
          <pc:docMk/>
          <pc:sldMk cId="3430873566" sldId="298"/>
        </pc:sldMkLst>
        <pc:spChg chg="del">
          <ac:chgData name="Manas Tuwani" userId="5d421215-a11f-4a6e-90ca-e8ac2213fab6" providerId="ADAL" clId="{AB789812-A8F1-41DE-AE1F-A71D9F2C5434}" dt="2022-06-23T13:00:52.358" v="165" actId="478"/>
          <ac:spMkLst>
            <pc:docMk/>
            <pc:sldMk cId="3430873566" sldId="298"/>
            <ac:spMk id="3" creationId="{00000000-0000-0000-0000-000000000000}"/>
          </ac:spMkLst>
        </pc:spChg>
      </pc:sldChg>
      <pc:sldChg chg="add">
        <pc:chgData name="Manas Tuwani" userId="5d421215-a11f-4a6e-90ca-e8ac2213fab6" providerId="ADAL" clId="{AB789812-A8F1-41DE-AE1F-A71D9F2C5434}" dt="2022-06-22T17:37:58.123" v="162"/>
        <pc:sldMkLst>
          <pc:docMk/>
          <pc:sldMk cId="3081534086" sldId="299"/>
        </pc:sldMkLst>
      </pc:sldChg>
      <pc:sldChg chg="modSp add mod">
        <pc:chgData name="Manas Tuwani" userId="5d421215-a11f-4a6e-90ca-e8ac2213fab6" providerId="ADAL" clId="{AB789812-A8F1-41DE-AE1F-A71D9F2C5434}" dt="2022-06-23T13:26:46.908" v="216" actId="20577"/>
        <pc:sldMkLst>
          <pc:docMk/>
          <pc:sldMk cId="0" sldId="300"/>
        </pc:sldMkLst>
        <pc:spChg chg="mod">
          <ac:chgData name="Manas Tuwani" userId="5d421215-a11f-4a6e-90ca-e8ac2213fab6" providerId="ADAL" clId="{AB789812-A8F1-41DE-AE1F-A71D9F2C5434}" dt="2022-06-23T13:26:46.908" v="216" actId="20577"/>
          <ac:spMkLst>
            <pc:docMk/>
            <pc:sldMk cId="0" sldId="300"/>
            <ac:spMk id="54" creationId="{00000000-0000-0000-0000-000000000000}"/>
          </ac:spMkLst>
        </pc:spChg>
      </pc:sldChg>
    </pc:docChg>
  </pc:docChgLst>
  <pc:docChgLst>
    <pc:chgData name="Manas Tuwani" userId="5d421215-a11f-4a6e-90ca-e8ac2213fab6" providerId="ADAL" clId="{447129B1-18F6-4685-B09F-2A0E0DFB1B67}"/>
    <pc:docChg chg="custSel addSld modSld sldOrd">
      <pc:chgData name="Manas Tuwani" userId="5d421215-a11f-4a6e-90ca-e8ac2213fab6" providerId="ADAL" clId="{447129B1-18F6-4685-B09F-2A0E0DFB1B67}" dt="2022-12-27T13:42:04.567" v="61"/>
      <pc:docMkLst>
        <pc:docMk/>
      </pc:docMkLst>
      <pc:sldChg chg="ord">
        <pc:chgData name="Manas Tuwani" userId="5d421215-a11f-4a6e-90ca-e8ac2213fab6" providerId="ADAL" clId="{447129B1-18F6-4685-B09F-2A0E0DFB1B67}" dt="2022-12-27T13:42:04.567" v="61"/>
        <pc:sldMkLst>
          <pc:docMk/>
          <pc:sldMk cId="647643770" sldId="297"/>
        </pc:sldMkLst>
      </pc:sldChg>
      <pc:sldChg chg="addSp modSp new mod">
        <pc:chgData name="Manas Tuwani" userId="5d421215-a11f-4a6e-90ca-e8ac2213fab6" providerId="ADAL" clId="{447129B1-18F6-4685-B09F-2A0E0DFB1B67}" dt="2022-12-27T13:23:16.261" v="59" actId="14100"/>
        <pc:sldMkLst>
          <pc:docMk/>
          <pc:sldMk cId="1137098024" sldId="301"/>
        </pc:sldMkLst>
        <pc:spChg chg="mod">
          <ac:chgData name="Manas Tuwani" userId="5d421215-a11f-4a6e-90ca-e8ac2213fab6" providerId="ADAL" clId="{447129B1-18F6-4685-B09F-2A0E0DFB1B67}" dt="2022-12-27T13:23:03.366" v="57" actId="14100"/>
          <ac:spMkLst>
            <pc:docMk/>
            <pc:sldMk cId="1137098024" sldId="301"/>
            <ac:spMk id="2" creationId="{B2DFE09F-1ABE-CC54-F6FF-D2DF38C31952}"/>
          </ac:spMkLst>
        </pc:spChg>
        <pc:spChg chg="mod">
          <ac:chgData name="Manas Tuwani" userId="5d421215-a11f-4a6e-90ca-e8ac2213fab6" providerId="ADAL" clId="{447129B1-18F6-4685-B09F-2A0E0DFB1B67}" dt="2022-12-27T13:11:45.562" v="1" actId="5793"/>
          <ac:spMkLst>
            <pc:docMk/>
            <pc:sldMk cId="1137098024" sldId="301"/>
            <ac:spMk id="3" creationId="{011F9EFF-7A2D-4A0A-9E8A-9F6507B1E57D}"/>
          </ac:spMkLst>
        </pc:spChg>
        <pc:graphicFrameChg chg="add mod modGraphic">
          <ac:chgData name="Manas Tuwani" userId="5d421215-a11f-4a6e-90ca-e8ac2213fab6" providerId="ADAL" clId="{447129B1-18F6-4685-B09F-2A0E0DFB1B67}" dt="2022-12-27T13:23:16.261" v="59" actId="14100"/>
          <ac:graphicFrameMkLst>
            <pc:docMk/>
            <pc:sldMk cId="1137098024" sldId="301"/>
            <ac:graphicFrameMk id="4" creationId="{14F5760E-CEF4-BA8E-30A5-F5670ADD25C2}"/>
          </ac:graphicFrameMkLst>
        </pc:graphicFrameChg>
        <pc:picChg chg="add mod">
          <ac:chgData name="Manas Tuwani" userId="5d421215-a11f-4a6e-90ca-e8ac2213fab6" providerId="ADAL" clId="{447129B1-18F6-4685-B09F-2A0E0DFB1B67}" dt="2022-12-27T13:17:06.988" v="42" actId="1076"/>
          <ac:picMkLst>
            <pc:docMk/>
            <pc:sldMk cId="1137098024" sldId="301"/>
            <ac:picMk id="5" creationId="{AE0C5FC6-F47B-EDE6-3914-9D9F5E599BC9}"/>
          </ac:picMkLst>
        </pc:picChg>
      </pc:sldChg>
    </pc:docChg>
  </pc:docChgLst>
  <pc:docChgLst>
    <pc:chgData name="Manas Tuwani" userId="5d421215-a11f-4a6e-90ca-e8ac2213fab6" providerId="ADAL" clId="{4C3D7566-1080-4872-AC04-E0BAFC107D2E}"/>
    <pc:docChg chg="modSld">
      <pc:chgData name="Manas Tuwani" userId="5d421215-a11f-4a6e-90ca-e8ac2213fab6" providerId="ADAL" clId="{4C3D7566-1080-4872-AC04-E0BAFC107D2E}" dt="2023-08-23T01:40:05.081" v="9" actId="20577"/>
      <pc:docMkLst>
        <pc:docMk/>
      </pc:docMkLst>
      <pc:sldChg chg="modSp mod">
        <pc:chgData name="Manas Tuwani" userId="5d421215-a11f-4a6e-90ca-e8ac2213fab6" providerId="ADAL" clId="{4C3D7566-1080-4872-AC04-E0BAFC107D2E}" dt="2023-08-23T01:40:05.081" v="9" actId="20577"/>
        <pc:sldMkLst>
          <pc:docMk/>
          <pc:sldMk cId="819889943" sldId="276"/>
        </pc:sldMkLst>
        <pc:spChg chg="mod">
          <ac:chgData name="Manas Tuwani" userId="5d421215-a11f-4a6e-90ca-e8ac2213fab6" providerId="ADAL" clId="{4C3D7566-1080-4872-AC04-E0BAFC107D2E}" dt="2023-08-23T01:40:05.081" v="9" actId="20577"/>
          <ac:spMkLst>
            <pc:docMk/>
            <pc:sldMk cId="819889943" sldId="276"/>
            <ac:spMk id="65" creationId="{00000000-0000-0000-0000-000000000000}"/>
          </ac:spMkLst>
        </pc:spChg>
      </pc:sldChg>
    </pc:docChg>
  </pc:docChgLst>
  <pc:docChgLst>
    <pc:chgData name="Manas Tuwani" userId="5d421215-a11f-4a6e-90ca-e8ac2213fab6" providerId="ADAL" clId="{05DBA1DA-FEC3-48F2-9307-6F782242ABCA}"/>
    <pc:docChg chg="modSld">
      <pc:chgData name="Manas Tuwani" userId="5d421215-a11f-4a6e-90ca-e8ac2213fab6" providerId="ADAL" clId="{05DBA1DA-FEC3-48F2-9307-6F782242ABCA}" dt="2023-05-25T01:37:13.421" v="14" actId="20577"/>
      <pc:docMkLst>
        <pc:docMk/>
      </pc:docMkLst>
      <pc:sldChg chg="modSp mod">
        <pc:chgData name="Manas Tuwani" userId="5d421215-a11f-4a6e-90ca-e8ac2213fab6" providerId="ADAL" clId="{05DBA1DA-FEC3-48F2-9307-6F782242ABCA}" dt="2023-05-25T01:37:13.421" v="14" actId="20577"/>
        <pc:sldMkLst>
          <pc:docMk/>
          <pc:sldMk cId="819889943" sldId="276"/>
        </pc:sldMkLst>
        <pc:spChg chg="mod">
          <ac:chgData name="Manas Tuwani" userId="5d421215-a11f-4a6e-90ca-e8ac2213fab6" providerId="ADAL" clId="{05DBA1DA-FEC3-48F2-9307-6F782242ABCA}" dt="2023-05-25T01:37:13.421" v="14" actId="20577"/>
          <ac:spMkLst>
            <pc:docMk/>
            <pc:sldMk cId="819889943" sldId="276"/>
            <ac:spMk id="6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 xmlns:p14="http://schemas.microsoft.com/office/powerpoint/2010/main"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3</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
        <p:cNvGrpSpPr/>
        <p:nvPr/>
      </p:nvGrpSpPr>
      <p:grpSpPr>
        <a:xfrm>
          <a:off x="0" y="0"/>
          <a:ext cx="0" cy="0"/>
          <a:chOff x="0" y="0"/>
          <a:chExt cx="0" cy="0"/>
        </a:xfrm>
      </p:grpSpPr>
      <p:sp>
        <p:nvSpPr>
          <p:cNvPr id="14" name="Google Shape;1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685791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13"/>
        <p:cNvGrpSpPr/>
        <p:nvPr/>
      </p:nvGrpSpPr>
      <p:grpSpPr>
        <a:xfrm>
          <a:off x="0" y="0"/>
          <a:ext cx="0" cy="0"/>
          <a:chOff x="0" y="0"/>
          <a:chExt cx="0" cy="0"/>
        </a:xfrm>
      </p:grpSpPr>
      <p:sp>
        <p:nvSpPr>
          <p:cNvPr id="14" name="Google Shape;14;g101406faff2_1_95"/>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 xmlns:p14="http://schemas.microsoft.com/office/powerpoint/2010/main" val="199803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101406faff2_1_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129818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g101406faff2_1_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g101406faff2_1_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156363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101406faff2_1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g101406faff2_1_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g101406faff2_1_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370544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g101406faff2_1_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g101406faff2_1_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g101406faff2_1_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g101406faff2_1_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78612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g101406faff2_1_7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g101406faff2_1_7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g101406faff2_1_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636848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g101406faff2_1_7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g101406faff2_1_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1889461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101406faff2_1_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101406faff2_1_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g101406faff2_1_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g101406faff2_1_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g101406faff2_1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7883347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g101406faff2_1_8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g101406faff2_1_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712646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g101406faff2_1_8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g101406faff2_1_8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g101406faff2_1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06109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7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101406faff2_1_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g101406faff2_1_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g101406faff2_1_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664314181"/>
      </p:ext>
    </p:extLst>
  </p:cSld>
  <p:clrMap bg1="lt1" tx1="dk1" bg2="dk2" tx2="lt2" accent1="accent1" accent2="accent2" accent3="accent3" accent4="accent4" accent5="accent5" accent6="accent6" hlink="hlink" folHlink="folHlink"/>
  <p:sldLayoutIdLst>
    <p:sldLayoutId id="2147483659" r:id="rId1"/>
    <p:sldLayoutId id="2147483661"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olacabs.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32775"/>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517523" y="1720185"/>
            <a:ext cx="7420763" cy="1514230"/>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3200" b="1" dirty="0">
                <a:solidFill>
                  <a:srgbClr val="64E688"/>
                </a:solidFill>
                <a:latin typeface="Fira Sans"/>
                <a:ea typeface="Fira Sans"/>
                <a:cs typeface="Fira Sans"/>
                <a:sym typeface="Fira Sans"/>
              </a:rPr>
              <a:t>“Software Testing Introduction Session -3”</a:t>
            </a:r>
          </a:p>
          <a:p>
            <a:pPr marL="0" marR="0" lvl="0" indent="0" algn="ctr" rtl="0">
              <a:lnSpc>
                <a:spcPct val="90000"/>
              </a:lnSpc>
              <a:spcBef>
                <a:spcPts val="0"/>
              </a:spcBef>
              <a:spcAft>
                <a:spcPts val="0"/>
              </a:spcAft>
              <a:buClr>
                <a:schemeClr val="dk1"/>
              </a:buClr>
              <a:buSzPts val="1100"/>
              <a:buFont typeface="Arial"/>
              <a:buNone/>
            </a:pPr>
            <a:r>
              <a:rPr lang="en-IN" sz="1600" b="1" dirty="0">
                <a:solidFill>
                  <a:srgbClr val="64E688"/>
                </a:solidFill>
                <a:latin typeface="Fira Sans"/>
                <a:ea typeface="Fira Sans"/>
                <a:cs typeface="Fira Sans"/>
                <a:sym typeface="Fira Sans"/>
              </a:rPr>
              <a:t>   By: Manas </a:t>
            </a:r>
            <a:endParaRPr sz="1600" b="1" dirty="0">
              <a:solidFill>
                <a:srgbClr val="64E688"/>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endParaRPr sz="16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rgbClr val="FFFFFF"/>
                </a:solidFill>
                <a:latin typeface="Fira Sans"/>
                <a:ea typeface="Fira Sans"/>
                <a:cs typeface="Fira Sans"/>
                <a:sym typeface="Fira Sans"/>
              </a:rPr>
              <a:t>QA Automation Engineer</a:t>
            </a:r>
            <a:endParaRPr sz="1600" b="0" i="0" u="none" strike="noStrike" cap="none" dirty="0">
              <a:solidFill>
                <a:srgbClr val="FFFFFF"/>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Testing</a:t>
            </a:r>
          </a:p>
        </p:txBody>
      </p:sp>
      <p:sp>
        <p:nvSpPr>
          <p:cNvPr id="3" name="Text Placeholder 2"/>
          <p:cNvSpPr>
            <a:spLocks noGrp="1"/>
          </p:cNvSpPr>
          <p:nvPr>
            <p:ph type="body" idx="1"/>
          </p:nvPr>
        </p:nvSpPr>
        <p:spPr>
          <a:xfrm>
            <a:off x="331796" y="1413732"/>
            <a:ext cx="8520600" cy="3416400"/>
          </a:xfrm>
        </p:spPr>
        <p:txBody>
          <a:bodyPr/>
          <a:lstStyle/>
          <a:p>
            <a:r>
              <a:rPr lang="en-IN" sz="1600" dirty="0">
                <a:solidFill>
                  <a:schemeClr val="tx1"/>
                </a:solidFill>
                <a:highlight>
                  <a:srgbClr val="00FF00"/>
                </a:highlight>
              </a:rPr>
              <a:t>Smoke Testing</a:t>
            </a:r>
            <a:endParaRPr lang="en-IN" sz="800" dirty="0">
              <a:solidFill>
                <a:schemeClr val="tx1"/>
              </a:solidFill>
              <a:highlight>
                <a:srgbClr val="00FF00"/>
              </a:highlight>
            </a:endParaRPr>
          </a:p>
          <a:p>
            <a:r>
              <a:rPr lang="en-IN" sz="1600" dirty="0">
                <a:solidFill>
                  <a:schemeClr val="tx1"/>
                </a:solidFill>
                <a:highlight>
                  <a:srgbClr val="00FF00"/>
                </a:highlight>
              </a:rPr>
              <a:t>Sanity Testing</a:t>
            </a:r>
          </a:p>
          <a:p>
            <a:r>
              <a:rPr lang="en-IN" sz="1600" dirty="0">
                <a:solidFill>
                  <a:schemeClr val="tx1"/>
                </a:solidFill>
              </a:rPr>
              <a:t>Installation Testing</a:t>
            </a:r>
          </a:p>
          <a:p>
            <a:r>
              <a:rPr lang="en-IN" sz="1600" dirty="0">
                <a:solidFill>
                  <a:schemeClr val="tx1"/>
                </a:solidFill>
              </a:rPr>
              <a:t>Black box testing</a:t>
            </a:r>
          </a:p>
          <a:p>
            <a:r>
              <a:rPr lang="en-IN" sz="1600" dirty="0">
                <a:solidFill>
                  <a:schemeClr val="tx1"/>
                </a:solidFill>
              </a:rPr>
              <a:t>White Box Testing</a:t>
            </a:r>
          </a:p>
          <a:p>
            <a:r>
              <a:rPr lang="en-IN" sz="1600" dirty="0">
                <a:solidFill>
                  <a:schemeClr val="tx1"/>
                </a:solidFill>
              </a:rPr>
              <a:t>UAT Testing</a:t>
            </a:r>
          </a:p>
          <a:p>
            <a:r>
              <a:rPr lang="en-IN" sz="1600" dirty="0">
                <a:solidFill>
                  <a:schemeClr val="tx1"/>
                </a:solidFill>
              </a:rPr>
              <a:t>Regression </a:t>
            </a:r>
            <a:r>
              <a:rPr lang="en-IN" sz="1600" dirty="0" smtClean="0">
                <a:solidFill>
                  <a:schemeClr val="tx1"/>
                </a:solidFill>
              </a:rPr>
              <a:t>Testing</a:t>
            </a:r>
          </a:p>
          <a:p>
            <a:r>
              <a:rPr lang="en-IN" sz="1600" smtClean="0">
                <a:solidFill>
                  <a:schemeClr val="tx1"/>
                </a:solidFill>
              </a:rPr>
              <a:t>Defect Retesting</a:t>
            </a:r>
            <a:endParaRPr lang="en-IN" sz="1600" dirty="0">
              <a:solidFill>
                <a:schemeClr val="tx1"/>
              </a:solidFill>
            </a:endParaRPr>
          </a:p>
          <a:p>
            <a:r>
              <a:rPr lang="en-IN" sz="1600" dirty="0">
                <a:solidFill>
                  <a:schemeClr val="tx1"/>
                </a:solidFill>
              </a:rPr>
              <a:t>Performance Testing</a:t>
            </a:r>
          </a:p>
          <a:p>
            <a:r>
              <a:rPr lang="en-IN" sz="1600" dirty="0">
                <a:solidFill>
                  <a:schemeClr val="tx1"/>
                </a:solidFill>
              </a:rPr>
              <a:t>Usability Testing</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extLst>
      <p:ext uri="{BB962C8B-B14F-4D97-AF65-F5344CB8AC3E}">
        <p14:creationId xmlns="" xmlns:p14="http://schemas.microsoft.com/office/powerpoint/2010/main" val="34104577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4"/>
            <a:ext cx="8520600" cy="4528909"/>
          </a:xfrm>
          <a:prstGeom prst="rect">
            <a:avLst/>
          </a:prstGeom>
          <a:noFill/>
          <a:ln>
            <a:noFill/>
          </a:ln>
        </p:spPr>
        <p:txBody>
          <a:bodyPr spcFirstLastPara="1" wrap="square" lIns="91425" tIns="91425" rIns="91425" bIns="91425" anchor="t" anchorCtr="0">
            <a:normAutofit fontScale="90000"/>
          </a:bodyPr>
          <a:lstStyle/>
          <a:p>
            <a:pPr>
              <a:buSzPct val="111111"/>
            </a:pPr>
            <a:r>
              <a:rPr lang="en-US" b="1" dirty="0">
                <a:solidFill>
                  <a:srgbClr val="002060"/>
                </a:solidFill>
                <a:latin typeface="+mn-lt"/>
                <a:cs typeface="Aldhabi" panose="01000000000000000000" pitchFamily="2" charset="-78"/>
              </a:rPr>
              <a:t>STLC (Software Testing Life Cycle)</a:t>
            </a:r>
            <a:r>
              <a:rPr lang="en-US" dirty="0"/>
              <a:t/>
            </a:r>
            <a:br>
              <a:rPr lang="en-US" dirty="0"/>
            </a:br>
            <a:r>
              <a:rPr lang="en-US" dirty="0"/>
              <a:t/>
            </a:r>
            <a:br>
              <a:rPr lang="en-US" dirty="0"/>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STLC is step by step process which are following to complete the testing  activity in a project.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There are 10 different phases in STLC</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1. Test Initiation</a:t>
            </a:r>
            <a:r>
              <a:rPr lang="en-US" sz="180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/Analysis</a:t>
            </a: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2. Test Plan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3. Identify the test scenario</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4. Test case design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5. Test data preparation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6. Test case execution in testing environment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7. Defects</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8. Defects Retesting</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9. Regression Testing</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10 Testing Closure</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3</a:t>
            </a:fld>
            <a:endParaRPr/>
          </a:p>
        </p:txBody>
      </p:sp>
    </p:spTree>
    <p:extLst>
      <p:ext uri="{BB962C8B-B14F-4D97-AF65-F5344CB8AC3E}">
        <p14:creationId xmlns="" xmlns:p14="http://schemas.microsoft.com/office/powerpoint/2010/main" val="8198899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2060"/>
                </a:solidFill>
                <a:cs typeface="Aldhabi" panose="01000000000000000000" pitchFamily="2" charset="-78"/>
              </a:rPr>
              <a:t>STLC (Software Testing Life Cycle) is also called as…</a:t>
            </a:r>
            <a:r>
              <a:rPr lang="en-US" dirty="0"/>
              <a:t/>
            </a:r>
            <a:br>
              <a:rPr lang="en-US" dirty="0"/>
            </a:br>
            <a:endParaRPr lang="en-IN" dirty="0"/>
          </a:p>
        </p:txBody>
      </p:sp>
      <p:sp>
        <p:nvSpPr>
          <p:cNvPr id="3" name="Text Placeholder 2"/>
          <p:cNvSpPr>
            <a:spLocks noGrp="1"/>
          </p:cNvSpPr>
          <p:nvPr>
            <p:ph type="body" idx="1"/>
          </p:nvPr>
        </p:nvSpPr>
        <p:spPr>
          <a:xfrm>
            <a:off x="311700" y="1517301"/>
            <a:ext cx="8520600" cy="3051574"/>
          </a:xfrm>
        </p:spPr>
        <p:txBody>
          <a:bodyPr>
            <a:normAutofit/>
          </a:bodyPr>
          <a:lstStyle/>
          <a:p>
            <a:r>
              <a:rPr lang="en-IN" sz="2000" dirty="0">
                <a:solidFill>
                  <a:schemeClr val="tx1"/>
                </a:solidFill>
              </a:rPr>
              <a:t>End to End process of Testing</a:t>
            </a:r>
          </a:p>
          <a:p>
            <a:endParaRPr lang="en-IN" sz="2000" dirty="0">
              <a:solidFill>
                <a:schemeClr val="tx1"/>
              </a:solidFill>
            </a:endParaRPr>
          </a:p>
          <a:p>
            <a:r>
              <a:rPr lang="en-IN" sz="2000" dirty="0">
                <a:solidFill>
                  <a:schemeClr val="tx1"/>
                </a:solidFill>
              </a:rPr>
              <a:t>Testing Life Cycle</a:t>
            </a:r>
          </a:p>
          <a:p>
            <a:endParaRPr lang="en-IN" sz="2000" dirty="0">
              <a:solidFill>
                <a:schemeClr val="tx1"/>
              </a:solidFill>
            </a:endParaRPr>
          </a:p>
          <a:p>
            <a:r>
              <a:rPr lang="en-IN" sz="2000" dirty="0">
                <a:solidFill>
                  <a:schemeClr val="tx1"/>
                </a:solidFill>
              </a:rPr>
              <a:t>Manual Testing Life Cycle</a:t>
            </a:r>
          </a:p>
        </p:txBody>
      </p:sp>
    </p:spTree>
    <p:extLst>
      <p:ext uri="{BB962C8B-B14F-4D97-AF65-F5344CB8AC3E}">
        <p14:creationId xmlns="" xmlns:p14="http://schemas.microsoft.com/office/powerpoint/2010/main" val="2774006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1555" y="874206"/>
            <a:ext cx="8520600" cy="3443460"/>
          </a:xfrm>
        </p:spPr>
        <p:txBody>
          <a:bodyPr>
            <a:normAutofit/>
          </a:bodyPr>
          <a:lstStyle/>
          <a:p>
            <a:pPr>
              <a:buFont typeface="Wingdings" panose="05000000000000000000" pitchFamily="2" charset="2"/>
              <a:buChar char="Ø"/>
            </a:pPr>
            <a:r>
              <a:rPr lang="en-IN" sz="2400" b="1" dirty="0"/>
              <a:t>Test Scenario</a:t>
            </a:r>
          </a:p>
          <a:p>
            <a:pPr>
              <a:buFont typeface="Wingdings" panose="05000000000000000000" pitchFamily="2" charset="2"/>
              <a:buChar char="Ø"/>
            </a:pPr>
            <a:endParaRPr lang="en-IN" sz="2400" b="1" dirty="0"/>
          </a:p>
          <a:p>
            <a:pPr>
              <a:buFont typeface="Wingdings" panose="05000000000000000000" pitchFamily="2" charset="2"/>
              <a:buChar char="Ø"/>
            </a:pPr>
            <a:r>
              <a:rPr lang="en-IN" sz="2400" b="1" dirty="0"/>
              <a:t>Test Cases</a:t>
            </a:r>
          </a:p>
          <a:p>
            <a:pPr>
              <a:buFont typeface="Wingdings" panose="05000000000000000000" pitchFamily="2" charset="2"/>
              <a:buChar char="Ø"/>
            </a:pPr>
            <a:endParaRPr lang="en-IN" sz="2400" b="1" dirty="0"/>
          </a:p>
          <a:p>
            <a:pPr>
              <a:buFont typeface="Wingdings" panose="05000000000000000000" pitchFamily="2" charset="2"/>
              <a:buChar char="Ø"/>
            </a:pPr>
            <a:r>
              <a:rPr lang="en-IN" sz="2400" b="1" dirty="0"/>
              <a:t>Test Script</a:t>
            </a:r>
          </a:p>
          <a:p>
            <a:pPr>
              <a:buFont typeface="Wingdings" panose="05000000000000000000" pitchFamily="2" charset="2"/>
              <a:buChar char="Ø"/>
            </a:pPr>
            <a:endParaRPr lang="en-IN" sz="2400" b="1" dirty="0"/>
          </a:p>
          <a:p>
            <a:pPr>
              <a:buFont typeface="Wingdings" panose="05000000000000000000" pitchFamily="2" charset="2"/>
              <a:buChar char="Ø"/>
            </a:pPr>
            <a:r>
              <a:rPr lang="en-IN" sz="2400" b="1" dirty="0"/>
              <a:t>Test Data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extLst>
      <p:ext uri="{BB962C8B-B14F-4D97-AF65-F5344CB8AC3E}">
        <p14:creationId xmlns="" xmlns:p14="http://schemas.microsoft.com/office/powerpoint/2010/main" val="910243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chemeClr val="accent1">
                    <a:lumMod val="50000"/>
                  </a:schemeClr>
                </a:solidFill>
              </a:rPr>
              <a:t>Test Scenarios</a:t>
            </a:r>
          </a:p>
        </p:txBody>
      </p:sp>
      <p:sp>
        <p:nvSpPr>
          <p:cNvPr id="3" name="Text Placeholder 2"/>
          <p:cNvSpPr>
            <a:spLocks noGrp="1"/>
          </p:cNvSpPr>
          <p:nvPr>
            <p:ph type="body" idx="1"/>
          </p:nvPr>
        </p:nvSpPr>
        <p:spPr/>
        <p:txBody>
          <a:bodyPr/>
          <a:lstStyle/>
          <a:p>
            <a:pPr marL="114300" indent="0">
              <a:buNone/>
            </a:pPr>
            <a:r>
              <a:rPr lang="en-IN" dirty="0"/>
              <a:t>A Test Scenario is any functionality that can be tested.</a:t>
            </a:r>
          </a:p>
          <a:p>
            <a:pPr marL="114300" indent="0">
              <a:buNone/>
            </a:pPr>
            <a:endParaRPr lang="en-IN" dirty="0"/>
          </a:p>
          <a:p>
            <a:pPr marL="114300" indent="0">
              <a:buNone/>
            </a:pPr>
            <a:r>
              <a:rPr lang="en-IN" dirty="0"/>
              <a:t> It is a collective set of test cases which helps the testing team to determine the positive and negative characteristics of the project.</a:t>
            </a:r>
          </a:p>
          <a:p>
            <a:pPr marL="114300" indent="0">
              <a:buNone/>
            </a:pPr>
            <a:endParaRPr lang="en-IN" dirty="0"/>
          </a:p>
          <a:p>
            <a:pPr marL="114300" indent="0">
              <a:buNone/>
            </a:pPr>
            <a:r>
              <a:rPr lang="en-IN" dirty="0"/>
              <a:t>Test Scenario gives a high-level idea of what we need to test.</a:t>
            </a:r>
          </a:p>
          <a:p>
            <a:pPr marL="114300" indent="0">
              <a:buNone/>
            </a:pPr>
            <a:endParaRPr lang="en-IN" dirty="0"/>
          </a:p>
          <a:p>
            <a:pPr marL="114300" indent="0">
              <a:buNone/>
            </a:pPr>
            <a:r>
              <a:rPr lang="en-IN" dirty="0"/>
              <a:t>“It is also called Test Condition or Test Possibility.”</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extLst>
      <p:ext uri="{BB962C8B-B14F-4D97-AF65-F5344CB8AC3E}">
        <p14:creationId xmlns="" xmlns:p14="http://schemas.microsoft.com/office/powerpoint/2010/main" val="2333315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chemeClr val="accent1">
                    <a:lumMod val="50000"/>
                  </a:schemeClr>
                </a:solidFill>
              </a:rPr>
              <a:t>Test Cases</a:t>
            </a:r>
          </a:p>
        </p:txBody>
      </p:sp>
      <p:sp>
        <p:nvSpPr>
          <p:cNvPr id="3" name="Text Placeholder 2"/>
          <p:cNvSpPr>
            <a:spLocks noGrp="1"/>
          </p:cNvSpPr>
          <p:nvPr>
            <p:ph type="body" idx="1"/>
          </p:nvPr>
        </p:nvSpPr>
        <p:spPr/>
        <p:txBody>
          <a:bodyPr/>
          <a:lstStyle/>
          <a:p>
            <a:pPr marL="114300" indent="0">
              <a:buNone/>
            </a:pPr>
            <a:r>
              <a:rPr lang="en-IN" dirty="0"/>
              <a:t>It is a document that contains the steps that have to be executed.</a:t>
            </a:r>
          </a:p>
          <a:p>
            <a:pPr marL="114300" indent="0">
              <a:buNone/>
            </a:pPr>
            <a:endParaRPr lang="en-IN" dirty="0"/>
          </a:p>
          <a:p>
            <a:pPr marL="114300" indent="0">
              <a:buNone/>
            </a:pPr>
            <a:r>
              <a:rPr lang="en-IN" dirty="0"/>
              <a:t>A </a:t>
            </a:r>
            <a:r>
              <a:rPr lang="en-IN" b="1" dirty="0"/>
              <a:t>Test Case</a:t>
            </a:r>
            <a:r>
              <a:rPr lang="en-IN" dirty="0"/>
              <a:t> is a set of actions executed to verify a </a:t>
            </a:r>
            <a:r>
              <a:rPr lang="en-IN"/>
              <a:t>particular scenario </a:t>
            </a:r>
            <a:r>
              <a:rPr lang="en-IN" dirty="0"/>
              <a:t>or functionality of your software application. A Test Case contains test steps, test data, precondition, post condition developed for specific test scenario to verify any requirement.</a:t>
            </a:r>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 xmlns:p14="http://schemas.microsoft.com/office/powerpoint/2010/main" val="8940974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DFE09F-1ABE-CC54-F6FF-D2DF38C31952}"/>
              </a:ext>
            </a:extLst>
          </p:cNvPr>
          <p:cNvSpPr>
            <a:spLocks noGrp="1"/>
          </p:cNvSpPr>
          <p:nvPr>
            <p:ph type="title"/>
          </p:nvPr>
        </p:nvSpPr>
        <p:spPr>
          <a:xfrm>
            <a:off x="115756" y="91300"/>
            <a:ext cx="8701673" cy="572700"/>
          </a:xfrm>
        </p:spPr>
        <p:txBody>
          <a:bodyPr>
            <a:noAutofit/>
          </a:bodyPr>
          <a:lstStyle/>
          <a:p>
            <a:r>
              <a:rPr lang="en-IN" sz="1500" b="1" dirty="0">
                <a:effectLst/>
                <a:latin typeface="Calibri" panose="020F0502020204030204" pitchFamily="34" charset="0"/>
                <a:ea typeface="Calibri" panose="020F0502020204030204" pitchFamily="34" charset="0"/>
                <a:cs typeface="Times New Roman" panose="02020603050405020304" pitchFamily="18" charset="0"/>
              </a:rPr>
              <a:t>Verify that 'About Us' link should be displayed in footer and User should be able to click on 'About Us' link.</a:t>
            </a:r>
            <a:endParaRPr lang="en-IN" sz="1500" dirty="0"/>
          </a:p>
        </p:txBody>
      </p:sp>
      <p:sp>
        <p:nvSpPr>
          <p:cNvPr id="3" name="Text Placeholder 2">
            <a:extLst>
              <a:ext uri="{FF2B5EF4-FFF2-40B4-BE49-F238E27FC236}">
                <a16:creationId xmlns="" xmlns:a16="http://schemas.microsoft.com/office/drawing/2014/main" id="{011F9EFF-7A2D-4A0A-9E8A-9F6507B1E57D}"/>
              </a:ext>
            </a:extLst>
          </p:cNvPr>
          <p:cNvSpPr>
            <a:spLocks noGrp="1"/>
          </p:cNvSpPr>
          <p:nvPr>
            <p:ph type="body" idx="1"/>
          </p:nvPr>
        </p:nvSpPr>
        <p:spPr/>
        <p:txBody>
          <a:bodyPr/>
          <a:lstStyle/>
          <a:p>
            <a:pPr marL="114300" indent="0">
              <a:buNone/>
            </a:pPr>
            <a:endParaRPr lang="en-IN" dirty="0"/>
          </a:p>
        </p:txBody>
      </p:sp>
      <p:graphicFrame>
        <p:nvGraphicFramePr>
          <p:cNvPr id="4" name="Table 3">
            <a:extLst>
              <a:ext uri="{FF2B5EF4-FFF2-40B4-BE49-F238E27FC236}">
                <a16:creationId xmlns="" xmlns:a16="http://schemas.microsoft.com/office/drawing/2014/main" id="{14F5760E-CEF4-BA8E-30A5-F5670ADD25C2}"/>
              </a:ext>
            </a:extLst>
          </p:cNvPr>
          <p:cNvGraphicFramePr>
            <a:graphicFrameLocks noGrp="1"/>
          </p:cNvGraphicFramePr>
          <p:nvPr>
            <p:extLst>
              <p:ext uri="{D42A27DB-BD31-4B8C-83A1-F6EECF244321}">
                <p14:modId xmlns="" xmlns:p14="http://schemas.microsoft.com/office/powerpoint/2010/main" val="3930187381"/>
              </p:ext>
            </p:extLst>
          </p:nvPr>
        </p:nvGraphicFramePr>
        <p:xfrm>
          <a:off x="311700" y="574625"/>
          <a:ext cx="7257500" cy="2306462"/>
        </p:xfrm>
        <a:graphic>
          <a:graphicData uri="http://schemas.openxmlformats.org/drawingml/2006/table">
            <a:tbl>
              <a:tblPr firstRow="1" firstCol="1" bandRow="1">
                <a:tableStyleId>{D7AC3CCA-C797-4891-BE02-D94E43425B78}</a:tableStyleId>
              </a:tblPr>
              <a:tblGrid>
                <a:gridCol w="656131">
                  <a:extLst>
                    <a:ext uri="{9D8B030D-6E8A-4147-A177-3AD203B41FA5}">
                      <a16:colId xmlns="" xmlns:a16="http://schemas.microsoft.com/office/drawing/2014/main" val="1336386491"/>
                    </a:ext>
                  </a:extLst>
                </a:gridCol>
                <a:gridCol w="2491873">
                  <a:extLst>
                    <a:ext uri="{9D8B030D-6E8A-4147-A177-3AD203B41FA5}">
                      <a16:colId xmlns="" xmlns:a16="http://schemas.microsoft.com/office/drawing/2014/main" val="1222313807"/>
                    </a:ext>
                  </a:extLst>
                </a:gridCol>
                <a:gridCol w="2019137">
                  <a:extLst>
                    <a:ext uri="{9D8B030D-6E8A-4147-A177-3AD203B41FA5}">
                      <a16:colId xmlns="" xmlns:a16="http://schemas.microsoft.com/office/drawing/2014/main" val="1452056230"/>
                    </a:ext>
                  </a:extLst>
                </a:gridCol>
                <a:gridCol w="1207209">
                  <a:extLst>
                    <a:ext uri="{9D8B030D-6E8A-4147-A177-3AD203B41FA5}">
                      <a16:colId xmlns="" xmlns:a16="http://schemas.microsoft.com/office/drawing/2014/main" val="196777054"/>
                    </a:ext>
                  </a:extLst>
                </a:gridCol>
                <a:gridCol w="883150">
                  <a:extLst>
                    <a:ext uri="{9D8B030D-6E8A-4147-A177-3AD203B41FA5}">
                      <a16:colId xmlns="" xmlns:a16="http://schemas.microsoft.com/office/drawing/2014/main" val="3770109755"/>
                    </a:ext>
                  </a:extLst>
                </a:gridCol>
              </a:tblGrid>
              <a:tr h="273232">
                <a:tc>
                  <a:txBody>
                    <a:bodyPr/>
                    <a:lstStyle/>
                    <a:p>
                      <a:pPr>
                        <a:lnSpc>
                          <a:spcPct val="107000"/>
                        </a:lnSpc>
                        <a:spcAft>
                          <a:spcPts val="800"/>
                        </a:spcAft>
                      </a:pPr>
                      <a:r>
                        <a:rPr lang="en-IN" sz="1000">
                          <a:effectLst/>
                        </a:rPr>
                        <a:t>Sl No</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tc>
                <a:tc>
                  <a:txBody>
                    <a:bodyPr/>
                    <a:lstStyle/>
                    <a:p>
                      <a:pPr algn="ctr">
                        <a:lnSpc>
                          <a:spcPct val="107000"/>
                        </a:lnSpc>
                        <a:spcAft>
                          <a:spcPts val="800"/>
                        </a:spcAft>
                      </a:pPr>
                      <a:r>
                        <a:rPr lang="en-IN" sz="1000" dirty="0">
                          <a:effectLst/>
                        </a:rPr>
                        <a:t>Test Case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tc>
                <a:tc>
                  <a:txBody>
                    <a:bodyPr/>
                    <a:lstStyle/>
                    <a:p>
                      <a:pPr algn="ctr">
                        <a:lnSpc>
                          <a:spcPct val="107000"/>
                        </a:lnSpc>
                        <a:spcAft>
                          <a:spcPts val="800"/>
                        </a:spcAft>
                      </a:pPr>
                      <a:r>
                        <a:rPr lang="en-IN" sz="1000" dirty="0">
                          <a:effectLst/>
                        </a:rPr>
                        <a:t>Expected Result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tc>
                <a:tc>
                  <a:txBody>
                    <a:bodyPr/>
                    <a:lstStyle/>
                    <a:p>
                      <a:pPr algn="ctr">
                        <a:lnSpc>
                          <a:spcPct val="107000"/>
                        </a:lnSpc>
                        <a:spcAft>
                          <a:spcPts val="800"/>
                        </a:spcAft>
                      </a:pPr>
                      <a:r>
                        <a:rPr lang="en-IN" sz="1000" dirty="0">
                          <a:effectLst/>
                        </a:rPr>
                        <a:t>Test Data</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tc>
                <a:tc>
                  <a:txBody>
                    <a:bodyPr/>
                    <a:lstStyle/>
                    <a:p>
                      <a:pPr>
                        <a:lnSpc>
                          <a:spcPct val="107000"/>
                        </a:lnSpc>
                        <a:spcAft>
                          <a:spcPts val="800"/>
                        </a:spcAft>
                      </a:pPr>
                      <a:r>
                        <a:rPr lang="en-IN" sz="1000">
                          <a:effectLst/>
                        </a:rPr>
                        <a:t>Test Status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tc>
                <a:extLst>
                  <a:ext uri="{0D108BD9-81ED-4DB2-BD59-A6C34878D82A}">
                    <a16:rowId xmlns="" xmlns:a16="http://schemas.microsoft.com/office/drawing/2014/main" val="1942812358"/>
                  </a:ext>
                </a:extLst>
              </a:tr>
              <a:tr h="574565">
                <a:tc>
                  <a:txBody>
                    <a:bodyPr/>
                    <a:lstStyle/>
                    <a:p>
                      <a:pPr>
                        <a:lnSpc>
                          <a:spcPct val="107000"/>
                        </a:lnSpc>
                        <a:spcAft>
                          <a:spcPts val="800"/>
                        </a:spcAft>
                      </a:pPr>
                      <a:r>
                        <a:rPr lang="en-IN" sz="10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b"/>
                </a:tc>
                <a:tc>
                  <a:txBody>
                    <a:bodyPr/>
                    <a:lstStyle/>
                    <a:p>
                      <a:pPr>
                        <a:lnSpc>
                          <a:spcPct val="107000"/>
                        </a:lnSpc>
                        <a:spcAft>
                          <a:spcPts val="800"/>
                        </a:spcAft>
                      </a:pPr>
                      <a:r>
                        <a:rPr lang="en-IN" sz="1000" dirty="0">
                          <a:effectLst/>
                        </a:rPr>
                        <a:t>Launch the Application as per the test data.</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pPr>
                        <a:lnSpc>
                          <a:spcPct val="107000"/>
                        </a:lnSpc>
                        <a:spcAft>
                          <a:spcPts val="800"/>
                        </a:spcAft>
                      </a:pPr>
                      <a:r>
                        <a:rPr lang="en-IN" sz="1000" dirty="0">
                          <a:effectLst/>
                        </a:rPr>
                        <a:t>User should be able to launch the Application.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pPr>
                        <a:lnSpc>
                          <a:spcPct val="107000"/>
                        </a:lnSpc>
                        <a:spcAft>
                          <a:spcPts val="800"/>
                        </a:spcAft>
                      </a:pPr>
                      <a:r>
                        <a:rPr lang="en-IN" sz="1200" u="sng" dirty="0">
                          <a:solidFill>
                            <a:schemeClr val="accent1">
                              <a:lumMod val="75000"/>
                            </a:schemeClr>
                          </a:solidFill>
                          <a:effectLst/>
                          <a:hlinkClick r:id="rId2">
                            <a:extLst>
                              <a:ext uri="{A12FA001-AC4F-418D-AE19-62706E023703}">
                                <ahyp:hlinkClr xmlns="" xmlns:ahyp="http://schemas.microsoft.com/office/drawing/2018/hyperlinkcolor" val="tx"/>
                              </a:ext>
                            </a:extLst>
                          </a:hlinkClick>
                        </a:rPr>
                        <a:t>https://www.olacabs.com/</a:t>
                      </a:r>
                      <a:endParaRPr lang="en-IN" sz="11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b"/>
                </a:tc>
                <a:tc>
                  <a:txBody>
                    <a:bodyPr/>
                    <a:lstStyle/>
                    <a:p>
                      <a:pPr algn="ctr">
                        <a:lnSpc>
                          <a:spcPct val="107000"/>
                        </a:lnSpc>
                        <a:spcAft>
                          <a:spcPts val="800"/>
                        </a:spcAft>
                      </a:pPr>
                      <a:r>
                        <a:rPr lang="en-IN" sz="1000" dirty="0">
                          <a:effectLst/>
                        </a:rPr>
                        <a:t>Pass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extLst>
                  <a:ext uri="{0D108BD9-81ED-4DB2-BD59-A6C34878D82A}">
                    <a16:rowId xmlns="" xmlns:a16="http://schemas.microsoft.com/office/drawing/2014/main" val="1524696404"/>
                  </a:ext>
                </a:extLst>
              </a:tr>
              <a:tr h="923319">
                <a:tc>
                  <a:txBody>
                    <a:bodyPr/>
                    <a:lstStyle/>
                    <a:p>
                      <a:pPr>
                        <a:lnSpc>
                          <a:spcPct val="107000"/>
                        </a:lnSpc>
                        <a:spcAft>
                          <a:spcPts val="800"/>
                        </a:spcAft>
                      </a:pPr>
                      <a:r>
                        <a:rPr lang="en-IN" sz="10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b"/>
                </a:tc>
                <a:tc>
                  <a:txBody>
                    <a:bodyPr/>
                    <a:lstStyle/>
                    <a:p>
                      <a:pPr>
                        <a:lnSpc>
                          <a:spcPct val="200000"/>
                        </a:lnSpc>
                        <a:spcAft>
                          <a:spcPts val="800"/>
                        </a:spcAft>
                      </a:pPr>
                      <a:r>
                        <a:rPr lang="en-IN" sz="1000" dirty="0">
                          <a:effectLst/>
                        </a:rPr>
                        <a:t>Go to footer of Application.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pPr>
                        <a:lnSpc>
                          <a:spcPct val="107000"/>
                        </a:lnSpc>
                        <a:spcAft>
                          <a:spcPts val="800"/>
                        </a:spcAft>
                      </a:pPr>
                      <a:r>
                        <a:rPr lang="en-IN" sz="1000" dirty="0">
                          <a:effectLst/>
                        </a:rPr>
                        <a:t>User should be able to go to the footer of Application and 'About Us' link should be displayed as per the attached mock-up</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endParaRPr lang="en-IN" sz="1000">
                        <a:effectLst/>
                        <a:latin typeface="Arial" panose="020B0604020202020204" pitchFamily="34" charset="0"/>
                        <a:ea typeface="Arial" panose="020B0604020202020204" pitchFamily="34" charset="0"/>
                      </a:endParaRPr>
                    </a:p>
                  </a:txBody>
                  <a:tcPr marL="25400" marR="25400" marT="25400" marB="25400" anchor="b"/>
                </a:tc>
                <a:tc>
                  <a:txBody>
                    <a:bodyPr/>
                    <a:lstStyle/>
                    <a:p>
                      <a:pPr algn="ctr">
                        <a:lnSpc>
                          <a:spcPct val="100000"/>
                        </a:lnSpc>
                        <a:spcAft>
                          <a:spcPts val="800"/>
                        </a:spcAft>
                      </a:pPr>
                      <a:r>
                        <a:rPr lang="en-IN" sz="1000" dirty="0">
                          <a:effectLst/>
                        </a:rPr>
                        <a:t>Pass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extLst>
                  <a:ext uri="{0D108BD9-81ED-4DB2-BD59-A6C34878D82A}">
                    <a16:rowId xmlns="" xmlns:a16="http://schemas.microsoft.com/office/drawing/2014/main" val="2593886267"/>
                  </a:ext>
                </a:extLst>
              </a:tr>
              <a:tr h="535346">
                <a:tc>
                  <a:txBody>
                    <a:bodyPr/>
                    <a:lstStyle/>
                    <a:p>
                      <a:pPr>
                        <a:lnSpc>
                          <a:spcPct val="107000"/>
                        </a:lnSpc>
                        <a:spcAft>
                          <a:spcPts val="800"/>
                        </a:spcAft>
                      </a:pPr>
                      <a:r>
                        <a:rPr lang="en-IN" sz="1000" dirty="0">
                          <a:effectLst/>
                        </a:rPr>
                        <a:t>3</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b"/>
                </a:tc>
                <a:tc>
                  <a:txBody>
                    <a:bodyPr/>
                    <a:lstStyle/>
                    <a:p>
                      <a:pPr>
                        <a:lnSpc>
                          <a:spcPct val="200000"/>
                        </a:lnSpc>
                        <a:spcAft>
                          <a:spcPts val="800"/>
                        </a:spcAft>
                      </a:pPr>
                      <a:r>
                        <a:rPr lang="en-IN" sz="1000" dirty="0">
                          <a:effectLst/>
                        </a:rPr>
                        <a:t>Click on the 'About Us' link.</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pPr>
                        <a:lnSpc>
                          <a:spcPct val="115000"/>
                        </a:lnSpc>
                        <a:spcAft>
                          <a:spcPts val="800"/>
                        </a:spcAft>
                      </a:pPr>
                      <a:r>
                        <a:rPr lang="en-IN" sz="1000" dirty="0">
                          <a:effectLst/>
                        </a:rPr>
                        <a:t>User should be able to click on 'About Us' link.</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tc>
                  <a:txBody>
                    <a:bodyPr/>
                    <a:lstStyle/>
                    <a:p>
                      <a:endParaRPr lang="en-IN" sz="1000">
                        <a:effectLst/>
                        <a:latin typeface="Arial" panose="020B0604020202020204" pitchFamily="34" charset="0"/>
                        <a:ea typeface="Arial" panose="020B0604020202020204" pitchFamily="34" charset="0"/>
                      </a:endParaRPr>
                    </a:p>
                  </a:txBody>
                  <a:tcPr marL="25400" marR="25400" marT="25400" marB="25400" anchor="b"/>
                </a:tc>
                <a:tc>
                  <a:txBody>
                    <a:bodyPr/>
                    <a:lstStyle/>
                    <a:p>
                      <a:pPr algn="ctr">
                        <a:lnSpc>
                          <a:spcPct val="107000"/>
                        </a:lnSpc>
                        <a:spcAft>
                          <a:spcPts val="800"/>
                        </a:spcAft>
                      </a:pPr>
                      <a:r>
                        <a:rPr lang="en-IN" sz="1000" dirty="0">
                          <a:effectLst/>
                        </a:rPr>
                        <a:t>Pass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25400" marR="25400" marT="25400" marB="25400" anchor="ctr"/>
                </a:tc>
                <a:extLst>
                  <a:ext uri="{0D108BD9-81ED-4DB2-BD59-A6C34878D82A}">
                    <a16:rowId xmlns="" xmlns:a16="http://schemas.microsoft.com/office/drawing/2014/main" val="2304679741"/>
                  </a:ext>
                </a:extLst>
              </a:tr>
            </a:tbl>
          </a:graphicData>
        </a:graphic>
      </p:graphicFrame>
      <p:pic>
        <p:nvPicPr>
          <p:cNvPr id="5" name="Picture 4">
            <a:extLst>
              <a:ext uri="{FF2B5EF4-FFF2-40B4-BE49-F238E27FC236}">
                <a16:creationId xmlns="" xmlns:a16="http://schemas.microsoft.com/office/drawing/2014/main" id="{AE0C5FC6-F47B-EDE6-3914-9D9F5E599BC9}"/>
              </a:ext>
            </a:extLst>
          </p:cNvPr>
          <p:cNvPicPr>
            <a:picLocks noChangeAspect="1"/>
          </p:cNvPicPr>
          <p:nvPr/>
        </p:nvPicPr>
        <p:blipFill>
          <a:blip r:embed="rId3"/>
          <a:stretch>
            <a:fillRect/>
          </a:stretch>
        </p:blipFill>
        <p:spPr>
          <a:xfrm>
            <a:off x="5203372" y="2967628"/>
            <a:ext cx="3780972" cy="2175872"/>
          </a:xfrm>
          <a:prstGeom prst="rect">
            <a:avLst/>
          </a:prstGeom>
        </p:spPr>
      </p:pic>
    </p:spTree>
    <p:extLst>
      <p:ext uri="{BB962C8B-B14F-4D97-AF65-F5344CB8AC3E}">
        <p14:creationId xmlns="" xmlns:p14="http://schemas.microsoft.com/office/powerpoint/2010/main" val="11370980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dirty="0" smtClean="0"/>
              <a:t>             </a:t>
            </a:r>
            <a:r>
              <a:rPr lang="en-IN" sz="2000" b="1" u="sng" dirty="0" smtClean="0"/>
              <a:t>Test Scenario</a:t>
            </a:r>
            <a:r>
              <a:rPr lang="en-IN" sz="2000" dirty="0" smtClean="0"/>
              <a:t>                                       </a:t>
            </a:r>
            <a:r>
              <a:rPr lang="en-IN" sz="2000" b="1" u="sng" dirty="0" smtClean="0"/>
              <a:t>Test Cases</a:t>
            </a:r>
            <a:endParaRPr lang="en-US" sz="2000" b="1" u="sng" dirty="0"/>
          </a:p>
        </p:txBody>
      </p:sp>
      <p:sp>
        <p:nvSpPr>
          <p:cNvPr id="3" name="Text Placeholder 2"/>
          <p:cNvSpPr>
            <a:spLocks noGrp="1"/>
          </p:cNvSpPr>
          <p:nvPr>
            <p:ph type="body" idx="1"/>
          </p:nvPr>
        </p:nvSpPr>
        <p:spPr>
          <a:xfrm>
            <a:off x="297632" y="1208746"/>
            <a:ext cx="4105555" cy="3416400"/>
          </a:xfrm>
        </p:spPr>
        <p:txBody>
          <a:bodyPr/>
          <a:lstStyle/>
          <a:p>
            <a:r>
              <a:rPr lang="en-IN" dirty="0" smtClean="0"/>
              <a:t>High Level Document</a:t>
            </a:r>
          </a:p>
          <a:p>
            <a:r>
              <a:rPr lang="en-IN" dirty="0" smtClean="0"/>
              <a:t>By looking into this it will hard to test the application</a:t>
            </a:r>
          </a:p>
          <a:p>
            <a:r>
              <a:rPr lang="en-IN" dirty="0" smtClean="0"/>
              <a:t>It tell us what to test</a:t>
            </a:r>
          </a:p>
          <a:p>
            <a:r>
              <a:rPr lang="en-IN" dirty="0" smtClean="0"/>
              <a:t>Test Scenario doesn’t have data that you need to enter to an application to test</a:t>
            </a:r>
          </a:p>
          <a:p>
            <a:r>
              <a:rPr lang="en-IN" dirty="0" smtClean="0"/>
              <a:t>Test Scenario is just a short sentence which says what to test</a:t>
            </a:r>
          </a:p>
          <a:p>
            <a:r>
              <a:rPr lang="en-IN" dirty="0" smtClean="0"/>
              <a:t>Test Scenarios are derived from the requirements</a:t>
            </a:r>
          </a:p>
          <a:p>
            <a:r>
              <a:rPr lang="en-IN" dirty="0" smtClean="0"/>
              <a:t>Need less time to prepare</a:t>
            </a:r>
            <a:endParaRPr lang="en-US" dirty="0"/>
          </a:p>
        </p:txBody>
      </p:sp>
      <p:sp>
        <p:nvSpPr>
          <p:cNvPr id="4" name="Text Placeholder 3"/>
          <p:cNvSpPr>
            <a:spLocks noGrp="1"/>
          </p:cNvSpPr>
          <p:nvPr>
            <p:ph type="body" idx="2"/>
          </p:nvPr>
        </p:nvSpPr>
        <p:spPr>
          <a:xfrm>
            <a:off x="4832400" y="1229847"/>
            <a:ext cx="3999900" cy="3416400"/>
          </a:xfrm>
        </p:spPr>
        <p:txBody>
          <a:bodyPr/>
          <a:lstStyle/>
          <a:p>
            <a:r>
              <a:rPr lang="en-IN" dirty="0" smtClean="0"/>
              <a:t>Detailed Document</a:t>
            </a:r>
          </a:p>
          <a:p>
            <a:r>
              <a:rPr lang="en-IN" dirty="0" smtClean="0"/>
              <a:t>By looking into Test Cases you can easily test the application</a:t>
            </a:r>
          </a:p>
          <a:p>
            <a:r>
              <a:rPr lang="en-IN" dirty="0" smtClean="0"/>
              <a:t>It tell us how to test</a:t>
            </a:r>
          </a:p>
          <a:p>
            <a:r>
              <a:rPr lang="en-IN" dirty="0" smtClean="0"/>
              <a:t>Test </a:t>
            </a:r>
            <a:r>
              <a:rPr lang="en-IN" dirty="0" smtClean="0"/>
              <a:t>Cases has all the exact data that you need to entered</a:t>
            </a:r>
          </a:p>
          <a:p>
            <a:r>
              <a:rPr lang="en-IN" dirty="0" smtClean="0"/>
              <a:t>Test </a:t>
            </a:r>
            <a:r>
              <a:rPr lang="en-IN" dirty="0" smtClean="0"/>
              <a:t>Cases have steps to reproduce, precondition and post condition</a:t>
            </a:r>
          </a:p>
          <a:p>
            <a:r>
              <a:rPr lang="en-IN" dirty="0" smtClean="0"/>
              <a:t>Test </a:t>
            </a:r>
            <a:r>
              <a:rPr lang="en-IN" dirty="0" smtClean="0"/>
              <a:t>Cases derived from the test scenario</a:t>
            </a:r>
          </a:p>
          <a:p>
            <a:r>
              <a:rPr lang="en-IN" dirty="0" smtClean="0"/>
              <a:t>Need more time to prepare </a:t>
            </a:r>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chemeClr val="accent1">
                    <a:lumMod val="50000"/>
                  </a:schemeClr>
                </a:solidFill>
              </a:rPr>
              <a:t>Test Script</a:t>
            </a:r>
          </a:p>
        </p:txBody>
      </p:sp>
      <p:sp>
        <p:nvSpPr>
          <p:cNvPr id="3" name="Text Placeholder 2"/>
          <p:cNvSpPr>
            <a:spLocks noGrp="1"/>
          </p:cNvSpPr>
          <p:nvPr>
            <p:ph type="body" idx="1"/>
          </p:nvPr>
        </p:nvSpPr>
        <p:spPr/>
        <p:txBody>
          <a:bodyPr/>
          <a:lstStyle/>
          <a:p>
            <a:pPr marL="114300" indent="0">
              <a:buNone/>
            </a:pPr>
            <a:endParaRPr lang="en-IN" dirty="0"/>
          </a:p>
          <a:p>
            <a:pPr marL="114300" indent="0">
              <a:buNone/>
            </a:pPr>
            <a:r>
              <a:rPr lang="en-IN" dirty="0"/>
              <a:t>It is written in programming language.</a:t>
            </a:r>
          </a:p>
          <a:p>
            <a:pPr marL="114300" indent="0">
              <a:buNone/>
            </a:pPr>
            <a:endParaRPr lang="en-IN" dirty="0"/>
          </a:p>
          <a:p>
            <a:pPr marL="114300" indent="0">
              <a:buNone/>
            </a:pPr>
            <a:r>
              <a:rPr lang="en-IN" dirty="0"/>
              <a:t>The test script is a set of instructions to test an application automatically.</a:t>
            </a:r>
          </a:p>
          <a:p>
            <a:pPr marL="114300" indent="0">
              <a:buNone/>
            </a:pPr>
            <a:endParaRPr lang="en-IN" dirty="0"/>
          </a:p>
          <a:p>
            <a:pPr marL="114300" indent="0">
              <a:buNone/>
            </a:pPr>
            <a:r>
              <a:rPr lang="en-IN" dirty="0" err="1"/>
              <a:t>Eg</a:t>
            </a:r>
            <a:r>
              <a:rPr lang="en-IN" dirty="0"/>
              <a:t>.. Automation Script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extLst>
      <p:ext uri="{BB962C8B-B14F-4D97-AF65-F5344CB8AC3E}">
        <p14:creationId xmlns="" xmlns:p14="http://schemas.microsoft.com/office/powerpoint/2010/main" val="6476437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graphicFrame>
        <p:nvGraphicFramePr>
          <p:cNvPr id="5" name="Table 4"/>
          <p:cNvGraphicFramePr>
            <a:graphicFrameLocks noGrp="1"/>
          </p:cNvGraphicFramePr>
          <p:nvPr/>
        </p:nvGraphicFramePr>
        <p:xfrm>
          <a:off x="561303" y="894303"/>
          <a:ext cx="8021394" cy="3406393"/>
        </p:xfrm>
        <a:graphic>
          <a:graphicData uri="http://schemas.openxmlformats.org/drawingml/2006/table">
            <a:tbl>
              <a:tblPr/>
              <a:tblGrid>
                <a:gridCol w="4010697">
                  <a:extLst>
                    <a:ext uri="{9D8B030D-6E8A-4147-A177-3AD203B41FA5}">
                      <a16:colId xmlns="" xmlns:a16="http://schemas.microsoft.com/office/drawing/2014/main" val="20000"/>
                    </a:ext>
                  </a:extLst>
                </a:gridCol>
                <a:gridCol w="4010697">
                  <a:extLst>
                    <a:ext uri="{9D8B030D-6E8A-4147-A177-3AD203B41FA5}">
                      <a16:colId xmlns="" xmlns:a16="http://schemas.microsoft.com/office/drawing/2014/main" val="20001"/>
                    </a:ext>
                  </a:extLst>
                </a:gridCol>
              </a:tblGrid>
              <a:tr h="436717">
                <a:tc>
                  <a:txBody>
                    <a:bodyPr/>
                    <a:lstStyle/>
                    <a:p>
                      <a:pPr algn="l"/>
                      <a:r>
                        <a:rPr lang="en-IN" dirty="0">
                          <a:effectLst/>
                        </a:rPr>
                        <a:t>                  </a:t>
                      </a:r>
                      <a:r>
                        <a:rPr lang="en-IN" sz="1800" b="1" dirty="0">
                          <a:effectLst/>
                        </a:rPr>
                        <a:t>Test Case</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IN" sz="1800" b="1" dirty="0">
                          <a:effectLst/>
                        </a:rPr>
                        <a:t>                   Test Script</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 xmlns:a16="http://schemas.microsoft.com/office/drawing/2014/main" val="10000"/>
                  </a:ext>
                </a:extLst>
              </a:tr>
              <a:tr h="742419">
                <a:tc>
                  <a:txBody>
                    <a:bodyPr/>
                    <a:lstStyle/>
                    <a:p>
                      <a:r>
                        <a:rPr lang="en-IN" u="none" strike="noStrike" dirty="0">
                          <a:effectLst/>
                        </a:rPr>
                        <a:t>Test case</a:t>
                      </a:r>
                      <a:r>
                        <a:rPr lang="en-IN" u="none" strike="noStrike" baseline="0" dirty="0">
                          <a:effectLst/>
                        </a:rPr>
                        <a:t> </a:t>
                      </a:r>
                      <a:r>
                        <a:rPr lang="en-IN" dirty="0">
                          <a:effectLst/>
                        </a:rPr>
                        <a:t> is a step by step procedure that is used to test an application.</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a:effectLst/>
                        </a:rPr>
                        <a:t>The test script is a set of instructions to test an application automatically.</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742419">
                <a:tc>
                  <a:txBody>
                    <a:bodyPr/>
                    <a:lstStyle/>
                    <a:p>
                      <a:r>
                        <a:rPr lang="en-IN" dirty="0">
                          <a:effectLst/>
                        </a:rPr>
                        <a:t>Test Cases are used for manual testing environment.</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IN">
                          <a:effectLst/>
                        </a:rPr>
                        <a:t>Test Script is used in the automation testing environment.</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 xmlns:a16="http://schemas.microsoft.com/office/drawing/2014/main" val="10002"/>
                  </a:ext>
                </a:extLst>
              </a:tr>
              <a:tr h="436717">
                <a:tc>
                  <a:txBody>
                    <a:bodyPr/>
                    <a:lstStyle/>
                    <a:p>
                      <a:r>
                        <a:rPr lang="en-IN">
                          <a:effectLst/>
                        </a:rPr>
                        <a:t>It is done manually.</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IN">
                          <a:effectLst/>
                        </a:rPr>
                        <a:t>It is done according to the scripting format.</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1048121">
                <a:tc>
                  <a:txBody>
                    <a:bodyPr/>
                    <a:lstStyle/>
                    <a:p>
                      <a:r>
                        <a:rPr lang="en-IN">
                          <a:effectLst/>
                        </a:rPr>
                        <a:t>The test case template includes Test ID, test data, test procedure, actual and expected results, etc.</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IN" dirty="0">
                          <a:effectLst/>
                        </a:rPr>
                        <a:t>In the Test Script, we can use different commands to develop a script.</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 xmlns:a16="http://schemas.microsoft.com/office/drawing/2014/main" val="10004"/>
                  </a:ext>
                </a:extLst>
              </a:tr>
            </a:tbl>
          </a:graphicData>
        </a:graphic>
      </p:graphicFrame>
    </p:spTree>
    <p:extLst>
      <p:ext uri="{BB962C8B-B14F-4D97-AF65-F5344CB8AC3E}">
        <p14:creationId xmlns="" xmlns:p14="http://schemas.microsoft.com/office/powerpoint/2010/main" val="34308735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chemeClr val="accent1">
                    <a:lumMod val="50000"/>
                  </a:schemeClr>
                </a:solidFill>
              </a:rPr>
              <a:t>Test Data</a:t>
            </a:r>
          </a:p>
        </p:txBody>
      </p:sp>
      <p:sp>
        <p:nvSpPr>
          <p:cNvPr id="3" name="Text Placeholder 2"/>
          <p:cNvSpPr>
            <a:spLocks noGrp="1"/>
          </p:cNvSpPr>
          <p:nvPr>
            <p:ph type="body" idx="1"/>
          </p:nvPr>
        </p:nvSpPr>
        <p:spPr/>
        <p:txBody>
          <a:bodyPr/>
          <a:lstStyle/>
          <a:p>
            <a:pPr marL="114300" indent="0">
              <a:buNone/>
            </a:pPr>
            <a:r>
              <a:rPr lang="en-IN" dirty="0"/>
              <a:t>A data or value which are using to perform testing on the application is called Test Data.</a:t>
            </a:r>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extLst>
      <p:ext uri="{BB962C8B-B14F-4D97-AF65-F5344CB8AC3E}">
        <p14:creationId xmlns="" xmlns:p14="http://schemas.microsoft.com/office/powerpoint/2010/main" val="3081534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1248</TotalTime>
  <Words>502</Words>
  <Application>Microsoft Office PowerPoint</Application>
  <PresentationFormat>On-screen Show (16:9)</PresentationFormat>
  <Paragraphs>106</Paragraphs>
  <Slides>12</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Arial</vt:lpstr>
      <vt:lpstr>Kanit</vt:lpstr>
      <vt:lpstr>Fira Sans</vt:lpstr>
      <vt:lpstr>Aldhabi</vt:lpstr>
      <vt:lpstr>Amasis MT Pro</vt:lpstr>
      <vt:lpstr>Times New Roman</vt:lpstr>
      <vt:lpstr>Wingdings</vt:lpstr>
      <vt:lpstr>Calibri</vt:lpstr>
      <vt:lpstr>Helvetica Neue</vt:lpstr>
      <vt:lpstr>Simple Light</vt:lpstr>
      <vt:lpstr>1_Simple Light</vt:lpstr>
      <vt:lpstr>Slide 1</vt:lpstr>
      <vt:lpstr>Types of Testing</vt:lpstr>
      <vt:lpstr>STLC (Software Testing Life Cycle)  STLC is step by step process which are following to complete the testing  activity in a project.  There are 10 different phases in STLC  1. Test Initiation/Analysis 2. Test Plan 3. Identify the test scenario 4. Test case design 5. Test data preparation 6. Test case execution in testing environment 7. Defects 8. Defects Retesting 9. Regression Testing 10 Testing Closure </vt:lpstr>
      <vt:lpstr>STLC (Software Testing Life Cycle) is also called as… </vt:lpstr>
      <vt:lpstr>Slide 5</vt:lpstr>
      <vt:lpstr>Test Scenarios</vt:lpstr>
      <vt:lpstr>Test Cases</vt:lpstr>
      <vt:lpstr>Verify that 'About Us' link should be displayed in footer and User should be able to click on 'About Us' link.</vt:lpstr>
      <vt:lpstr>             Test Scenario                                       Test Cases</vt:lpstr>
      <vt:lpstr>Test Script</vt:lpstr>
      <vt:lpstr>Slide 11</vt:lpstr>
      <vt:lpstr>Test Data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39</cp:revision>
  <dcterms:modified xsi:type="dcterms:W3CDTF">2025-07-04T14:55:35Z</dcterms:modified>
</cp:coreProperties>
</file>