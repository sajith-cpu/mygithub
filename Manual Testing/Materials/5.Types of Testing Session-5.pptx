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Authors.xml" ContentType="application/vnd.openxmlformats-officedocument.presentationml.commentAuthor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8"/>
  </p:notesMasterIdLst>
  <p:sldIdLst>
    <p:sldId id="291" r:id="rId2"/>
    <p:sldId id="270" r:id="rId3"/>
    <p:sldId id="282" r:id="rId4"/>
    <p:sldId id="276" r:id="rId5"/>
    <p:sldId id="277" r:id="rId6"/>
    <p:sldId id="278" r:id="rId7"/>
    <p:sldId id="279" r:id="rId8"/>
    <p:sldId id="280" r:id="rId9"/>
    <p:sldId id="281" r:id="rId10"/>
    <p:sldId id="285" r:id="rId11"/>
    <p:sldId id="286" r:id="rId12"/>
    <p:sldId id="287" r:id="rId13"/>
    <p:sldId id="288" r:id="rId14"/>
    <p:sldId id="289" r:id="rId15"/>
    <p:sldId id="290" r:id="rId16"/>
    <p:sldId id="274" r:id="rId17"/>
  </p:sldIdLst>
  <p:sldSz cx="9144000" cy="5143500" type="screen16x9"/>
  <p:notesSz cx="7019925" cy="9305925"/>
  <p:embeddedFontLst>
    <p:embeddedFont>
      <p:font typeface="Kanit" charset="-34"/>
      <p:regular r:id="rId19"/>
      <p:bold r:id="rId20"/>
      <p:italic r:id="rId21"/>
      <p:boldItalic r:id="rId22"/>
    </p:embeddedFont>
    <p:embeddedFont>
      <p:font typeface="Fira Sans" charset="0"/>
      <p:regular r:id="rId23"/>
      <p:bold r:id="rId24"/>
      <p:italic r:id="rId25"/>
      <p:boldItalic r:id="rId26"/>
    </p:embeddedFont>
    <p:embeddedFont>
      <p:font typeface="Calibri" pitchFamily="34" charset="0"/>
      <p:regular r:id="rId27"/>
      <p:bold r:id="rId28"/>
      <p:italic r:id="rId29"/>
      <p:boldItalic r:id="rId30"/>
    </p:embeddedFont>
    <p:embeddedFont>
      <p:font typeface="Amasis MT Pro" charset="0"/>
      <p:regular r:id="rId31"/>
      <p:bold r:id="rId32"/>
      <p:italic r:id="rId33"/>
      <p:boldItalic r:id="rId34"/>
    </p:embeddedFont>
    <p:embeddedFont>
      <p:font typeface="Helvetica Neue"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pos="4920">
          <p15:clr>
            <a:srgbClr val="9AA0A6"/>
          </p15:clr>
        </p15:guide>
        <p15:guide id="2" orient="horz" pos="595">
          <p15:clr>
            <a:srgbClr val="9AA0A6"/>
          </p15:clr>
        </p15:guide>
        <p15:guide id="3" orient="horz" pos="2495">
          <p15:clr>
            <a:srgbClr val="9AA0A6"/>
          </p15:clr>
        </p15:guide>
        <p15:guide id="4" orient="horz" pos="1623">
          <p15:clr>
            <a:srgbClr val="9AA0A6"/>
          </p15:clr>
        </p15:guide>
        <p15:guide id="5" orient="horz" pos="792">
          <p15:clr>
            <a:srgbClr val="9AA0A6"/>
          </p15:clr>
        </p15:guide>
        <p15:guide id="6" pos="388">
          <p15:clr>
            <a:srgbClr val="9AA0A6"/>
          </p15:clr>
        </p15:guide>
        <p15:guide id="7" pos="3240">
          <p15:clr>
            <a:srgbClr val="9AA0A6"/>
          </p15:clr>
        </p15:guide>
        <p15:guide id="8" pos="648">
          <p15:clr>
            <a:srgbClr val="9AA0A6"/>
          </p15:clr>
        </p15:guide>
        <p15:guide id="9" orient="horz" pos="720">
          <p15:clr>
            <a:srgbClr val="9AA0A6"/>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hFHP++pb+6bBzwpAlUVYs3U1Tuk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Viktor Vlasenko"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D99E39AB-BF7C-4983-8E33-9161A9736C17}">
  <a:tblStyle styleId="{D99E39AB-BF7C-4983-8E33-9161A9736C17}" styleName="Table_0">
    <a:wholeTbl>
      <a:tcTxStyle b="off" i="off">
        <a:font>
          <a:latin typeface="Arial"/>
          <a:ea typeface="Arial"/>
          <a:cs typeface="Arial"/>
        </a:font>
        <a:schemeClr val="dk1"/>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cBdr>
      </a:tcStyle>
    </a:band1V>
    <a:band2V>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2"/>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Arial"/>
          <a:ea typeface="Arial"/>
          <a:cs typeface="Arial"/>
        </a:font>
        <a:schemeClr val="lt1"/>
      </a:tcTxStyle>
      <a:tcStyle>
        <a:tcBdr/>
        <a:fill>
          <a:solidFill>
            <a:schemeClr val="accent2"/>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848" autoAdjust="0"/>
  </p:normalViewPr>
  <p:slideViewPr>
    <p:cSldViewPr snapToGrid="0">
      <p:cViewPr varScale="1">
        <p:scale>
          <a:sx n="108" d="100"/>
          <a:sy n="108" d="100"/>
        </p:scale>
        <p:origin x="-706" y="-62"/>
      </p:cViewPr>
      <p:guideLst>
        <p:guide orient="horz" pos="595"/>
        <p:guide orient="horz" pos="2495"/>
        <p:guide orient="horz" pos="1623"/>
        <p:guide orient="horz" pos="792"/>
        <p:guide orient="horz" pos="720"/>
        <p:guide pos="4920"/>
        <p:guide pos="388"/>
        <p:guide pos="3240"/>
        <p:guide pos="648"/>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46"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4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customschemas.google.com/relationships/presentationmetadata" Target="meta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43"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409F9016-8A3C-43E4-AF17-08303E92D963}"/>
    <pc:docChg chg="custSel modSld">
      <pc:chgData name="Manas Tuwani" userId="5d421215-a11f-4a6e-90ca-e8ac2213fab6" providerId="ADAL" clId="{409F9016-8A3C-43E4-AF17-08303E92D963}" dt="2022-11-29T01:33:34.977" v="0" actId="478"/>
      <pc:docMkLst>
        <pc:docMk/>
      </pc:docMkLst>
      <pc:sldChg chg="delSp mod">
        <pc:chgData name="Manas Tuwani" userId="5d421215-a11f-4a6e-90ca-e8ac2213fab6" providerId="ADAL" clId="{409F9016-8A3C-43E4-AF17-08303E92D963}" dt="2022-11-29T01:33:34.977" v="0" actId="478"/>
        <pc:sldMkLst>
          <pc:docMk/>
          <pc:sldMk cId="0" sldId="291"/>
        </pc:sldMkLst>
        <pc:picChg chg="del">
          <ac:chgData name="Manas Tuwani" userId="5d421215-a11f-4a6e-90ca-e8ac2213fab6" providerId="ADAL" clId="{409F9016-8A3C-43E4-AF17-08303E92D963}" dt="2022-11-29T01:33:34.977" v="0" actId="478"/>
          <ac:picMkLst>
            <pc:docMk/>
            <pc:sldMk cId="0" sldId="291"/>
            <ac:picMk id="3" creationId="{38E55953-7F14-769F-D93A-0724E5096D4F}"/>
          </ac:picMkLst>
        </pc:picChg>
      </pc:sldChg>
    </pc:docChg>
  </pc:docChgLst>
  <pc:docChgLst>
    <pc:chgData name="Manas Tuwani" userId="5d421215-a11f-4a6e-90ca-e8ac2213fab6" providerId="ADAL" clId="{75D6D4F6-F725-4707-82FB-05E0580C41C8}"/>
    <pc:docChg chg="modSld">
      <pc:chgData name="Manas Tuwani" userId="5d421215-a11f-4a6e-90ca-e8ac2213fab6" providerId="ADAL" clId="{75D6D4F6-F725-4707-82FB-05E0580C41C8}" dt="2024-03-11T03:02:24.660" v="10" actId="20577"/>
      <pc:docMkLst>
        <pc:docMk/>
      </pc:docMkLst>
      <pc:sldChg chg="modSp mod">
        <pc:chgData name="Manas Tuwani" userId="5d421215-a11f-4a6e-90ca-e8ac2213fab6" providerId="ADAL" clId="{75D6D4F6-F725-4707-82FB-05E0580C41C8}" dt="2024-03-11T03:02:24.660" v="10" actId="20577"/>
        <pc:sldMkLst>
          <pc:docMk/>
          <pc:sldMk cId="3682527576" sldId="288"/>
        </pc:sldMkLst>
        <pc:graphicFrameChg chg="modGraphic">
          <ac:chgData name="Manas Tuwani" userId="5d421215-a11f-4a6e-90ca-e8ac2213fab6" providerId="ADAL" clId="{75D6D4F6-F725-4707-82FB-05E0580C41C8}" dt="2024-03-11T03:02:24.660" v="10" actId="20577"/>
          <ac:graphicFrameMkLst>
            <pc:docMk/>
            <pc:sldMk cId="3682527576" sldId="288"/>
            <ac:graphicFrameMk id="87" creationId="{00000000-0000-0000-0000-000000000000}"/>
          </ac:graphicFrameMkLst>
        </pc:graphicFrameChg>
      </pc:sldChg>
    </pc:docChg>
  </pc:docChgLst>
  <pc:docChgLst>
    <pc:chgData name="Manas Tuwani" userId="5d421215-a11f-4a6e-90ca-e8ac2213fab6" providerId="ADAL" clId="{4204CAF0-5C9F-443E-B872-796E35367193}"/>
    <pc:docChg chg="modSld">
      <pc:chgData name="Manas Tuwani" userId="5d421215-a11f-4a6e-90ca-e8ac2213fab6" providerId="ADAL" clId="{4204CAF0-5C9F-443E-B872-796E35367193}" dt="2022-12-25T07:06:16.385" v="0" actId="1076"/>
      <pc:docMkLst>
        <pc:docMk/>
      </pc:docMkLst>
      <pc:sldChg chg="modSp mod">
        <pc:chgData name="Manas Tuwani" userId="5d421215-a11f-4a6e-90ca-e8ac2213fab6" providerId="ADAL" clId="{4204CAF0-5C9F-443E-B872-796E35367193}" dt="2022-12-25T07:06:16.385" v="0" actId="1076"/>
        <pc:sldMkLst>
          <pc:docMk/>
          <pc:sldMk cId="3883753858" sldId="289"/>
        </pc:sldMkLst>
        <pc:spChg chg="mod">
          <ac:chgData name="Manas Tuwani" userId="5d421215-a11f-4a6e-90ca-e8ac2213fab6" providerId="ADAL" clId="{4204CAF0-5C9F-443E-B872-796E35367193}" dt="2022-12-25T07:06:16.385" v="0" actId="1076"/>
          <ac:spMkLst>
            <pc:docMk/>
            <pc:sldMk cId="3883753858" sldId="289"/>
            <ac:spMk id="105" creationId="{00000000-0000-0000-0000-000000000000}"/>
          </ac:spMkLst>
        </pc:spChg>
      </pc:sldChg>
    </pc:docChg>
  </pc:docChgLst>
  <pc:docChgLst>
    <pc:chgData name="Manas Tuwani" userId="5d421215-a11f-4a6e-90ca-e8ac2213fab6" providerId="ADAL" clId="{05A92F84-5FF4-4BD4-A45F-880CFE4F25F3}"/>
    <pc:docChg chg="undo custSel addSld delSld modSld sldOrd delMainMaster">
      <pc:chgData name="Manas Tuwani" userId="5d421215-a11f-4a6e-90ca-e8ac2213fab6" providerId="ADAL" clId="{05A92F84-5FF4-4BD4-A45F-880CFE4F25F3}" dt="2022-06-28T14:50:40.404" v="151" actId="13926"/>
      <pc:docMkLst>
        <pc:docMk/>
      </pc:docMkLst>
      <pc:sldChg chg="add del">
        <pc:chgData name="Manas Tuwani" userId="5d421215-a11f-4a6e-90ca-e8ac2213fab6" providerId="ADAL" clId="{05A92F84-5FF4-4BD4-A45F-880CFE4F25F3}" dt="2022-06-28T12:05:35.087" v="119" actId="47"/>
        <pc:sldMkLst>
          <pc:docMk/>
          <pc:sldMk cId="0" sldId="256"/>
        </pc:sldMkLst>
      </pc:sldChg>
      <pc:sldChg chg="modSp add del mod">
        <pc:chgData name="Manas Tuwani" userId="5d421215-a11f-4a6e-90ca-e8ac2213fab6" providerId="ADAL" clId="{05A92F84-5FF4-4BD4-A45F-880CFE4F25F3}" dt="2022-06-28T14:50:40.404" v="151" actId="13926"/>
        <pc:sldMkLst>
          <pc:docMk/>
          <pc:sldMk cId="3410457760" sldId="270"/>
        </pc:sldMkLst>
        <pc:spChg chg="mod">
          <ac:chgData name="Manas Tuwani" userId="5d421215-a11f-4a6e-90ca-e8ac2213fab6" providerId="ADAL" clId="{05A92F84-5FF4-4BD4-A45F-880CFE4F25F3}" dt="2022-06-28T14:50:40.404" v="151" actId="13926"/>
          <ac:spMkLst>
            <pc:docMk/>
            <pc:sldMk cId="3410457760" sldId="270"/>
            <ac:spMk id="3" creationId="{00000000-0000-0000-0000-000000000000}"/>
          </ac:spMkLst>
        </pc:spChg>
      </pc:sldChg>
      <pc:sldChg chg="add del ord">
        <pc:chgData name="Manas Tuwani" userId="5d421215-a11f-4a6e-90ca-e8ac2213fab6" providerId="ADAL" clId="{05A92F84-5FF4-4BD4-A45F-880CFE4F25F3}" dt="2022-06-28T14:26:01.961" v="149"/>
        <pc:sldMkLst>
          <pc:docMk/>
          <pc:sldMk cId="3413793378" sldId="274"/>
        </pc:sldMkLst>
      </pc:sldChg>
      <pc:sldChg chg="modSp mod">
        <pc:chgData name="Manas Tuwani" userId="5d421215-a11f-4a6e-90ca-e8ac2213fab6" providerId="ADAL" clId="{05A92F84-5FF4-4BD4-A45F-880CFE4F25F3}" dt="2022-06-28T13:31:37.211" v="146" actId="1076"/>
        <pc:sldMkLst>
          <pc:docMk/>
          <pc:sldMk cId="1249344869" sldId="279"/>
        </pc:sldMkLst>
        <pc:spChg chg="mod">
          <ac:chgData name="Manas Tuwani" userId="5d421215-a11f-4a6e-90ca-e8ac2213fab6" providerId="ADAL" clId="{05A92F84-5FF4-4BD4-A45F-880CFE4F25F3}" dt="2022-06-28T13:31:34.244" v="145" actId="1076"/>
          <ac:spMkLst>
            <pc:docMk/>
            <pc:sldMk cId="1249344869" sldId="279"/>
            <ac:spMk id="113" creationId="{00000000-0000-0000-0000-000000000000}"/>
          </ac:spMkLst>
        </pc:spChg>
        <pc:picChg chg="mod">
          <ac:chgData name="Manas Tuwani" userId="5d421215-a11f-4a6e-90ca-e8ac2213fab6" providerId="ADAL" clId="{05A92F84-5FF4-4BD4-A45F-880CFE4F25F3}" dt="2022-06-28T13:31:37.211" v="146" actId="1076"/>
          <ac:picMkLst>
            <pc:docMk/>
            <pc:sldMk cId="1249344869" sldId="279"/>
            <ac:picMk id="112" creationId="{00000000-0000-0000-0000-000000000000}"/>
          </ac:picMkLst>
        </pc:picChg>
        <pc:cxnChg chg="mod">
          <ac:chgData name="Manas Tuwani" userId="5d421215-a11f-4a6e-90ca-e8ac2213fab6" providerId="ADAL" clId="{05A92F84-5FF4-4BD4-A45F-880CFE4F25F3}" dt="2022-06-28T13:31:31.473" v="144" actId="1076"/>
          <ac:cxnSpMkLst>
            <pc:docMk/>
            <pc:sldMk cId="1249344869" sldId="279"/>
            <ac:cxnSpMk id="114" creationId="{00000000-0000-0000-0000-000000000000}"/>
          </ac:cxnSpMkLst>
        </pc:cxnChg>
      </pc:sldChg>
      <pc:sldChg chg="del">
        <pc:chgData name="Manas Tuwani" userId="5d421215-a11f-4a6e-90ca-e8ac2213fab6" providerId="ADAL" clId="{05A92F84-5FF4-4BD4-A45F-880CFE4F25F3}" dt="2022-06-27T17:00:20.588" v="2" actId="47"/>
        <pc:sldMkLst>
          <pc:docMk/>
          <pc:sldMk cId="12168369" sldId="283"/>
        </pc:sldMkLst>
      </pc:sldChg>
      <pc:sldChg chg="del">
        <pc:chgData name="Manas Tuwani" userId="5d421215-a11f-4a6e-90ca-e8ac2213fab6" providerId="ADAL" clId="{05A92F84-5FF4-4BD4-A45F-880CFE4F25F3}" dt="2022-06-27T17:00:21.484" v="3" actId="47"/>
        <pc:sldMkLst>
          <pc:docMk/>
          <pc:sldMk cId="2564612539" sldId="284"/>
        </pc:sldMkLst>
      </pc:sldChg>
      <pc:sldChg chg="modSp mod">
        <pc:chgData name="Manas Tuwani" userId="5d421215-a11f-4a6e-90ca-e8ac2213fab6" providerId="ADAL" clId="{05A92F84-5FF4-4BD4-A45F-880CFE4F25F3}" dt="2022-06-28T05:51:40.334" v="115" actId="207"/>
        <pc:sldMkLst>
          <pc:docMk/>
          <pc:sldMk cId="3682527576" sldId="288"/>
        </pc:sldMkLst>
        <pc:spChg chg="mod">
          <ac:chgData name="Manas Tuwani" userId="5d421215-a11f-4a6e-90ca-e8ac2213fab6" providerId="ADAL" clId="{05A92F84-5FF4-4BD4-A45F-880CFE4F25F3}" dt="2022-06-28T05:51:40.334" v="115" actId="207"/>
          <ac:spMkLst>
            <pc:docMk/>
            <pc:sldMk cId="3682527576" sldId="288"/>
            <ac:spMk id="85" creationId="{00000000-0000-0000-0000-000000000000}"/>
          </ac:spMkLst>
        </pc:spChg>
      </pc:sldChg>
      <pc:sldChg chg="del">
        <pc:chgData name="Manas Tuwani" userId="5d421215-a11f-4a6e-90ca-e8ac2213fab6" providerId="ADAL" clId="{05A92F84-5FF4-4BD4-A45F-880CFE4F25F3}" dt="2022-06-27T17:00:24.039" v="4" actId="47"/>
        <pc:sldMkLst>
          <pc:docMk/>
          <pc:sldMk cId="960523224" sldId="289"/>
        </pc:sldMkLst>
      </pc:sldChg>
      <pc:sldChg chg="add">
        <pc:chgData name="Manas Tuwani" userId="5d421215-a11f-4a6e-90ca-e8ac2213fab6" providerId="ADAL" clId="{05A92F84-5FF4-4BD4-A45F-880CFE4F25F3}" dt="2022-06-27T17:17:42.389" v="6"/>
        <pc:sldMkLst>
          <pc:docMk/>
          <pc:sldMk cId="3883753858" sldId="289"/>
        </pc:sldMkLst>
      </pc:sldChg>
      <pc:sldChg chg="addSp modSp new mod">
        <pc:chgData name="Manas Tuwani" userId="5d421215-a11f-4a6e-90ca-e8ac2213fab6" providerId="ADAL" clId="{05A92F84-5FF4-4BD4-A45F-880CFE4F25F3}" dt="2022-06-28T05:45:34.974" v="114" actId="1076"/>
        <pc:sldMkLst>
          <pc:docMk/>
          <pc:sldMk cId="1423874595" sldId="290"/>
        </pc:sldMkLst>
        <pc:spChg chg="add mod">
          <ac:chgData name="Manas Tuwani" userId="5d421215-a11f-4a6e-90ca-e8ac2213fab6" providerId="ADAL" clId="{05A92F84-5FF4-4BD4-A45F-880CFE4F25F3}" dt="2022-06-28T05:45:34.974" v="114" actId="1076"/>
          <ac:spMkLst>
            <pc:docMk/>
            <pc:sldMk cId="1423874595" sldId="290"/>
            <ac:spMk id="5" creationId="{858E2402-A47A-92CD-5334-399CF63B7169}"/>
          </ac:spMkLst>
        </pc:spChg>
        <pc:graphicFrameChg chg="add mod modGraphic">
          <ac:chgData name="Manas Tuwani" userId="5d421215-a11f-4a6e-90ca-e8ac2213fab6" providerId="ADAL" clId="{05A92F84-5FF4-4BD4-A45F-880CFE4F25F3}" dt="2022-06-28T05:45:07.342" v="110" actId="1076"/>
          <ac:graphicFrameMkLst>
            <pc:docMk/>
            <pc:sldMk cId="1423874595" sldId="290"/>
            <ac:graphicFrameMk id="3" creationId="{B549AC44-83E0-2BD5-4CBF-6D10019C1ECE}"/>
          </ac:graphicFrameMkLst>
        </pc:graphicFrameChg>
      </pc:sldChg>
      <pc:sldChg chg="del">
        <pc:chgData name="Manas Tuwani" userId="5d421215-a11f-4a6e-90ca-e8ac2213fab6" providerId="ADAL" clId="{05A92F84-5FF4-4BD4-A45F-880CFE4F25F3}" dt="2022-06-27T17:00:25.284" v="5" actId="47"/>
        <pc:sldMkLst>
          <pc:docMk/>
          <pc:sldMk cId="2145691196" sldId="290"/>
        </pc:sldMkLst>
      </pc:sldChg>
      <pc:sldChg chg="modSp add mod">
        <pc:chgData name="Manas Tuwani" userId="5d421215-a11f-4a6e-90ca-e8ac2213fab6" providerId="ADAL" clId="{05A92F84-5FF4-4BD4-A45F-880CFE4F25F3}" dt="2022-06-28T12:05:41.924" v="121" actId="20577"/>
        <pc:sldMkLst>
          <pc:docMk/>
          <pc:sldMk cId="0" sldId="291"/>
        </pc:sldMkLst>
        <pc:spChg chg="mod">
          <ac:chgData name="Manas Tuwani" userId="5d421215-a11f-4a6e-90ca-e8ac2213fab6" providerId="ADAL" clId="{05A92F84-5FF4-4BD4-A45F-880CFE4F25F3}" dt="2022-06-28T12:05:41.924" v="121" actId="20577"/>
          <ac:spMkLst>
            <pc:docMk/>
            <pc:sldMk cId="0" sldId="291"/>
            <ac:spMk id="54" creationId="{00000000-0000-0000-0000-000000000000}"/>
          </ac:spMkLst>
        </pc:spChg>
      </pc:sldChg>
      <pc:sldMasterChg chg="addSldLayout delSldLayout">
        <pc:chgData name="Manas Tuwani" userId="5d421215-a11f-4a6e-90ca-e8ac2213fab6" providerId="ADAL" clId="{05A92F84-5FF4-4BD4-A45F-880CFE4F25F3}" dt="2022-06-28T12:05:30.837" v="117" actId="47"/>
        <pc:sldMasterMkLst>
          <pc:docMk/>
          <pc:sldMasterMk cId="0" sldId="2147483648"/>
        </pc:sldMasterMkLst>
        <pc:sldLayoutChg chg="add del">
          <pc:chgData name="Manas Tuwani" userId="5d421215-a11f-4a6e-90ca-e8ac2213fab6" providerId="ADAL" clId="{05A92F84-5FF4-4BD4-A45F-880CFE4F25F3}" dt="2022-06-28T12:05:30.837" v="117" actId="47"/>
          <pc:sldLayoutMkLst>
            <pc:docMk/>
            <pc:sldMasterMk cId="0" sldId="2147483648"/>
            <pc:sldLayoutMk cId="0" sldId="2147483657"/>
          </pc:sldLayoutMkLst>
        </pc:sldLayoutChg>
      </pc:sldMasterChg>
      <pc:sldMasterChg chg="del delSldLayout">
        <pc:chgData name="Manas Tuwani" userId="5d421215-a11f-4a6e-90ca-e8ac2213fab6" providerId="ADAL" clId="{05A92F84-5FF4-4BD4-A45F-880CFE4F25F3}" dt="2022-06-27T17:00:10.175" v="1" actId="47"/>
        <pc:sldMasterMkLst>
          <pc:docMk/>
          <pc:sldMasterMk cId="2664314181" sldId="2147483658"/>
        </pc:sldMasterMkLst>
        <pc:sldLayoutChg chg="del">
          <pc:chgData name="Manas Tuwani" userId="5d421215-a11f-4a6e-90ca-e8ac2213fab6" providerId="ADAL" clId="{05A92F84-5FF4-4BD4-A45F-880CFE4F25F3}" dt="2022-06-27T17:00:10.175" v="1" actId="47"/>
          <pc:sldLayoutMkLst>
            <pc:docMk/>
            <pc:sldMasterMk cId="2664314181" sldId="2147483658"/>
            <pc:sldLayoutMk cId="1998033960" sldId="2147483659"/>
          </pc:sldLayoutMkLst>
        </pc:sldLayoutChg>
        <pc:sldLayoutChg chg="del">
          <pc:chgData name="Manas Tuwani" userId="5d421215-a11f-4a6e-90ca-e8ac2213fab6" providerId="ADAL" clId="{05A92F84-5FF4-4BD4-A45F-880CFE4F25F3}" dt="2022-06-27T17:00:10.175" v="1" actId="47"/>
          <pc:sldLayoutMkLst>
            <pc:docMk/>
            <pc:sldMasterMk cId="2664314181" sldId="2147483658"/>
            <pc:sldLayoutMk cId="2129818106" sldId="2147483661"/>
          </pc:sldLayoutMkLst>
        </pc:sldLayoutChg>
        <pc:sldLayoutChg chg="del">
          <pc:chgData name="Manas Tuwani" userId="5d421215-a11f-4a6e-90ca-e8ac2213fab6" providerId="ADAL" clId="{05A92F84-5FF4-4BD4-A45F-880CFE4F25F3}" dt="2022-06-27T17:00:10.175" v="1" actId="47"/>
          <pc:sldLayoutMkLst>
            <pc:docMk/>
            <pc:sldMasterMk cId="2664314181" sldId="2147483658"/>
            <pc:sldLayoutMk cId="1563634539" sldId="2147483663"/>
          </pc:sldLayoutMkLst>
        </pc:sldLayoutChg>
        <pc:sldLayoutChg chg="del">
          <pc:chgData name="Manas Tuwani" userId="5d421215-a11f-4a6e-90ca-e8ac2213fab6" providerId="ADAL" clId="{05A92F84-5FF4-4BD4-A45F-880CFE4F25F3}" dt="2022-06-27T17:00:10.175" v="1" actId="47"/>
          <pc:sldLayoutMkLst>
            <pc:docMk/>
            <pc:sldMasterMk cId="2664314181" sldId="2147483658"/>
            <pc:sldLayoutMk cId="3370544593" sldId="2147483664"/>
          </pc:sldLayoutMkLst>
        </pc:sldLayoutChg>
        <pc:sldLayoutChg chg="del">
          <pc:chgData name="Manas Tuwani" userId="5d421215-a11f-4a6e-90ca-e8ac2213fab6" providerId="ADAL" clId="{05A92F84-5FF4-4BD4-A45F-880CFE4F25F3}" dt="2022-06-27T17:00:10.175" v="1" actId="47"/>
          <pc:sldLayoutMkLst>
            <pc:docMk/>
            <pc:sldMasterMk cId="2664314181" sldId="2147483658"/>
            <pc:sldLayoutMk cId="278612307" sldId="2147483665"/>
          </pc:sldLayoutMkLst>
        </pc:sldLayoutChg>
        <pc:sldLayoutChg chg="del">
          <pc:chgData name="Manas Tuwani" userId="5d421215-a11f-4a6e-90ca-e8ac2213fab6" providerId="ADAL" clId="{05A92F84-5FF4-4BD4-A45F-880CFE4F25F3}" dt="2022-06-27T17:00:10.175" v="1" actId="47"/>
          <pc:sldLayoutMkLst>
            <pc:docMk/>
            <pc:sldMasterMk cId="2664314181" sldId="2147483658"/>
            <pc:sldLayoutMk cId="636848788" sldId="2147483667"/>
          </pc:sldLayoutMkLst>
        </pc:sldLayoutChg>
        <pc:sldLayoutChg chg="del">
          <pc:chgData name="Manas Tuwani" userId="5d421215-a11f-4a6e-90ca-e8ac2213fab6" providerId="ADAL" clId="{05A92F84-5FF4-4BD4-A45F-880CFE4F25F3}" dt="2022-06-27T17:00:10.175" v="1" actId="47"/>
          <pc:sldLayoutMkLst>
            <pc:docMk/>
            <pc:sldMasterMk cId="2664314181" sldId="2147483658"/>
            <pc:sldLayoutMk cId="1889461265" sldId="2147483668"/>
          </pc:sldLayoutMkLst>
        </pc:sldLayoutChg>
        <pc:sldLayoutChg chg="del">
          <pc:chgData name="Manas Tuwani" userId="5d421215-a11f-4a6e-90ca-e8ac2213fab6" providerId="ADAL" clId="{05A92F84-5FF4-4BD4-A45F-880CFE4F25F3}" dt="2022-06-27T17:00:10.175" v="1" actId="47"/>
          <pc:sldLayoutMkLst>
            <pc:docMk/>
            <pc:sldMasterMk cId="2664314181" sldId="2147483658"/>
            <pc:sldLayoutMk cId="788334735" sldId="2147483669"/>
          </pc:sldLayoutMkLst>
        </pc:sldLayoutChg>
        <pc:sldLayoutChg chg="del">
          <pc:chgData name="Manas Tuwani" userId="5d421215-a11f-4a6e-90ca-e8ac2213fab6" providerId="ADAL" clId="{05A92F84-5FF4-4BD4-A45F-880CFE4F25F3}" dt="2022-06-27T17:00:10.175" v="1" actId="47"/>
          <pc:sldLayoutMkLst>
            <pc:docMk/>
            <pc:sldMasterMk cId="2664314181" sldId="2147483658"/>
            <pc:sldLayoutMk cId="2712646761" sldId="2147483670"/>
          </pc:sldLayoutMkLst>
        </pc:sldLayoutChg>
        <pc:sldLayoutChg chg="del">
          <pc:chgData name="Manas Tuwani" userId="5d421215-a11f-4a6e-90ca-e8ac2213fab6" providerId="ADAL" clId="{05A92F84-5FF4-4BD4-A45F-880CFE4F25F3}" dt="2022-06-27T17:00:10.175" v="1" actId="47"/>
          <pc:sldLayoutMkLst>
            <pc:docMk/>
            <pc:sldMasterMk cId="2664314181" sldId="2147483658"/>
            <pc:sldLayoutMk cId="3061096796" sldId="2147483671"/>
          </pc:sldLayoutMkLst>
        </pc:sldLayoutChg>
      </pc:sldMasterChg>
    </pc:docChg>
  </pc:docChgLst>
  <pc:docChgLst>
    <pc:chgData name="Manas Tuwani" userId="5d421215-a11f-4a6e-90ca-e8ac2213fab6" providerId="ADAL" clId="{47B5FE83-09BA-43E7-965F-1D5A20DD64B5}"/>
    <pc:docChg chg="modSld">
      <pc:chgData name="Manas Tuwani" userId="5d421215-a11f-4a6e-90ca-e8ac2213fab6" providerId="ADAL" clId="{47B5FE83-09BA-43E7-965F-1D5A20DD64B5}" dt="2022-10-12T12:26:57.739" v="2" actId="20577"/>
      <pc:docMkLst>
        <pc:docMk/>
      </pc:docMkLst>
      <pc:sldChg chg="modSp mod">
        <pc:chgData name="Manas Tuwani" userId="5d421215-a11f-4a6e-90ca-e8ac2213fab6" providerId="ADAL" clId="{47B5FE83-09BA-43E7-965F-1D5A20DD64B5}" dt="2022-10-12T12:26:57.739" v="2" actId="20577"/>
        <pc:sldMkLst>
          <pc:docMk/>
          <pc:sldMk cId="3410457760" sldId="270"/>
        </pc:sldMkLst>
        <pc:spChg chg="mod">
          <ac:chgData name="Manas Tuwani" userId="5d421215-a11f-4a6e-90ca-e8ac2213fab6" providerId="ADAL" clId="{47B5FE83-09BA-43E7-965F-1D5A20DD64B5}" dt="2022-10-12T12:26:57.739" v="2" actId="20577"/>
          <ac:spMkLst>
            <pc:docMk/>
            <pc:sldMk cId="3410457760" sldId="270"/>
            <ac:spMk id="3" creationId="{00000000-0000-0000-0000-000000000000}"/>
          </ac:spMkLst>
        </pc:spChg>
      </pc:sldChg>
    </pc:docChg>
  </pc:docChgLst>
  <pc:docChgLst>
    <pc:chgData name="Manas Tuwani" userId="5d421215-a11f-4a6e-90ca-e8ac2213fab6" providerId="ADAL" clId="{67B626E7-B03F-4C8F-B3AA-82891DF680B5}"/>
    <pc:docChg chg="modSld">
      <pc:chgData name="Manas Tuwani" userId="5d421215-a11f-4a6e-90ca-e8ac2213fab6" providerId="ADAL" clId="{67B626E7-B03F-4C8F-B3AA-82891DF680B5}" dt="2024-05-09T01:52:29.301" v="2" actId="20577"/>
      <pc:docMkLst>
        <pc:docMk/>
      </pc:docMkLst>
      <pc:sldChg chg="modSp mod">
        <pc:chgData name="Manas Tuwani" userId="5d421215-a11f-4a6e-90ca-e8ac2213fab6" providerId="ADAL" clId="{67B626E7-B03F-4C8F-B3AA-82891DF680B5}" dt="2024-05-09T01:52:29.301" v="2" actId="20577"/>
        <pc:sldMkLst>
          <pc:docMk/>
          <pc:sldMk cId="4255013115" sldId="282"/>
        </pc:sldMkLst>
        <pc:spChg chg="mod">
          <ac:chgData name="Manas Tuwani" userId="5d421215-a11f-4a6e-90ca-e8ac2213fab6" providerId="ADAL" clId="{67B626E7-B03F-4C8F-B3AA-82891DF680B5}" dt="2024-05-09T01:52:29.301" v="2" actId="20577"/>
          <ac:spMkLst>
            <pc:docMk/>
            <pc:sldMk cId="4255013115" sldId="282"/>
            <ac:spMk id="10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41650" cy="465138"/>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800"/>
              <a:buFont typeface="Helvetica Neue"/>
              <a:buNone/>
              <a:defRPr sz="800" b="0" i="0" u="none" strike="noStrike" cap="none">
                <a:solidFill>
                  <a:schemeClr val="dk1"/>
                </a:solidFill>
                <a:latin typeface="Helvetica Neue"/>
                <a:ea typeface="Helvetica Neue"/>
                <a:cs typeface="Helvetica Neue"/>
                <a:sym typeface="Helvetica Neue"/>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976687" y="0"/>
            <a:ext cx="3041650" cy="465138"/>
          </a:xfrm>
          <a:prstGeom prst="rect">
            <a:avLst/>
          </a:prstGeom>
          <a:noFill/>
          <a:ln>
            <a:noFill/>
          </a:ln>
        </p:spPr>
        <p:txBody>
          <a:bodyPr spcFirstLastPara="1" wrap="square" lIns="91425" tIns="91425" rIns="91425" bIns="91425" anchor="t" anchorCtr="0">
            <a:noAutofit/>
          </a:bodyPr>
          <a:lstStyle>
            <a:lvl1pPr marR="0" lvl="0" algn="r" rtl="0">
              <a:lnSpc>
                <a:spcPct val="100000"/>
              </a:lnSpc>
              <a:spcBef>
                <a:spcPts val="0"/>
              </a:spcBef>
              <a:spcAft>
                <a:spcPts val="0"/>
              </a:spcAft>
              <a:buClr>
                <a:schemeClr val="dk1"/>
              </a:buClr>
              <a:buSzPts val="800"/>
              <a:buFont typeface="Helvetica Neue"/>
              <a:buNone/>
              <a:defRPr sz="800" b="0" i="0" u="none" strike="noStrike" cap="none">
                <a:solidFill>
                  <a:schemeClr val="dk1"/>
                </a:solidFill>
                <a:latin typeface="Helvetica Neue"/>
                <a:ea typeface="Helvetica Neue"/>
                <a:cs typeface="Helvetica Neue"/>
                <a:sym typeface="Helvetica Neue"/>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407987"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1pPr>
            <a:lvl2pPr marL="914400" marR="0" lvl="1"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2pPr>
            <a:lvl3pPr marL="1371600" marR="0" lvl="2"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3pPr>
            <a:lvl4pPr marL="1828800" marR="0" lvl="3"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4pPr>
            <a:lvl5pPr marL="2286000" marR="0" lvl="4"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5pPr>
            <a:lvl6pPr marL="2743200" marR="0" lvl="5"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39200"/>
            <a:ext cx="3041650" cy="465138"/>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800"/>
              <a:buFont typeface="Helvetica Neue"/>
              <a:buNone/>
              <a:defRPr sz="800" b="0" i="0" u="none" strike="noStrike" cap="none">
                <a:solidFill>
                  <a:schemeClr val="dk1"/>
                </a:solidFill>
                <a:latin typeface="Helvetica Neue"/>
                <a:ea typeface="Helvetica Neue"/>
                <a:cs typeface="Helvetica Neue"/>
                <a:sym typeface="Helvetica Neue"/>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976687" y="8839200"/>
            <a:ext cx="3041650" cy="465138"/>
          </a:xfrm>
          <a:prstGeom prst="rect">
            <a:avLst/>
          </a:prstGeom>
          <a:noFill/>
          <a:ln>
            <a:noFill/>
          </a:ln>
        </p:spPr>
        <p:txBody>
          <a:bodyPr spcFirstLastPara="1" wrap="square" lIns="93275" tIns="46625" rIns="93275" bIns="46625" anchor="b" anchorCtr="0">
            <a:noAutofit/>
          </a:bodyPr>
          <a:lstStyle/>
          <a:p>
            <a:pPr marL="0" marR="0" lvl="0" indent="0" algn="r" rtl="0">
              <a:lnSpc>
                <a:spcPct val="100000"/>
              </a:lnSpc>
              <a:spcBef>
                <a:spcPts val="0"/>
              </a:spcBef>
              <a:spcAft>
                <a:spcPts val="0"/>
              </a:spcAft>
              <a:buClr>
                <a:schemeClr val="dk1"/>
              </a:buClr>
              <a:buSzPts val="200"/>
              <a:buFont typeface="Helvetica Neue"/>
              <a:buNone/>
            </a:pPr>
            <a:fld id="{00000000-1234-1234-1234-123412341234}" type="slidenum">
              <a:rPr lang="en-IN" sz="800" b="0" i="0" u="none" strike="noStrike" cap="none">
                <a:solidFill>
                  <a:schemeClr val="dk1"/>
                </a:solidFill>
                <a:latin typeface="Helvetica Neue"/>
                <a:ea typeface="Helvetica Neue"/>
                <a:cs typeface="Helvetica Neue"/>
                <a:sym typeface="Helvetica Neue"/>
              </a:rPr>
              <a:pPr marL="0" marR="0" lvl="0" indent="0" algn="r" rtl="0">
                <a:lnSpc>
                  <a:spcPct val="100000"/>
                </a:lnSpc>
                <a:spcBef>
                  <a:spcPts val="0"/>
                </a:spcBef>
                <a:spcAft>
                  <a:spcPts val="0"/>
                </a:spcAft>
                <a:buClr>
                  <a:schemeClr val="dk1"/>
                </a:buClr>
                <a:buSzPts val="200"/>
                <a:buFont typeface="Helvetica Neue"/>
                <a:buNone/>
              </a:pPr>
              <a:t>‹#›</a:t>
            </a:fld>
            <a:endParaRPr sz="800" b="0" i="0" u="none" strike="noStrike" cap="none">
              <a:solidFill>
                <a:schemeClr val="dk1"/>
              </a:solidFill>
              <a:latin typeface="Helvetica Neue"/>
              <a:ea typeface="Helvetica Neue"/>
              <a:cs typeface="Helvetica Neue"/>
              <a:sym typeface="Helvetica Neue"/>
            </a:endParaRPr>
          </a:p>
        </p:txBody>
      </p:sp>
    </p:spTree>
    <p:extLst>
      <p:ext uri="{BB962C8B-B14F-4D97-AF65-F5344CB8AC3E}">
        <p14:creationId xmlns="" xmlns:p14="http://schemas.microsoft.com/office/powerpoint/2010/main" val="229161966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g101cf3a0884_0_0:notes"/>
          <p:cNvSpPr txBox="1">
            <a:spLocks noGrp="1"/>
          </p:cNvSpPr>
          <p:nvPr>
            <p:ph type="body" idx="1"/>
          </p:nvPr>
        </p:nvSpPr>
        <p:spPr>
          <a:xfrm>
            <a:off x="425450" y="4419601"/>
            <a:ext cx="6186600" cy="418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5"/>
              <a:buFont typeface="Helvetica Neue"/>
              <a:buNone/>
            </a:pPr>
            <a:r>
              <a:rPr lang="en-IN" sz="1100"/>
              <a:t>Title - Fira Sans, 50pt</a:t>
            </a:r>
            <a:endParaRPr sz="1100"/>
          </a:p>
          <a:p>
            <a:pPr marL="0" marR="0" lvl="0" indent="0" algn="l" rtl="0">
              <a:lnSpc>
                <a:spcPct val="100000"/>
              </a:lnSpc>
              <a:spcBef>
                <a:spcPts val="0"/>
              </a:spcBef>
              <a:spcAft>
                <a:spcPts val="0"/>
              </a:spcAft>
              <a:buClr>
                <a:schemeClr val="dk1"/>
              </a:buClr>
              <a:buSzPts val="225"/>
              <a:buFont typeface="Helvetica Neue"/>
              <a:buNone/>
            </a:pPr>
            <a:r>
              <a:rPr lang="en-IN" sz="1100"/>
              <a:t>Subtitle - Fira Sans, 16pt</a:t>
            </a:r>
            <a:endParaRPr sz="1100"/>
          </a:p>
        </p:txBody>
      </p:sp>
      <p:sp>
        <p:nvSpPr>
          <p:cNvPr id="48" name="Google Shape;48;g101cf3a0884_0_0:notes"/>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270"/>
              </a:spcBef>
              <a:spcAft>
                <a:spcPts val="0"/>
              </a:spcAft>
              <a:buSzPts val="900"/>
              <a:buNone/>
            </a:pPr>
            <a:endParaRPr/>
          </a:p>
        </p:txBody>
      </p:sp>
      <p:sp>
        <p:nvSpPr>
          <p:cNvPr id="102" name="Google Shape;102;p3:notes"/>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4: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270"/>
              </a:spcBef>
              <a:spcAft>
                <a:spcPts val="0"/>
              </a:spcAft>
              <a:buSzPts val="900"/>
              <a:buNone/>
            </a:pPr>
            <a:endParaRPr/>
          </a:p>
        </p:txBody>
      </p:sp>
      <p:sp>
        <p:nvSpPr>
          <p:cNvPr id="85" name="Google Shape;85;p4:notes"/>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5: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270"/>
              </a:spcBef>
              <a:spcAft>
                <a:spcPts val="0"/>
              </a:spcAft>
              <a:buSzPts val="900"/>
              <a:buNone/>
            </a:pPr>
            <a:endParaRPr/>
          </a:p>
        </p:txBody>
      </p:sp>
      <p:sp>
        <p:nvSpPr>
          <p:cNvPr id="93" name="Google Shape;93;p5:notes"/>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270"/>
              </a:spcBef>
              <a:spcAft>
                <a:spcPts val="0"/>
              </a:spcAft>
              <a:buSzPts val="900"/>
              <a:buNone/>
            </a:pPr>
            <a:endParaRPr/>
          </a:p>
        </p:txBody>
      </p:sp>
      <p:sp>
        <p:nvSpPr>
          <p:cNvPr id="102" name="Google Shape;102;p3:notes"/>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101406faff2_0_0:notes"/>
          <p:cNvSpPr txBox="1">
            <a:spLocks noGrp="1"/>
          </p:cNvSpPr>
          <p:nvPr>
            <p:ph type="body" idx="1"/>
          </p:nvPr>
        </p:nvSpPr>
        <p:spPr>
          <a:xfrm>
            <a:off x="425450" y="4419600"/>
            <a:ext cx="6186600" cy="418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270"/>
              </a:spcBef>
              <a:spcAft>
                <a:spcPts val="0"/>
              </a:spcAft>
              <a:buSzPts val="900"/>
              <a:buNone/>
            </a:pPr>
            <a:endParaRPr/>
          </a:p>
        </p:txBody>
      </p:sp>
      <p:sp>
        <p:nvSpPr>
          <p:cNvPr id="109" name="Google Shape;109;g101406faff2_0_0:notes"/>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1406faff2_0_7:notes"/>
          <p:cNvSpPr txBox="1">
            <a:spLocks noGrp="1"/>
          </p:cNvSpPr>
          <p:nvPr>
            <p:ph type="body" idx="1"/>
          </p:nvPr>
        </p:nvSpPr>
        <p:spPr>
          <a:xfrm>
            <a:off x="425450" y="4419600"/>
            <a:ext cx="6186600" cy="418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270"/>
              </a:spcBef>
              <a:spcAft>
                <a:spcPts val="0"/>
              </a:spcAft>
              <a:buSzPts val="900"/>
              <a:buNone/>
            </a:pPr>
            <a:endParaRPr/>
          </a:p>
        </p:txBody>
      </p:sp>
      <p:sp>
        <p:nvSpPr>
          <p:cNvPr id="119" name="Google Shape;119;g101406faff2_0_7:notes"/>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01406faff2_0_12:notes"/>
          <p:cNvSpPr txBox="1">
            <a:spLocks noGrp="1"/>
          </p:cNvSpPr>
          <p:nvPr>
            <p:ph type="body" idx="1"/>
          </p:nvPr>
        </p:nvSpPr>
        <p:spPr>
          <a:xfrm>
            <a:off x="425450" y="4419600"/>
            <a:ext cx="6186600" cy="418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270"/>
              </a:spcBef>
              <a:spcAft>
                <a:spcPts val="0"/>
              </a:spcAft>
              <a:buSzPts val="900"/>
              <a:buNone/>
            </a:pPr>
            <a:endParaRPr/>
          </a:p>
        </p:txBody>
      </p:sp>
      <p:sp>
        <p:nvSpPr>
          <p:cNvPr id="127" name="Google Shape;127;g101406faff2_0_12:notes"/>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270"/>
              </a:spcBef>
              <a:spcAft>
                <a:spcPts val="0"/>
              </a:spcAft>
              <a:buSzPts val="900"/>
              <a:buNone/>
            </a:pPr>
            <a:endParaRPr/>
          </a:p>
        </p:txBody>
      </p:sp>
      <p:sp>
        <p:nvSpPr>
          <p:cNvPr id="102" name="Google Shape;102;p3:notes"/>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a:spLocks noGrp="1" noRot="1" noChangeAspect="1"/>
          </p:cNvSpPr>
          <p:nvPr>
            <p:ph type="sldImg" idx="2"/>
          </p:nvPr>
        </p:nvSpPr>
        <p:spPr>
          <a:xfrm>
            <a:off x="407988"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2: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270"/>
              </a:spcBef>
              <a:spcAft>
                <a:spcPts val="0"/>
              </a:spcAft>
              <a:buClr>
                <a:schemeClr val="dk1"/>
              </a:buClr>
              <a:buSzPts val="900"/>
              <a:buFont typeface="Helvetica Neue"/>
              <a:buNone/>
            </a:pPr>
            <a:endParaRPr/>
          </a:p>
        </p:txBody>
      </p:sp>
      <p:sp>
        <p:nvSpPr>
          <p:cNvPr id="63" name="Google Shape;63;p2:notes"/>
          <p:cNvSpPr txBox="1">
            <a:spLocks noGrp="1"/>
          </p:cNvSpPr>
          <p:nvPr>
            <p:ph type="sldNum" idx="12"/>
          </p:nvPr>
        </p:nvSpPr>
        <p:spPr>
          <a:xfrm>
            <a:off x="3976687" y="8839200"/>
            <a:ext cx="3041650" cy="465138"/>
          </a:xfrm>
          <a:prstGeom prst="rect">
            <a:avLst/>
          </a:prstGeom>
          <a:noFill/>
          <a:ln>
            <a:noFill/>
          </a:ln>
        </p:spPr>
        <p:txBody>
          <a:bodyPr spcFirstLastPara="1" wrap="square" lIns="93275" tIns="46625" rIns="93275" bIns="46625" anchor="b" anchorCtr="0">
            <a:noAutofit/>
          </a:bodyPr>
          <a:lstStyle/>
          <a:p>
            <a:pPr marL="0" marR="0" lvl="0" indent="0" algn="r" rtl="0">
              <a:lnSpc>
                <a:spcPct val="100000"/>
              </a:lnSpc>
              <a:spcBef>
                <a:spcPts val="0"/>
              </a:spcBef>
              <a:spcAft>
                <a:spcPts val="0"/>
              </a:spcAft>
              <a:buClr>
                <a:schemeClr val="dk1"/>
              </a:buClr>
              <a:buSzPts val="200"/>
              <a:buFont typeface="Helvetica Neue"/>
              <a:buNone/>
            </a:pPr>
            <a:fld id="{00000000-1234-1234-1234-123412341234}" type="slidenum">
              <a:rPr lang="en-IN" sz="800" b="0" i="0" u="none" strike="noStrike" cap="none">
                <a:solidFill>
                  <a:schemeClr val="dk1"/>
                </a:solidFill>
                <a:latin typeface="Helvetica Neue"/>
                <a:ea typeface="Helvetica Neue"/>
                <a:cs typeface="Helvetica Neue"/>
                <a:sym typeface="Helvetica Neue"/>
              </a:rPr>
              <a:pPr marL="0" marR="0" lvl="0" indent="0" algn="r" rtl="0">
                <a:lnSpc>
                  <a:spcPct val="100000"/>
                </a:lnSpc>
                <a:spcBef>
                  <a:spcPts val="0"/>
                </a:spcBef>
                <a:spcAft>
                  <a:spcPts val="0"/>
                </a:spcAft>
                <a:buClr>
                  <a:schemeClr val="dk1"/>
                </a:buClr>
                <a:buSzPts val="200"/>
                <a:buFont typeface="Helvetica Neue"/>
                <a:buNone/>
              </a:pPr>
              <a:t>11</a:t>
            </a:fld>
            <a:endParaRPr sz="800" b="0" i="0" u="none" strike="noStrike" cap="none">
              <a:solidFill>
                <a:schemeClr val="dk1"/>
              </a:solidFill>
              <a:latin typeface="Helvetica Neue"/>
              <a:ea typeface="Helvetica Neue"/>
              <a:cs typeface="Helvetica Neue"/>
              <a:sym typeface="Helvetica Neue"/>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txBox="1">
            <a:spLocks noGrp="1"/>
          </p:cNvSpPr>
          <p:nvPr>
            <p:ph type="body" idx="1"/>
          </p:nvPr>
        </p:nvSpPr>
        <p:spPr>
          <a:xfrm>
            <a:off x="425450" y="4419600"/>
            <a:ext cx="6186487" cy="4187824"/>
          </a:xfrm>
          <a:prstGeom prst="rect">
            <a:avLst/>
          </a:prstGeom>
        </p:spPr>
        <p:txBody>
          <a:bodyPr spcFirstLastPara="1" wrap="square" lIns="91425" tIns="91425" rIns="91425" bIns="91425" anchor="t" anchorCtr="0">
            <a:noAutofit/>
          </a:bodyPr>
          <a:lstStyle/>
          <a:p>
            <a:pPr marL="0" lvl="0" indent="0" algn="l" rtl="0">
              <a:spcBef>
                <a:spcPts val="270"/>
              </a:spcBef>
              <a:spcAft>
                <a:spcPts val="0"/>
              </a:spcAft>
              <a:buNone/>
            </a:pPr>
            <a:endParaRPr/>
          </a:p>
        </p:txBody>
      </p:sp>
      <p:sp>
        <p:nvSpPr>
          <p:cNvPr id="73" name="Google Shape;73;p3:notes"/>
          <p:cNvSpPr>
            <a:spLocks noGrp="1" noRot="1" noChangeAspect="1"/>
          </p:cNvSpPr>
          <p:nvPr>
            <p:ph type="sldImg" idx="2"/>
          </p:nvPr>
        </p:nvSpPr>
        <p:spPr>
          <a:xfrm>
            <a:off x="407988"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4:notes"/>
          <p:cNvSpPr txBox="1">
            <a:spLocks noGrp="1"/>
          </p:cNvSpPr>
          <p:nvPr>
            <p:ph type="body" idx="1"/>
          </p:nvPr>
        </p:nvSpPr>
        <p:spPr>
          <a:xfrm>
            <a:off x="425450" y="4419600"/>
            <a:ext cx="6186487" cy="4187824"/>
          </a:xfrm>
          <a:prstGeom prst="rect">
            <a:avLst/>
          </a:prstGeom>
        </p:spPr>
        <p:txBody>
          <a:bodyPr spcFirstLastPara="1" wrap="square" lIns="91425" tIns="91425" rIns="91425" bIns="91425" anchor="t" anchorCtr="0">
            <a:noAutofit/>
          </a:bodyPr>
          <a:lstStyle/>
          <a:p>
            <a:pPr marL="0" lvl="0" indent="0" algn="l" rtl="0">
              <a:spcBef>
                <a:spcPts val="270"/>
              </a:spcBef>
              <a:spcAft>
                <a:spcPts val="0"/>
              </a:spcAft>
              <a:buNone/>
            </a:pPr>
            <a:endParaRPr/>
          </a:p>
        </p:txBody>
      </p:sp>
      <p:sp>
        <p:nvSpPr>
          <p:cNvPr id="83" name="Google Shape;83;p4:notes"/>
          <p:cNvSpPr>
            <a:spLocks noGrp="1" noRot="1" noChangeAspect="1"/>
          </p:cNvSpPr>
          <p:nvPr>
            <p:ph type="sldImg" idx="2"/>
          </p:nvPr>
        </p:nvSpPr>
        <p:spPr>
          <a:xfrm>
            <a:off x="407988"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270"/>
              </a:spcBef>
              <a:spcAft>
                <a:spcPts val="0"/>
              </a:spcAft>
              <a:buSzPts val="900"/>
              <a:buNone/>
            </a:pPr>
            <a:endParaRPr/>
          </a:p>
        </p:txBody>
      </p:sp>
      <p:sp>
        <p:nvSpPr>
          <p:cNvPr id="102" name="Google Shape;102;p3:notes"/>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a:spLocks noGrp="1" noRot="1" noChangeAspect="1"/>
          </p:cNvSpPr>
          <p:nvPr>
            <p:ph type="sldImg" idx="2"/>
          </p:nvPr>
        </p:nvSpPr>
        <p:spPr>
          <a:xfrm>
            <a:off x="407988"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2: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270"/>
              </a:spcBef>
              <a:spcAft>
                <a:spcPts val="0"/>
              </a:spcAft>
              <a:buClr>
                <a:schemeClr val="dk1"/>
              </a:buClr>
              <a:buSzPts val="900"/>
              <a:buFont typeface="Helvetica Neue"/>
              <a:buNone/>
            </a:pPr>
            <a:endParaRPr/>
          </a:p>
        </p:txBody>
      </p:sp>
      <p:sp>
        <p:nvSpPr>
          <p:cNvPr id="63" name="Google Shape;63;p2:notes"/>
          <p:cNvSpPr txBox="1">
            <a:spLocks noGrp="1"/>
          </p:cNvSpPr>
          <p:nvPr>
            <p:ph type="sldNum" idx="12"/>
          </p:nvPr>
        </p:nvSpPr>
        <p:spPr>
          <a:xfrm>
            <a:off x="3976687" y="8839200"/>
            <a:ext cx="3041650" cy="465138"/>
          </a:xfrm>
          <a:prstGeom prst="rect">
            <a:avLst/>
          </a:prstGeom>
          <a:noFill/>
          <a:ln>
            <a:noFill/>
          </a:ln>
        </p:spPr>
        <p:txBody>
          <a:bodyPr spcFirstLastPara="1" wrap="square" lIns="93275" tIns="46625" rIns="93275" bIns="46625" anchor="b" anchorCtr="0">
            <a:noAutofit/>
          </a:bodyPr>
          <a:lstStyle/>
          <a:p>
            <a:pPr marL="0" marR="0" lvl="0" indent="0" algn="r" rtl="0">
              <a:lnSpc>
                <a:spcPct val="100000"/>
              </a:lnSpc>
              <a:spcBef>
                <a:spcPts val="0"/>
              </a:spcBef>
              <a:spcAft>
                <a:spcPts val="0"/>
              </a:spcAft>
              <a:buClr>
                <a:schemeClr val="dk1"/>
              </a:buClr>
              <a:buSzPts val="200"/>
              <a:buFont typeface="Helvetica Neue"/>
              <a:buNone/>
            </a:pPr>
            <a:fld id="{00000000-1234-1234-1234-123412341234}" type="slidenum">
              <a:rPr lang="en-IN" sz="800" b="0" i="0" u="none" strike="noStrike" cap="none">
                <a:solidFill>
                  <a:schemeClr val="dk1"/>
                </a:solidFill>
                <a:latin typeface="Helvetica Neue"/>
                <a:ea typeface="Helvetica Neue"/>
                <a:cs typeface="Helvetica Neue"/>
                <a:sym typeface="Helvetica Neue"/>
              </a:rPr>
              <a:pPr marL="0" marR="0" lvl="0" indent="0" algn="r" rtl="0">
                <a:lnSpc>
                  <a:spcPct val="100000"/>
                </a:lnSpc>
                <a:spcBef>
                  <a:spcPts val="0"/>
                </a:spcBef>
                <a:spcAft>
                  <a:spcPts val="0"/>
                </a:spcAft>
                <a:buClr>
                  <a:schemeClr val="dk1"/>
                </a:buClr>
                <a:buSzPts val="200"/>
                <a:buFont typeface="Helvetica Neue"/>
                <a:buNone/>
              </a:pPr>
              <a:t>16</a:t>
            </a:fld>
            <a:endParaRPr sz="800" b="0" i="0" u="none" strike="noStrike" cap="none">
              <a:solidFill>
                <a:schemeClr val="dk1"/>
              </a:solidFill>
              <a:latin typeface="Helvetica Neue"/>
              <a:ea typeface="Helvetica Neue"/>
              <a:cs typeface="Helvetica Neue"/>
              <a:sym typeface="Helvetica Neue"/>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8"/>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2" name="Google Shape;22;p8"/>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3" name="Google Shape;23;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9"/>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6" name="Google Shape;2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7"/>
        <p:cNvGrpSpPr/>
        <p:nvPr/>
      </p:nvGrpSpPr>
      <p:grpSpPr>
        <a:xfrm>
          <a:off x="0" y="0"/>
          <a:ext cx="0" cy="0"/>
          <a:chOff x="0" y="0"/>
          <a:chExt cx="0" cy="0"/>
        </a:xfrm>
      </p:grpSpPr>
      <p:sp>
        <p:nvSpPr>
          <p:cNvPr id="28" name="Google Shape;28;p1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29" name="Google Shape;29;p1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0" name="Google Shape;3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1"/>
        <p:cNvGrpSpPr/>
        <p:nvPr/>
      </p:nvGrpSpPr>
      <p:grpSpPr>
        <a:xfrm>
          <a:off x="0" y="0"/>
          <a:ext cx="0" cy="0"/>
          <a:chOff x="0" y="0"/>
          <a:chExt cx="0" cy="0"/>
        </a:xfrm>
      </p:grpSpPr>
      <p:sp>
        <p:nvSpPr>
          <p:cNvPr id="32" name="Google Shape;32;p1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1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4" name="Google Shape;34;p1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5" name="Google Shape;35;p1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6" name="Google Shape;36;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7"/>
        <p:cNvGrpSpPr/>
        <p:nvPr/>
      </p:nvGrpSpPr>
      <p:grpSpPr>
        <a:xfrm>
          <a:off x="0" y="0"/>
          <a:ext cx="0" cy="0"/>
          <a:chOff x="0" y="0"/>
          <a:chExt cx="0" cy="0"/>
        </a:xfrm>
      </p:grpSpPr>
      <p:sp>
        <p:nvSpPr>
          <p:cNvPr id="38" name="Google Shape;38;p1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39" name="Google Shape;3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0"/>
        <p:cNvGrpSpPr/>
        <p:nvPr/>
      </p:nvGrpSpPr>
      <p:grpSpPr>
        <a:xfrm>
          <a:off x="0" y="0"/>
          <a:ext cx="0" cy="0"/>
          <a:chOff x="0" y="0"/>
          <a:chExt cx="0" cy="0"/>
        </a:xfrm>
      </p:grpSpPr>
      <p:sp>
        <p:nvSpPr>
          <p:cNvPr id="41" name="Google Shape;41;p1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2" name="Google Shape;42;p1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3" name="Google Shape;4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ivider 1">
  <p:cSld name="Divider 1">
    <p:bg>
      <p:bgPr>
        <a:solidFill>
          <a:schemeClr val="dk1"/>
        </a:solidFill>
        <a:effectLst/>
      </p:bgPr>
    </p:bg>
    <p:spTree>
      <p:nvGrpSpPr>
        <p:cNvPr id="1" name="Shape 44"/>
        <p:cNvGrpSpPr/>
        <p:nvPr/>
      </p:nvGrpSpPr>
      <p:grpSpPr>
        <a:xfrm>
          <a:off x="0" y="0"/>
          <a:ext cx="0" cy="0"/>
          <a:chOff x="0" y="0"/>
          <a:chExt cx="0" cy="0"/>
        </a:xfrm>
      </p:grpSpPr>
      <p:sp>
        <p:nvSpPr>
          <p:cNvPr id="45" name="Google Shape;45;g101cf3a0884_0_58"/>
          <p:cNvSpPr txBox="1">
            <a:spLocks noGrp="1"/>
          </p:cNvSpPr>
          <p:nvPr>
            <p:ph type="body" idx="1"/>
          </p:nvPr>
        </p:nvSpPr>
        <p:spPr>
          <a:xfrm>
            <a:off x="1056640" y="1625687"/>
            <a:ext cx="7455000" cy="1023900"/>
          </a:xfrm>
          <a:prstGeom prst="rect">
            <a:avLst/>
          </a:prstGeom>
          <a:noFill/>
          <a:ln>
            <a:noFill/>
          </a:ln>
        </p:spPr>
        <p:txBody>
          <a:bodyPr spcFirstLastPara="1" wrap="square" lIns="91425" tIns="91425" rIns="91425" bIns="91425" anchor="t" anchorCtr="0">
            <a:normAutofit/>
          </a:bodyPr>
          <a:lstStyle>
            <a:lvl1pPr marL="457200" marR="0" lvl="0" indent="-228600" algn="l" rtl="0">
              <a:lnSpc>
                <a:spcPct val="100000"/>
              </a:lnSpc>
              <a:spcBef>
                <a:spcPts val="0"/>
              </a:spcBef>
              <a:spcAft>
                <a:spcPts val="0"/>
              </a:spcAft>
              <a:buClr>
                <a:schemeClr val="lt1"/>
              </a:buClr>
              <a:buSzPts val="2880"/>
              <a:buFont typeface="Kanit"/>
              <a:buNone/>
              <a:defRPr sz="3600" i="0" u="none" strike="noStrike" cap="none">
                <a:solidFill>
                  <a:schemeClr val="lt1"/>
                </a:solidFill>
                <a:latin typeface="Kanit"/>
                <a:ea typeface="Kanit"/>
                <a:cs typeface="Kanit"/>
                <a:sym typeface="Kanit"/>
              </a:defRPr>
            </a:lvl1pPr>
            <a:lvl2pPr marL="914400" marR="0" lvl="1" indent="-228600" algn="l" rtl="0">
              <a:lnSpc>
                <a:spcPct val="100000"/>
              </a:lnSpc>
              <a:spcBef>
                <a:spcPts val="560"/>
              </a:spcBef>
              <a:spcAft>
                <a:spcPts val="0"/>
              </a:spcAft>
              <a:buClr>
                <a:schemeClr val="lt1"/>
              </a:buClr>
              <a:buSzPts val="2240"/>
              <a:buFont typeface="Kanit"/>
              <a:buNone/>
              <a:defRPr sz="2800" i="0" u="none" strike="noStrike" cap="none">
                <a:solidFill>
                  <a:schemeClr val="lt1"/>
                </a:solidFill>
                <a:latin typeface="Kanit"/>
                <a:ea typeface="Kanit"/>
                <a:cs typeface="Kanit"/>
                <a:sym typeface="Kanit"/>
              </a:defRPr>
            </a:lvl2pPr>
            <a:lvl3pPr marL="1371600" marR="0" lvl="2" indent="-228600" algn="l" rtl="0">
              <a:lnSpc>
                <a:spcPct val="100000"/>
              </a:lnSpc>
              <a:spcBef>
                <a:spcPts val="480"/>
              </a:spcBef>
              <a:spcAft>
                <a:spcPts val="0"/>
              </a:spcAft>
              <a:buClr>
                <a:schemeClr val="lt1"/>
              </a:buClr>
              <a:buSzPts val="1920"/>
              <a:buFont typeface="Kanit"/>
              <a:buNone/>
              <a:defRPr sz="2400" i="0" u="none" strike="noStrike" cap="none">
                <a:solidFill>
                  <a:schemeClr val="lt1"/>
                </a:solidFill>
                <a:latin typeface="Kanit"/>
                <a:ea typeface="Kanit"/>
                <a:cs typeface="Kanit"/>
                <a:sym typeface="Kanit"/>
              </a:defRPr>
            </a:lvl3pPr>
            <a:lvl4pPr marL="1828800" marR="0" lvl="3" indent="-228600" algn="l" rtl="0">
              <a:lnSpc>
                <a:spcPct val="100000"/>
              </a:lnSpc>
              <a:spcBef>
                <a:spcPts val="400"/>
              </a:spcBef>
              <a:spcAft>
                <a:spcPts val="0"/>
              </a:spcAft>
              <a:buClr>
                <a:schemeClr val="lt1"/>
              </a:buClr>
              <a:buSzPts val="1600"/>
              <a:buFont typeface="Kanit"/>
              <a:buNone/>
              <a:defRPr sz="2000" i="0" u="none" strike="noStrike" cap="none">
                <a:solidFill>
                  <a:schemeClr val="lt1"/>
                </a:solidFill>
                <a:latin typeface="Kanit"/>
                <a:ea typeface="Kanit"/>
                <a:cs typeface="Kanit"/>
                <a:sym typeface="Kanit"/>
              </a:defRPr>
            </a:lvl4pPr>
            <a:lvl5pPr marL="2286000" marR="0" lvl="4" indent="-228600" algn="l" rtl="0">
              <a:lnSpc>
                <a:spcPct val="100000"/>
              </a:lnSpc>
              <a:spcBef>
                <a:spcPts val="400"/>
              </a:spcBef>
              <a:spcAft>
                <a:spcPts val="0"/>
              </a:spcAft>
              <a:buClr>
                <a:schemeClr val="lt1"/>
              </a:buClr>
              <a:buSzPts val="1600"/>
              <a:buFont typeface="Kanit"/>
              <a:buNone/>
              <a:defRPr sz="2000" i="0" u="none" strike="noStrike" cap="none">
                <a:solidFill>
                  <a:schemeClr val="lt1"/>
                </a:solidFill>
                <a:latin typeface="Kanit"/>
                <a:ea typeface="Kanit"/>
                <a:cs typeface="Kanit"/>
                <a:sym typeface="Kanit"/>
              </a:defRPr>
            </a:lvl5pPr>
            <a:lvl6pPr marL="2743200" marR="0" lvl="5"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6pPr>
            <a:lvl7pPr marL="3200400" marR="0" lvl="6"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7pPr>
            <a:lvl8pPr marL="3657600" marR="0" lvl="7"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8pPr>
            <a:lvl9pPr marL="4114800" marR="0" lvl="8"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3"/>
        <p:cNvGrpSpPr/>
        <p:nvPr/>
      </p:nvGrpSpPr>
      <p:grpSpPr>
        <a:xfrm>
          <a:off x="0" y="0"/>
          <a:ext cx="0" cy="0"/>
          <a:chOff x="0" y="0"/>
          <a:chExt cx="0" cy="0"/>
        </a:xfrm>
      </p:grpSpPr>
      <p:sp>
        <p:nvSpPr>
          <p:cNvPr id="14" name="Google Shape;14;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3685791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
        <p:cNvGrpSpPr/>
        <p:nvPr/>
      </p:nvGrpSpPr>
      <p:grpSpPr>
        <a:xfrm>
          <a:off x="0" y="0"/>
          <a:ext cx="0" cy="0"/>
          <a:chOff x="0" y="0"/>
          <a:chExt cx="0" cy="0"/>
        </a:xfrm>
      </p:grpSpPr>
      <p:sp>
        <p:nvSpPr>
          <p:cNvPr id="19" name="Google Shape;19;g101406faff2_1_9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1763888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3844919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1" name="Google Shape;11;p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2" name="Google Shape;12;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72" r:id="rId8"/>
    <p:sldLayoutId id="2147483673" r:id="rId9"/>
    <p:sldLayoutId id="2147483674"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g101cf3a0884_0_0"/>
          <p:cNvSpPr txBox="1">
            <a:spLocks noGrp="1"/>
          </p:cNvSpPr>
          <p:nvPr>
            <p:ph type="body" idx="1"/>
          </p:nvPr>
        </p:nvSpPr>
        <p:spPr>
          <a:xfrm>
            <a:off x="615526" y="2202295"/>
            <a:ext cx="6705600" cy="7389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SzPts val="900"/>
              <a:buNone/>
            </a:pPr>
            <a:r>
              <a:rPr lang="en-IN"/>
              <a:t>Content Title</a:t>
            </a:r>
            <a:endParaRPr sz="3600" i="0" u="none" strike="noStrike" cap="none">
              <a:solidFill>
                <a:schemeClr val="lt1"/>
              </a:solidFill>
              <a:latin typeface="Kanit"/>
              <a:ea typeface="Kanit"/>
              <a:cs typeface="Kanit"/>
              <a:sym typeface="Kanit"/>
            </a:endParaRPr>
          </a:p>
        </p:txBody>
      </p:sp>
      <p:pic>
        <p:nvPicPr>
          <p:cNvPr id="51" name="Google Shape;51;g101cf3a0884_0_0"/>
          <p:cNvPicPr preferRelativeResize="0"/>
          <p:nvPr/>
        </p:nvPicPr>
        <p:blipFill rotWithShape="1">
          <a:blip r:embed="rId3">
            <a:alphaModFix/>
          </a:blip>
          <a:srcRect/>
          <a:stretch/>
        </p:blipFill>
        <p:spPr>
          <a:xfrm>
            <a:off x="0" y="0"/>
            <a:ext cx="2491628" cy="919750"/>
          </a:xfrm>
          <a:prstGeom prst="rect">
            <a:avLst/>
          </a:prstGeom>
          <a:noFill/>
          <a:ln>
            <a:noFill/>
          </a:ln>
        </p:spPr>
      </p:pic>
      <p:pic>
        <p:nvPicPr>
          <p:cNvPr id="52" name="Google Shape;52;g101cf3a0884_0_0"/>
          <p:cNvPicPr preferRelativeResize="0"/>
          <p:nvPr/>
        </p:nvPicPr>
        <p:blipFill rotWithShape="1">
          <a:blip r:embed="rId4">
            <a:alphaModFix/>
          </a:blip>
          <a:srcRect/>
          <a:stretch/>
        </p:blipFill>
        <p:spPr>
          <a:xfrm>
            <a:off x="-118810" y="-32775"/>
            <a:ext cx="9262810" cy="5205049"/>
          </a:xfrm>
          <a:prstGeom prst="rect">
            <a:avLst/>
          </a:prstGeom>
          <a:noFill/>
          <a:ln>
            <a:noFill/>
          </a:ln>
        </p:spPr>
      </p:pic>
      <p:sp>
        <p:nvSpPr>
          <p:cNvPr id="53" name="Google Shape;53;g101cf3a0884_0_0"/>
          <p:cNvSpPr/>
          <p:nvPr/>
        </p:nvSpPr>
        <p:spPr>
          <a:xfrm>
            <a:off x="517525" y="919750"/>
            <a:ext cx="4446300" cy="1650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g101cf3a0884_0_0"/>
          <p:cNvSpPr txBox="1"/>
          <p:nvPr/>
        </p:nvSpPr>
        <p:spPr>
          <a:xfrm>
            <a:off x="350609" y="1586334"/>
            <a:ext cx="7420763" cy="1348031"/>
          </a:xfrm>
          <a:prstGeom prst="rect">
            <a:avLst/>
          </a:prstGeom>
          <a:noFill/>
          <a:ln>
            <a:noFill/>
          </a:ln>
        </p:spPr>
        <p:txBody>
          <a:bodyPr spcFirstLastPara="1" wrap="square" lIns="91425" tIns="91425" rIns="91425" bIns="91425" anchor="ctr" anchorCtr="0">
            <a:spAutoFit/>
          </a:bodyPr>
          <a:lstStyle/>
          <a:p>
            <a:pPr marL="0" marR="0" lvl="0" indent="0" algn="ctr" rtl="0">
              <a:lnSpc>
                <a:spcPct val="90000"/>
              </a:lnSpc>
              <a:spcBef>
                <a:spcPts val="0"/>
              </a:spcBef>
              <a:spcAft>
                <a:spcPts val="0"/>
              </a:spcAft>
              <a:buClr>
                <a:schemeClr val="dk1"/>
              </a:buClr>
              <a:buSzPts val="1100"/>
              <a:buFont typeface="Arial"/>
              <a:buNone/>
            </a:pPr>
            <a:r>
              <a:rPr lang="en-IN" sz="4000" b="1" dirty="0">
                <a:solidFill>
                  <a:schemeClr val="bg1">
                    <a:lumMod val="95000"/>
                  </a:schemeClr>
                </a:solidFill>
                <a:latin typeface="Fira Sans"/>
                <a:ea typeface="Fira Sans"/>
                <a:cs typeface="Fira Sans"/>
                <a:sym typeface="Fira Sans"/>
              </a:rPr>
              <a:t>“Software Testing Types” </a:t>
            </a:r>
          </a:p>
          <a:p>
            <a:pPr marL="0" marR="0" lvl="0" indent="0" algn="ctr" rtl="0">
              <a:lnSpc>
                <a:spcPct val="90000"/>
              </a:lnSpc>
              <a:spcBef>
                <a:spcPts val="0"/>
              </a:spcBef>
              <a:spcAft>
                <a:spcPts val="0"/>
              </a:spcAft>
              <a:buClr>
                <a:schemeClr val="dk1"/>
              </a:buClr>
              <a:buSzPts val="1100"/>
              <a:buFont typeface="Arial"/>
              <a:buNone/>
            </a:pPr>
            <a:r>
              <a:rPr lang="en-IN" sz="2800" b="1" dirty="0">
                <a:solidFill>
                  <a:schemeClr val="bg1">
                    <a:lumMod val="95000"/>
                  </a:schemeClr>
                </a:solidFill>
                <a:latin typeface="Fira Sans"/>
                <a:ea typeface="Fira Sans"/>
                <a:cs typeface="Fira Sans"/>
                <a:sym typeface="Fira Sans"/>
              </a:rPr>
              <a:t>Session -5</a:t>
            </a:r>
            <a:endParaRPr sz="2800" b="1" dirty="0">
              <a:solidFill>
                <a:schemeClr val="bg1">
                  <a:lumMod val="95000"/>
                </a:schemeClr>
              </a:solidFill>
              <a:latin typeface="Fira Sans"/>
              <a:ea typeface="Fira Sans"/>
              <a:cs typeface="Fira Sans"/>
              <a:sym typeface="Fira Sans"/>
            </a:endParaRPr>
          </a:p>
          <a:p>
            <a:pPr marL="0" marR="0" lvl="0" indent="0" algn="ctr" rtl="0">
              <a:lnSpc>
                <a:spcPct val="90000"/>
              </a:lnSpc>
              <a:spcBef>
                <a:spcPts val="0"/>
              </a:spcBef>
              <a:spcAft>
                <a:spcPts val="0"/>
              </a:spcAft>
              <a:buClr>
                <a:schemeClr val="dk1"/>
              </a:buClr>
              <a:buSzPts val="1100"/>
              <a:buFont typeface="Arial"/>
              <a:buNone/>
            </a:pPr>
            <a:endParaRPr sz="1600" b="1" dirty="0">
              <a:solidFill>
                <a:srgbClr val="64E688"/>
              </a:solidFill>
              <a:latin typeface="Fira Sans"/>
              <a:ea typeface="Fira Sans"/>
              <a:cs typeface="Fira Sans"/>
              <a:sym typeface="Fira Sans"/>
            </a:endParaRPr>
          </a:p>
        </p:txBody>
      </p:sp>
      <p:sp>
        <p:nvSpPr>
          <p:cNvPr id="55" name="Google Shape;55;g101cf3a0884_0_0"/>
          <p:cNvSpPr/>
          <p:nvPr/>
        </p:nvSpPr>
        <p:spPr>
          <a:xfrm>
            <a:off x="506950" y="4182400"/>
            <a:ext cx="5058900" cy="431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g101cf3a0884_0_0"/>
          <p:cNvSpPr/>
          <p:nvPr/>
        </p:nvSpPr>
        <p:spPr>
          <a:xfrm>
            <a:off x="488275" y="521575"/>
            <a:ext cx="2707800" cy="431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g101cf3a0884_0_0"/>
          <p:cNvSpPr txBox="1"/>
          <p:nvPr/>
        </p:nvSpPr>
        <p:spPr>
          <a:xfrm>
            <a:off x="531025" y="488650"/>
            <a:ext cx="63918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IN" sz="1600" b="0" i="0" u="none" strike="noStrike" cap="none">
                <a:solidFill>
                  <a:srgbClr val="FFFFFF"/>
                </a:solidFill>
                <a:latin typeface="Fira Sans"/>
                <a:ea typeface="Fira Sans"/>
                <a:cs typeface="Fira Sans"/>
                <a:sym typeface="Fira Sans"/>
              </a:rPr>
              <a:t>QA Automation Engineer</a:t>
            </a:r>
            <a:endParaRPr sz="1600" b="0" i="0" u="none" strike="noStrike" cap="none">
              <a:solidFill>
                <a:srgbClr val="FFFFFF"/>
              </a:solidFill>
              <a:latin typeface="Fira Sans"/>
              <a:ea typeface="Fira Sans"/>
              <a:cs typeface="Fira Sans"/>
              <a:sym typeface="Fira San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Types of Testing</a:t>
            </a:r>
          </a:p>
        </p:txBody>
      </p:sp>
      <p:sp>
        <p:nvSpPr>
          <p:cNvPr id="3" name="Text Placeholder 2"/>
          <p:cNvSpPr>
            <a:spLocks noGrp="1"/>
          </p:cNvSpPr>
          <p:nvPr>
            <p:ph type="body" idx="1"/>
          </p:nvPr>
        </p:nvSpPr>
        <p:spPr>
          <a:xfrm>
            <a:off x="331796" y="1413732"/>
            <a:ext cx="8520600" cy="3416400"/>
          </a:xfrm>
        </p:spPr>
        <p:txBody>
          <a:bodyPr/>
          <a:lstStyle/>
          <a:p>
            <a:r>
              <a:rPr lang="en-IN" sz="1600" dirty="0">
                <a:solidFill>
                  <a:schemeClr val="tx1"/>
                </a:solidFill>
                <a:highlight>
                  <a:srgbClr val="FFFF00"/>
                </a:highlight>
              </a:rPr>
              <a:t>Smoke Testing</a:t>
            </a:r>
            <a:endParaRPr lang="en-IN" sz="800" dirty="0">
              <a:solidFill>
                <a:schemeClr val="tx1"/>
              </a:solidFill>
              <a:highlight>
                <a:srgbClr val="FFFF00"/>
              </a:highlight>
            </a:endParaRPr>
          </a:p>
          <a:p>
            <a:r>
              <a:rPr lang="en-IN" sz="1600" dirty="0">
                <a:solidFill>
                  <a:schemeClr val="tx1"/>
                </a:solidFill>
                <a:highlight>
                  <a:srgbClr val="FFFF00"/>
                </a:highlight>
              </a:rPr>
              <a:t>Sanity Testing</a:t>
            </a:r>
          </a:p>
          <a:p>
            <a:r>
              <a:rPr lang="en-IN" sz="1600" dirty="0">
                <a:solidFill>
                  <a:schemeClr val="tx1"/>
                </a:solidFill>
                <a:highlight>
                  <a:srgbClr val="FFFF00"/>
                </a:highlight>
              </a:rPr>
              <a:t>Installation Testing</a:t>
            </a:r>
          </a:p>
          <a:p>
            <a:r>
              <a:rPr lang="en-IN" sz="1600" dirty="0">
                <a:solidFill>
                  <a:schemeClr val="tx1"/>
                </a:solidFill>
                <a:highlight>
                  <a:srgbClr val="FFFF00"/>
                </a:highlight>
              </a:rPr>
              <a:t>Black box testing</a:t>
            </a:r>
          </a:p>
          <a:p>
            <a:r>
              <a:rPr lang="en-IN" sz="1600" dirty="0">
                <a:solidFill>
                  <a:schemeClr val="tx1"/>
                </a:solidFill>
                <a:highlight>
                  <a:srgbClr val="FFFF00"/>
                </a:highlight>
              </a:rPr>
              <a:t>White Box Testing</a:t>
            </a:r>
          </a:p>
          <a:p>
            <a:r>
              <a:rPr lang="en-IN" sz="1600" dirty="0">
                <a:solidFill>
                  <a:schemeClr val="tx1"/>
                </a:solidFill>
                <a:highlight>
                  <a:srgbClr val="FFFF00"/>
                </a:highlight>
              </a:rPr>
              <a:t>System Testing</a:t>
            </a:r>
          </a:p>
          <a:p>
            <a:r>
              <a:rPr lang="en-IN" sz="1600" dirty="0">
                <a:solidFill>
                  <a:schemeClr val="tx1"/>
                </a:solidFill>
                <a:highlight>
                  <a:srgbClr val="FFFF00"/>
                </a:highlight>
              </a:rPr>
              <a:t>Usability Testing</a:t>
            </a:r>
          </a:p>
          <a:p>
            <a:r>
              <a:rPr lang="en-IN" sz="1600" dirty="0">
                <a:solidFill>
                  <a:schemeClr val="tx1"/>
                </a:solidFill>
              </a:rPr>
              <a:t>Regression </a:t>
            </a:r>
            <a:r>
              <a:rPr lang="en-IN" sz="1600" dirty="0" smtClean="0">
                <a:solidFill>
                  <a:schemeClr val="tx1"/>
                </a:solidFill>
              </a:rPr>
              <a:t>Testing</a:t>
            </a:r>
          </a:p>
          <a:p>
            <a:r>
              <a:rPr lang="en-IN" sz="1600" smtClean="0">
                <a:solidFill>
                  <a:schemeClr val="tx1"/>
                </a:solidFill>
              </a:rPr>
              <a:t>Defect Retesting</a:t>
            </a:r>
            <a:endParaRPr lang="en-IN" sz="1600" dirty="0">
              <a:solidFill>
                <a:schemeClr val="tx1"/>
              </a:solidFill>
            </a:endParaRPr>
          </a:p>
          <a:p>
            <a:r>
              <a:rPr lang="en-IN" sz="1600" dirty="0">
                <a:solidFill>
                  <a:schemeClr val="tx1"/>
                </a:solidFill>
              </a:rPr>
              <a:t>Random Testing</a:t>
            </a:r>
          </a:p>
          <a:p>
            <a:r>
              <a:rPr lang="en-IN" sz="1600" dirty="0">
                <a:solidFill>
                  <a:schemeClr val="tx1"/>
                </a:solidFill>
              </a:rPr>
              <a:t>Performance Testing</a:t>
            </a:r>
          </a:p>
          <a:p>
            <a:pPr marL="114300" indent="0">
              <a:buNone/>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a:t>
            </a:fld>
            <a:endParaRPr lang="en-US"/>
          </a:p>
        </p:txBody>
      </p:sp>
    </p:spTree>
    <p:extLst>
      <p:ext uri="{BB962C8B-B14F-4D97-AF65-F5344CB8AC3E}">
        <p14:creationId xmlns="" xmlns:p14="http://schemas.microsoft.com/office/powerpoint/2010/main" val="341045776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ctrTitle"/>
          </p:nvPr>
        </p:nvSpPr>
        <p:spPr>
          <a:xfrm>
            <a:off x="685800" y="923732"/>
            <a:ext cx="7772400" cy="709126"/>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000"/>
              <a:buFont typeface="Calibri"/>
              <a:buNone/>
            </a:pPr>
            <a:r>
              <a:rPr lang="en-US" sz="4000" b="1" dirty="0">
                <a:solidFill>
                  <a:srgbClr val="002060"/>
                </a:solidFill>
                <a:latin typeface="Fira Sans"/>
                <a:ea typeface="Fira Sans"/>
                <a:cs typeface="Fira Sans"/>
                <a:sym typeface="Fira Sans"/>
              </a:rPr>
              <a:t>Regression Testing</a:t>
            </a:r>
            <a:endParaRPr sz="4000" b="1" dirty="0">
              <a:solidFill>
                <a:srgbClr val="002060"/>
              </a:solidFill>
            </a:endParaRPr>
          </a:p>
        </p:txBody>
      </p:sp>
      <p:sp>
        <p:nvSpPr>
          <p:cNvPr id="105" name="Google Shape;105;p3"/>
          <p:cNvSpPr txBox="1">
            <a:spLocks noGrp="1"/>
          </p:cNvSpPr>
          <p:nvPr>
            <p:ph type="subTitle" idx="1"/>
          </p:nvPr>
        </p:nvSpPr>
        <p:spPr>
          <a:xfrm>
            <a:off x="681135" y="2258009"/>
            <a:ext cx="7091265" cy="1567542"/>
          </a:xfrm>
          <a:prstGeom prst="rect">
            <a:avLst/>
          </a:prstGeom>
          <a:noFill/>
          <a:ln>
            <a:noFill/>
          </a:ln>
        </p:spPr>
        <p:txBody>
          <a:bodyPr spcFirstLastPara="1" wrap="square" lIns="91425" tIns="45700" rIns="91425" bIns="45700" anchor="t" anchorCtr="0">
            <a:normAutofit fontScale="92500" lnSpcReduction="20000"/>
          </a:bodyPr>
          <a:lstStyle/>
          <a:p>
            <a:pPr marL="0" marR="0" lvl="0" indent="0" algn="l" rtl="0">
              <a:lnSpc>
                <a:spcPct val="100000"/>
              </a:lnSpc>
              <a:spcBef>
                <a:spcPts val="0"/>
              </a:spcBef>
              <a:spcAft>
                <a:spcPts val="0"/>
              </a:spcAft>
              <a:buNone/>
            </a:pPr>
            <a:r>
              <a:rPr lang="en-US" sz="2000" dirty="0">
                <a:solidFill>
                  <a:schemeClr val="dk1"/>
                </a:solidFill>
                <a:latin typeface="Fira Sans"/>
                <a:ea typeface="Fira Sans"/>
                <a:cs typeface="Fira Sans"/>
                <a:sym typeface="Fira Sans"/>
              </a:rPr>
              <a:t>Performing the Testing on the related functionality of fixed defects </a:t>
            </a:r>
            <a:r>
              <a:rPr lang="en-US" sz="2000">
                <a:solidFill>
                  <a:schemeClr val="dk1"/>
                </a:solidFill>
                <a:latin typeface="Fira Sans"/>
                <a:ea typeface="Fira Sans"/>
                <a:cs typeface="Fira Sans"/>
                <a:sym typeface="Fira Sans"/>
              </a:rPr>
              <a:t>or in modified </a:t>
            </a:r>
            <a:r>
              <a:rPr lang="en-US" sz="2000" dirty="0">
                <a:solidFill>
                  <a:schemeClr val="dk1"/>
                </a:solidFill>
                <a:latin typeface="Fira Sans"/>
                <a:ea typeface="Fira Sans"/>
                <a:cs typeface="Fira Sans"/>
                <a:sym typeface="Fira Sans"/>
              </a:rPr>
              <a:t>application is called Regression Testing.</a:t>
            </a:r>
          </a:p>
          <a:p>
            <a:pPr marL="0" marR="0" lvl="0" indent="0" algn="l" rtl="0">
              <a:lnSpc>
                <a:spcPct val="100000"/>
              </a:lnSpc>
              <a:spcBef>
                <a:spcPts val="0"/>
              </a:spcBef>
              <a:spcAft>
                <a:spcPts val="0"/>
              </a:spcAft>
              <a:buNone/>
            </a:pPr>
            <a:endParaRPr lang="en-US" sz="2000" dirty="0">
              <a:solidFill>
                <a:schemeClr val="dk1"/>
              </a:solidFill>
              <a:latin typeface="Fira Sans"/>
              <a:ea typeface="Fira Sans"/>
              <a:cs typeface="Fira Sans"/>
              <a:sym typeface="Fira Sans"/>
            </a:endParaRPr>
          </a:p>
          <a:p>
            <a:pPr marL="0" marR="0" lvl="0" indent="0" algn="l" rtl="0">
              <a:lnSpc>
                <a:spcPct val="100000"/>
              </a:lnSpc>
              <a:spcBef>
                <a:spcPts val="0"/>
              </a:spcBef>
              <a:spcAft>
                <a:spcPts val="0"/>
              </a:spcAft>
              <a:buNone/>
              <a:tabLst>
                <a:tab pos="4171950" algn="l"/>
              </a:tabLst>
            </a:pPr>
            <a:r>
              <a:rPr lang="en-US" sz="2000" dirty="0">
                <a:solidFill>
                  <a:schemeClr val="dk1"/>
                </a:solidFill>
                <a:latin typeface="Fira Sans"/>
                <a:ea typeface="Fira Sans"/>
                <a:cs typeface="Fira Sans"/>
                <a:sym typeface="Fira Sans"/>
              </a:rPr>
              <a:t>RT is the type of software testing that confirm the recent program or code changes have not destroyed the already existing functionality of a system.</a:t>
            </a:r>
          </a:p>
          <a:p>
            <a:pPr marL="0" marR="0" lvl="0" indent="0" algn="l" rtl="0">
              <a:lnSpc>
                <a:spcPct val="100000"/>
              </a:lnSpc>
              <a:spcBef>
                <a:spcPts val="0"/>
              </a:spcBef>
              <a:spcAft>
                <a:spcPts val="0"/>
              </a:spcAft>
              <a:buNone/>
            </a:pPr>
            <a:endParaRPr sz="2000" dirty="0">
              <a:solidFill>
                <a:schemeClr val="dk1"/>
              </a:solidFill>
              <a:latin typeface="Fira Sans"/>
              <a:ea typeface="Fira Sans"/>
              <a:cs typeface="Fira Sans"/>
              <a:sym typeface="Fira Sans"/>
            </a:endParaRPr>
          </a:p>
        </p:txBody>
      </p:sp>
    </p:spTree>
    <p:extLst>
      <p:ext uri="{BB962C8B-B14F-4D97-AF65-F5344CB8AC3E}">
        <p14:creationId xmlns="" xmlns:p14="http://schemas.microsoft.com/office/powerpoint/2010/main" val="42550131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4"/>
          <p:cNvSpPr txBox="1">
            <a:spLocks noGrp="1"/>
          </p:cNvSpPr>
          <p:nvPr>
            <p:ph type="sldNum" idx="12"/>
          </p:nvPr>
        </p:nvSpPr>
        <p:spPr>
          <a:xfrm>
            <a:off x="8472458" y="4663217"/>
            <a:ext cx="548700" cy="3936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000"/>
              <a:buNone/>
            </a:pPr>
            <a:fld id="{00000000-1234-1234-1234-123412341234}" type="slidenum">
              <a:rPr lang="en-US">
                <a:solidFill>
                  <a:schemeClr val="dk2"/>
                </a:solidFill>
              </a:rPr>
              <a:pPr marL="0" lvl="0" indent="0" algn="r" rtl="0">
                <a:lnSpc>
                  <a:spcPct val="100000"/>
                </a:lnSpc>
                <a:spcBef>
                  <a:spcPts val="0"/>
                </a:spcBef>
                <a:spcAft>
                  <a:spcPts val="0"/>
                </a:spcAft>
                <a:buSzPts val="1000"/>
                <a:buNone/>
              </a:pPr>
              <a:t>4</a:t>
            </a:fld>
            <a:endParaRPr>
              <a:solidFill>
                <a:schemeClr val="dk2"/>
              </a:solidFill>
            </a:endParaRPr>
          </a:p>
        </p:txBody>
      </p:sp>
      <p:pic>
        <p:nvPicPr>
          <p:cNvPr id="88" name="Google Shape;88;p4"/>
          <p:cNvPicPr preferRelativeResize="0"/>
          <p:nvPr/>
        </p:nvPicPr>
        <p:blipFill rotWithShape="1">
          <a:blip r:embed="rId3">
            <a:alphaModFix/>
          </a:blip>
          <a:srcRect b="20540"/>
          <a:stretch/>
        </p:blipFill>
        <p:spPr>
          <a:xfrm>
            <a:off x="0" y="0"/>
            <a:ext cx="9144001" cy="5143500"/>
          </a:xfrm>
          <a:prstGeom prst="rect">
            <a:avLst/>
          </a:prstGeom>
          <a:noFill/>
          <a:ln w="9525" cap="flat" cmpd="sng">
            <a:solidFill>
              <a:schemeClr val="dk1"/>
            </a:solidFill>
            <a:prstDash val="solid"/>
            <a:round/>
            <a:headEnd type="none" w="sm" len="sm"/>
            <a:tailEnd type="none" w="sm" len="sm"/>
          </a:ln>
        </p:spPr>
      </p:pic>
      <p:sp>
        <p:nvSpPr>
          <p:cNvPr id="89" name="Google Shape;89;p4"/>
          <p:cNvSpPr/>
          <p:nvPr/>
        </p:nvSpPr>
        <p:spPr>
          <a:xfrm>
            <a:off x="2278334" y="2105234"/>
            <a:ext cx="765000" cy="186600"/>
          </a:xfrm>
          <a:prstGeom prst="roundRect">
            <a:avLst>
              <a:gd name="adj" fmla="val 16667"/>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extLst>
      <p:ext uri="{BB962C8B-B14F-4D97-AF65-F5344CB8AC3E}">
        <p14:creationId xmlns="" xmlns:p14="http://schemas.microsoft.com/office/powerpoint/2010/main" val="35007449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5"/>
          <p:cNvSpPr txBox="1">
            <a:spLocks noGrp="1"/>
          </p:cNvSpPr>
          <p:nvPr>
            <p:ph type="sldNum" idx="12"/>
          </p:nvPr>
        </p:nvSpPr>
        <p:spPr>
          <a:xfrm>
            <a:off x="8472458" y="4663217"/>
            <a:ext cx="548700" cy="3936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000"/>
              <a:buNone/>
            </a:pPr>
            <a:fld id="{00000000-1234-1234-1234-123412341234}" type="slidenum">
              <a:rPr lang="en-US">
                <a:solidFill>
                  <a:schemeClr val="dk2"/>
                </a:solidFill>
              </a:rPr>
              <a:pPr marL="0" lvl="0" indent="0" algn="r" rtl="0">
                <a:lnSpc>
                  <a:spcPct val="100000"/>
                </a:lnSpc>
                <a:spcBef>
                  <a:spcPts val="0"/>
                </a:spcBef>
                <a:spcAft>
                  <a:spcPts val="0"/>
                </a:spcAft>
                <a:buSzPts val="1000"/>
                <a:buNone/>
              </a:pPr>
              <a:t>5</a:t>
            </a:fld>
            <a:endParaRPr>
              <a:solidFill>
                <a:schemeClr val="dk2"/>
              </a:solidFill>
            </a:endParaRPr>
          </a:p>
        </p:txBody>
      </p:sp>
      <p:pic>
        <p:nvPicPr>
          <p:cNvPr id="96" name="Google Shape;96;p5"/>
          <p:cNvPicPr preferRelativeResize="0"/>
          <p:nvPr/>
        </p:nvPicPr>
        <p:blipFill rotWithShape="1">
          <a:blip r:embed="rId3">
            <a:alphaModFix/>
          </a:blip>
          <a:srcRect b="20344"/>
          <a:stretch/>
        </p:blipFill>
        <p:spPr>
          <a:xfrm>
            <a:off x="0" y="1251"/>
            <a:ext cx="9144001" cy="5142249"/>
          </a:xfrm>
          <a:prstGeom prst="rect">
            <a:avLst/>
          </a:prstGeom>
          <a:solidFill>
            <a:schemeClr val="dk1"/>
          </a:solidFill>
          <a:ln w="9525" cap="flat" cmpd="sng">
            <a:solidFill>
              <a:schemeClr val="dk1"/>
            </a:solidFill>
            <a:prstDash val="solid"/>
            <a:round/>
            <a:headEnd type="none" w="sm" len="sm"/>
            <a:tailEnd type="none" w="sm" len="sm"/>
          </a:ln>
        </p:spPr>
      </p:pic>
      <p:sp>
        <p:nvSpPr>
          <p:cNvPr id="97" name="Google Shape;97;p5"/>
          <p:cNvSpPr/>
          <p:nvPr/>
        </p:nvSpPr>
        <p:spPr>
          <a:xfrm flipH="1">
            <a:off x="3088432" y="2120201"/>
            <a:ext cx="550506" cy="45719"/>
          </a:xfrm>
          <a:prstGeom prst="rightArrow">
            <a:avLst>
              <a:gd name="adj1" fmla="val 50000"/>
              <a:gd name="adj2" fmla="val 50000"/>
            </a:avLst>
          </a:prstGeom>
          <a:solidFill>
            <a:schemeClr val="dk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98" name="Google Shape;98;p5"/>
          <p:cNvCxnSpPr/>
          <p:nvPr/>
        </p:nvCxnSpPr>
        <p:spPr>
          <a:xfrm>
            <a:off x="2416628" y="2263031"/>
            <a:ext cx="606489" cy="1"/>
          </a:xfrm>
          <a:prstGeom prst="straightConnector1">
            <a:avLst/>
          </a:prstGeom>
          <a:noFill/>
          <a:ln w="9525" cap="flat" cmpd="sng">
            <a:solidFill>
              <a:schemeClr val="dk1"/>
            </a:solidFill>
            <a:prstDash val="solid"/>
            <a:round/>
            <a:headEnd type="none" w="sm" len="sm"/>
            <a:tailEnd type="none" w="sm" len="sm"/>
          </a:ln>
        </p:spPr>
      </p:cxnSp>
    </p:spTree>
    <p:extLst>
      <p:ext uri="{BB962C8B-B14F-4D97-AF65-F5344CB8AC3E}">
        <p14:creationId xmlns="" xmlns:p14="http://schemas.microsoft.com/office/powerpoint/2010/main" val="14963143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ctrTitle"/>
          </p:nvPr>
        </p:nvSpPr>
        <p:spPr>
          <a:xfrm>
            <a:off x="685800" y="923732"/>
            <a:ext cx="7772400" cy="709126"/>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000"/>
              <a:buFont typeface="Calibri"/>
              <a:buNone/>
            </a:pPr>
            <a:r>
              <a:rPr lang="en-US" sz="4000" b="1" dirty="0">
                <a:latin typeface="Fira Sans"/>
                <a:ea typeface="Fira Sans"/>
                <a:cs typeface="Fira Sans"/>
                <a:sym typeface="Fira Sans"/>
              </a:rPr>
              <a:t>Regression Testing</a:t>
            </a:r>
            <a:endParaRPr sz="4000" b="1" dirty="0">
              <a:solidFill>
                <a:srgbClr val="002060"/>
              </a:solidFill>
            </a:endParaRPr>
          </a:p>
        </p:txBody>
      </p:sp>
      <p:sp>
        <p:nvSpPr>
          <p:cNvPr id="105" name="Google Shape;105;p3"/>
          <p:cNvSpPr txBox="1">
            <a:spLocks noGrp="1"/>
          </p:cNvSpPr>
          <p:nvPr>
            <p:ph type="subTitle" idx="1"/>
          </p:nvPr>
        </p:nvSpPr>
        <p:spPr>
          <a:xfrm>
            <a:off x="681135" y="2258009"/>
            <a:ext cx="7091265" cy="1567542"/>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None/>
            </a:pPr>
            <a:r>
              <a:rPr lang="en-US" sz="2000">
                <a:solidFill>
                  <a:schemeClr val="dk1"/>
                </a:solidFill>
                <a:latin typeface="Fira Sans"/>
                <a:ea typeface="Fira Sans"/>
                <a:cs typeface="Fira Sans"/>
                <a:sym typeface="Fira Sans"/>
              </a:rPr>
              <a:t>Performing the Testing on the related functionality of fixed defects or modified application is called Regression Testing.</a:t>
            </a:r>
            <a:endParaRPr sz="2000">
              <a:solidFill>
                <a:schemeClr val="dk1"/>
              </a:solidFill>
              <a:latin typeface="Fira Sans"/>
              <a:ea typeface="Fira Sans"/>
              <a:cs typeface="Fira Sans"/>
              <a:sym typeface="Fira Sans"/>
            </a:endParaRPr>
          </a:p>
        </p:txBody>
      </p:sp>
    </p:spTree>
    <p:extLst>
      <p:ext uri="{BB962C8B-B14F-4D97-AF65-F5344CB8AC3E}">
        <p14:creationId xmlns="" xmlns:p14="http://schemas.microsoft.com/office/powerpoint/2010/main" val="36006144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g101406faff2_0_0"/>
          <p:cNvSpPr txBox="1">
            <a:spLocks noGrp="1"/>
          </p:cNvSpPr>
          <p:nvPr>
            <p:ph type="sldNum" idx="12"/>
          </p:nvPr>
        </p:nvSpPr>
        <p:spPr>
          <a:xfrm>
            <a:off x="8472458" y="4663217"/>
            <a:ext cx="548700" cy="3936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000"/>
              <a:buNone/>
            </a:pPr>
            <a:fld id="{00000000-1234-1234-1234-123412341234}" type="slidenum">
              <a:rPr lang="en-US">
                <a:solidFill>
                  <a:schemeClr val="dk2"/>
                </a:solidFill>
              </a:rPr>
              <a:pPr marL="0" lvl="0" indent="0" algn="r" rtl="0">
                <a:lnSpc>
                  <a:spcPct val="100000"/>
                </a:lnSpc>
                <a:spcBef>
                  <a:spcPts val="0"/>
                </a:spcBef>
                <a:spcAft>
                  <a:spcPts val="0"/>
                </a:spcAft>
                <a:buSzPts val="1000"/>
                <a:buNone/>
              </a:pPr>
              <a:t>7</a:t>
            </a:fld>
            <a:endParaRPr>
              <a:solidFill>
                <a:schemeClr val="dk2"/>
              </a:solidFill>
            </a:endParaRPr>
          </a:p>
        </p:txBody>
      </p:sp>
      <p:pic>
        <p:nvPicPr>
          <p:cNvPr id="112" name="Google Shape;112;g101406faff2_0_0"/>
          <p:cNvPicPr preferRelativeResize="0"/>
          <p:nvPr/>
        </p:nvPicPr>
        <p:blipFill rotWithShape="1">
          <a:blip r:embed="rId3">
            <a:alphaModFix/>
          </a:blip>
          <a:srcRect b="20483"/>
          <a:stretch/>
        </p:blipFill>
        <p:spPr>
          <a:xfrm>
            <a:off x="0" y="37164"/>
            <a:ext cx="9144001" cy="5142250"/>
          </a:xfrm>
          <a:prstGeom prst="rect">
            <a:avLst/>
          </a:prstGeom>
          <a:solidFill>
            <a:schemeClr val="dk1"/>
          </a:solidFill>
          <a:ln w="9525" cap="flat" cmpd="sng">
            <a:solidFill>
              <a:schemeClr val="dk1"/>
            </a:solidFill>
            <a:prstDash val="solid"/>
            <a:round/>
            <a:headEnd type="none" w="sm" len="sm"/>
            <a:tailEnd type="none" w="sm" len="sm"/>
          </a:ln>
        </p:spPr>
      </p:pic>
      <p:sp>
        <p:nvSpPr>
          <p:cNvPr id="113" name="Google Shape;113;g101406faff2_0_0"/>
          <p:cNvSpPr/>
          <p:nvPr/>
        </p:nvSpPr>
        <p:spPr>
          <a:xfrm flipH="1">
            <a:off x="3190038" y="2138123"/>
            <a:ext cx="550500" cy="45600"/>
          </a:xfrm>
          <a:prstGeom prst="rightArrow">
            <a:avLst>
              <a:gd name="adj1" fmla="val 50000"/>
              <a:gd name="adj2" fmla="val 50000"/>
            </a:avLst>
          </a:prstGeom>
          <a:solidFill>
            <a:schemeClr val="dk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114" name="Google Shape;114;g101406faff2_0_0"/>
          <p:cNvCxnSpPr/>
          <p:nvPr/>
        </p:nvCxnSpPr>
        <p:spPr>
          <a:xfrm>
            <a:off x="2423886" y="2301551"/>
            <a:ext cx="606600" cy="0"/>
          </a:xfrm>
          <a:prstGeom prst="straightConnector1">
            <a:avLst/>
          </a:prstGeom>
          <a:noFill/>
          <a:ln w="9525" cap="flat" cmpd="sng">
            <a:solidFill>
              <a:schemeClr val="dk1"/>
            </a:solidFill>
            <a:prstDash val="solid"/>
            <a:round/>
            <a:headEnd type="none" w="sm" len="sm"/>
            <a:tailEnd type="none" w="sm" len="sm"/>
          </a:ln>
        </p:spPr>
      </p:cxnSp>
      <p:sp>
        <p:nvSpPr>
          <p:cNvPr id="115" name="Google Shape;115;g101406faff2_0_0"/>
          <p:cNvSpPr/>
          <p:nvPr/>
        </p:nvSpPr>
        <p:spPr>
          <a:xfrm>
            <a:off x="615820" y="2011107"/>
            <a:ext cx="1660849" cy="345232"/>
          </a:xfrm>
          <a:prstGeom prst="rect">
            <a:avLst/>
          </a:prstGeom>
          <a:noFill/>
          <a:ln w="57150" cap="flat" cmpd="sng">
            <a:solidFill>
              <a:srgbClr val="FF000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extLst>
      <p:ext uri="{BB962C8B-B14F-4D97-AF65-F5344CB8AC3E}">
        <p14:creationId xmlns="" xmlns:p14="http://schemas.microsoft.com/office/powerpoint/2010/main" val="12493448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g101406faff2_0_7"/>
          <p:cNvSpPr txBox="1">
            <a:spLocks noGrp="1"/>
          </p:cNvSpPr>
          <p:nvPr>
            <p:ph type="ctrTitle"/>
          </p:nvPr>
        </p:nvSpPr>
        <p:spPr>
          <a:xfrm>
            <a:off x="685800" y="923732"/>
            <a:ext cx="7772400" cy="7092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4000"/>
              <a:buFont typeface="Calibri"/>
              <a:buNone/>
            </a:pPr>
            <a:r>
              <a:rPr lang="en-US" sz="4000" b="1">
                <a:latin typeface="Fira Sans"/>
                <a:ea typeface="Fira Sans"/>
                <a:cs typeface="Fira Sans"/>
                <a:sym typeface="Fira Sans"/>
              </a:rPr>
              <a:t>Regression Checklist</a:t>
            </a:r>
            <a:endParaRPr sz="4000" b="1">
              <a:latin typeface="Fira Sans"/>
              <a:ea typeface="Fira Sans"/>
              <a:cs typeface="Fira Sans"/>
              <a:sym typeface="Fira Sans"/>
            </a:endParaRPr>
          </a:p>
        </p:txBody>
      </p:sp>
      <p:sp>
        <p:nvSpPr>
          <p:cNvPr id="122" name="Google Shape;122;g101406faff2_0_7"/>
          <p:cNvSpPr txBox="1">
            <a:spLocks noGrp="1"/>
          </p:cNvSpPr>
          <p:nvPr>
            <p:ph type="subTitle" idx="1"/>
          </p:nvPr>
        </p:nvSpPr>
        <p:spPr>
          <a:xfrm>
            <a:off x="681125" y="2054100"/>
            <a:ext cx="3762000" cy="1771500"/>
          </a:xfrm>
          <a:prstGeom prst="rect">
            <a:avLst/>
          </a:prstGeom>
          <a:noFill/>
          <a:ln>
            <a:noFill/>
          </a:ln>
        </p:spPr>
        <p:txBody>
          <a:bodyPr spcFirstLastPara="1" wrap="square" lIns="91425" tIns="45700" rIns="91425" bIns="45700" anchor="t" anchorCtr="0">
            <a:noAutofit/>
          </a:bodyPr>
          <a:lstStyle/>
          <a:p>
            <a:pPr marL="342900" lvl="0" indent="-317500" algn="l" rtl="0">
              <a:lnSpc>
                <a:spcPct val="100000"/>
              </a:lnSpc>
              <a:spcBef>
                <a:spcPts val="0"/>
              </a:spcBef>
              <a:spcAft>
                <a:spcPts val="0"/>
              </a:spcAft>
              <a:buClr>
                <a:srgbClr val="0F243E"/>
              </a:buClr>
              <a:buSzPts val="2000"/>
              <a:buFont typeface="Fira Sans"/>
              <a:buChar char="✔"/>
            </a:pPr>
            <a:r>
              <a:rPr lang="en-US" sz="2000">
                <a:solidFill>
                  <a:srgbClr val="0F243E"/>
                </a:solidFill>
                <a:latin typeface="Fira Sans"/>
                <a:ea typeface="Fira Sans"/>
                <a:cs typeface="Fira Sans"/>
                <a:sym typeface="Fira Sans"/>
              </a:rPr>
              <a:t>ONEWAY functionality</a:t>
            </a:r>
            <a:endParaRPr sz="2000">
              <a:latin typeface="Fira Sans"/>
              <a:ea typeface="Fira Sans"/>
              <a:cs typeface="Fira Sans"/>
              <a:sym typeface="Fira Sans"/>
            </a:endParaRPr>
          </a:p>
          <a:p>
            <a:pPr marL="342900" lvl="0" indent="-317500" algn="l" rtl="0">
              <a:lnSpc>
                <a:spcPct val="100000"/>
              </a:lnSpc>
              <a:spcBef>
                <a:spcPts val="1000"/>
              </a:spcBef>
              <a:spcAft>
                <a:spcPts val="0"/>
              </a:spcAft>
              <a:buClr>
                <a:srgbClr val="0F243E"/>
              </a:buClr>
              <a:buSzPts val="2000"/>
              <a:buFont typeface="Fira Sans"/>
              <a:buChar char="✔"/>
            </a:pPr>
            <a:r>
              <a:rPr lang="en-US" sz="2000">
                <a:solidFill>
                  <a:srgbClr val="0F243E"/>
                </a:solidFill>
                <a:latin typeface="Fira Sans"/>
                <a:ea typeface="Fira Sans"/>
                <a:cs typeface="Fira Sans"/>
                <a:sym typeface="Fira Sans"/>
              </a:rPr>
              <a:t>Round Trip functionality</a:t>
            </a:r>
            <a:endParaRPr sz="2000">
              <a:latin typeface="Fira Sans"/>
              <a:ea typeface="Fira Sans"/>
              <a:cs typeface="Fira Sans"/>
              <a:sym typeface="Fira Sans"/>
            </a:endParaRPr>
          </a:p>
          <a:p>
            <a:pPr marL="342900" lvl="0" indent="-317500" algn="l" rtl="0">
              <a:lnSpc>
                <a:spcPct val="100000"/>
              </a:lnSpc>
              <a:spcBef>
                <a:spcPts val="1000"/>
              </a:spcBef>
              <a:spcAft>
                <a:spcPts val="1000"/>
              </a:spcAft>
              <a:buClr>
                <a:srgbClr val="0F243E"/>
              </a:buClr>
              <a:buSzPts val="2000"/>
              <a:buFont typeface="Fira Sans"/>
              <a:buChar char="✔"/>
            </a:pPr>
            <a:r>
              <a:rPr lang="en-US" sz="2000">
                <a:solidFill>
                  <a:srgbClr val="0F243E"/>
                </a:solidFill>
                <a:latin typeface="Fira Sans"/>
                <a:ea typeface="Fira Sans"/>
                <a:cs typeface="Fira Sans"/>
                <a:sym typeface="Fira Sans"/>
              </a:rPr>
              <a:t>UI Elements (such as Flight icon, Hotel icon etc.)</a:t>
            </a:r>
            <a:endParaRPr sz="2000">
              <a:solidFill>
                <a:srgbClr val="0F243E"/>
              </a:solidFill>
              <a:latin typeface="Fira Sans"/>
              <a:ea typeface="Fira Sans"/>
              <a:cs typeface="Fira Sans"/>
              <a:sym typeface="Fira Sans"/>
            </a:endParaRPr>
          </a:p>
        </p:txBody>
      </p:sp>
      <p:pic>
        <p:nvPicPr>
          <p:cNvPr id="123" name="Google Shape;123;g101406faff2_0_7"/>
          <p:cNvPicPr preferRelativeResize="0"/>
          <p:nvPr/>
        </p:nvPicPr>
        <p:blipFill rotWithShape="1">
          <a:blip r:embed="rId3">
            <a:alphaModFix/>
          </a:blip>
          <a:srcRect/>
          <a:stretch/>
        </p:blipFill>
        <p:spPr>
          <a:xfrm>
            <a:off x="4499984" y="2004587"/>
            <a:ext cx="4435766" cy="1632537"/>
          </a:xfrm>
          <a:prstGeom prst="rect">
            <a:avLst/>
          </a:prstGeom>
          <a:noFill/>
          <a:ln>
            <a:noFill/>
          </a:ln>
        </p:spPr>
      </p:pic>
    </p:spTree>
    <p:extLst>
      <p:ext uri="{BB962C8B-B14F-4D97-AF65-F5344CB8AC3E}">
        <p14:creationId xmlns="" xmlns:p14="http://schemas.microsoft.com/office/powerpoint/2010/main" val="25266390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g101406faff2_0_12"/>
          <p:cNvSpPr txBox="1">
            <a:spLocks noGrp="1"/>
          </p:cNvSpPr>
          <p:nvPr>
            <p:ph type="ctrTitle"/>
          </p:nvPr>
        </p:nvSpPr>
        <p:spPr>
          <a:xfrm>
            <a:off x="685800" y="923732"/>
            <a:ext cx="7772400" cy="7092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4000"/>
              <a:buFont typeface="Calibri"/>
              <a:buNone/>
            </a:pPr>
            <a:r>
              <a:rPr lang="en-US" sz="4000" b="1">
                <a:latin typeface="Fira Sans"/>
                <a:ea typeface="Fira Sans"/>
                <a:cs typeface="Fira Sans"/>
                <a:sym typeface="Fira Sans"/>
              </a:rPr>
              <a:t>Regression Checklist</a:t>
            </a:r>
            <a:endParaRPr sz="4000" b="1">
              <a:latin typeface="Fira Sans"/>
              <a:ea typeface="Fira Sans"/>
              <a:cs typeface="Fira Sans"/>
              <a:sym typeface="Fira Sans"/>
            </a:endParaRPr>
          </a:p>
        </p:txBody>
      </p:sp>
      <p:sp>
        <p:nvSpPr>
          <p:cNvPr id="130" name="Google Shape;130;g101406faff2_0_12"/>
          <p:cNvSpPr txBox="1">
            <a:spLocks noGrp="1"/>
          </p:cNvSpPr>
          <p:nvPr>
            <p:ph type="subTitle" idx="1"/>
          </p:nvPr>
        </p:nvSpPr>
        <p:spPr>
          <a:xfrm>
            <a:off x="681135" y="2258009"/>
            <a:ext cx="7091400" cy="1567500"/>
          </a:xfrm>
          <a:prstGeom prst="rect">
            <a:avLst/>
          </a:prstGeom>
          <a:noFill/>
          <a:ln>
            <a:noFill/>
          </a:ln>
        </p:spPr>
        <p:txBody>
          <a:bodyPr spcFirstLastPara="1" wrap="square" lIns="91425" tIns="45700" rIns="91425" bIns="45700" anchor="t" anchorCtr="0">
            <a:normAutofit/>
          </a:bodyPr>
          <a:lstStyle/>
          <a:p>
            <a:pPr marL="457200" lvl="0" indent="-355600" algn="l" rtl="0">
              <a:lnSpc>
                <a:spcPct val="100000"/>
              </a:lnSpc>
              <a:spcBef>
                <a:spcPts val="0"/>
              </a:spcBef>
              <a:spcAft>
                <a:spcPts val="0"/>
              </a:spcAft>
              <a:buClr>
                <a:srgbClr val="0F243E"/>
              </a:buClr>
              <a:buSzPts val="2000"/>
              <a:buFont typeface="Fira Sans"/>
              <a:buAutoNum type="arabicPeriod"/>
            </a:pPr>
            <a:r>
              <a:rPr lang="en-US" sz="2000" dirty="0">
                <a:solidFill>
                  <a:srgbClr val="0F243E"/>
                </a:solidFill>
                <a:latin typeface="Fira Sans"/>
                <a:ea typeface="Fira Sans"/>
                <a:cs typeface="Fira Sans"/>
                <a:sym typeface="Fira Sans"/>
              </a:rPr>
              <a:t>UI elements that are neighbors to the new feature</a:t>
            </a:r>
            <a:endParaRPr sz="2000" dirty="0">
              <a:solidFill>
                <a:srgbClr val="0F243E"/>
              </a:solidFill>
              <a:latin typeface="Fira Sans"/>
              <a:ea typeface="Fira Sans"/>
              <a:cs typeface="Fira Sans"/>
              <a:sym typeface="Fira Sans"/>
            </a:endParaRPr>
          </a:p>
          <a:p>
            <a:pPr marL="457200" lvl="0" indent="-355600" algn="l" rtl="0">
              <a:lnSpc>
                <a:spcPct val="100000"/>
              </a:lnSpc>
              <a:spcBef>
                <a:spcPts val="1000"/>
              </a:spcBef>
              <a:spcAft>
                <a:spcPts val="1000"/>
              </a:spcAft>
              <a:buClr>
                <a:srgbClr val="0F243E"/>
              </a:buClr>
              <a:buSzPts val="2000"/>
              <a:buFont typeface="Fira Sans"/>
              <a:buAutoNum type="arabicPeriod"/>
            </a:pPr>
            <a:r>
              <a:rPr lang="en-US" sz="2000" dirty="0">
                <a:solidFill>
                  <a:srgbClr val="0F243E"/>
                </a:solidFill>
                <a:latin typeface="Fira Sans"/>
                <a:ea typeface="Fira Sans"/>
                <a:cs typeface="Fira Sans"/>
                <a:sym typeface="Fira Sans"/>
              </a:rPr>
              <a:t>Adjacent </a:t>
            </a:r>
            <a:r>
              <a:rPr lang="en-US" sz="2000" dirty="0" smtClean="0">
                <a:solidFill>
                  <a:srgbClr val="0F243E"/>
                </a:solidFill>
                <a:latin typeface="Fira Sans"/>
                <a:ea typeface="Fira Sans"/>
                <a:cs typeface="Fira Sans"/>
                <a:sym typeface="Fira Sans"/>
              </a:rPr>
              <a:t>functionality and </a:t>
            </a:r>
            <a:r>
              <a:rPr lang="en-US" sz="2000" smtClean="0">
                <a:solidFill>
                  <a:srgbClr val="0F243E"/>
                </a:solidFill>
                <a:latin typeface="Fira Sans"/>
                <a:ea typeface="Fira Sans"/>
                <a:cs typeface="Fira Sans"/>
                <a:sym typeface="Fira Sans"/>
              </a:rPr>
              <a:t>Related Scenarios</a:t>
            </a:r>
            <a:endParaRPr sz="2000">
              <a:solidFill>
                <a:srgbClr val="0F243E"/>
              </a:solidFill>
              <a:latin typeface="Fira Sans"/>
              <a:ea typeface="Fira Sans"/>
              <a:cs typeface="Fira Sans"/>
              <a:sym typeface="Fira Sans"/>
            </a:endParaRPr>
          </a:p>
        </p:txBody>
      </p:sp>
    </p:spTree>
    <p:extLst>
      <p:ext uri="{BB962C8B-B14F-4D97-AF65-F5344CB8AC3E}">
        <p14:creationId xmlns="" xmlns:p14="http://schemas.microsoft.com/office/powerpoint/2010/main" val="32277991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ctrTitle"/>
          </p:nvPr>
        </p:nvSpPr>
        <p:spPr>
          <a:xfrm>
            <a:off x="685800" y="923732"/>
            <a:ext cx="7772400" cy="709126"/>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000"/>
              <a:buFont typeface="Calibri"/>
              <a:buNone/>
            </a:pPr>
            <a:r>
              <a:rPr lang="en-US" sz="4000" b="1" dirty="0">
                <a:solidFill>
                  <a:srgbClr val="002060"/>
                </a:solidFill>
                <a:latin typeface="Fira Sans"/>
                <a:ea typeface="Fira Sans"/>
                <a:cs typeface="Fira Sans"/>
                <a:sym typeface="Fira Sans"/>
              </a:rPr>
              <a:t>Retesting</a:t>
            </a:r>
            <a:endParaRPr sz="4000" b="1" dirty="0">
              <a:solidFill>
                <a:srgbClr val="002060"/>
              </a:solidFill>
            </a:endParaRPr>
          </a:p>
        </p:txBody>
      </p:sp>
      <p:sp>
        <p:nvSpPr>
          <p:cNvPr id="105" name="Google Shape;105;p3"/>
          <p:cNvSpPr txBox="1">
            <a:spLocks noGrp="1"/>
          </p:cNvSpPr>
          <p:nvPr>
            <p:ph type="subTitle" idx="1"/>
          </p:nvPr>
        </p:nvSpPr>
        <p:spPr>
          <a:xfrm>
            <a:off x="681135" y="2258009"/>
            <a:ext cx="7091265" cy="1567542"/>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None/>
            </a:pPr>
            <a:r>
              <a:rPr lang="en-US" sz="2000" dirty="0">
                <a:solidFill>
                  <a:schemeClr val="dk1"/>
                </a:solidFill>
                <a:latin typeface="Fira Sans"/>
                <a:ea typeface="Fira Sans"/>
                <a:cs typeface="Fira Sans"/>
                <a:sym typeface="Fira Sans"/>
              </a:rPr>
              <a:t>Performing the Testing on the fixed defects in an application is called Retesting or Defect Retesting</a:t>
            </a:r>
          </a:p>
          <a:p>
            <a:pPr marL="0" marR="0" lvl="0" indent="0" algn="l" rtl="0">
              <a:lnSpc>
                <a:spcPct val="100000"/>
              </a:lnSpc>
              <a:spcBef>
                <a:spcPts val="0"/>
              </a:spcBef>
              <a:spcAft>
                <a:spcPts val="0"/>
              </a:spcAft>
              <a:buNone/>
            </a:pPr>
            <a:endParaRPr sz="2000" dirty="0">
              <a:solidFill>
                <a:schemeClr val="dk1"/>
              </a:solidFill>
              <a:latin typeface="Fira Sans"/>
              <a:ea typeface="Fira Sans"/>
              <a:cs typeface="Fira Sans"/>
              <a:sym typeface="Fira Sans"/>
            </a:endParaRPr>
          </a:p>
        </p:txBody>
      </p:sp>
    </p:spTree>
    <p:extLst>
      <p:ext uri="{BB962C8B-B14F-4D97-AF65-F5344CB8AC3E}">
        <p14:creationId xmlns="" xmlns:p14="http://schemas.microsoft.com/office/powerpoint/2010/main" val="460110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66" name="Google Shape;66;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IN"/>
              <a:pPr marL="0" lvl="0" indent="0" algn="r" rtl="0">
                <a:lnSpc>
                  <a:spcPct val="100000"/>
                </a:lnSpc>
                <a:spcBef>
                  <a:spcPts val="0"/>
                </a:spcBef>
                <a:spcAft>
                  <a:spcPts val="0"/>
                </a:spcAft>
                <a:buSzPts val="1000"/>
                <a:buNone/>
              </a:pPr>
              <a:t>11</a:t>
            </a:fld>
            <a:endParaRPr/>
          </a:p>
        </p:txBody>
      </p:sp>
      <p:pic>
        <p:nvPicPr>
          <p:cNvPr id="67" name="Google Shape;67;p2"/>
          <p:cNvPicPr preferRelativeResize="0"/>
          <p:nvPr/>
        </p:nvPicPr>
        <p:blipFill rotWithShape="1">
          <a:blip r:embed="rId3">
            <a:alphaModFix/>
          </a:blip>
          <a:srcRect b="17749"/>
          <a:stretch/>
        </p:blipFill>
        <p:spPr>
          <a:xfrm>
            <a:off x="0" y="2502"/>
            <a:ext cx="9144001" cy="4228326"/>
          </a:xfrm>
          <a:prstGeom prst="rect">
            <a:avLst/>
          </a:prstGeom>
          <a:noFill/>
          <a:ln>
            <a:noFill/>
          </a:ln>
        </p:spPr>
      </p:pic>
      <p:sp>
        <p:nvSpPr>
          <p:cNvPr id="68" name="Google Shape;68;p2"/>
          <p:cNvSpPr/>
          <p:nvPr/>
        </p:nvSpPr>
        <p:spPr>
          <a:xfrm>
            <a:off x="634482" y="1530220"/>
            <a:ext cx="1688840" cy="363894"/>
          </a:xfrm>
          <a:prstGeom prst="roundRect">
            <a:avLst>
              <a:gd name="adj" fmla="val 16667"/>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9" name="Google Shape;69;p2"/>
          <p:cNvSpPr/>
          <p:nvPr/>
        </p:nvSpPr>
        <p:spPr>
          <a:xfrm>
            <a:off x="634475" y="1894125"/>
            <a:ext cx="1689000" cy="682500"/>
          </a:xfrm>
          <a:prstGeom prst="rect">
            <a:avLst/>
          </a:prstGeom>
          <a:solidFill>
            <a:schemeClr val="lt1"/>
          </a:solidFill>
          <a:ln>
            <a:noFill/>
          </a:ln>
          <a:effectLst>
            <a:outerShdw blurRad="157163" dist="76200" dir="5700000" algn="bl" rotWithShape="0">
              <a:srgbClr val="000000">
                <a:alpha val="31000"/>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sz="1800" b="1" i="0" u="none" strike="noStrike" cap="none">
                <a:solidFill>
                  <a:srgbClr val="FF0000"/>
                </a:solidFill>
                <a:highlight>
                  <a:schemeClr val="lt1"/>
                </a:highlight>
                <a:latin typeface="Fira Sans"/>
                <a:ea typeface="Fira Sans"/>
                <a:cs typeface="Fira Sans"/>
                <a:sym typeface="Fira Sans"/>
              </a:rPr>
              <a:t>Regression</a:t>
            </a:r>
            <a:r>
              <a:rPr lang="en-IN" sz="1600" b="1" i="0" u="none" strike="noStrike" cap="none">
                <a:solidFill>
                  <a:srgbClr val="FF0000"/>
                </a:solidFill>
                <a:highlight>
                  <a:schemeClr val="lt1"/>
                </a:highlight>
                <a:latin typeface="Fira Sans"/>
                <a:ea typeface="Fira Sans"/>
                <a:cs typeface="Fira Sans"/>
                <a:sym typeface="Fira Sans"/>
              </a:rPr>
              <a:t> </a:t>
            </a:r>
            <a:r>
              <a:rPr lang="en-IN" sz="2000" b="1" i="0" u="none" strike="noStrike" cap="none">
                <a:solidFill>
                  <a:srgbClr val="FF0000"/>
                </a:solidFill>
                <a:highlight>
                  <a:schemeClr val="lt1"/>
                </a:highlight>
                <a:latin typeface="Fira Sans"/>
                <a:ea typeface="Fira Sans"/>
                <a:cs typeface="Fira Sans"/>
                <a:sym typeface="Fira Sans"/>
              </a:rPr>
              <a:t>testing</a:t>
            </a:r>
            <a:endParaRPr sz="2000" b="1" i="0" u="none" strike="noStrike" cap="none">
              <a:solidFill>
                <a:srgbClr val="FF0000"/>
              </a:solidFill>
              <a:highlight>
                <a:schemeClr val="lt1"/>
              </a:highlight>
              <a:latin typeface="Fira Sans"/>
              <a:ea typeface="Fira Sans"/>
              <a:cs typeface="Fira Sans"/>
              <a:sym typeface="Fira Sans"/>
            </a:endParaRPr>
          </a:p>
        </p:txBody>
      </p:sp>
    </p:spTree>
    <p:extLst>
      <p:ext uri="{BB962C8B-B14F-4D97-AF65-F5344CB8AC3E}">
        <p14:creationId xmlns="" xmlns:p14="http://schemas.microsoft.com/office/powerpoint/2010/main" val="19193798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3"/>
          <p:cNvSpPr txBox="1">
            <a:spLocks noGrp="1"/>
          </p:cNvSpPr>
          <p:nvPr>
            <p:ph type="body" idx="1"/>
          </p:nvPr>
        </p:nvSpPr>
        <p:spPr>
          <a:xfrm>
            <a:off x="311700" y="531845"/>
            <a:ext cx="8520600" cy="3666931"/>
          </a:xfrm>
          <a:prstGeom prst="rect">
            <a:avLst/>
          </a:prstGeom>
          <a:noFill/>
          <a:ln>
            <a:noFill/>
          </a:ln>
        </p:spPr>
        <p:txBody>
          <a:bodyPr spcFirstLastPara="1" wrap="square" lIns="91425" tIns="91425" rIns="91425" bIns="91425" anchor="t" anchorCtr="0">
            <a:normAutofit/>
          </a:bodyPr>
          <a:lstStyle/>
          <a:p>
            <a:pPr marL="457200" lvl="0" indent="-228600" algn="l" rtl="0">
              <a:lnSpc>
                <a:spcPct val="115000"/>
              </a:lnSpc>
              <a:spcBef>
                <a:spcPts val="0"/>
              </a:spcBef>
              <a:spcAft>
                <a:spcPts val="0"/>
              </a:spcAft>
              <a:buSzPts val="1800"/>
              <a:buNone/>
            </a:pPr>
            <a:endParaRPr b="1"/>
          </a:p>
          <a:p>
            <a:pPr marL="457200" lvl="0" indent="-342900" algn="l" rtl="0">
              <a:lnSpc>
                <a:spcPct val="115000"/>
              </a:lnSpc>
              <a:spcBef>
                <a:spcPts val="0"/>
              </a:spcBef>
              <a:spcAft>
                <a:spcPts val="0"/>
              </a:spcAft>
              <a:buSzPts val="1800"/>
              <a:buChar char="●"/>
            </a:pPr>
            <a:r>
              <a:rPr lang="en-IN" b="1"/>
              <a:t>Regression Test case: </a:t>
            </a:r>
            <a:r>
              <a:rPr lang="en-IN"/>
              <a:t>It is a test case which comes under scope of Regression bucket.</a:t>
            </a:r>
            <a:endParaRPr/>
          </a:p>
          <a:p>
            <a:pPr marL="114300" lvl="0" indent="0" algn="l" rtl="0">
              <a:lnSpc>
                <a:spcPct val="115000"/>
              </a:lnSpc>
              <a:spcBef>
                <a:spcPts val="0"/>
              </a:spcBef>
              <a:spcAft>
                <a:spcPts val="0"/>
              </a:spcAft>
              <a:buSzPts val="1800"/>
              <a:buNone/>
            </a:pPr>
            <a:endParaRPr/>
          </a:p>
          <a:p>
            <a:pPr marL="457200" lvl="0" indent="-342900" algn="l" rtl="0">
              <a:lnSpc>
                <a:spcPct val="115000"/>
              </a:lnSpc>
              <a:spcBef>
                <a:spcPts val="0"/>
              </a:spcBef>
              <a:spcAft>
                <a:spcPts val="0"/>
              </a:spcAft>
              <a:buSzPts val="1800"/>
              <a:buChar char="●"/>
            </a:pPr>
            <a:r>
              <a:rPr lang="en-IN"/>
              <a:t> </a:t>
            </a:r>
            <a:r>
              <a:rPr lang="en-IN" b="1"/>
              <a:t>Regression Defect: </a:t>
            </a:r>
            <a:r>
              <a:rPr lang="en-IN"/>
              <a:t>A Defect which has been Identified during performing Regression Testing is called Regression Defect</a:t>
            </a:r>
            <a:endParaRPr/>
          </a:p>
          <a:p>
            <a:pPr marL="457200" lvl="0" indent="-228600" algn="l" rtl="0">
              <a:lnSpc>
                <a:spcPct val="115000"/>
              </a:lnSpc>
              <a:spcBef>
                <a:spcPts val="0"/>
              </a:spcBef>
              <a:spcAft>
                <a:spcPts val="0"/>
              </a:spcAft>
              <a:buSzPts val="1800"/>
              <a:buNone/>
            </a:pPr>
            <a:endParaRPr/>
          </a:p>
          <a:p>
            <a:pPr marL="457200" lvl="0" indent="-342900" algn="l" rtl="0">
              <a:lnSpc>
                <a:spcPct val="115000"/>
              </a:lnSpc>
              <a:spcBef>
                <a:spcPts val="0"/>
              </a:spcBef>
              <a:spcAft>
                <a:spcPts val="0"/>
              </a:spcAft>
              <a:buSzPts val="1800"/>
              <a:buChar char="●"/>
            </a:pPr>
            <a:r>
              <a:rPr lang="en-IN" b="1"/>
              <a:t>Regression Suit: </a:t>
            </a:r>
            <a:r>
              <a:rPr lang="en-IN"/>
              <a:t>Collection of multiple Regression test case is called Regression Suit. </a:t>
            </a:r>
            <a:endParaRPr/>
          </a:p>
        </p:txBody>
      </p:sp>
      <p:sp>
        <p:nvSpPr>
          <p:cNvPr id="76" name="Google Shape;76;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IN"/>
              <a:pPr marL="0" lvl="0" indent="0" algn="r" rtl="0">
                <a:lnSpc>
                  <a:spcPct val="100000"/>
                </a:lnSpc>
                <a:spcBef>
                  <a:spcPts val="0"/>
                </a:spcBef>
                <a:spcAft>
                  <a:spcPts val="0"/>
                </a:spcAft>
                <a:buSzPts val="1000"/>
                <a:buNone/>
              </a:pPr>
              <a:t>12</a:t>
            </a:fld>
            <a:endParaRPr/>
          </a:p>
        </p:txBody>
      </p:sp>
      <p:pic>
        <p:nvPicPr>
          <p:cNvPr id="77" name="Google Shape;77;p3"/>
          <p:cNvPicPr preferRelativeResize="0"/>
          <p:nvPr/>
        </p:nvPicPr>
        <p:blipFill rotWithShape="1">
          <a:blip r:embed="rId3">
            <a:alphaModFix/>
          </a:blip>
          <a:srcRect b="18354"/>
          <a:stretch/>
        </p:blipFill>
        <p:spPr>
          <a:xfrm>
            <a:off x="0" y="1251"/>
            <a:ext cx="9144001" cy="4197525"/>
          </a:xfrm>
          <a:prstGeom prst="rect">
            <a:avLst/>
          </a:prstGeom>
          <a:noFill/>
          <a:ln>
            <a:noFill/>
          </a:ln>
        </p:spPr>
      </p:pic>
      <p:sp>
        <p:nvSpPr>
          <p:cNvPr id="78" name="Google Shape;78;p3"/>
          <p:cNvSpPr/>
          <p:nvPr/>
        </p:nvSpPr>
        <p:spPr>
          <a:xfrm>
            <a:off x="2332653" y="1586204"/>
            <a:ext cx="942392" cy="270588"/>
          </a:xfrm>
          <a:prstGeom prst="roundRect">
            <a:avLst>
              <a:gd name="adj" fmla="val 16667"/>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9" name="Google Shape;79;p3"/>
          <p:cNvSpPr/>
          <p:nvPr/>
        </p:nvSpPr>
        <p:spPr>
          <a:xfrm>
            <a:off x="1959350" y="1892175"/>
            <a:ext cx="1689000" cy="393600"/>
          </a:xfrm>
          <a:prstGeom prst="rect">
            <a:avLst/>
          </a:prstGeom>
          <a:solidFill>
            <a:schemeClr val="lt1"/>
          </a:solidFill>
          <a:ln>
            <a:noFill/>
          </a:ln>
          <a:effectLst>
            <a:outerShdw blurRad="157163" dist="76200" dir="5700000" algn="bl" rotWithShape="0">
              <a:srgbClr val="000000">
                <a:alpha val="31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IN" sz="1800" b="1" dirty="0">
                <a:solidFill>
                  <a:srgbClr val="FF0000"/>
                </a:solidFill>
                <a:highlight>
                  <a:schemeClr val="lt1"/>
                </a:highlight>
                <a:latin typeface="Fira Sans"/>
                <a:ea typeface="Fira Sans"/>
                <a:cs typeface="Fira Sans"/>
                <a:sym typeface="Fira Sans"/>
              </a:rPr>
              <a:t>Retesting</a:t>
            </a:r>
            <a:endParaRPr sz="2000" b="1" i="0" u="none" strike="noStrike" cap="none" dirty="0">
              <a:solidFill>
                <a:srgbClr val="FF0000"/>
              </a:solidFill>
              <a:highlight>
                <a:schemeClr val="lt1"/>
              </a:highlight>
              <a:latin typeface="Fira Sans"/>
              <a:ea typeface="Fira Sans"/>
              <a:cs typeface="Fira Sans"/>
              <a:sym typeface="Fira Sans"/>
            </a:endParaRPr>
          </a:p>
        </p:txBody>
      </p:sp>
    </p:spTree>
    <p:extLst>
      <p:ext uri="{BB962C8B-B14F-4D97-AF65-F5344CB8AC3E}">
        <p14:creationId xmlns="" xmlns:p14="http://schemas.microsoft.com/office/powerpoint/2010/main" val="4121769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IN" b="1" dirty="0">
                <a:solidFill>
                  <a:srgbClr val="002060"/>
                </a:solidFill>
                <a:latin typeface="Fira Sans"/>
                <a:ea typeface="Fira Sans"/>
                <a:cs typeface="Fira Sans"/>
                <a:sym typeface="Fira Sans"/>
              </a:rPr>
              <a:t>Difference Between Regression Testing and Retesting</a:t>
            </a:r>
            <a:endParaRPr b="1" dirty="0">
              <a:solidFill>
                <a:srgbClr val="002060"/>
              </a:solidFill>
              <a:latin typeface="Fira Sans"/>
              <a:ea typeface="Fira Sans"/>
              <a:cs typeface="Fira Sans"/>
              <a:sym typeface="Fira Sans"/>
            </a:endParaRPr>
          </a:p>
        </p:txBody>
      </p:sp>
      <p:sp>
        <p:nvSpPr>
          <p:cNvPr id="86" name="Google Shape;86;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IN"/>
              <a:pPr marL="0" lvl="0" indent="0" algn="r" rtl="0">
                <a:lnSpc>
                  <a:spcPct val="100000"/>
                </a:lnSpc>
                <a:spcBef>
                  <a:spcPts val="0"/>
                </a:spcBef>
                <a:spcAft>
                  <a:spcPts val="0"/>
                </a:spcAft>
                <a:buSzPts val="1000"/>
                <a:buNone/>
              </a:pPr>
              <a:t>13</a:t>
            </a:fld>
            <a:endParaRPr/>
          </a:p>
        </p:txBody>
      </p:sp>
      <p:graphicFrame>
        <p:nvGraphicFramePr>
          <p:cNvPr id="87" name="Google Shape;87;p4"/>
          <p:cNvGraphicFramePr/>
          <p:nvPr>
            <p:extLst>
              <p:ext uri="{D42A27DB-BD31-4B8C-83A1-F6EECF244321}">
                <p14:modId xmlns="" xmlns:p14="http://schemas.microsoft.com/office/powerpoint/2010/main" val="3231760223"/>
              </p:ext>
            </p:extLst>
          </p:nvPr>
        </p:nvGraphicFramePr>
        <p:xfrm>
          <a:off x="513184" y="1278294"/>
          <a:ext cx="7707075" cy="3328410"/>
        </p:xfrm>
        <a:graphic>
          <a:graphicData uri="http://schemas.openxmlformats.org/drawingml/2006/table">
            <a:tbl>
              <a:tblPr firstRow="1" bandRow="1">
                <a:noFill/>
                <a:tableStyleId>{D99E39AB-BF7C-4983-8E33-9161A9736C17}</a:tableStyleId>
              </a:tblPr>
              <a:tblGrid>
                <a:gridCol w="3793950">
                  <a:extLst>
                    <a:ext uri="{9D8B030D-6E8A-4147-A177-3AD203B41FA5}">
                      <a16:colId xmlns="" xmlns:a16="http://schemas.microsoft.com/office/drawing/2014/main" val="20000"/>
                    </a:ext>
                  </a:extLst>
                </a:gridCol>
                <a:gridCol w="3913125">
                  <a:extLst>
                    <a:ext uri="{9D8B030D-6E8A-4147-A177-3AD203B41FA5}">
                      <a16:colId xmlns="" xmlns:a16="http://schemas.microsoft.com/office/drawing/2014/main" val="20001"/>
                    </a:ext>
                  </a:extLst>
                </a:gridCol>
              </a:tblGrid>
              <a:tr h="312075">
                <a:tc>
                  <a:txBody>
                    <a:bodyPr/>
                    <a:lstStyle/>
                    <a:p>
                      <a:pPr marL="0" marR="0" lvl="0" indent="0" algn="ctr" rtl="0">
                        <a:lnSpc>
                          <a:spcPct val="100000"/>
                        </a:lnSpc>
                        <a:spcBef>
                          <a:spcPts val="0"/>
                        </a:spcBef>
                        <a:spcAft>
                          <a:spcPts val="0"/>
                        </a:spcAft>
                        <a:buNone/>
                      </a:pPr>
                      <a:r>
                        <a:rPr lang="en-IN" sz="1600" u="none" strike="noStrike" cap="none">
                          <a:solidFill>
                            <a:schemeClr val="dk1"/>
                          </a:solidFill>
                          <a:latin typeface="Fira Sans"/>
                          <a:ea typeface="Fira Sans"/>
                          <a:cs typeface="Fira Sans"/>
                          <a:sym typeface="Fira Sans"/>
                        </a:rPr>
                        <a:t>Regression Testing</a:t>
                      </a:r>
                      <a:endParaRPr sz="1600" u="none" strike="noStrike" cap="none">
                        <a:solidFill>
                          <a:schemeClr val="dk1"/>
                        </a:solidFill>
                        <a:latin typeface="Fira Sans"/>
                        <a:ea typeface="Fira Sans"/>
                        <a:cs typeface="Fira Sans"/>
                        <a:sym typeface="Fira Sans"/>
                      </a:endParaRPr>
                    </a:p>
                  </a:txBody>
                  <a:tcPr marL="91450" marR="91450" marT="45725" marB="45725">
                    <a:lnR w="9525" cap="flat" cmpd="sng">
                      <a:solidFill>
                        <a:srgbClr val="000000"/>
                      </a:solidFill>
                      <a:prstDash val="solid"/>
                      <a:round/>
                      <a:headEnd type="none" w="sm" len="sm"/>
                      <a:tailEnd type="none" w="sm" len="sm"/>
                    </a:lnR>
                    <a:solidFill>
                      <a:srgbClr val="64E688"/>
                    </a:solidFill>
                  </a:tcPr>
                </a:tc>
                <a:tc>
                  <a:txBody>
                    <a:bodyPr/>
                    <a:lstStyle/>
                    <a:p>
                      <a:pPr marL="0" marR="0" lvl="0" indent="0" algn="ctr" rtl="0">
                        <a:lnSpc>
                          <a:spcPct val="100000"/>
                        </a:lnSpc>
                        <a:spcBef>
                          <a:spcPts val="0"/>
                        </a:spcBef>
                        <a:spcAft>
                          <a:spcPts val="0"/>
                        </a:spcAft>
                        <a:buNone/>
                      </a:pPr>
                      <a:r>
                        <a:rPr lang="en-IN" sz="1600" u="none" strike="noStrike" cap="none">
                          <a:solidFill>
                            <a:schemeClr val="dk1"/>
                          </a:solidFill>
                          <a:latin typeface="Fira Sans"/>
                          <a:ea typeface="Fira Sans"/>
                          <a:cs typeface="Fira Sans"/>
                          <a:sym typeface="Fira Sans"/>
                        </a:rPr>
                        <a:t>Retesting</a:t>
                      </a:r>
                      <a:endParaRPr sz="1600" u="none" strike="noStrike" cap="none">
                        <a:solidFill>
                          <a:schemeClr val="dk1"/>
                        </a:solidFill>
                        <a:latin typeface="Fira Sans"/>
                        <a:ea typeface="Fira Sans"/>
                        <a:cs typeface="Fira Sans"/>
                        <a:sym typeface="Fira Sans"/>
                      </a:endParaRPr>
                    </a:p>
                  </a:txBody>
                  <a:tcPr marL="91450" marR="91450" marT="45725" marB="45725">
                    <a:lnL w="9525" cap="flat" cmpd="sng">
                      <a:solidFill>
                        <a:srgbClr val="000000"/>
                      </a:solidFill>
                      <a:prstDash val="solid"/>
                      <a:round/>
                      <a:headEnd type="none" w="sm" len="sm"/>
                      <a:tailEnd type="none" w="sm" len="sm"/>
                    </a:lnL>
                    <a:solidFill>
                      <a:srgbClr val="64E688"/>
                    </a:solidFill>
                  </a:tcPr>
                </a:tc>
                <a:extLst>
                  <a:ext uri="{0D108BD9-81ED-4DB2-BD59-A6C34878D82A}">
                    <a16:rowId xmlns="" xmlns:a16="http://schemas.microsoft.com/office/drawing/2014/main" val="10000"/>
                  </a:ext>
                </a:extLst>
              </a:tr>
              <a:tr h="482300">
                <a:tc>
                  <a:txBody>
                    <a:bodyPr/>
                    <a:lstStyle/>
                    <a:p>
                      <a:pPr marL="457200" marR="0" lvl="0" indent="-317500" algn="l" rtl="0">
                        <a:lnSpc>
                          <a:spcPct val="100000"/>
                        </a:lnSpc>
                        <a:spcBef>
                          <a:spcPts val="0"/>
                        </a:spcBef>
                        <a:spcAft>
                          <a:spcPts val="0"/>
                        </a:spcAft>
                        <a:buSzPts val="1400"/>
                        <a:buFont typeface="Fira Sans"/>
                        <a:buAutoNum type="arabicPeriod"/>
                      </a:pPr>
                      <a:r>
                        <a:rPr lang="en-IN">
                          <a:latin typeface="Fira Sans"/>
                          <a:ea typeface="Fira Sans"/>
                          <a:cs typeface="Fira Sans"/>
                          <a:sym typeface="Fira Sans"/>
                        </a:rPr>
                        <a:t>Testing of related Functionality of the Fixed defect or modified application.</a:t>
                      </a:r>
                      <a:endParaRPr>
                        <a:latin typeface="Fira Sans"/>
                        <a:ea typeface="Fira Sans"/>
                        <a:cs typeface="Fira Sans"/>
                        <a:sym typeface="Fira Sans"/>
                      </a:endParaRPr>
                    </a:p>
                  </a:txBody>
                  <a:tcPr marL="91450" marR="91450" marT="45725" marB="45725">
                    <a:lnR w="9525" cap="flat" cmpd="sng">
                      <a:solidFill>
                        <a:srgbClr val="000000"/>
                      </a:solidFill>
                      <a:prstDash val="solid"/>
                      <a:round/>
                      <a:headEnd type="none" w="sm" len="sm"/>
                      <a:tailEnd type="none" w="sm" len="sm"/>
                    </a:lnR>
                  </a:tcPr>
                </a:tc>
                <a:tc>
                  <a:txBody>
                    <a:bodyPr/>
                    <a:lstStyle/>
                    <a:p>
                      <a:pPr marL="457200" marR="0" lvl="0" indent="-317500" algn="l" rtl="0">
                        <a:lnSpc>
                          <a:spcPct val="100000"/>
                        </a:lnSpc>
                        <a:spcBef>
                          <a:spcPts val="0"/>
                        </a:spcBef>
                        <a:spcAft>
                          <a:spcPts val="0"/>
                        </a:spcAft>
                        <a:buSzPts val="1400"/>
                        <a:buFont typeface="Fira Sans"/>
                        <a:buAutoNum type="arabicPeriod"/>
                      </a:pPr>
                      <a:r>
                        <a:rPr lang="en-IN">
                          <a:latin typeface="Fira Sans"/>
                          <a:ea typeface="Fira Sans"/>
                          <a:cs typeface="Fira Sans"/>
                          <a:sym typeface="Fira Sans"/>
                        </a:rPr>
                        <a:t>Testing of functionality of the Fixed defect.</a:t>
                      </a:r>
                      <a:endParaRPr>
                        <a:latin typeface="Fira Sans"/>
                        <a:ea typeface="Fira Sans"/>
                        <a:cs typeface="Fira Sans"/>
                        <a:sym typeface="Fira Sans"/>
                      </a:endParaRPr>
                    </a:p>
                  </a:txBody>
                  <a:tcPr marL="91450" marR="91450" marT="45725" marB="45725">
                    <a:lnL w="9525" cap="flat" cmpd="sng">
                      <a:solidFill>
                        <a:srgbClr val="000000"/>
                      </a:solidFill>
                      <a:prstDash val="solid"/>
                      <a:round/>
                      <a:headEnd type="none" w="sm" len="sm"/>
                      <a:tailEnd type="none" w="sm" len="sm"/>
                    </a:lnL>
                  </a:tcPr>
                </a:tc>
                <a:extLst>
                  <a:ext uri="{0D108BD9-81ED-4DB2-BD59-A6C34878D82A}">
                    <a16:rowId xmlns="" xmlns:a16="http://schemas.microsoft.com/office/drawing/2014/main" val="10001"/>
                  </a:ext>
                </a:extLst>
              </a:tr>
              <a:tr h="482300">
                <a:tc>
                  <a:txBody>
                    <a:bodyPr/>
                    <a:lstStyle/>
                    <a:p>
                      <a:pPr marL="457200" lvl="0" indent="-317500" algn="l" rtl="0">
                        <a:spcBef>
                          <a:spcPts val="0"/>
                        </a:spcBef>
                        <a:spcAft>
                          <a:spcPts val="0"/>
                        </a:spcAft>
                        <a:buClr>
                          <a:schemeClr val="dk1"/>
                        </a:buClr>
                        <a:buSzPts val="1400"/>
                        <a:buFont typeface="Fira Sans"/>
                        <a:buAutoNum type="arabicPeriod" startAt="2"/>
                      </a:pPr>
                      <a:r>
                        <a:rPr lang="en-IN">
                          <a:latin typeface="Fira Sans"/>
                          <a:ea typeface="Fira Sans"/>
                          <a:cs typeface="Fira Sans"/>
                          <a:sym typeface="Fira Sans"/>
                        </a:rPr>
                        <a:t>Involves testing a </a:t>
                      </a:r>
                      <a:r>
                        <a:rPr lang="en-IN" b="1">
                          <a:latin typeface="Fira Sans"/>
                          <a:ea typeface="Fira Sans"/>
                          <a:cs typeface="Fira Sans"/>
                          <a:sym typeface="Fira Sans"/>
                        </a:rPr>
                        <a:t>general area </a:t>
                      </a:r>
                      <a:r>
                        <a:rPr lang="en-IN">
                          <a:latin typeface="Fira Sans"/>
                          <a:ea typeface="Fira Sans"/>
                          <a:cs typeface="Fira Sans"/>
                          <a:sym typeface="Fira Sans"/>
                        </a:rPr>
                        <a:t>of the software.</a:t>
                      </a:r>
                      <a:endParaRPr>
                        <a:latin typeface="Fira Sans"/>
                        <a:ea typeface="Fira Sans"/>
                        <a:cs typeface="Fira Sans"/>
                        <a:sym typeface="Fira Sans"/>
                      </a:endParaRPr>
                    </a:p>
                  </a:txBody>
                  <a:tcPr marL="91450" marR="91450" marT="45725" marB="45725">
                    <a:lnR w="9525" cap="flat" cmpd="sng">
                      <a:solidFill>
                        <a:srgbClr val="000000"/>
                      </a:solidFill>
                      <a:prstDash val="solid"/>
                      <a:round/>
                      <a:headEnd type="none" w="sm" len="sm"/>
                      <a:tailEnd type="none" w="sm" len="sm"/>
                    </a:lnR>
                  </a:tcPr>
                </a:tc>
                <a:tc>
                  <a:txBody>
                    <a:bodyPr/>
                    <a:lstStyle/>
                    <a:p>
                      <a:pPr marL="457200" lvl="0" indent="-317500" algn="l" rtl="0">
                        <a:spcBef>
                          <a:spcPts val="0"/>
                        </a:spcBef>
                        <a:spcAft>
                          <a:spcPts val="0"/>
                        </a:spcAft>
                        <a:buClr>
                          <a:schemeClr val="dk1"/>
                        </a:buClr>
                        <a:buSzPts val="1400"/>
                        <a:buFont typeface="Fira Sans"/>
                        <a:buAutoNum type="arabicPeriod" startAt="2"/>
                      </a:pPr>
                      <a:r>
                        <a:rPr lang="en-IN" sz="1350">
                          <a:highlight>
                            <a:srgbClr val="FFFFFF"/>
                          </a:highlight>
                        </a:rPr>
                        <a:t>Involves testing a </a:t>
                      </a:r>
                      <a:r>
                        <a:rPr lang="en-IN" sz="1350" b="1">
                          <a:highlight>
                            <a:srgbClr val="FFFFFF"/>
                          </a:highlight>
                        </a:rPr>
                        <a:t>specific feature </a:t>
                      </a:r>
                      <a:r>
                        <a:rPr lang="en-IN" sz="1350">
                          <a:highlight>
                            <a:srgbClr val="FFFFFF"/>
                          </a:highlight>
                        </a:rPr>
                        <a:t>of the software.</a:t>
                      </a:r>
                      <a:endParaRPr>
                        <a:latin typeface="Fira Sans"/>
                        <a:ea typeface="Fira Sans"/>
                        <a:cs typeface="Fira Sans"/>
                        <a:sym typeface="Fira Sans"/>
                      </a:endParaRPr>
                    </a:p>
                  </a:txBody>
                  <a:tcPr marL="91450" marR="91450" marT="45725" marB="45725">
                    <a:lnL w="9525" cap="flat" cmpd="sng">
                      <a:solidFill>
                        <a:srgbClr val="000000"/>
                      </a:solidFill>
                      <a:prstDash val="solid"/>
                      <a:round/>
                      <a:headEnd type="none" w="sm" len="sm"/>
                      <a:tailEnd type="none" w="sm" len="sm"/>
                    </a:lnL>
                  </a:tcPr>
                </a:tc>
                <a:extLst>
                  <a:ext uri="{0D108BD9-81ED-4DB2-BD59-A6C34878D82A}">
                    <a16:rowId xmlns="" xmlns:a16="http://schemas.microsoft.com/office/drawing/2014/main" val="10002"/>
                  </a:ext>
                </a:extLst>
              </a:tr>
              <a:tr h="680875">
                <a:tc>
                  <a:txBody>
                    <a:bodyPr/>
                    <a:lstStyle/>
                    <a:p>
                      <a:pPr marL="457200" lvl="0" indent="-317500" algn="l" rtl="0">
                        <a:spcBef>
                          <a:spcPts val="0"/>
                        </a:spcBef>
                        <a:spcAft>
                          <a:spcPts val="0"/>
                        </a:spcAft>
                        <a:buClr>
                          <a:schemeClr val="dk1"/>
                        </a:buClr>
                        <a:buSzPts val="1400"/>
                        <a:buFont typeface="Fira Sans"/>
                        <a:buAutoNum type="arabicPeriod" startAt="3"/>
                      </a:pPr>
                      <a:r>
                        <a:rPr lang="en-IN">
                          <a:latin typeface="Fira Sans"/>
                          <a:ea typeface="Fira Sans"/>
                          <a:cs typeface="Fira Sans"/>
                          <a:sym typeface="Fira Sans"/>
                        </a:rPr>
                        <a:t>Testing software which was working, but now, due to updates, might not be working</a:t>
                      </a:r>
                      <a:endParaRPr>
                        <a:latin typeface="Fira Sans"/>
                        <a:ea typeface="Fira Sans"/>
                        <a:cs typeface="Fira Sans"/>
                        <a:sym typeface="Fira Sans"/>
                      </a:endParaRPr>
                    </a:p>
                  </a:txBody>
                  <a:tcPr marL="91450" marR="91450" marT="45725" marB="45725">
                    <a:lnR w="9525" cap="flat" cmpd="sng">
                      <a:solidFill>
                        <a:srgbClr val="000000"/>
                      </a:solidFill>
                      <a:prstDash val="solid"/>
                      <a:round/>
                      <a:headEnd type="none" w="sm" len="sm"/>
                      <a:tailEnd type="none" w="sm" len="sm"/>
                    </a:lnR>
                  </a:tcPr>
                </a:tc>
                <a:tc>
                  <a:txBody>
                    <a:bodyPr/>
                    <a:lstStyle/>
                    <a:p>
                      <a:pPr marL="457200" lvl="0" indent="-317500" algn="l" rtl="0">
                        <a:spcBef>
                          <a:spcPts val="0"/>
                        </a:spcBef>
                        <a:spcAft>
                          <a:spcPts val="0"/>
                        </a:spcAft>
                        <a:buClr>
                          <a:schemeClr val="dk1"/>
                        </a:buClr>
                        <a:buSzPts val="1400"/>
                        <a:buFont typeface="Fira Sans"/>
                        <a:buAutoNum type="arabicPeriod" startAt="3"/>
                      </a:pPr>
                      <a:r>
                        <a:rPr lang="en-IN" dirty="0">
                          <a:latin typeface="Fira Sans"/>
                          <a:ea typeface="Fira Sans"/>
                          <a:cs typeface="Fira Sans"/>
                          <a:sym typeface="Fira Sans"/>
                        </a:rPr>
                        <a:t>Testing software which was not working, but have been fixed and you test it to confirm that it is </a:t>
                      </a:r>
                      <a:r>
                        <a:rPr lang="en-IN">
                          <a:latin typeface="Fira Sans"/>
                          <a:ea typeface="Fira Sans"/>
                          <a:cs typeface="Fira Sans"/>
                          <a:sym typeface="Fira Sans"/>
                        </a:rPr>
                        <a:t>now fixed or not.</a:t>
                      </a:r>
                      <a:endParaRPr sz="1350" dirty="0">
                        <a:highlight>
                          <a:srgbClr val="FFFFFF"/>
                        </a:highlight>
                      </a:endParaRPr>
                    </a:p>
                  </a:txBody>
                  <a:tcPr marL="91450" marR="91450" marT="45725" marB="45725">
                    <a:lnL w="9525" cap="flat" cmpd="sng">
                      <a:solidFill>
                        <a:srgbClr val="000000"/>
                      </a:solidFill>
                      <a:prstDash val="solid"/>
                      <a:round/>
                      <a:headEnd type="none" w="sm" len="sm"/>
                      <a:tailEnd type="none" w="sm" len="sm"/>
                    </a:lnL>
                  </a:tcPr>
                </a:tc>
                <a:extLst>
                  <a:ext uri="{0D108BD9-81ED-4DB2-BD59-A6C34878D82A}">
                    <a16:rowId xmlns="" xmlns:a16="http://schemas.microsoft.com/office/drawing/2014/main" val="10003"/>
                  </a:ext>
                </a:extLst>
              </a:tr>
              <a:tr h="1225250">
                <a:tc>
                  <a:txBody>
                    <a:bodyPr/>
                    <a:lstStyle/>
                    <a:p>
                      <a:pPr marL="457200" lvl="0" indent="-317500" algn="l" rtl="0">
                        <a:spcBef>
                          <a:spcPts val="0"/>
                        </a:spcBef>
                        <a:spcAft>
                          <a:spcPts val="0"/>
                        </a:spcAft>
                        <a:buClr>
                          <a:schemeClr val="dk1"/>
                        </a:buClr>
                        <a:buSzPts val="1400"/>
                        <a:buFont typeface="Fira Sans"/>
                        <a:buAutoNum type="arabicPeriod" startAt="4"/>
                      </a:pPr>
                      <a:r>
                        <a:rPr lang="en-IN">
                          <a:latin typeface="Fira Sans"/>
                          <a:ea typeface="Fira Sans"/>
                          <a:cs typeface="Fira Sans"/>
                          <a:sym typeface="Fira Sans"/>
                        </a:rPr>
                        <a:t>Should always be a part of the testing process and performed each time code is changed and a software update is about to be released.</a:t>
                      </a:r>
                      <a:endParaRPr>
                        <a:latin typeface="Fira Sans"/>
                        <a:ea typeface="Fira Sans"/>
                        <a:cs typeface="Fira Sans"/>
                        <a:sym typeface="Fira Sans"/>
                      </a:endParaRPr>
                    </a:p>
                  </a:txBody>
                  <a:tcPr marL="91450" marR="91450" marT="45725" marB="45725">
                    <a:lnR w="9525" cap="flat" cmpd="sng">
                      <a:solidFill>
                        <a:srgbClr val="000000"/>
                      </a:solidFill>
                      <a:prstDash val="solid"/>
                      <a:round/>
                      <a:headEnd type="none" w="sm" len="sm"/>
                      <a:tailEnd type="none" w="sm" len="sm"/>
                    </a:lnR>
                  </a:tcPr>
                </a:tc>
                <a:tc>
                  <a:txBody>
                    <a:bodyPr/>
                    <a:lstStyle/>
                    <a:p>
                      <a:pPr marL="457200" lvl="0" indent="-317500" algn="l" rtl="0">
                        <a:spcBef>
                          <a:spcPts val="0"/>
                        </a:spcBef>
                        <a:spcAft>
                          <a:spcPts val="0"/>
                        </a:spcAft>
                        <a:buClr>
                          <a:schemeClr val="dk1"/>
                        </a:buClr>
                        <a:buSzPts val="1400"/>
                        <a:buFont typeface="Fira Sans"/>
                        <a:buAutoNum type="arabicPeriod" startAt="4"/>
                      </a:pPr>
                      <a:r>
                        <a:rPr lang="en-IN" dirty="0">
                          <a:latin typeface="Fira Sans"/>
                          <a:ea typeface="Fira Sans"/>
                          <a:cs typeface="Fira Sans"/>
                          <a:sym typeface="Fira Sans"/>
                        </a:rPr>
                        <a:t>Is only a part of the testing process if a defect or bug is found in the code.</a:t>
                      </a:r>
                      <a:endParaRPr dirty="0">
                        <a:latin typeface="Fira Sans"/>
                        <a:ea typeface="Fira Sans"/>
                        <a:cs typeface="Fira Sans"/>
                        <a:sym typeface="Fira Sans"/>
                      </a:endParaRPr>
                    </a:p>
                  </a:txBody>
                  <a:tcPr marL="91450" marR="91450" marT="45725" marB="45725">
                    <a:lnL w="9525" cap="flat" cmpd="sng">
                      <a:solidFill>
                        <a:srgbClr val="000000"/>
                      </a:solidFill>
                      <a:prstDash val="solid"/>
                      <a:round/>
                      <a:headEnd type="none" w="sm" len="sm"/>
                      <a:tailEnd type="none" w="sm" len="sm"/>
                    </a:lnL>
                  </a:tcPr>
                </a:tc>
                <a:extLst>
                  <a:ext uri="{0D108BD9-81ED-4DB2-BD59-A6C34878D82A}">
                    <a16:rowId xmlns="" xmlns:a16="http://schemas.microsoft.com/office/drawing/2014/main" val="10004"/>
                  </a:ext>
                </a:extLst>
              </a:tr>
            </a:tbl>
          </a:graphicData>
        </a:graphic>
      </p:graphicFrame>
    </p:spTree>
    <p:extLst>
      <p:ext uri="{BB962C8B-B14F-4D97-AF65-F5344CB8AC3E}">
        <p14:creationId xmlns="" xmlns:p14="http://schemas.microsoft.com/office/powerpoint/2010/main" val="36825275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ctrTitle"/>
          </p:nvPr>
        </p:nvSpPr>
        <p:spPr>
          <a:xfrm>
            <a:off x="595365" y="903636"/>
            <a:ext cx="7772400" cy="709126"/>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00000"/>
              </a:lnSpc>
              <a:spcBef>
                <a:spcPts val="0"/>
              </a:spcBef>
              <a:spcAft>
                <a:spcPts val="0"/>
              </a:spcAft>
              <a:buClr>
                <a:schemeClr val="dk1"/>
              </a:buClr>
              <a:buSzPts val="4000"/>
              <a:buFont typeface="Calibri"/>
              <a:buNone/>
            </a:pPr>
            <a:r>
              <a:rPr lang="en-US" sz="4000" b="1" dirty="0">
                <a:solidFill>
                  <a:srgbClr val="002060"/>
                </a:solidFill>
                <a:latin typeface="Fira Sans"/>
                <a:ea typeface="Fira Sans"/>
                <a:cs typeface="Fira Sans"/>
                <a:sym typeface="Fira Sans"/>
              </a:rPr>
              <a:t>Random Testing or Monkey Testing</a:t>
            </a:r>
            <a:endParaRPr sz="4000" b="1" dirty="0">
              <a:solidFill>
                <a:srgbClr val="002060"/>
              </a:solidFill>
            </a:endParaRPr>
          </a:p>
        </p:txBody>
      </p:sp>
      <p:sp>
        <p:nvSpPr>
          <p:cNvPr id="105" name="Google Shape;105;p3"/>
          <p:cNvSpPr txBox="1">
            <a:spLocks noGrp="1"/>
          </p:cNvSpPr>
          <p:nvPr>
            <p:ph type="subTitle" idx="1"/>
          </p:nvPr>
        </p:nvSpPr>
        <p:spPr>
          <a:xfrm>
            <a:off x="1026367" y="2025781"/>
            <a:ext cx="7091265" cy="1567542"/>
          </a:xfrm>
          <a:prstGeom prst="rect">
            <a:avLst/>
          </a:prstGeom>
          <a:noFill/>
          <a:ln>
            <a:noFill/>
          </a:ln>
        </p:spPr>
        <p:txBody>
          <a:bodyPr spcFirstLastPara="1" wrap="square" lIns="91425" tIns="45700" rIns="91425" bIns="45700" anchor="t" anchorCtr="0">
            <a:normAutofit lnSpcReduction="10000"/>
          </a:bodyPr>
          <a:lstStyle/>
          <a:p>
            <a:pPr marL="0" lvl="0" indent="0" algn="l"/>
            <a:r>
              <a:rPr lang="en-IN" sz="2000" dirty="0">
                <a:solidFill>
                  <a:schemeClr val="tx1"/>
                </a:solidFill>
              </a:rPr>
              <a:t>Performing testing on the application randomly (without any sequence) is called Random Testing. </a:t>
            </a:r>
          </a:p>
          <a:p>
            <a:pPr marL="0" lvl="0" indent="0" algn="l"/>
            <a:endParaRPr lang="en-IN" sz="2000" dirty="0">
              <a:solidFill>
                <a:schemeClr val="tx1"/>
              </a:solidFill>
            </a:endParaRPr>
          </a:p>
          <a:p>
            <a:pPr marL="0" lvl="0" indent="0" algn="l"/>
            <a:r>
              <a:rPr lang="en-IN" sz="2000" dirty="0">
                <a:solidFill>
                  <a:schemeClr val="tx1"/>
                </a:solidFill>
              </a:rPr>
              <a:t>We are performing Random testing only when we don’t have sufficient time to complete the testing in a project.</a:t>
            </a:r>
            <a:endParaRPr sz="2000" dirty="0">
              <a:solidFill>
                <a:schemeClr val="tx1"/>
              </a:solidFill>
              <a:latin typeface="Fira Sans"/>
              <a:ea typeface="Fira Sans"/>
              <a:cs typeface="Fira Sans"/>
              <a:sym typeface="Fira Sans"/>
            </a:endParaRPr>
          </a:p>
        </p:txBody>
      </p:sp>
    </p:spTree>
    <p:extLst>
      <p:ext uri="{BB962C8B-B14F-4D97-AF65-F5344CB8AC3E}">
        <p14:creationId xmlns="" xmlns:p14="http://schemas.microsoft.com/office/powerpoint/2010/main" val="38837538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1107B0D9-819C-88BA-6FD5-900C766BE4D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15</a:t>
            </a:fld>
            <a:endParaRPr lang="en-US"/>
          </a:p>
        </p:txBody>
      </p:sp>
      <p:graphicFrame>
        <p:nvGraphicFramePr>
          <p:cNvPr id="3" name="Table 2">
            <a:extLst>
              <a:ext uri="{FF2B5EF4-FFF2-40B4-BE49-F238E27FC236}">
                <a16:creationId xmlns="" xmlns:a16="http://schemas.microsoft.com/office/drawing/2014/main" id="{B549AC44-83E0-2BD5-4CBF-6D10019C1ECE}"/>
              </a:ext>
            </a:extLst>
          </p:cNvPr>
          <p:cNvGraphicFramePr>
            <a:graphicFrameLocks noGrp="1"/>
          </p:cNvGraphicFramePr>
          <p:nvPr>
            <p:extLst>
              <p:ext uri="{D42A27DB-BD31-4B8C-83A1-F6EECF244321}">
                <p14:modId xmlns="" xmlns:p14="http://schemas.microsoft.com/office/powerpoint/2010/main" val="2332127417"/>
              </p:ext>
            </p:extLst>
          </p:nvPr>
        </p:nvGraphicFramePr>
        <p:xfrm>
          <a:off x="972457" y="922572"/>
          <a:ext cx="6691086" cy="3740645"/>
        </p:xfrm>
        <a:graphic>
          <a:graphicData uri="http://schemas.openxmlformats.org/drawingml/2006/table">
            <a:tbl>
              <a:tblPr/>
              <a:tblGrid>
                <a:gridCol w="3345543">
                  <a:extLst>
                    <a:ext uri="{9D8B030D-6E8A-4147-A177-3AD203B41FA5}">
                      <a16:colId xmlns="" xmlns:a16="http://schemas.microsoft.com/office/drawing/2014/main" val="1742141349"/>
                    </a:ext>
                  </a:extLst>
                </a:gridCol>
                <a:gridCol w="3345543">
                  <a:extLst>
                    <a:ext uri="{9D8B030D-6E8A-4147-A177-3AD203B41FA5}">
                      <a16:colId xmlns="" xmlns:a16="http://schemas.microsoft.com/office/drawing/2014/main" val="1829445641"/>
                    </a:ext>
                  </a:extLst>
                </a:gridCol>
              </a:tblGrid>
              <a:tr h="279243">
                <a:tc>
                  <a:txBody>
                    <a:bodyPr/>
                    <a:lstStyle/>
                    <a:p>
                      <a:pPr algn="ctr"/>
                      <a:r>
                        <a:rPr lang="en-IN" sz="1600" b="1" dirty="0">
                          <a:effectLst/>
                        </a:rPr>
                        <a:t>Functional Testing</a:t>
                      </a:r>
                      <a:endParaRPr lang="en-IN" sz="1600" dirty="0">
                        <a:effectLst/>
                      </a:endParaRPr>
                    </a:p>
                  </a:txBody>
                  <a:tcPr marL="33849" marR="33849" marT="33849" marB="33849" anchor="ctr">
                    <a:lnL>
                      <a:noFill/>
                    </a:lnL>
                    <a:lnR>
                      <a:noFill/>
                    </a:lnR>
                    <a:lnT>
                      <a:noFill/>
                    </a:lnT>
                    <a:lnB>
                      <a:noFill/>
                    </a:lnB>
                    <a:solidFill>
                      <a:srgbClr val="FFF5EE"/>
                    </a:solidFill>
                  </a:tcPr>
                </a:tc>
                <a:tc>
                  <a:txBody>
                    <a:bodyPr/>
                    <a:lstStyle/>
                    <a:p>
                      <a:pPr algn="ctr"/>
                      <a:r>
                        <a:rPr lang="en-IN" sz="1600" b="1" dirty="0">
                          <a:effectLst/>
                        </a:rPr>
                        <a:t>Non-Functional Testing</a:t>
                      </a:r>
                      <a:endParaRPr lang="en-IN" sz="1600" dirty="0">
                        <a:effectLst/>
                      </a:endParaRPr>
                    </a:p>
                  </a:txBody>
                  <a:tcPr marL="33849" marR="33849" marT="33849" marB="33849" anchor="ctr">
                    <a:lnL>
                      <a:noFill/>
                    </a:lnL>
                    <a:lnR>
                      <a:noFill/>
                    </a:lnR>
                    <a:lnT>
                      <a:noFill/>
                    </a:lnT>
                    <a:lnB>
                      <a:noFill/>
                    </a:lnB>
                    <a:solidFill>
                      <a:srgbClr val="FFF5EE"/>
                    </a:solidFill>
                  </a:tcPr>
                </a:tc>
                <a:extLst>
                  <a:ext uri="{0D108BD9-81ED-4DB2-BD59-A6C34878D82A}">
                    <a16:rowId xmlns="" xmlns:a16="http://schemas.microsoft.com/office/drawing/2014/main" val="2062885700"/>
                  </a:ext>
                </a:extLst>
              </a:tr>
              <a:tr h="1102275">
                <a:tc>
                  <a:txBody>
                    <a:bodyPr/>
                    <a:lstStyle/>
                    <a:p>
                      <a:r>
                        <a:rPr lang="en-US" sz="1200" b="0" dirty="0">
                          <a:effectLst/>
                        </a:rPr>
                        <a:t>It is performed to comprehend the behavior of the system according to the client functional needs and requirements</a:t>
                      </a:r>
                      <a:endParaRPr lang="en-US" sz="1200" dirty="0">
                        <a:effectLst/>
                      </a:endParaRPr>
                    </a:p>
                  </a:txBody>
                  <a:tcPr marL="33849" marR="33849" marT="33849" marB="33849" anchor="ctr">
                    <a:lnL>
                      <a:noFill/>
                    </a:lnL>
                    <a:lnR>
                      <a:noFill/>
                    </a:lnR>
                    <a:lnT>
                      <a:noFill/>
                    </a:lnT>
                    <a:lnB>
                      <a:noFill/>
                    </a:lnB>
                    <a:solidFill>
                      <a:srgbClr val="FFFFFF"/>
                    </a:solidFill>
                  </a:tcPr>
                </a:tc>
                <a:tc>
                  <a:txBody>
                    <a:bodyPr/>
                    <a:lstStyle/>
                    <a:p>
                      <a:r>
                        <a:rPr lang="en-US" sz="1200" b="0">
                          <a:effectLst/>
                        </a:rPr>
                        <a:t>It is the process that helps comprehend whether the performance of the system is according to the client’s requirements</a:t>
                      </a:r>
                      <a:endParaRPr lang="en-US" sz="1200">
                        <a:effectLst/>
                      </a:endParaRPr>
                    </a:p>
                  </a:txBody>
                  <a:tcPr marL="33849" marR="33849" marT="33849" marB="33849" anchor="ctr">
                    <a:lnL>
                      <a:noFill/>
                    </a:lnL>
                    <a:lnR>
                      <a:noFill/>
                    </a:lnR>
                    <a:lnT>
                      <a:noFill/>
                    </a:lnT>
                    <a:lnB>
                      <a:noFill/>
                    </a:lnB>
                    <a:solidFill>
                      <a:srgbClr val="FFFFFF"/>
                    </a:solidFill>
                  </a:tcPr>
                </a:tc>
                <a:extLst>
                  <a:ext uri="{0D108BD9-81ED-4DB2-BD59-A6C34878D82A}">
                    <a16:rowId xmlns="" xmlns:a16="http://schemas.microsoft.com/office/drawing/2014/main" val="2865459198"/>
                  </a:ext>
                </a:extLst>
              </a:tr>
              <a:tr h="485002">
                <a:tc>
                  <a:txBody>
                    <a:bodyPr/>
                    <a:lstStyle/>
                    <a:p>
                      <a:r>
                        <a:rPr lang="en-US" sz="1200" b="0">
                          <a:effectLst/>
                        </a:rPr>
                        <a:t>Manual and automation testing tools are used to perform it</a:t>
                      </a:r>
                      <a:endParaRPr lang="en-US" sz="1200">
                        <a:effectLst/>
                      </a:endParaRPr>
                    </a:p>
                  </a:txBody>
                  <a:tcPr marL="33849" marR="33849" marT="33849" marB="33849" anchor="ctr">
                    <a:lnL>
                      <a:noFill/>
                    </a:lnL>
                    <a:lnR>
                      <a:noFill/>
                    </a:lnR>
                    <a:lnT>
                      <a:noFill/>
                    </a:lnT>
                    <a:lnB>
                      <a:noFill/>
                    </a:lnB>
                    <a:solidFill>
                      <a:srgbClr val="FFFFFF"/>
                    </a:solidFill>
                  </a:tcPr>
                </a:tc>
                <a:tc>
                  <a:txBody>
                    <a:bodyPr/>
                    <a:lstStyle/>
                    <a:p>
                      <a:r>
                        <a:rPr lang="en-US" sz="1200" b="0">
                          <a:effectLst/>
                        </a:rPr>
                        <a:t>Effective tools are used to perform it after functional testing</a:t>
                      </a:r>
                      <a:endParaRPr lang="en-US" sz="1200">
                        <a:effectLst/>
                      </a:endParaRPr>
                    </a:p>
                  </a:txBody>
                  <a:tcPr marL="33849" marR="33849" marT="33849" marB="33849" anchor="ctr">
                    <a:lnL>
                      <a:noFill/>
                    </a:lnL>
                    <a:lnR>
                      <a:noFill/>
                    </a:lnR>
                    <a:lnT>
                      <a:noFill/>
                    </a:lnT>
                    <a:lnB>
                      <a:noFill/>
                    </a:lnB>
                    <a:solidFill>
                      <a:srgbClr val="FFFFFF"/>
                    </a:solidFill>
                  </a:tcPr>
                </a:tc>
                <a:extLst>
                  <a:ext uri="{0D108BD9-81ED-4DB2-BD59-A6C34878D82A}">
                    <a16:rowId xmlns="" xmlns:a16="http://schemas.microsoft.com/office/drawing/2014/main" val="4259063249"/>
                  </a:ext>
                </a:extLst>
              </a:tr>
              <a:tr h="328037">
                <a:tc>
                  <a:txBody>
                    <a:bodyPr/>
                    <a:lstStyle/>
                    <a:p>
                      <a:r>
                        <a:rPr lang="en-US" sz="1200" b="0" dirty="0">
                          <a:effectLst/>
                        </a:rPr>
                        <a:t>It is quite easy to perform</a:t>
                      </a:r>
                      <a:endParaRPr lang="en-US" sz="1200" dirty="0">
                        <a:effectLst/>
                      </a:endParaRPr>
                    </a:p>
                  </a:txBody>
                  <a:tcPr marL="33849" marR="33849" marT="33849" marB="33849" anchor="ctr">
                    <a:lnL>
                      <a:noFill/>
                    </a:lnL>
                    <a:lnR>
                      <a:noFill/>
                    </a:lnR>
                    <a:lnT>
                      <a:noFill/>
                    </a:lnT>
                    <a:lnB>
                      <a:noFill/>
                    </a:lnB>
                    <a:solidFill>
                      <a:srgbClr val="FFFFFF"/>
                    </a:solidFill>
                  </a:tcPr>
                </a:tc>
                <a:tc>
                  <a:txBody>
                    <a:bodyPr/>
                    <a:lstStyle/>
                    <a:p>
                      <a:r>
                        <a:rPr lang="en-US" sz="1200" b="0">
                          <a:effectLst/>
                        </a:rPr>
                        <a:t>It is difficult to perform</a:t>
                      </a:r>
                      <a:endParaRPr lang="en-US" sz="1200">
                        <a:effectLst/>
                      </a:endParaRPr>
                    </a:p>
                  </a:txBody>
                  <a:tcPr marL="33849" marR="33849" marT="33849" marB="33849" anchor="ctr">
                    <a:lnL>
                      <a:noFill/>
                    </a:lnL>
                    <a:lnR>
                      <a:noFill/>
                    </a:lnR>
                    <a:lnT>
                      <a:noFill/>
                    </a:lnT>
                    <a:lnB>
                      <a:noFill/>
                    </a:lnB>
                    <a:solidFill>
                      <a:srgbClr val="FFFFFF"/>
                    </a:solidFill>
                  </a:tcPr>
                </a:tc>
                <a:extLst>
                  <a:ext uri="{0D108BD9-81ED-4DB2-BD59-A6C34878D82A}">
                    <a16:rowId xmlns="" xmlns:a16="http://schemas.microsoft.com/office/drawing/2014/main" val="3734622712"/>
                  </a:ext>
                </a:extLst>
              </a:tr>
              <a:tr h="1513793">
                <a:tc>
                  <a:txBody>
                    <a:bodyPr/>
                    <a:lstStyle/>
                    <a:p>
                      <a:r>
                        <a:rPr lang="en-US" sz="1200" b="0" dirty="0">
                          <a:effectLst/>
                        </a:rPr>
                        <a:t>Functional testing covers:</a:t>
                      </a:r>
                    </a:p>
                    <a:p>
                      <a:pPr>
                        <a:buFont typeface="Arial" panose="020B0604020202020204" pitchFamily="34" charset="0"/>
                        <a:buChar char="•"/>
                      </a:pPr>
                      <a:r>
                        <a:rPr lang="en-US" sz="1200" b="0" dirty="0">
                          <a:effectLst/>
                        </a:rPr>
                        <a:t>Regression Testing</a:t>
                      </a:r>
                    </a:p>
                    <a:p>
                      <a:pPr>
                        <a:buFont typeface="Arial" panose="020B0604020202020204" pitchFamily="34" charset="0"/>
                        <a:buChar char="•"/>
                      </a:pPr>
                      <a:r>
                        <a:rPr lang="en-US" sz="1200" b="0" dirty="0">
                          <a:effectLst/>
                        </a:rPr>
                        <a:t>Smoke Testing</a:t>
                      </a:r>
                    </a:p>
                    <a:p>
                      <a:pPr>
                        <a:buFont typeface="Arial" panose="020B0604020202020204" pitchFamily="34" charset="0"/>
                        <a:buChar char="•"/>
                      </a:pPr>
                      <a:r>
                        <a:rPr lang="en-US" sz="1200" b="0" dirty="0">
                          <a:effectLst/>
                        </a:rPr>
                        <a:t>User Acceptance Testing</a:t>
                      </a:r>
                    </a:p>
                    <a:p>
                      <a:pPr>
                        <a:buFont typeface="Arial" panose="020B0604020202020204" pitchFamily="34" charset="0"/>
                        <a:buChar char="•"/>
                      </a:pPr>
                      <a:r>
                        <a:rPr lang="en-US" sz="1200" b="0" dirty="0">
                          <a:effectLst/>
                        </a:rPr>
                        <a:t>Sanity Testing</a:t>
                      </a:r>
                    </a:p>
                    <a:p>
                      <a:pPr>
                        <a:buFont typeface="Arial" panose="020B0604020202020204" pitchFamily="34" charset="0"/>
                        <a:buChar char="•"/>
                      </a:pPr>
                      <a:r>
                        <a:rPr lang="en-US" sz="1200" b="0" dirty="0">
                          <a:effectLst/>
                        </a:rPr>
                        <a:t>Integration testing</a:t>
                      </a:r>
                    </a:p>
                  </a:txBody>
                  <a:tcPr marL="33849" marR="33849" marT="33849" marB="33849" anchor="ctr">
                    <a:lnL>
                      <a:noFill/>
                    </a:lnL>
                    <a:lnR>
                      <a:noFill/>
                    </a:lnR>
                    <a:lnT>
                      <a:noFill/>
                    </a:lnT>
                    <a:lnB>
                      <a:noFill/>
                    </a:lnB>
                    <a:solidFill>
                      <a:srgbClr val="FFFFFF"/>
                    </a:solidFill>
                  </a:tcPr>
                </a:tc>
                <a:tc>
                  <a:txBody>
                    <a:bodyPr/>
                    <a:lstStyle/>
                    <a:p>
                      <a:r>
                        <a:rPr lang="en-US" sz="1200" b="0" dirty="0">
                          <a:effectLst/>
                        </a:rPr>
                        <a:t>Non-functional testing covers:</a:t>
                      </a:r>
                      <a:endParaRPr lang="en-US" sz="1200" dirty="0">
                        <a:effectLst/>
                      </a:endParaRPr>
                    </a:p>
                    <a:p>
                      <a:pPr>
                        <a:buFont typeface="Arial" panose="020B0604020202020204" pitchFamily="34" charset="0"/>
                        <a:buChar char="•"/>
                      </a:pPr>
                      <a:r>
                        <a:rPr lang="en-US" sz="1200" b="0" dirty="0">
                          <a:effectLst/>
                        </a:rPr>
                        <a:t>Performance Testing</a:t>
                      </a:r>
                    </a:p>
                    <a:p>
                      <a:pPr>
                        <a:buFont typeface="Arial" panose="020B0604020202020204" pitchFamily="34" charset="0"/>
                        <a:buChar char="•"/>
                      </a:pPr>
                      <a:r>
                        <a:rPr lang="en-US" sz="1200" b="0" dirty="0">
                          <a:effectLst/>
                        </a:rPr>
                        <a:t>Compatibility Testing</a:t>
                      </a:r>
                    </a:p>
                    <a:p>
                      <a:pPr>
                        <a:buFont typeface="Arial" panose="020B0604020202020204" pitchFamily="34" charset="0"/>
                        <a:buChar char="•"/>
                      </a:pPr>
                      <a:r>
                        <a:rPr lang="en-US" sz="1200" b="0" dirty="0">
                          <a:effectLst/>
                        </a:rPr>
                        <a:t>Load, Stress, Volume Testing</a:t>
                      </a:r>
                    </a:p>
                    <a:p>
                      <a:pPr>
                        <a:buFont typeface="Arial" panose="020B0604020202020204" pitchFamily="34" charset="0"/>
                        <a:buChar char="•"/>
                      </a:pPr>
                      <a:r>
                        <a:rPr lang="en-US" sz="1200" b="0" dirty="0">
                          <a:effectLst/>
                        </a:rPr>
                        <a:t>Security Testing</a:t>
                      </a:r>
                    </a:p>
                  </a:txBody>
                  <a:tcPr marL="33849" marR="33849" marT="33849" marB="33849" anchor="ctr">
                    <a:lnL>
                      <a:noFill/>
                    </a:lnL>
                    <a:lnR>
                      <a:noFill/>
                    </a:lnR>
                    <a:lnT>
                      <a:noFill/>
                    </a:lnT>
                    <a:lnB>
                      <a:noFill/>
                    </a:lnB>
                    <a:solidFill>
                      <a:srgbClr val="FFFFFF"/>
                    </a:solidFill>
                  </a:tcPr>
                </a:tc>
                <a:extLst>
                  <a:ext uri="{0D108BD9-81ED-4DB2-BD59-A6C34878D82A}">
                    <a16:rowId xmlns="" xmlns:a16="http://schemas.microsoft.com/office/drawing/2014/main" val="3392175390"/>
                  </a:ext>
                </a:extLst>
              </a:tr>
            </a:tbl>
          </a:graphicData>
        </a:graphic>
      </p:graphicFrame>
      <p:sp>
        <p:nvSpPr>
          <p:cNvPr id="5" name="TextBox 4">
            <a:extLst>
              <a:ext uri="{FF2B5EF4-FFF2-40B4-BE49-F238E27FC236}">
                <a16:creationId xmlns="" xmlns:a16="http://schemas.microsoft.com/office/drawing/2014/main" id="{858E2402-A47A-92CD-5334-399CF63B7169}"/>
              </a:ext>
            </a:extLst>
          </p:cNvPr>
          <p:cNvSpPr txBox="1"/>
          <p:nvPr/>
        </p:nvSpPr>
        <p:spPr>
          <a:xfrm>
            <a:off x="841828" y="280228"/>
            <a:ext cx="7199086" cy="400110"/>
          </a:xfrm>
          <a:prstGeom prst="rect">
            <a:avLst/>
          </a:prstGeom>
          <a:noFill/>
        </p:spPr>
        <p:txBody>
          <a:bodyPr wrap="square">
            <a:spAutoFit/>
          </a:bodyPr>
          <a:lstStyle/>
          <a:p>
            <a:r>
              <a:rPr lang="en-US" sz="2000" b="1" dirty="0">
                <a:solidFill>
                  <a:srgbClr val="002060"/>
                </a:solidFill>
                <a:latin typeface="Fira Sans"/>
                <a:ea typeface="Fira Sans"/>
                <a:cs typeface="Fira Sans"/>
                <a:sym typeface="Fira Sans"/>
              </a:rPr>
              <a:t>Diff between Functional Testing and Non-Functional  Testing</a:t>
            </a:r>
            <a:endParaRPr lang="en-IN" sz="2000" dirty="0"/>
          </a:p>
        </p:txBody>
      </p:sp>
    </p:spTree>
    <p:extLst>
      <p:ext uri="{BB962C8B-B14F-4D97-AF65-F5344CB8AC3E}">
        <p14:creationId xmlns="" xmlns:p14="http://schemas.microsoft.com/office/powerpoint/2010/main" val="1423874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2"/>
          <p:cNvSpPr txBox="1">
            <a:spLocks noGrp="1"/>
          </p:cNvSpPr>
          <p:nvPr>
            <p:ph type="title"/>
          </p:nvPr>
        </p:nvSpPr>
        <p:spPr>
          <a:xfrm>
            <a:off x="311700" y="445025"/>
            <a:ext cx="8520600" cy="4313092"/>
          </a:xfrm>
          <a:prstGeom prst="rect">
            <a:avLst/>
          </a:prstGeom>
          <a:noFill/>
          <a:ln>
            <a:noFill/>
          </a:ln>
        </p:spPr>
        <p:txBody>
          <a:bodyPr spcFirstLastPara="1" wrap="square" lIns="91425" tIns="91425" rIns="91425" bIns="91425" anchor="t" anchorCtr="0">
            <a:normAutofit fontScale="90000"/>
          </a:bodyPr>
          <a:lstStyle/>
          <a:p>
            <a:r>
              <a:rPr lang="en-US" sz="3600" b="1" dirty="0">
                <a:solidFill>
                  <a:srgbClr val="002060"/>
                </a:solidFill>
                <a:latin typeface="+mn-lt"/>
                <a:cs typeface="Aldhabi" panose="01000000000000000000" pitchFamily="2" charset="-78"/>
              </a:rPr>
              <a:t>Performance Testing</a:t>
            </a:r>
            <a:r>
              <a:rPr lang="en-US" dirty="0"/>
              <a:t/>
            </a:r>
            <a:br>
              <a:rPr lang="en-US" dirty="0"/>
            </a:br>
            <a:r>
              <a:rPr lang="en-US" dirty="0"/>
              <a:t/>
            </a:r>
            <a:br>
              <a:rPr lang="en-US" dirty="0"/>
            </a:br>
            <a:r>
              <a:rPr lang="en-IN" sz="1800" dirty="0"/>
              <a:t>Performance is nothing but the response time of the application as per the action we     made it.</a:t>
            </a:r>
            <a:br>
              <a:rPr lang="en-IN" sz="1800" dirty="0"/>
            </a:br>
            <a:r>
              <a:rPr lang="en-IN" sz="1800" dirty="0"/>
              <a:t/>
            </a:r>
            <a:br>
              <a:rPr lang="en-IN" sz="1800" dirty="0"/>
            </a:br>
            <a:r>
              <a:rPr lang="en-IN" sz="1800" dirty="0"/>
              <a:t>Performance Testing is a software testing process used for testing the speed, response time, stability, reliability, and resource usage of a software application under workload.</a:t>
            </a:r>
            <a:br>
              <a:rPr lang="en-IN" sz="1800" dirty="0"/>
            </a:br>
            <a:r>
              <a:rPr lang="en-IN" sz="1800" dirty="0"/>
              <a:t/>
            </a:r>
            <a:br>
              <a:rPr lang="en-IN" sz="1800" dirty="0"/>
            </a:br>
            <a:r>
              <a:rPr lang="en-IN" sz="1800" dirty="0"/>
              <a:t>It is the process of determining the speed, effectiveness, reliability, scalability, and other important features and elements of the system. Moreover, it is also used to compare two or more applications as well as to evaluate their system speed, data transfer rate, bandwidth, and more.</a:t>
            </a:r>
            <a:br>
              <a:rPr lang="en-IN" sz="1800" dirty="0"/>
            </a:br>
            <a:r>
              <a:rPr lang="en-IN" sz="1800" dirty="0"/>
              <a:t/>
            </a:r>
            <a:br>
              <a:rPr lang="en-IN" sz="1800" dirty="0"/>
            </a:br>
            <a:r>
              <a:rPr lang="en-US" sz="1800" dirty="0">
                <a:solidFill>
                  <a:srgbClr val="212529"/>
                </a:solidFill>
                <a:latin typeface="Amasis MT Pro" panose="02040504050005020304" pitchFamily="18" charset="0"/>
                <a:ea typeface="Times New Roman" panose="02020603050405020304" pitchFamily="18" charset="0"/>
                <a:cs typeface="Times New Roman" panose="02020603050405020304" pitchFamily="18" charset="0"/>
              </a:rPr>
              <a:t>.</a:t>
            </a:r>
            <a:endParaRPr lang="en-US" sz="1800" b="1" dirty="0">
              <a:latin typeface="Amasis MT Pro" panose="020B0604020202020204" pitchFamily="18" charset="0"/>
            </a:endParaRPr>
          </a:p>
        </p:txBody>
      </p:sp>
      <p:sp>
        <p:nvSpPr>
          <p:cNvPr id="66" name="Google Shape;66;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IN"/>
              <a:pPr marL="0" lvl="0" indent="0" algn="r" rtl="0">
                <a:lnSpc>
                  <a:spcPct val="100000"/>
                </a:lnSpc>
                <a:spcBef>
                  <a:spcPts val="0"/>
                </a:spcBef>
                <a:spcAft>
                  <a:spcPts val="0"/>
                </a:spcAft>
                <a:buSzPts val="1000"/>
                <a:buNone/>
              </a:pPr>
              <a:t>16</a:t>
            </a:fld>
            <a:endParaRPr/>
          </a:p>
        </p:txBody>
      </p:sp>
    </p:spTree>
    <p:extLst>
      <p:ext uri="{BB962C8B-B14F-4D97-AF65-F5344CB8AC3E}">
        <p14:creationId xmlns="" xmlns:p14="http://schemas.microsoft.com/office/powerpoint/2010/main" val="3413793378"/>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1178</TotalTime>
  <Words>521</Words>
  <Application>Microsoft Office PowerPoint</Application>
  <PresentationFormat>On-screen Show (16:9)</PresentationFormat>
  <Paragraphs>88</Paragraphs>
  <Slides>16</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Kanit</vt:lpstr>
      <vt:lpstr>Fira Sans</vt:lpstr>
      <vt:lpstr>Calibri</vt:lpstr>
      <vt:lpstr>Aldhabi</vt:lpstr>
      <vt:lpstr>Amasis MT Pro</vt:lpstr>
      <vt:lpstr>Times New Roman</vt:lpstr>
      <vt:lpstr>Helvetica Neue</vt:lpstr>
      <vt:lpstr>Simple Light</vt:lpstr>
      <vt:lpstr>Slide 1</vt:lpstr>
      <vt:lpstr>Types of Testing</vt:lpstr>
      <vt:lpstr>Regression Testing</vt:lpstr>
      <vt:lpstr>Slide 4</vt:lpstr>
      <vt:lpstr>Slide 5</vt:lpstr>
      <vt:lpstr>Regression Testing</vt:lpstr>
      <vt:lpstr>Slide 7</vt:lpstr>
      <vt:lpstr>Regression Checklist</vt:lpstr>
      <vt:lpstr>Regression Checklist</vt:lpstr>
      <vt:lpstr>Retesting</vt:lpstr>
      <vt:lpstr>Slide 11</vt:lpstr>
      <vt:lpstr>Slide 12</vt:lpstr>
      <vt:lpstr>Difference Between Regression Testing and Retesting</vt:lpstr>
      <vt:lpstr>Random Testing or Monkey Testing</vt:lpstr>
      <vt:lpstr>Slide 15</vt:lpstr>
      <vt:lpstr>Performance Testing  Performance is nothing but the response time of the application as per the action we     made it.  Performance Testing is a software testing process used for testing the speed, response time, stability, reliability, and resource usage of a software application under workload.  It is the process of determining the speed, effectiveness, reliability, scalability, and other important features and elements of the system. Moreover, it is also used to compare two or more applications as well as to evaluate their system speed, data transfer rate, bandwidth, and more.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Manas Tuwani</cp:lastModifiedBy>
  <cp:revision>52</cp:revision>
  <dcterms:modified xsi:type="dcterms:W3CDTF">2025-07-08T16:23:32Z</dcterms:modified>
</cp:coreProperties>
</file>