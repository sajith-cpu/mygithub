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9"/>
  </p:notesMasterIdLst>
  <p:sldIdLst>
    <p:sldId id="256" r:id="rId2"/>
    <p:sldId id="261" r:id="rId3"/>
    <p:sldId id="257" r:id="rId4"/>
    <p:sldId id="262" r:id="rId5"/>
    <p:sldId id="263" r:id="rId6"/>
    <p:sldId id="264" r:id="rId7"/>
    <p:sldId id="260" r:id="rId8"/>
    <p:sldId id="259" r:id="rId9"/>
    <p:sldId id="265" r:id="rId10"/>
    <p:sldId id="266" r:id="rId11"/>
    <p:sldId id="267" r:id="rId12"/>
    <p:sldId id="268" r:id="rId13"/>
    <p:sldId id="269" r:id="rId14"/>
    <p:sldId id="270" r:id="rId15"/>
    <p:sldId id="271" r:id="rId16"/>
    <p:sldId id="272" r:id="rId17"/>
    <p:sldId id="273" r:id="rId18"/>
  </p:sldIdLst>
  <p:sldSz cx="9144000" cy="5143500" type="screen16x9"/>
  <p:notesSz cx="7019925" cy="9305925"/>
  <p:embeddedFontLst>
    <p:embeddedFont>
      <p:font typeface="Amasis MT Pro" panose="02040504050005020304" pitchFamily="18" charset="0"/>
      <p:regular r:id="rId20"/>
      <p:bold r:id="rId21"/>
      <p:italic r:id="rId22"/>
      <p:boldItalic r:id="rId23"/>
    </p:embeddedFont>
    <p:embeddedFont>
      <p:font typeface="Amasis MT Pro Light" panose="02040304050005020304" pitchFamily="18" charset="0"/>
      <p:regular r:id="rId24"/>
      <p:italic r:id="rId25"/>
    </p:embeddedFont>
    <p:embeddedFont>
      <p:font typeface="Calibri" panose="020F0502020204030204" pitchFamily="34" charset="0"/>
      <p:regular r:id="rId26"/>
      <p:bold r:id="rId27"/>
      <p:italic r:id="rId28"/>
      <p:boldItalic r:id="rId29"/>
    </p:embeddedFont>
    <p:embeddedFont>
      <p:font typeface="Calibri Light" panose="020F0302020204030204" pitchFamily="34" charset="0"/>
      <p:regular r:id="rId30"/>
      <p:italic r:id="rId31"/>
    </p:embeddedFont>
    <p:embeddedFont>
      <p:font typeface="Fira Sans" panose="020B0503050000020004" pitchFamily="34" charset="0"/>
      <p:regular r:id="rId32"/>
      <p:bold r:id="rId33"/>
      <p:italic r:id="rId34"/>
      <p:boldItalic r:id="rId35"/>
    </p:embeddedFont>
    <p:embeddedFont>
      <p:font typeface="Helvetica Neue" panose="020B0604020202020204" charset="0"/>
      <p:regular r:id="rId36"/>
      <p:bold r:id="rId37"/>
      <p:italic r:id="rId38"/>
      <p:boldItalic r:id="rId39"/>
    </p:embeddedFont>
    <p:embeddedFont>
      <p:font typeface="Kanit" panose="020B0604020202020204" charset="-34"/>
      <p:regular r:id="rId40"/>
      <p:bold r:id="rId41"/>
      <p:italic r:id="rId42"/>
      <p:boldItalic r:id="rId43"/>
    </p:embeddedFont>
    <p:embeddedFont>
      <p:font typeface="Merriweather Sans" pitchFamily="2" charset="0"/>
      <p:regular r:id="rId44"/>
      <p:bold r:id="rId45"/>
      <p:italic r:id="rId46"/>
      <p:boldItalic r:id="rId47"/>
    </p:embeddedFont>
    <p:embeddedFont>
      <p:font typeface="Open Sans" panose="020B0606030504020204" pitchFamily="34" charset="0"/>
      <p:regular r:id="rId48"/>
      <p:bold r:id="rId49"/>
      <p:italic r:id="rId50"/>
      <p:boldItalic r:id="rId51"/>
    </p:embeddedFont>
    <p:embeddedFont>
      <p:font typeface="Segoe UI" panose="020B0502040204020203" pitchFamily="34" charset="0"/>
      <p:regular r:id="rId52"/>
      <p:bold r:id="rId53"/>
      <p:italic r:id="rId54"/>
      <p:boldItalic r:id="rId55"/>
    </p:embeddedFont>
    <p:embeddedFont>
      <p:font typeface="Source Sans Pro" panose="020B0503030403020204" pitchFamily="34" charset="0"/>
      <p:regular r:id="rId56"/>
      <p:bold r:id="rId57"/>
      <p:italic r:id="rId58"/>
      <p:boldItalic r:id="rId59"/>
    </p:embeddedFont>
    <p:embeddedFont>
      <p:font typeface="Work Sans" pitchFamily="2" charset="0"/>
      <p:regular r:id="rId60"/>
      <p:bold r:id="rId61"/>
      <p:italic r:id="rId62"/>
      <p:boldItalic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4920">
          <p15:clr>
            <a:srgbClr val="9AA0A6"/>
          </p15:clr>
        </p15:guide>
        <p15:guide id="2" orient="horz" pos="595">
          <p15:clr>
            <a:srgbClr val="9AA0A6"/>
          </p15:clr>
        </p15:guide>
        <p15:guide id="3" orient="horz" pos="2495">
          <p15:clr>
            <a:srgbClr val="9AA0A6"/>
          </p15:clr>
        </p15:guide>
        <p15:guide id="4" orient="horz" pos="1623">
          <p15:clr>
            <a:srgbClr val="9AA0A6"/>
          </p15:clr>
        </p15:guide>
        <p15:guide id="5" orient="horz" pos="792">
          <p15:clr>
            <a:srgbClr val="9AA0A6"/>
          </p15:clr>
        </p15:guide>
        <p15:guide id="6" pos="388">
          <p15:clr>
            <a:srgbClr val="9AA0A6"/>
          </p15:clr>
        </p15:guide>
        <p15:guide id="7" pos="3240">
          <p15:clr>
            <a:srgbClr val="9AA0A6"/>
          </p15:clr>
        </p15:guide>
        <p15:guide id="8" pos="648">
          <p15:clr>
            <a:srgbClr val="9AA0A6"/>
          </p15:clr>
        </p15:guide>
        <p15:guide id="9" orient="horz" pos="720">
          <p15:clr>
            <a:srgbClr val="9AA0A6"/>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6" roundtripDataSignature="AMtx7mhFHP++pb+6bBzwpAlUVYs3U1Tuk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99E39AB-BF7C-4983-8E33-9161A9736C17}">
  <a:tblStyle styleId="{D99E39AB-BF7C-4983-8E33-9161A9736C17}" styleName="Table_0">
    <a:wholeTbl>
      <a:tcTxStyle b="off" i="off">
        <a:font>
          <a:latin typeface="Arial"/>
          <a:ea typeface="Arial"/>
          <a:cs typeface="Arial"/>
        </a:font>
        <a:schemeClr val="dk1"/>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cBdr>
      </a:tcStyle>
    </a:band1V>
    <a:band2V>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2"/>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Arial"/>
          <a:ea typeface="Arial"/>
          <a:cs typeface="Arial"/>
        </a:font>
        <a:schemeClr val="lt1"/>
      </a:tcTxStyle>
      <a:tcStyle>
        <a:tcBdr/>
        <a:fill>
          <a:solidFill>
            <a:schemeClr val="accent2"/>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339" autoAdjust="0"/>
  </p:normalViewPr>
  <p:slideViewPr>
    <p:cSldViewPr snapToGrid="0">
      <p:cViewPr varScale="1">
        <p:scale>
          <a:sx n="99" d="100"/>
          <a:sy n="99" d="100"/>
        </p:scale>
        <p:origin x="994" y="82"/>
      </p:cViewPr>
      <p:guideLst>
        <p:guide pos="4920"/>
        <p:guide orient="horz" pos="595"/>
        <p:guide orient="horz" pos="2495"/>
        <p:guide orient="horz" pos="1623"/>
        <p:guide orient="horz" pos="792"/>
        <p:guide pos="388"/>
        <p:guide pos="3240"/>
        <p:guide pos="648"/>
        <p:guide orient="horz" pos="7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font" Target="fonts/font7.fntdata"/><Relationship Id="rId21" Type="http://schemas.openxmlformats.org/officeDocument/2006/relationships/font" Target="fonts/font2.fntdata"/><Relationship Id="rId42" Type="http://schemas.openxmlformats.org/officeDocument/2006/relationships/font" Target="fonts/font23.fntdata"/><Relationship Id="rId47" Type="http://schemas.openxmlformats.org/officeDocument/2006/relationships/font" Target="fonts/font28.fntdata"/><Relationship Id="rId63" Type="http://schemas.openxmlformats.org/officeDocument/2006/relationships/font" Target="fonts/font4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0.fntdata"/><Relationship Id="rId107" Type="http://schemas.openxmlformats.org/officeDocument/2006/relationships/presProps" Target="presProps.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40" Type="http://schemas.openxmlformats.org/officeDocument/2006/relationships/font" Target="fonts/font21.fntdata"/><Relationship Id="rId45" Type="http://schemas.openxmlformats.org/officeDocument/2006/relationships/font" Target="fonts/font26.fntdata"/><Relationship Id="rId53" Type="http://schemas.openxmlformats.org/officeDocument/2006/relationships/font" Target="fonts/font34.fntdata"/><Relationship Id="rId58" Type="http://schemas.openxmlformats.org/officeDocument/2006/relationships/font" Target="fonts/font39.fntdata"/><Relationship Id="rId110"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42.fntdata"/><Relationship Id="rId19" Type="http://schemas.openxmlformats.org/officeDocument/2006/relationships/notesMaster" Target="notesMasters/notesMaster1.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43" Type="http://schemas.openxmlformats.org/officeDocument/2006/relationships/font" Target="fonts/font24.fntdata"/><Relationship Id="rId48" Type="http://schemas.openxmlformats.org/officeDocument/2006/relationships/font" Target="fonts/font29.fntdata"/><Relationship Id="rId56" Type="http://schemas.openxmlformats.org/officeDocument/2006/relationships/font" Target="fonts/font37.fntdata"/><Relationship Id="rId8" Type="http://schemas.openxmlformats.org/officeDocument/2006/relationships/slide" Target="slides/slide7.xml"/><Relationship Id="rId51" Type="http://schemas.openxmlformats.org/officeDocument/2006/relationships/font" Target="fonts/font3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font" Target="fonts/font19.fntdata"/><Relationship Id="rId46" Type="http://schemas.openxmlformats.org/officeDocument/2006/relationships/font" Target="fonts/font27.fntdata"/><Relationship Id="rId59" Type="http://schemas.openxmlformats.org/officeDocument/2006/relationships/font" Target="fonts/font40.fntdata"/><Relationship Id="rId108" Type="http://schemas.openxmlformats.org/officeDocument/2006/relationships/viewProps" Target="viewProps.xml"/><Relationship Id="rId20" Type="http://schemas.openxmlformats.org/officeDocument/2006/relationships/font" Target="fonts/font1.fntdata"/><Relationship Id="rId41" Type="http://schemas.openxmlformats.org/officeDocument/2006/relationships/font" Target="fonts/font22.fntdata"/><Relationship Id="rId54" Type="http://schemas.openxmlformats.org/officeDocument/2006/relationships/font" Target="fonts/font35.fntdata"/><Relationship Id="rId62" Type="http://schemas.openxmlformats.org/officeDocument/2006/relationships/font" Target="fonts/font43.fntdata"/><Relationship Id="rId11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49" Type="http://schemas.openxmlformats.org/officeDocument/2006/relationships/font" Target="fonts/font30.fntdata"/><Relationship Id="rId57" Type="http://schemas.openxmlformats.org/officeDocument/2006/relationships/font" Target="fonts/font38.fntdata"/><Relationship Id="rId106" Type="http://customschemas.google.com/relationships/presentationmetadata" Target="metadata"/><Relationship Id="rId10" Type="http://schemas.openxmlformats.org/officeDocument/2006/relationships/slide" Target="slides/slide9.xml"/><Relationship Id="rId31" Type="http://schemas.openxmlformats.org/officeDocument/2006/relationships/font" Target="fonts/font12.fntdata"/><Relationship Id="rId44" Type="http://schemas.openxmlformats.org/officeDocument/2006/relationships/font" Target="fonts/font25.fntdata"/><Relationship Id="rId52" Type="http://schemas.openxmlformats.org/officeDocument/2006/relationships/font" Target="fonts/font33.fntdata"/><Relationship Id="rId60" Type="http://schemas.openxmlformats.org/officeDocument/2006/relationships/font" Target="fonts/font41.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font" Target="fonts/font20.fntdata"/><Relationship Id="rId109" Type="http://schemas.openxmlformats.org/officeDocument/2006/relationships/theme" Target="theme/theme1.xml"/><Relationship Id="rId34" Type="http://schemas.openxmlformats.org/officeDocument/2006/relationships/font" Target="fonts/font15.fntdata"/><Relationship Id="rId50" Type="http://schemas.openxmlformats.org/officeDocument/2006/relationships/font" Target="fonts/font31.fntdata"/><Relationship Id="rId55" Type="http://schemas.openxmlformats.org/officeDocument/2006/relationships/font" Target="fonts/font36.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2AB35E12-F2CE-4A89-B1D9-F79E7152115B}"/>
    <pc:docChg chg="modSld">
      <pc:chgData name="Manas Tuwani" userId="5d421215-a11f-4a6e-90ca-e8ac2213fab6" providerId="ADAL" clId="{2AB35E12-F2CE-4A89-B1D9-F79E7152115B}" dt="2023-05-23T14:25:44.087" v="28" actId="20577"/>
      <pc:docMkLst>
        <pc:docMk/>
      </pc:docMkLst>
      <pc:sldChg chg="modSp mod">
        <pc:chgData name="Manas Tuwani" userId="5d421215-a11f-4a6e-90ca-e8ac2213fab6" providerId="ADAL" clId="{2AB35E12-F2CE-4A89-B1D9-F79E7152115B}" dt="2023-05-23T14:25:44.087" v="28" actId="20577"/>
        <pc:sldMkLst>
          <pc:docMk/>
          <pc:sldMk cId="534507409" sldId="260"/>
        </pc:sldMkLst>
        <pc:spChg chg="mod">
          <ac:chgData name="Manas Tuwani" userId="5d421215-a11f-4a6e-90ca-e8ac2213fab6" providerId="ADAL" clId="{2AB35E12-F2CE-4A89-B1D9-F79E7152115B}" dt="2023-05-23T14:25:44.087" v="28" actId="20577"/>
          <ac:spMkLst>
            <pc:docMk/>
            <pc:sldMk cId="534507409" sldId="260"/>
            <ac:spMk id="3" creationId="{AFB9E1FC-D9AC-4FE7-82D2-A73799233050}"/>
          </ac:spMkLst>
        </pc:spChg>
      </pc:sldChg>
    </pc:docChg>
  </pc:docChgLst>
  <pc:docChgLst>
    <pc:chgData name="Manas Tuwani" userId="5d421215-a11f-4a6e-90ca-e8ac2213fab6" providerId="ADAL" clId="{D86A891C-B610-4344-9F13-FFB55525301F}"/>
    <pc:docChg chg="modSld">
      <pc:chgData name="Manas Tuwani" userId="5d421215-a11f-4a6e-90ca-e8ac2213fab6" providerId="ADAL" clId="{D86A891C-B610-4344-9F13-FFB55525301F}" dt="2023-12-30T14:33:38.330" v="4" actId="20577"/>
      <pc:docMkLst>
        <pc:docMk/>
      </pc:docMkLst>
      <pc:sldChg chg="modSp mod">
        <pc:chgData name="Manas Tuwani" userId="5d421215-a11f-4a6e-90ca-e8ac2213fab6" providerId="ADAL" clId="{D86A891C-B610-4344-9F13-FFB55525301F}" dt="2023-12-30T14:33:38.330" v="4" actId="20577"/>
        <pc:sldMkLst>
          <pc:docMk/>
          <pc:sldMk cId="3882218974" sldId="264"/>
        </pc:sldMkLst>
        <pc:spChg chg="mod">
          <ac:chgData name="Manas Tuwani" userId="5d421215-a11f-4a6e-90ca-e8ac2213fab6" providerId="ADAL" clId="{D86A891C-B610-4344-9F13-FFB55525301F}" dt="2023-12-30T14:33:38.330" v="4" actId="20577"/>
          <ac:spMkLst>
            <pc:docMk/>
            <pc:sldMk cId="3882218974" sldId="264"/>
            <ac:spMk id="3" creationId="{9CF2335A-5016-4E65-87DF-F8D1AD4A3254}"/>
          </ac:spMkLst>
        </pc:spChg>
      </pc:sldChg>
    </pc:docChg>
  </pc:docChgLst>
  <pc:docChgLst>
    <pc:chgData name="Manas Tuwani" userId="5d421215-a11f-4a6e-90ca-e8ac2213fab6" providerId="ADAL" clId="{E67671F6-ECE0-44C0-B06C-F32CDD04590D}"/>
    <pc:docChg chg="delSld modSld">
      <pc:chgData name="Manas Tuwani" userId="5d421215-a11f-4a6e-90ca-e8ac2213fab6" providerId="ADAL" clId="{E67671F6-ECE0-44C0-B06C-F32CDD04590D}" dt="2022-06-29T15:21:05.413" v="79" actId="47"/>
      <pc:docMkLst>
        <pc:docMk/>
      </pc:docMkLst>
      <pc:sldChg chg="addSp modSp mod">
        <pc:chgData name="Manas Tuwani" userId="5d421215-a11f-4a6e-90ca-e8ac2213fab6" providerId="ADAL" clId="{E67671F6-ECE0-44C0-B06C-F32CDD04590D}" dt="2022-06-29T13:24:31.741" v="16" actId="14100"/>
        <pc:sldMkLst>
          <pc:docMk/>
          <pc:sldMk cId="0" sldId="256"/>
        </pc:sldMkLst>
        <pc:picChg chg="add mod">
          <ac:chgData name="Manas Tuwani" userId="5d421215-a11f-4a6e-90ca-e8ac2213fab6" providerId="ADAL" clId="{E67671F6-ECE0-44C0-B06C-F32CDD04590D}" dt="2022-06-29T13:24:31.741" v="16" actId="14100"/>
          <ac:picMkLst>
            <pc:docMk/>
            <pc:sldMk cId="0" sldId="256"/>
            <ac:picMk id="3" creationId="{980D41D7-670B-6925-3C7C-8F9068C650EA}"/>
          </ac:picMkLst>
        </pc:picChg>
      </pc:sldChg>
      <pc:sldChg chg="addSp modSp mod">
        <pc:chgData name="Manas Tuwani" userId="5d421215-a11f-4a6e-90ca-e8ac2213fab6" providerId="ADAL" clId="{E67671F6-ECE0-44C0-B06C-F32CDD04590D}" dt="2022-06-29T13:24:49.249" v="19" actId="14100"/>
        <pc:sldMkLst>
          <pc:docMk/>
          <pc:sldMk cId="2160459485" sldId="265"/>
        </pc:sldMkLst>
        <pc:picChg chg="add mod">
          <ac:chgData name="Manas Tuwani" userId="5d421215-a11f-4a6e-90ca-e8ac2213fab6" providerId="ADAL" clId="{E67671F6-ECE0-44C0-B06C-F32CDD04590D}" dt="2022-06-29T13:24:49.249" v="19" actId="14100"/>
          <ac:picMkLst>
            <pc:docMk/>
            <pc:sldMk cId="2160459485" sldId="265"/>
            <ac:picMk id="10" creationId="{DF63293B-A94B-3802-18B9-B2C8C3A40A5A}"/>
          </ac:picMkLst>
        </pc:picChg>
      </pc:sldChg>
      <pc:sldChg chg="addSp modSp del mod">
        <pc:chgData name="Manas Tuwani" userId="5d421215-a11f-4a6e-90ca-e8ac2213fab6" providerId="ADAL" clId="{E67671F6-ECE0-44C0-B06C-F32CDD04590D}" dt="2022-06-29T15:20:16.155" v="39" actId="47"/>
        <pc:sldMkLst>
          <pc:docMk/>
          <pc:sldMk cId="896292015" sldId="274"/>
        </pc:sldMkLst>
        <pc:picChg chg="add mod">
          <ac:chgData name="Manas Tuwani" userId="5d421215-a11f-4a6e-90ca-e8ac2213fab6" providerId="ADAL" clId="{E67671F6-ECE0-44C0-B06C-F32CDD04590D}" dt="2022-06-29T13:25:40.131" v="25" actId="14100"/>
          <ac:picMkLst>
            <pc:docMk/>
            <pc:sldMk cId="896292015" sldId="274"/>
            <ac:picMk id="10" creationId="{EF43BC93-55AD-82D5-AC6E-780AF770EF11}"/>
          </ac:picMkLst>
        </pc:picChg>
      </pc:sldChg>
      <pc:sldChg chg="del">
        <pc:chgData name="Manas Tuwani" userId="5d421215-a11f-4a6e-90ca-e8ac2213fab6" providerId="ADAL" clId="{E67671F6-ECE0-44C0-B06C-F32CDD04590D}" dt="2022-06-29T15:20:17.265" v="40" actId="47"/>
        <pc:sldMkLst>
          <pc:docMk/>
          <pc:sldMk cId="4203630248" sldId="275"/>
        </pc:sldMkLst>
      </pc:sldChg>
      <pc:sldChg chg="del">
        <pc:chgData name="Manas Tuwani" userId="5d421215-a11f-4a6e-90ca-e8ac2213fab6" providerId="ADAL" clId="{E67671F6-ECE0-44C0-B06C-F32CDD04590D}" dt="2022-06-29T15:20:21.232" v="41" actId="47"/>
        <pc:sldMkLst>
          <pc:docMk/>
          <pc:sldMk cId="2164253596" sldId="276"/>
        </pc:sldMkLst>
      </pc:sldChg>
      <pc:sldChg chg="del">
        <pc:chgData name="Manas Tuwani" userId="5d421215-a11f-4a6e-90ca-e8ac2213fab6" providerId="ADAL" clId="{E67671F6-ECE0-44C0-B06C-F32CDD04590D}" dt="2022-06-29T15:21:05.413" v="79" actId="47"/>
        <pc:sldMkLst>
          <pc:docMk/>
          <pc:sldMk cId="492427127" sldId="277"/>
        </pc:sldMkLst>
      </pc:sldChg>
      <pc:sldChg chg="del">
        <pc:chgData name="Manas Tuwani" userId="5d421215-a11f-4a6e-90ca-e8ac2213fab6" providerId="ADAL" clId="{E67671F6-ECE0-44C0-B06C-F32CDD04590D}" dt="2022-06-29T15:20:33.783" v="45" actId="47"/>
        <pc:sldMkLst>
          <pc:docMk/>
          <pc:sldMk cId="2372474410" sldId="278"/>
        </pc:sldMkLst>
      </pc:sldChg>
      <pc:sldChg chg="del">
        <pc:chgData name="Manas Tuwani" userId="5d421215-a11f-4a6e-90ca-e8ac2213fab6" providerId="ADAL" clId="{E67671F6-ECE0-44C0-B06C-F32CDD04590D}" dt="2022-06-29T15:20:25.275" v="44" actId="47"/>
        <pc:sldMkLst>
          <pc:docMk/>
          <pc:sldMk cId="1419981054" sldId="279"/>
        </pc:sldMkLst>
      </pc:sldChg>
      <pc:sldChg chg="del">
        <pc:chgData name="Manas Tuwani" userId="5d421215-a11f-4a6e-90ca-e8ac2213fab6" providerId="ADAL" clId="{E67671F6-ECE0-44C0-B06C-F32CDD04590D}" dt="2022-06-29T15:20:23.334" v="42" actId="47"/>
        <pc:sldMkLst>
          <pc:docMk/>
          <pc:sldMk cId="4176012570" sldId="280"/>
        </pc:sldMkLst>
      </pc:sldChg>
      <pc:sldChg chg="del">
        <pc:chgData name="Manas Tuwani" userId="5d421215-a11f-4a6e-90ca-e8ac2213fab6" providerId="ADAL" clId="{E67671F6-ECE0-44C0-B06C-F32CDD04590D}" dt="2022-06-29T15:20:24.435" v="43" actId="47"/>
        <pc:sldMkLst>
          <pc:docMk/>
          <pc:sldMk cId="3292354981" sldId="281"/>
        </pc:sldMkLst>
      </pc:sldChg>
      <pc:sldChg chg="addSp modSp del mod">
        <pc:chgData name="Manas Tuwani" userId="5d421215-a11f-4a6e-90ca-e8ac2213fab6" providerId="ADAL" clId="{E67671F6-ECE0-44C0-B06C-F32CDD04590D}" dt="2022-06-29T15:20:35.109" v="46" actId="47"/>
        <pc:sldMkLst>
          <pc:docMk/>
          <pc:sldMk cId="416262775" sldId="282"/>
        </pc:sldMkLst>
        <pc:spChg chg="mod">
          <ac:chgData name="Manas Tuwani" userId="5d421215-a11f-4a6e-90ca-e8ac2213fab6" providerId="ADAL" clId="{E67671F6-ECE0-44C0-B06C-F32CDD04590D}" dt="2022-06-29T13:26:18.670" v="36" actId="14100"/>
          <ac:spMkLst>
            <pc:docMk/>
            <pc:sldMk cId="416262775" sldId="282"/>
            <ac:spMk id="54" creationId="{00000000-0000-0000-0000-000000000000}"/>
          </ac:spMkLst>
        </pc:spChg>
        <pc:picChg chg="add mod">
          <ac:chgData name="Manas Tuwani" userId="5d421215-a11f-4a6e-90ca-e8ac2213fab6" providerId="ADAL" clId="{E67671F6-ECE0-44C0-B06C-F32CDD04590D}" dt="2022-06-29T13:25:56.607" v="28" actId="14100"/>
          <ac:picMkLst>
            <pc:docMk/>
            <pc:sldMk cId="416262775" sldId="282"/>
            <ac:picMk id="10" creationId="{A693D52F-42F3-F3A8-D8F6-B575790C1211}"/>
          </ac:picMkLst>
        </pc:picChg>
      </pc:sldChg>
      <pc:sldChg chg="del">
        <pc:chgData name="Manas Tuwani" userId="5d421215-a11f-4a6e-90ca-e8ac2213fab6" providerId="ADAL" clId="{E67671F6-ECE0-44C0-B06C-F32CDD04590D}" dt="2022-06-29T15:21:04.931" v="78" actId="47"/>
        <pc:sldMkLst>
          <pc:docMk/>
          <pc:sldMk cId="3766055994" sldId="283"/>
        </pc:sldMkLst>
      </pc:sldChg>
      <pc:sldChg chg="del">
        <pc:chgData name="Manas Tuwani" userId="5d421215-a11f-4a6e-90ca-e8ac2213fab6" providerId="ADAL" clId="{E67671F6-ECE0-44C0-B06C-F32CDD04590D}" dt="2022-06-29T15:20:38.869" v="47" actId="47"/>
        <pc:sldMkLst>
          <pc:docMk/>
          <pc:sldMk cId="2780404911" sldId="284"/>
        </pc:sldMkLst>
      </pc:sldChg>
      <pc:sldChg chg="del">
        <pc:chgData name="Manas Tuwani" userId="5d421215-a11f-4a6e-90ca-e8ac2213fab6" providerId="ADAL" clId="{E67671F6-ECE0-44C0-B06C-F32CDD04590D}" dt="2022-06-29T15:21:04.617" v="77" actId="47"/>
        <pc:sldMkLst>
          <pc:docMk/>
          <pc:sldMk cId="2082886903" sldId="285"/>
        </pc:sldMkLst>
      </pc:sldChg>
      <pc:sldChg chg="del">
        <pc:chgData name="Manas Tuwani" userId="5d421215-a11f-4a6e-90ca-e8ac2213fab6" providerId="ADAL" clId="{E67671F6-ECE0-44C0-B06C-F32CDD04590D}" dt="2022-06-29T15:21:04.184" v="76" actId="47"/>
        <pc:sldMkLst>
          <pc:docMk/>
          <pc:sldMk cId="1559475318" sldId="286"/>
        </pc:sldMkLst>
      </pc:sldChg>
      <pc:sldChg chg="del">
        <pc:chgData name="Manas Tuwani" userId="5d421215-a11f-4a6e-90ca-e8ac2213fab6" providerId="ADAL" clId="{E67671F6-ECE0-44C0-B06C-F32CDD04590D}" dt="2022-06-29T15:21:03.506" v="75" actId="47"/>
        <pc:sldMkLst>
          <pc:docMk/>
          <pc:sldMk cId="2953193978" sldId="287"/>
        </pc:sldMkLst>
      </pc:sldChg>
      <pc:sldChg chg="del">
        <pc:chgData name="Manas Tuwani" userId="5d421215-a11f-4a6e-90ca-e8ac2213fab6" providerId="ADAL" clId="{E67671F6-ECE0-44C0-B06C-F32CDD04590D}" dt="2022-06-29T15:21:02.857" v="74" actId="47"/>
        <pc:sldMkLst>
          <pc:docMk/>
          <pc:sldMk cId="4204491784" sldId="288"/>
        </pc:sldMkLst>
      </pc:sldChg>
      <pc:sldChg chg="del">
        <pc:chgData name="Manas Tuwani" userId="5d421215-a11f-4a6e-90ca-e8ac2213fab6" providerId="ADAL" clId="{E67671F6-ECE0-44C0-B06C-F32CDD04590D}" dt="2022-06-29T15:21:02.126" v="73" actId="47"/>
        <pc:sldMkLst>
          <pc:docMk/>
          <pc:sldMk cId="963109271" sldId="289"/>
        </pc:sldMkLst>
      </pc:sldChg>
      <pc:sldChg chg="del">
        <pc:chgData name="Manas Tuwani" userId="5d421215-a11f-4a6e-90ca-e8ac2213fab6" providerId="ADAL" clId="{E67671F6-ECE0-44C0-B06C-F32CDD04590D}" dt="2022-06-29T15:21:01.372" v="72" actId="47"/>
        <pc:sldMkLst>
          <pc:docMk/>
          <pc:sldMk cId="3112038682" sldId="290"/>
        </pc:sldMkLst>
      </pc:sldChg>
      <pc:sldChg chg="addSp modSp del mod">
        <pc:chgData name="Manas Tuwani" userId="5d421215-a11f-4a6e-90ca-e8ac2213fab6" providerId="ADAL" clId="{E67671F6-ECE0-44C0-B06C-F32CDD04590D}" dt="2022-06-29T15:20:42.954" v="52" actId="47"/>
        <pc:sldMkLst>
          <pc:docMk/>
          <pc:sldMk cId="2195065971" sldId="291"/>
        </pc:sldMkLst>
        <pc:picChg chg="add mod">
          <ac:chgData name="Manas Tuwani" userId="5d421215-a11f-4a6e-90ca-e8ac2213fab6" providerId="ADAL" clId="{E67671F6-ECE0-44C0-B06C-F32CDD04590D}" dt="2022-06-29T13:26:37.723" v="38" actId="14100"/>
          <ac:picMkLst>
            <pc:docMk/>
            <pc:sldMk cId="2195065971" sldId="291"/>
            <ac:picMk id="10" creationId="{32A09EFE-E92A-67C7-9D33-BA6741B8E5EF}"/>
          </ac:picMkLst>
        </pc:picChg>
      </pc:sldChg>
      <pc:sldChg chg="del">
        <pc:chgData name="Manas Tuwani" userId="5d421215-a11f-4a6e-90ca-e8ac2213fab6" providerId="ADAL" clId="{E67671F6-ECE0-44C0-B06C-F32CDD04590D}" dt="2022-06-29T15:20:43.770" v="53" actId="47"/>
        <pc:sldMkLst>
          <pc:docMk/>
          <pc:sldMk cId="799710296" sldId="292"/>
        </pc:sldMkLst>
      </pc:sldChg>
      <pc:sldChg chg="del">
        <pc:chgData name="Manas Tuwani" userId="5d421215-a11f-4a6e-90ca-e8ac2213fab6" providerId="ADAL" clId="{E67671F6-ECE0-44C0-B06C-F32CDD04590D}" dt="2022-06-29T15:20:44.439" v="54" actId="47"/>
        <pc:sldMkLst>
          <pc:docMk/>
          <pc:sldMk cId="1165164333" sldId="293"/>
        </pc:sldMkLst>
      </pc:sldChg>
      <pc:sldChg chg="del">
        <pc:chgData name="Manas Tuwani" userId="5d421215-a11f-4a6e-90ca-e8ac2213fab6" providerId="ADAL" clId="{E67671F6-ECE0-44C0-B06C-F32CDD04590D}" dt="2022-06-29T15:20:45.600" v="55" actId="47"/>
        <pc:sldMkLst>
          <pc:docMk/>
          <pc:sldMk cId="292787421" sldId="294"/>
        </pc:sldMkLst>
      </pc:sldChg>
      <pc:sldChg chg="del">
        <pc:chgData name="Manas Tuwani" userId="5d421215-a11f-4a6e-90ca-e8ac2213fab6" providerId="ADAL" clId="{E67671F6-ECE0-44C0-B06C-F32CDD04590D}" dt="2022-06-29T15:20:46.455" v="56" actId="47"/>
        <pc:sldMkLst>
          <pc:docMk/>
          <pc:sldMk cId="3672474429" sldId="295"/>
        </pc:sldMkLst>
      </pc:sldChg>
      <pc:sldChg chg="del">
        <pc:chgData name="Manas Tuwani" userId="5d421215-a11f-4a6e-90ca-e8ac2213fab6" providerId="ADAL" clId="{E67671F6-ECE0-44C0-B06C-F32CDD04590D}" dt="2022-06-29T15:20:47.493" v="57" actId="47"/>
        <pc:sldMkLst>
          <pc:docMk/>
          <pc:sldMk cId="1311329114" sldId="296"/>
        </pc:sldMkLst>
      </pc:sldChg>
      <pc:sldChg chg="del">
        <pc:chgData name="Manas Tuwani" userId="5d421215-a11f-4a6e-90ca-e8ac2213fab6" providerId="ADAL" clId="{E67671F6-ECE0-44C0-B06C-F32CDD04590D}" dt="2022-06-29T15:20:48.179" v="58" actId="47"/>
        <pc:sldMkLst>
          <pc:docMk/>
          <pc:sldMk cId="4097106234" sldId="297"/>
        </pc:sldMkLst>
      </pc:sldChg>
      <pc:sldChg chg="del">
        <pc:chgData name="Manas Tuwani" userId="5d421215-a11f-4a6e-90ca-e8ac2213fab6" providerId="ADAL" clId="{E67671F6-ECE0-44C0-B06C-F32CDD04590D}" dt="2022-06-29T15:20:48.954" v="59" actId="47"/>
        <pc:sldMkLst>
          <pc:docMk/>
          <pc:sldMk cId="4159735637" sldId="298"/>
        </pc:sldMkLst>
      </pc:sldChg>
      <pc:sldChg chg="del">
        <pc:chgData name="Manas Tuwani" userId="5d421215-a11f-4a6e-90ca-e8ac2213fab6" providerId="ADAL" clId="{E67671F6-ECE0-44C0-B06C-F32CDD04590D}" dt="2022-06-29T15:20:59.159" v="71" actId="47"/>
        <pc:sldMkLst>
          <pc:docMk/>
          <pc:sldMk cId="2121671143" sldId="299"/>
        </pc:sldMkLst>
      </pc:sldChg>
      <pc:sldChg chg="del">
        <pc:chgData name="Manas Tuwani" userId="5d421215-a11f-4a6e-90ca-e8ac2213fab6" providerId="ADAL" clId="{E67671F6-ECE0-44C0-B06C-F32CDD04590D}" dt="2022-06-29T15:20:57.488" v="70" actId="47"/>
        <pc:sldMkLst>
          <pc:docMk/>
          <pc:sldMk cId="2066993502" sldId="300"/>
        </pc:sldMkLst>
      </pc:sldChg>
      <pc:sldChg chg="del">
        <pc:chgData name="Manas Tuwani" userId="5d421215-a11f-4a6e-90ca-e8ac2213fab6" providerId="ADAL" clId="{E67671F6-ECE0-44C0-B06C-F32CDD04590D}" dt="2022-06-29T15:20:40.669" v="48" actId="47"/>
        <pc:sldMkLst>
          <pc:docMk/>
          <pc:sldMk cId="3278482147" sldId="302"/>
        </pc:sldMkLst>
      </pc:sldChg>
      <pc:sldChg chg="del">
        <pc:chgData name="Manas Tuwani" userId="5d421215-a11f-4a6e-90ca-e8ac2213fab6" providerId="ADAL" clId="{E67671F6-ECE0-44C0-B06C-F32CDD04590D}" dt="2022-06-29T15:20:41.268" v="49" actId="47"/>
        <pc:sldMkLst>
          <pc:docMk/>
          <pc:sldMk cId="2371151537" sldId="303"/>
        </pc:sldMkLst>
      </pc:sldChg>
      <pc:sldChg chg="del">
        <pc:chgData name="Manas Tuwani" userId="5d421215-a11f-4a6e-90ca-e8ac2213fab6" providerId="ADAL" clId="{E67671F6-ECE0-44C0-B06C-F32CDD04590D}" dt="2022-06-29T15:20:41.829" v="50" actId="47"/>
        <pc:sldMkLst>
          <pc:docMk/>
          <pc:sldMk cId="2115331872" sldId="304"/>
        </pc:sldMkLst>
      </pc:sldChg>
      <pc:sldChg chg="del">
        <pc:chgData name="Manas Tuwani" userId="5d421215-a11f-4a6e-90ca-e8ac2213fab6" providerId="ADAL" clId="{E67671F6-ECE0-44C0-B06C-F32CDD04590D}" dt="2022-06-29T15:20:42.354" v="51" actId="47"/>
        <pc:sldMkLst>
          <pc:docMk/>
          <pc:sldMk cId="1105246149" sldId="305"/>
        </pc:sldMkLst>
      </pc:sldChg>
      <pc:sldChg chg="del">
        <pc:chgData name="Manas Tuwani" userId="5d421215-a11f-4a6e-90ca-e8ac2213fab6" providerId="ADAL" clId="{E67671F6-ECE0-44C0-B06C-F32CDD04590D}" dt="2022-06-29T15:20:51.589" v="62" actId="47"/>
        <pc:sldMkLst>
          <pc:docMk/>
          <pc:sldMk cId="2780421766" sldId="306"/>
        </pc:sldMkLst>
      </pc:sldChg>
      <pc:sldChg chg="del">
        <pc:chgData name="Manas Tuwani" userId="5d421215-a11f-4a6e-90ca-e8ac2213fab6" providerId="ADAL" clId="{E67671F6-ECE0-44C0-B06C-F32CDD04590D}" dt="2022-06-29T15:20:52.235" v="63" actId="47"/>
        <pc:sldMkLst>
          <pc:docMk/>
          <pc:sldMk cId="909824057" sldId="307"/>
        </pc:sldMkLst>
      </pc:sldChg>
      <pc:sldChg chg="del">
        <pc:chgData name="Manas Tuwani" userId="5d421215-a11f-4a6e-90ca-e8ac2213fab6" providerId="ADAL" clId="{E67671F6-ECE0-44C0-B06C-F32CDD04590D}" dt="2022-06-29T15:20:52.887" v="64" actId="47"/>
        <pc:sldMkLst>
          <pc:docMk/>
          <pc:sldMk cId="1515715591" sldId="308"/>
        </pc:sldMkLst>
      </pc:sldChg>
      <pc:sldChg chg="del">
        <pc:chgData name="Manas Tuwani" userId="5d421215-a11f-4a6e-90ca-e8ac2213fab6" providerId="ADAL" clId="{E67671F6-ECE0-44C0-B06C-F32CDD04590D}" dt="2022-06-29T15:20:53.524" v="65" actId="47"/>
        <pc:sldMkLst>
          <pc:docMk/>
          <pc:sldMk cId="115562294" sldId="309"/>
        </pc:sldMkLst>
      </pc:sldChg>
      <pc:sldChg chg="del">
        <pc:chgData name="Manas Tuwani" userId="5d421215-a11f-4a6e-90ca-e8ac2213fab6" providerId="ADAL" clId="{E67671F6-ECE0-44C0-B06C-F32CDD04590D}" dt="2022-06-29T15:20:54.181" v="66" actId="47"/>
        <pc:sldMkLst>
          <pc:docMk/>
          <pc:sldMk cId="3396057041" sldId="310"/>
        </pc:sldMkLst>
      </pc:sldChg>
      <pc:sldChg chg="del">
        <pc:chgData name="Manas Tuwani" userId="5d421215-a11f-4a6e-90ca-e8ac2213fab6" providerId="ADAL" clId="{E67671F6-ECE0-44C0-B06C-F32CDD04590D}" dt="2022-06-29T15:20:54.866" v="67" actId="47"/>
        <pc:sldMkLst>
          <pc:docMk/>
          <pc:sldMk cId="2153447018" sldId="315"/>
        </pc:sldMkLst>
      </pc:sldChg>
      <pc:sldChg chg="del">
        <pc:chgData name="Manas Tuwani" userId="5d421215-a11f-4a6e-90ca-e8ac2213fab6" providerId="ADAL" clId="{E67671F6-ECE0-44C0-B06C-F32CDD04590D}" dt="2022-06-29T15:20:55.604" v="68" actId="47"/>
        <pc:sldMkLst>
          <pc:docMk/>
          <pc:sldMk cId="2153447018" sldId="316"/>
        </pc:sldMkLst>
      </pc:sldChg>
      <pc:sldChg chg="del">
        <pc:chgData name="Manas Tuwani" userId="5d421215-a11f-4a6e-90ca-e8ac2213fab6" providerId="ADAL" clId="{E67671F6-ECE0-44C0-B06C-F32CDD04590D}" dt="2022-06-29T15:20:56.340" v="69" actId="47"/>
        <pc:sldMkLst>
          <pc:docMk/>
          <pc:sldMk cId="2153447018" sldId="317"/>
        </pc:sldMkLst>
      </pc:sldChg>
      <pc:sldChg chg="del">
        <pc:chgData name="Manas Tuwani" userId="5d421215-a11f-4a6e-90ca-e8ac2213fab6" providerId="ADAL" clId="{E67671F6-ECE0-44C0-B06C-F32CDD04590D}" dt="2022-06-29T15:20:50.880" v="61" actId="47"/>
        <pc:sldMkLst>
          <pc:docMk/>
          <pc:sldMk cId="1595917025" sldId="321"/>
        </pc:sldMkLst>
      </pc:sldChg>
      <pc:sldChg chg="del">
        <pc:chgData name="Manas Tuwani" userId="5d421215-a11f-4a6e-90ca-e8ac2213fab6" providerId="ADAL" clId="{E67671F6-ECE0-44C0-B06C-F32CDD04590D}" dt="2022-06-29T15:20:49.802" v="60" actId="47"/>
        <pc:sldMkLst>
          <pc:docMk/>
          <pc:sldMk cId="517215755" sldId="322"/>
        </pc:sldMkLst>
      </pc:sldChg>
      <pc:sldMasterChg chg="delSldLayout">
        <pc:chgData name="Manas Tuwani" userId="5d421215-a11f-4a6e-90ca-e8ac2213fab6" providerId="ADAL" clId="{E67671F6-ECE0-44C0-B06C-F32CDD04590D}" dt="2022-06-29T15:21:02.126" v="73" actId="47"/>
        <pc:sldMasterMkLst>
          <pc:docMk/>
          <pc:sldMasterMk cId="0" sldId="2147483648"/>
        </pc:sldMasterMkLst>
        <pc:sldLayoutChg chg="del">
          <pc:chgData name="Manas Tuwani" userId="5d421215-a11f-4a6e-90ca-e8ac2213fab6" providerId="ADAL" clId="{E67671F6-ECE0-44C0-B06C-F32CDD04590D}" dt="2022-06-29T15:21:02.126" v="73" actId="47"/>
          <pc:sldLayoutMkLst>
            <pc:docMk/>
            <pc:sldMasterMk cId="0" sldId="2147483648"/>
            <pc:sldLayoutMk cId="626834761" sldId="2147483659"/>
          </pc:sldLayoutMkLst>
        </pc:sldLayoutChg>
      </pc:sldMasterChg>
    </pc:docChg>
  </pc:docChgLst>
  <pc:docChgLst>
    <pc:chgData name="Manas Tuwani" userId="5d421215-a11f-4a6e-90ca-e8ac2213fab6" providerId="ADAL" clId="{36857CD7-8E66-46A2-AE7E-65BA97332201}"/>
    <pc:docChg chg="modSld">
      <pc:chgData name="Manas Tuwani" userId="5d421215-a11f-4a6e-90ca-e8ac2213fab6" providerId="ADAL" clId="{36857CD7-8E66-46A2-AE7E-65BA97332201}" dt="2023-08-28T02:00:43.185" v="30" actId="113"/>
      <pc:docMkLst>
        <pc:docMk/>
      </pc:docMkLst>
      <pc:sldChg chg="modSp mod">
        <pc:chgData name="Manas Tuwani" userId="5d421215-a11f-4a6e-90ca-e8ac2213fab6" providerId="ADAL" clId="{36857CD7-8E66-46A2-AE7E-65BA97332201}" dt="2023-08-28T02:00:43.185" v="30" actId="113"/>
        <pc:sldMkLst>
          <pc:docMk/>
          <pc:sldMk cId="0" sldId="257"/>
        </pc:sldMkLst>
        <pc:spChg chg="mod">
          <ac:chgData name="Manas Tuwani" userId="5d421215-a11f-4a6e-90ca-e8ac2213fab6" providerId="ADAL" clId="{36857CD7-8E66-46A2-AE7E-65BA97332201}" dt="2023-08-28T02:00:43.185" v="30" actId="113"/>
          <ac:spMkLst>
            <pc:docMk/>
            <pc:sldMk cId="0" sldId="257"/>
            <ac:spMk id="65" creationId="{00000000-0000-0000-0000-000000000000}"/>
          </ac:spMkLst>
        </pc:spChg>
      </pc:sldChg>
      <pc:sldChg chg="modSp mod">
        <pc:chgData name="Manas Tuwani" userId="5d421215-a11f-4a6e-90ca-e8ac2213fab6" providerId="ADAL" clId="{36857CD7-8E66-46A2-AE7E-65BA97332201}" dt="2023-08-28T01:30:13.359" v="29" actId="20577"/>
        <pc:sldMkLst>
          <pc:docMk/>
          <pc:sldMk cId="3882218974" sldId="264"/>
        </pc:sldMkLst>
        <pc:spChg chg="mod">
          <ac:chgData name="Manas Tuwani" userId="5d421215-a11f-4a6e-90ca-e8ac2213fab6" providerId="ADAL" clId="{36857CD7-8E66-46A2-AE7E-65BA97332201}" dt="2023-08-28T01:30:13.359" v="29" actId="20577"/>
          <ac:spMkLst>
            <pc:docMk/>
            <pc:sldMk cId="3882218974" sldId="264"/>
            <ac:spMk id="3" creationId="{9CF2335A-5016-4E65-87DF-F8D1AD4A3254}"/>
          </ac:spMkLst>
        </pc:spChg>
      </pc:sldChg>
    </pc:docChg>
  </pc:docChgLst>
  <pc:docChgLst>
    <pc:chgData name="Manas Tuwani" userId="5d421215-a11f-4a6e-90ca-e8ac2213fab6" providerId="ADAL" clId="{82CE95BD-A95F-4293-90D1-33DC1F187397}"/>
    <pc:docChg chg="custSel modSld">
      <pc:chgData name="Manas Tuwani" userId="5d421215-a11f-4a6e-90ca-e8ac2213fab6" providerId="ADAL" clId="{82CE95BD-A95F-4293-90D1-33DC1F187397}" dt="2023-02-04T10:59:51.274" v="1" actId="478"/>
      <pc:docMkLst>
        <pc:docMk/>
      </pc:docMkLst>
      <pc:sldChg chg="delSp mod">
        <pc:chgData name="Manas Tuwani" userId="5d421215-a11f-4a6e-90ca-e8ac2213fab6" providerId="ADAL" clId="{82CE95BD-A95F-4293-90D1-33DC1F187397}" dt="2023-02-04T10:02:47.086" v="0" actId="478"/>
        <pc:sldMkLst>
          <pc:docMk/>
          <pc:sldMk cId="0" sldId="256"/>
        </pc:sldMkLst>
        <pc:picChg chg="del">
          <ac:chgData name="Manas Tuwani" userId="5d421215-a11f-4a6e-90ca-e8ac2213fab6" providerId="ADAL" clId="{82CE95BD-A95F-4293-90D1-33DC1F187397}" dt="2023-02-04T10:02:47.086" v="0" actId="478"/>
          <ac:picMkLst>
            <pc:docMk/>
            <pc:sldMk cId="0" sldId="256"/>
            <ac:picMk id="3" creationId="{980D41D7-670B-6925-3C7C-8F9068C650EA}"/>
          </ac:picMkLst>
        </pc:picChg>
      </pc:sldChg>
      <pc:sldChg chg="delSp mod">
        <pc:chgData name="Manas Tuwani" userId="5d421215-a11f-4a6e-90ca-e8ac2213fab6" providerId="ADAL" clId="{82CE95BD-A95F-4293-90D1-33DC1F187397}" dt="2023-02-04T10:59:51.274" v="1" actId="478"/>
        <pc:sldMkLst>
          <pc:docMk/>
          <pc:sldMk cId="2160459485" sldId="265"/>
        </pc:sldMkLst>
        <pc:picChg chg="del">
          <ac:chgData name="Manas Tuwani" userId="5d421215-a11f-4a6e-90ca-e8ac2213fab6" providerId="ADAL" clId="{82CE95BD-A95F-4293-90D1-33DC1F187397}" dt="2023-02-04T10:59:51.274" v="1" actId="478"/>
          <ac:picMkLst>
            <pc:docMk/>
            <pc:sldMk cId="2160459485" sldId="265"/>
            <ac:picMk id="10" creationId="{DF63293B-A94B-3802-18B9-B2C8C3A40A5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41650" cy="465138"/>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800"/>
              <a:buFont typeface="Helvetica Neue"/>
              <a:buNone/>
              <a:defRPr sz="800" b="0" i="0" u="none" strike="noStrike" cap="none">
                <a:solidFill>
                  <a:schemeClr val="dk1"/>
                </a:solidFill>
                <a:latin typeface="Helvetica Neue"/>
                <a:ea typeface="Helvetica Neue"/>
                <a:cs typeface="Helvetica Neue"/>
                <a:sym typeface="Helvetica Neue"/>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976687" y="0"/>
            <a:ext cx="3041650" cy="465138"/>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chemeClr val="dk1"/>
              </a:buClr>
              <a:buSzPts val="800"/>
              <a:buFont typeface="Helvetica Neue"/>
              <a:buNone/>
              <a:defRPr sz="800" b="0" i="0" u="none" strike="noStrike" cap="none">
                <a:solidFill>
                  <a:schemeClr val="dk1"/>
                </a:solidFill>
                <a:latin typeface="Helvetica Neue"/>
                <a:ea typeface="Helvetica Neue"/>
                <a:cs typeface="Helvetica Neue"/>
                <a:sym typeface="Helvetica Neue"/>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407987"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1pPr>
            <a:lvl2pPr marL="914400" marR="0" lvl="1"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2pPr>
            <a:lvl3pPr marL="1371600" marR="0" lvl="2"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3pPr>
            <a:lvl4pPr marL="1828800" marR="0" lvl="3"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4pPr>
            <a:lvl5pPr marL="2286000" marR="0" lvl="4"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5pPr>
            <a:lvl6pPr marL="2743200" marR="0" lvl="5"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39200"/>
            <a:ext cx="3041650" cy="465138"/>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800"/>
              <a:buFont typeface="Helvetica Neue"/>
              <a:buNone/>
              <a:defRPr sz="800" b="0" i="0" u="none" strike="noStrike" cap="none">
                <a:solidFill>
                  <a:schemeClr val="dk1"/>
                </a:solidFill>
                <a:latin typeface="Helvetica Neue"/>
                <a:ea typeface="Helvetica Neue"/>
                <a:cs typeface="Helvetica Neue"/>
                <a:sym typeface="Helvetica Neue"/>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976687" y="8839200"/>
            <a:ext cx="3041650" cy="465138"/>
          </a:xfrm>
          <a:prstGeom prst="rect">
            <a:avLst/>
          </a:prstGeom>
          <a:noFill/>
          <a:ln>
            <a:noFill/>
          </a:ln>
        </p:spPr>
        <p:txBody>
          <a:bodyPr spcFirstLastPara="1" wrap="square" lIns="93275" tIns="46625" rIns="93275" bIns="46625" anchor="b" anchorCtr="0">
            <a:noAutofit/>
          </a:bodyPr>
          <a:lstStyle/>
          <a:p>
            <a:pPr marL="0" marR="0" lvl="0" indent="0" algn="r" rtl="0">
              <a:lnSpc>
                <a:spcPct val="100000"/>
              </a:lnSpc>
              <a:spcBef>
                <a:spcPts val="0"/>
              </a:spcBef>
              <a:spcAft>
                <a:spcPts val="0"/>
              </a:spcAft>
              <a:buClr>
                <a:schemeClr val="dk1"/>
              </a:buClr>
              <a:buSzPts val="200"/>
              <a:buFont typeface="Helvetica Neue"/>
              <a:buNone/>
            </a:pPr>
            <a:fld id="{00000000-1234-1234-1234-123412341234}" type="slidenum">
              <a:rPr lang="en-IN" sz="800" b="0" i="0" u="none" strike="noStrike" cap="none">
                <a:solidFill>
                  <a:schemeClr val="dk1"/>
                </a:solidFill>
                <a:latin typeface="Helvetica Neue"/>
                <a:ea typeface="Helvetica Neue"/>
                <a:cs typeface="Helvetica Neue"/>
                <a:sym typeface="Helvetica Neue"/>
              </a:rPr>
              <a:t>‹#›</a:t>
            </a:fld>
            <a:endParaRPr sz="800" b="0" i="0" u="none" strike="noStrike" cap="none">
              <a:solidFill>
                <a:schemeClr val="dk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286475286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g101cf3a0884_0_0:notes"/>
          <p:cNvSpPr txBox="1">
            <a:spLocks noGrp="1"/>
          </p:cNvSpPr>
          <p:nvPr>
            <p:ph type="body" idx="1"/>
          </p:nvPr>
        </p:nvSpPr>
        <p:spPr>
          <a:xfrm>
            <a:off x="425450" y="4419601"/>
            <a:ext cx="6186600" cy="418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5"/>
              <a:buFont typeface="Helvetica Neue"/>
              <a:buNone/>
            </a:pPr>
            <a:r>
              <a:rPr lang="en-IN" sz="1100"/>
              <a:t>Title - Fira Sans, 50pt</a:t>
            </a:r>
            <a:endParaRPr sz="1100"/>
          </a:p>
          <a:p>
            <a:pPr marL="0" marR="0" lvl="0" indent="0" algn="l" rtl="0">
              <a:lnSpc>
                <a:spcPct val="100000"/>
              </a:lnSpc>
              <a:spcBef>
                <a:spcPts val="0"/>
              </a:spcBef>
              <a:spcAft>
                <a:spcPts val="0"/>
              </a:spcAft>
              <a:buClr>
                <a:schemeClr val="dk1"/>
              </a:buClr>
              <a:buSzPts val="225"/>
              <a:buFont typeface="Helvetica Neue"/>
              <a:buNone/>
            </a:pPr>
            <a:r>
              <a:rPr lang="en-IN" sz="1100"/>
              <a:t>Subtitle - Fira Sans, 16pt</a:t>
            </a:r>
            <a:endParaRPr sz="1100"/>
          </a:p>
        </p:txBody>
      </p:sp>
      <p:sp>
        <p:nvSpPr>
          <p:cNvPr id="48" name="Google Shape;48;g101cf3a0884_0_0: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2:notes"/>
          <p:cNvSpPr txBox="1">
            <a:spLocks noGrp="1"/>
          </p:cNvSpPr>
          <p:nvPr>
            <p:ph type="body" idx="1"/>
          </p:nvPr>
        </p:nvSpPr>
        <p:spPr>
          <a:xfrm>
            <a:off x="425450" y="4419601"/>
            <a:ext cx="6186600" cy="418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25"/>
              <a:buFont typeface="Helvetica Neue"/>
              <a:buNone/>
            </a:pPr>
            <a:r>
              <a:rPr lang="en-US" sz="1100"/>
              <a:t>Title - Fira Sans, 40pt</a:t>
            </a:r>
            <a:endParaRPr sz="1100"/>
          </a:p>
          <a:p>
            <a:pPr marL="0" lvl="0" indent="0" algn="l" rtl="0">
              <a:lnSpc>
                <a:spcPct val="100000"/>
              </a:lnSpc>
              <a:spcBef>
                <a:spcPts val="0"/>
              </a:spcBef>
              <a:spcAft>
                <a:spcPts val="0"/>
              </a:spcAft>
              <a:buClr>
                <a:schemeClr val="dk1"/>
              </a:buClr>
              <a:buSzPts val="225"/>
              <a:buFont typeface="Helvetica Neue"/>
              <a:buNone/>
            </a:pPr>
            <a:r>
              <a:rPr lang="en-US" sz="1100"/>
              <a:t>Other - Fira Sans, 16pt</a:t>
            </a:r>
            <a:endParaRPr sz="1100"/>
          </a:p>
          <a:p>
            <a:pPr marL="0" marR="0" lvl="0" indent="0" algn="l" rtl="0">
              <a:lnSpc>
                <a:spcPct val="100000"/>
              </a:lnSpc>
              <a:spcBef>
                <a:spcPts val="0"/>
              </a:spcBef>
              <a:spcAft>
                <a:spcPts val="0"/>
              </a:spcAft>
              <a:buClr>
                <a:schemeClr val="dk1"/>
              </a:buClr>
              <a:buSzPts val="225"/>
              <a:buFont typeface="Helvetica Neue"/>
              <a:buNone/>
            </a:pPr>
            <a:endParaRPr sz="1100"/>
          </a:p>
        </p:txBody>
      </p:sp>
      <p:sp>
        <p:nvSpPr>
          <p:cNvPr id="75" name="Google Shape;75;p2: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2: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270"/>
              </a:spcBef>
              <a:spcAft>
                <a:spcPts val="0"/>
              </a:spcAft>
              <a:buClr>
                <a:schemeClr val="dk1"/>
              </a:buClr>
              <a:buSzPts val="900"/>
              <a:buFont typeface="Helvetica Neue"/>
              <a:buNone/>
            </a:pPr>
            <a:endParaRPr/>
          </a:p>
        </p:txBody>
      </p:sp>
      <p:sp>
        <p:nvSpPr>
          <p:cNvPr id="63" name="Google Shape;63;p2:notes"/>
          <p:cNvSpPr txBox="1">
            <a:spLocks noGrp="1"/>
          </p:cNvSpPr>
          <p:nvPr>
            <p:ph type="sldNum" idx="12"/>
          </p:nvPr>
        </p:nvSpPr>
        <p:spPr>
          <a:xfrm>
            <a:off x="3976687" y="8839200"/>
            <a:ext cx="3041650" cy="465138"/>
          </a:xfrm>
          <a:prstGeom prst="rect">
            <a:avLst/>
          </a:prstGeom>
          <a:noFill/>
          <a:ln>
            <a:noFill/>
          </a:ln>
        </p:spPr>
        <p:txBody>
          <a:bodyPr spcFirstLastPara="1" wrap="square" lIns="93275" tIns="46625" rIns="93275" bIns="46625" anchor="b" anchorCtr="0">
            <a:noAutofit/>
          </a:bodyPr>
          <a:lstStyle/>
          <a:p>
            <a:pPr marL="0" marR="0" lvl="0" indent="0" algn="r" rtl="0">
              <a:lnSpc>
                <a:spcPct val="100000"/>
              </a:lnSpc>
              <a:spcBef>
                <a:spcPts val="0"/>
              </a:spcBef>
              <a:spcAft>
                <a:spcPts val="0"/>
              </a:spcAft>
              <a:buClr>
                <a:schemeClr val="dk1"/>
              </a:buClr>
              <a:buSzPts val="200"/>
              <a:buFont typeface="Helvetica Neue"/>
              <a:buNone/>
            </a:pPr>
            <a:fld id="{00000000-1234-1234-1234-123412341234}" type="slidenum">
              <a:rPr lang="en-IN" sz="800" b="0" i="0" u="none" strike="noStrike" cap="none">
                <a:solidFill>
                  <a:schemeClr val="dk1"/>
                </a:solidFill>
                <a:latin typeface="Helvetica Neue"/>
                <a:ea typeface="Helvetica Neue"/>
                <a:cs typeface="Helvetica Neue"/>
                <a:sym typeface="Helvetica Neue"/>
              </a:rPr>
              <a:t>3</a:t>
            </a:fld>
            <a:endParaRPr sz="800" b="0" i="0" u="none" strike="noStrike" cap="none">
              <a:solidFill>
                <a:schemeClr val="dk1"/>
              </a:solidFill>
              <a:latin typeface="Helvetica Neue"/>
              <a:ea typeface="Helvetica Neue"/>
              <a:cs typeface="Helvetica Neue"/>
              <a:sym typeface="Helvetica Neue"/>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2: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270"/>
              </a:spcBef>
              <a:spcAft>
                <a:spcPts val="0"/>
              </a:spcAft>
              <a:buClr>
                <a:schemeClr val="dk1"/>
              </a:buClr>
              <a:buSzPts val="900"/>
              <a:buFont typeface="Helvetica Neue"/>
              <a:buNone/>
            </a:pPr>
            <a:endParaRPr/>
          </a:p>
        </p:txBody>
      </p:sp>
      <p:sp>
        <p:nvSpPr>
          <p:cNvPr id="63" name="Google Shape;63;p2:notes"/>
          <p:cNvSpPr txBox="1">
            <a:spLocks noGrp="1"/>
          </p:cNvSpPr>
          <p:nvPr>
            <p:ph type="sldNum" idx="12"/>
          </p:nvPr>
        </p:nvSpPr>
        <p:spPr>
          <a:xfrm>
            <a:off x="3976687" y="8839200"/>
            <a:ext cx="3041650" cy="465138"/>
          </a:xfrm>
          <a:prstGeom prst="rect">
            <a:avLst/>
          </a:prstGeom>
          <a:noFill/>
          <a:ln>
            <a:noFill/>
          </a:ln>
        </p:spPr>
        <p:txBody>
          <a:bodyPr spcFirstLastPara="1" wrap="square" lIns="93275" tIns="46625" rIns="93275" bIns="46625" anchor="b" anchorCtr="0">
            <a:noAutofit/>
          </a:bodyPr>
          <a:lstStyle/>
          <a:p>
            <a:pPr marL="0" marR="0" lvl="0" indent="0" algn="r" rtl="0">
              <a:lnSpc>
                <a:spcPct val="100000"/>
              </a:lnSpc>
              <a:spcBef>
                <a:spcPts val="0"/>
              </a:spcBef>
              <a:spcAft>
                <a:spcPts val="0"/>
              </a:spcAft>
              <a:buClr>
                <a:schemeClr val="dk1"/>
              </a:buClr>
              <a:buSzPts val="200"/>
              <a:buFont typeface="Helvetica Neue"/>
              <a:buNone/>
            </a:pPr>
            <a:fld id="{00000000-1234-1234-1234-123412341234}" type="slidenum">
              <a:rPr lang="en-IN" sz="800" b="0" i="0" u="none" strike="noStrike" cap="none">
                <a:solidFill>
                  <a:schemeClr val="dk1"/>
                </a:solidFill>
                <a:latin typeface="Helvetica Neue"/>
                <a:ea typeface="Helvetica Neue"/>
                <a:cs typeface="Helvetica Neue"/>
                <a:sym typeface="Helvetica Neue"/>
              </a:rPr>
              <a:t>4</a:t>
            </a:fld>
            <a:endParaRPr sz="800" b="0" i="0" u="none" strike="noStrike" cap="none">
              <a:solidFill>
                <a:schemeClr val="dk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1271162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2: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270"/>
              </a:spcBef>
              <a:spcAft>
                <a:spcPts val="0"/>
              </a:spcAft>
              <a:buClr>
                <a:schemeClr val="dk1"/>
              </a:buClr>
              <a:buSzPts val="900"/>
              <a:buFont typeface="Helvetica Neue"/>
              <a:buNone/>
            </a:pPr>
            <a:endParaRPr/>
          </a:p>
        </p:txBody>
      </p:sp>
      <p:sp>
        <p:nvSpPr>
          <p:cNvPr id="63" name="Google Shape;63;p2:notes"/>
          <p:cNvSpPr txBox="1">
            <a:spLocks noGrp="1"/>
          </p:cNvSpPr>
          <p:nvPr>
            <p:ph type="sldNum" idx="12"/>
          </p:nvPr>
        </p:nvSpPr>
        <p:spPr>
          <a:xfrm>
            <a:off x="3976687" y="8839200"/>
            <a:ext cx="3041650" cy="465138"/>
          </a:xfrm>
          <a:prstGeom prst="rect">
            <a:avLst/>
          </a:prstGeom>
          <a:noFill/>
          <a:ln>
            <a:noFill/>
          </a:ln>
        </p:spPr>
        <p:txBody>
          <a:bodyPr spcFirstLastPara="1" wrap="square" lIns="93275" tIns="46625" rIns="93275" bIns="46625" anchor="b" anchorCtr="0">
            <a:noAutofit/>
          </a:bodyPr>
          <a:lstStyle/>
          <a:p>
            <a:pPr marL="0" marR="0" lvl="0" indent="0" algn="r" rtl="0">
              <a:lnSpc>
                <a:spcPct val="100000"/>
              </a:lnSpc>
              <a:spcBef>
                <a:spcPts val="0"/>
              </a:spcBef>
              <a:spcAft>
                <a:spcPts val="0"/>
              </a:spcAft>
              <a:buClr>
                <a:schemeClr val="dk1"/>
              </a:buClr>
              <a:buSzPts val="200"/>
              <a:buFont typeface="Helvetica Neue"/>
              <a:buNone/>
            </a:pPr>
            <a:fld id="{00000000-1234-1234-1234-123412341234}" type="slidenum">
              <a:rPr lang="en-IN" sz="800" b="0" i="0" u="none" strike="noStrike" cap="none">
                <a:solidFill>
                  <a:schemeClr val="dk1"/>
                </a:solidFill>
                <a:latin typeface="Helvetica Neue"/>
                <a:ea typeface="Helvetica Neue"/>
                <a:cs typeface="Helvetica Neue"/>
                <a:sym typeface="Helvetica Neue"/>
              </a:rPr>
              <a:t>5</a:t>
            </a:fld>
            <a:endParaRPr sz="800" b="0" i="0" u="none" strike="noStrike" cap="none">
              <a:solidFill>
                <a:schemeClr val="dk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6537553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4:notes"/>
          <p:cNvSpPr txBox="1">
            <a:spLocks noGrp="1"/>
          </p:cNvSpPr>
          <p:nvPr>
            <p:ph type="body" idx="1"/>
          </p:nvPr>
        </p:nvSpPr>
        <p:spPr>
          <a:xfrm>
            <a:off x="425450" y="4419600"/>
            <a:ext cx="6186487" cy="4187824"/>
          </a:xfrm>
          <a:prstGeom prst="rect">
            <a:avLst/>
          </a:prstGeom>
        </p:spPr>
        <p:txBody>
          <a:bodyPr spcFirstLastPara="1" wrap="square" lIns="91425" tIns="91425" rIns="91425" bIns="91425" anchor="t" anchorCtr="0">
            <a:noAutofit/>
          </a:bodyPr>
          <a:lstStyle/>
          <a:p>
            <a:pPr marL="0" lvl="0" indent="0" algn="l" rtl="0">
              <a:spcBef>
                <a:spcPts val="270"/>
              </a:spcBef>
              <a:spcAft>
                <a:spcPts val="0"/>
              </a:spcAft>
              <a:buNone/>
            </a:pPr>
            <a:endParaRPr/>
          </a:p>
        </p:txBody>
      </p:sp>
      <p:sp>
        <p:nvSpPr>
          <p:cNvPr id="83" name="Google Shape;83;p4: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g101cf3a0884_0_0:notes"/>
          <p:cNvSpPr txBox="1">
            <a:spLocks noGrp="1"/>
          </p:cNvSpPr>
          <p:nvPr>
            <p:ph type="body" idx="1"/>
          </p:nvPr>
        </p:nvSpPr>
        <p:spPr>
          <a:xfrm>
            <a:off x="425450" y="4419601"/>
            <a:ext cx="6186600" cy="418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5"/>
              <a:buFont typeface="Helvetica Neue"/>
              <a:buNone/>
            </a:pPr>
            <a:r>
              <a:rPr lang="en-IN" sz="1100"/>
              <a:t>Title - Fira Sans, 50pt</a:t>
            </a:r>
            <a:endParaRPr sz="1100"/>
          </a:p>
          <a:p>
            <a:pPr marL="0" marR="0" lvl="0" indent="0" algn="l" rtl="0">
              <a:lnSpc>
                <a:spcPct val="100000"/>
              </a:lnSpc>
              <a:spcBef>
                <a:spcPts val="0"/>
              </a:spcBef>
              <a:spcAft>
                <a:spcPts val="0"/>
              </a:spcAft>
              <a:buClr>
                <a:schemeClr val="dk1"/>
              </a:buClr>
              <a:buSzPts val="225"/>
              <a:buFont typeface="Helvetica Neue"/>
              <a:buNone/>
            </a:pPr>
            <a:r>
              <a:rPr lang="en-IN" sz="1100"/>
              <a:t>Subtitle - Fira Sans, 16pt</a:t>
            </a:r>
            <a:endParaRPr sz="1100"/>
          </a:p>
        </p:txBody>
      </p:sp>
      <p:sp>
        <p:nvSpPr>
          <p:cNvPr id="48" name="Google Shape;48;g101cf3a0884_0_0: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2:notes"/>
          <p:cNvSpPr txBox="1">
            <a:spLocks noGrp="1"/>
          </p:cNvSpPr>
          <p:nvPr>
            <p:ph type="body" idx="1"/>
          </p:nvPr>
        </p:nvSpPr>
        <p:spPr>
          <a:xfrm>
            <a:off x="425450" y="4419601"/>
            <a:ext cx="6186600" cy="418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25"/>
              <a:buFont typeface="Helvetica Neue"/>
              <a:buNone/>
            </a:pPr>
            <a:r>
              <a:rPr lang="en-US" sz="1100"/>
              <a:t>Title - Fira Sans, 40pt</a:t>
            </a:r>
            <a:endParaRPr sz="1100"/>
          </a:p>
          <a:p>
            <a:pPr marL="0" lvl="0" indent="0" algn="l" rtl="0">
              <a:lnSpc>
                <a:spcPct val="100000"/>
              </a:lnSpc>
              <a:spcBef>
                <a:spcPts val="0"/>
              </a:spcBef>
              <a:spcAft>
                <a:spcPts val="0"/>
              </a:spcAft>
              <a:buClr>
                <a:schemeClr val="dk1"/>
              </a:buClr>
              <a:buSzPts val="225"/>
              <a:buFont typeface="Helvetica Neue"/>
              <a:buNone/>
            </a:pPr>
            <a:r>
              <a:rPr lang="en-US" sz="1100"/>
              <a:t>Other - Fira Sans, 16pt</a:t>
            </a:r>
            <a:endParaRPr sz="1100"/>
          </a:p>
          <a:p>
            <a:pPr marL="0" marR="0" lvl="0" indent="0" algn="l" rtl="0">
              <a:lnSpc>
                <a:spcPct val="100000"/>
              </a:lnSpc>
              <a:spcBef>
                <a:spcPts val="0"/>
              </a:spcBef>
              <a:spcAft>
                <a:spcPts val="0"/>
              </a:spcAft>
              <a:buClr>
                <a:schemeClr val="dk1"/>
              </a:buClr>
              <a:buSzPts val="225"/>
              <a:buFont typeface="Helvetica Neue"/>
              <a:buNone/>
            </a:pPr>
            <a:endParaRPr sz="1100"/>
          </a:p>
        </p:txBody>
      </p:sp>
      <p:sp>
        <p:nvSpPr>
          <p:cNvPr id="75" name="Google Shape;75;p2: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2: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270"/>
              </a:spcBef>
              <a:spcAft>
                <a:spcPts val="0"/>
              </a:spcAft>
              <a:buClr>
                <a:schemeClr val="dk1"/>
              </a:buClr>
              <a:buSzPts val="900"/>
              <a:buFont typeface="Helvetica Neue"/>
              <a:buNone/>
            </a:pPr>
            <a:endParaRPr/>
          </a:p>
        </p:txBody>
      </p:sp>
      <p:sp>
        <p:nvSpPr>
          <p:cNvPr id="63" name="Google Shape;63;p2:notes"/>
          <p:cNvSpPr txBox="1">
            <a:spLocks noGrp="1"/>
          </p:cNvSpPr>
          <p:nvPr>
            <p:ph type="sldNum" idx="12"/>
          </p:nvPr>
        </p:nvSpPr>
        <p:spPr>
          <a:xfrm>
            <a:off x="3976687" y="8839200"/>
            <a:ext cx="3041650" cy="465138"/>
          </a:xfrm>
          <a:prstGeom prst="rect">
            <a:avLst/>
          </a:prstGeom>
          <a:noFill/>
          <a:ln>
            <a:noFill/>
          </a:ln>
        </p:spPr>
        <p:txBody>
          <a:bodyPr spcFirstLastPara="1" wrap="square" lIns="93275" tIns="46625" rIns="93275" bIns="46625" anchor="b" anchorCtr="0">
            <a:noAutofit/>
          </a:bodyPr>
          <a:lstStyle/>
          <a:p>
            <a:pPr marL="0" marR="0" lvl="0" indent="0" algn="r" rtl="0">
              <a:lnSpc>
                <a:spcPct val="100000"/>
              </a:lnSpc>
              <a:spcBef>
                <a:spcPts val="0"/>
              </a:spcBef>
              <a:spcAft>
                <a:spcPts val="0"/>
              </a:spcAft>
              <a:buClr>
                <a:schemeClr val="dk1"/>
              </a:buClr>
              <a:buSzPts val="200"/>
              <a:buFont typeface="Helvetica Neue"/>
              <a:buNone/>
            </a:pPr>
            <a:fld id="{00000000-1234-1234-1234-123412341234}" type="slidenum">
              <a:rPr lang="en-IN" sz="800" b="0" i="0" u="none" strike="noStrike" cap="none">
                <a:solidFill>
                  <a:schemeClr val="dk1"/>
                </a:solidFill>
                <a:latin typeface="Helvetica Neue"/>
                <a:ea typeface="Helvetica Neue"/>
                <a:cs typeface="Helvetica Neue"/>
                <a:sym typeface="Helvetica Neue"/>
              </a:rPr>
              <a:t>11</a:t>
            </a:fld>
            <a:endParaRPr sz="800" b="0" i="0" u="none" strike="noStrike" cap="none">
              <a:solidFill>
                <a:schemeClr val="dk1"/>
              </a:solidFill>
              <a:latin typeface="Helvetica Neue"/>
              <a:ea typeface="Helvetica Neue"/>
              <a:cs typeface="Helvetica Neue"/>
              <a:sym typeface="Helvetica Neue"/>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2: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270"/>
              </a:spcBef>
              <a:spcAft>
                <a:spcPts val="0"/>
              </a:spcAft>
              <a:buClr>
                <a:schemeClr val="dk1"/>
              </a:buClr>
              <a:buSzPts val="900"/>
              <a:buFont typeface="Helvetica Neue"/>
              <a:buNone/>
            </a:pPr>
            <a:endParaRPr/>
          </a:p>
        </p:txBody>
      </p:sp>
      <p:sp>
        <p:nvSpPr>
          <p:cNvPr id="63" name="Google Shape;63;p2:notes"/>
          <p:cNvSpPr txBox="1">
            <a:spLocks noGrp="1"/>
          </p:cNvSpPr>
          <p:nvPr>
            <p:ph type="sldNum" idx="12"/>
          </p:nvPr>
        </p:nvSpPr>
        <p:spPr>
          <a:xfrm>
            <a:off x="3976687" y="8839200"/>
            <a:ext cx="3041650" cy="465138"/>
          </a:xfrm>
          <a:prstGeom prst="rect">
            <a:avLst/>
          </a:prstGeom>
          <a:noFill/>
          <a:ln>
            <a:noFill/>
          </a:ln>
        </p:spPr>
        <p:txBody>
          <a:bodyPr spcFirstLastPara="1" wrap="square" lIns="93275" tIns="46625" rIns="93275" bIns="46625" anchor="b" anchorCtr="0">
            <a:noAutofit/>
          </a:bodyPr>
          <a:lstStyle/>
          <a:p>
            <a:pPr marL="0" marR="0" lvl="0" indent="0" algn="r" rtl="0">
              <a:lnSpc>
                <a:spcPct val="100000"/>
              </a:lnSpc>
              <a:spcBef>
                <a:spcPts val="0"/>
              </a:spcBef>
              <a:spcAft>
                <a:spcPts val="0"/>
              </a:spcAft>
              <a:buClr>
                <a:schemeClr val="dk1"/>
              </a:buClr>
              <a:buSzPts val="200"/>
              <a:buFont typeface="Helvetica Neue"/>
              <a:buNone/>
            </a:pPr>
            <a:fld id="{00000000-1234-1234-1234-123412341234}" type="slidenum">
              <a:rPr lang="en-IN" sz="800" b="0" i="0" u="none" strike="noStrike" cap="none">
                <a:solidFill>
                  <a:schemeClr val="dk1"/>
                </a:solidFill>
                <a:latin typeface="Helvetica Neue"/>
                <a:ea typeface="Helvetica Neue"/>
                <a:cs typeface="Helvetica Neue"/>
                <a:sym typeface="Helvetica Neue"/>
              </a:rPr>
              <a:t>14</a:t>
            </a:fld>
            <a:endParaRPr sz="800" b="0" i="0" u="none" strike="noStrike" cap="none">
              <a:solidFill>
                <a:schemeClr val="dk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6537553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4:notes"/>
          <p:cNvSpPr txBox="1">
            <a:spLocks noGrp="1"/>
          </p:cNvSpPr>
          <p:nvPr>
            <p:ph type="body" idx="1"/>
          </p:nvPr>
        </p:nvSpPr>
        <p:spPr>
          <a:xfrm>
            <a:off x="425450" y="4419600"/>
            <a:ext cx="6186487" cy="4187824"/>
          </a:xfrm>
          <a:prstGeom prst="rect">
            <a:avLst/>
          </a:prstGeom>
        </p:spPr>
        <p:txBody>
          <a:bodyPr spcFirstLastPara="1" wrap="square" lIns="91425" tIns="91425" rIns="91425" bIns="91425" anchor="t" anchorCtr="0">
            <a:noAutofit/>
          </a:bodyPr>
          <a:lstStyle/>
          <a:p>
            <a:pPr marL="0" lvl="0" indent="0" algn="l" rtl="0">
              <a:spcBef>
                <a:spcPts val="270"/>
              </a:spcBef>
              <a:spcAft>
                <a:spcPts val="0"/>
              </a:spcAft>
              <a:buNone/>
            </a:pPr>
            <a:endParaRPr/>
          </a:p>
        </p:txBody>
      </p:sp>
      <p:sp>
        <p:nvSpPr>
          <p:cNvPr id="83" name="Google Shape;83;p4: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
        <p:cNvGrpSpPr/>
        <p:nvPr/>
      </p:nvGrpSpPr>
      <p:grpSpPr>
        <a:xfrm>
          <a:off x="0" y="0"/>
          <a:ext cx="0" cy="0"/>
          <a:chOff x="0" y="0"/>
          <a:chExt cx="0" cy="0"/>
        </a:xfrm>
      </p:grpSpPr>
      <p:sp>
        <p:nvSpPr>
          <p:cNvPr id="14" name="Google Shape;14;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2" name="Google Shape;22;p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3" name="Google Shape;23;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9"/>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6" name="Google Shape;2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7"/>
        <p:cNvGrpSpPr/>
        <p:nvPr/>
      </p:nvGrpSpPr>
      <p:grpSpPr>
        <a:xfrm>
          <a:off x="0" y="0"/>
          <a:ext cx="0" cy="0"/>
          <a:chOff x="0" y="0"/>
          <a:chExt cx="0" cy="0"/>
        </a:xfrm>
      </p:grpSpPr>
      <p:sp>
        <p:nvSpPr>
          <p:cNvPr id="28" name="Google Shape;28;p1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29" name="Google Shape;29;p1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0" name="Google Shape;3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1"/>
        <p:cNvGrpSpPr/>
        <p:nvPr/>
      </p:nvGrpSpPr>
      <p:grpSpPr>
        <a:xfrm>
          <a:off x="0" y="0"/>
          <a:ext cx="0" cy="0"/>
          <a:chOff x="0" y="0"/>
          <a:chExt cx="0" cy="0"/>
        </a:xfrm>
      </p:grpSpPr>
      <p:sp>
        <p:nvSpPr>
          <p:cNvPr id="32" name="Google Shape;32;p1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1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4" name="Google Shape;34;p1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5" name="Google Shape;35;p1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6" name="Google Shape;36;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7"/>
        <p:cNvGrpSpPr/>
        <p:nvPr/>
      </p:nvGrpSpPr>
      <p:grpSpPr>
        <a:xfrm>
          <a:off x="0" y="0"/>
          <a:ext cx="0" cy="0"/>
          <a:chOff x="0" y="0"/>
          <a:chExt cx="0" cy="0"/>
        </a:xfrm>
      </p:grpSpPr>
      <p:sp>
        <p:nvSpPr>
          <p:cNvPr id="38" name="Google Shape;38;p1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39" name="Google Shape;3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0"/>
        <p:cNvGrpSpPr/>
        <p:nvPr/>
      </p:nvGrpSpPr>
      <p:grpSpPr>
        <a:xfrm>
          <a:off x="0" y="0"/>
          <a:ext cx="0" cy="0"/>
          <a:chOff x="0" y="0"/>
          <a:chExt cx="0" cy="0"/>
        </a:xfrm>
      </p:grpSpPr>
      <p:sp>
        <p:nvSpPr>
          <p:cNvPr id="41" name="Google Shape;41;p1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2" name="Google Shape;42;p1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3" name="Google Shape;4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ivider 1">
  <p:cSld name="Divider 1">
    <p:bg>
      <p:bgPr>
        <a:solidFill>
          <a:schemeClr val="dk1"/>
        </a:solidFill>
        <a:effectLst/>
      </p:bgPr>
    </p:bg>
    <p:spTree>
      <p:nvGrpSpPr>
        <p:cNvPr id="1" name="Shape 44"/>
        <p:cNvGrpSpPr/>
        <p:nvPr/>
      </p:nvGrpSpPr>
      <p:grpSpPr>
        <a:xfrm>
          <a:off x="0" y="0"/>
          <a:ext cx="0" cy="0"/>
          <a:chOff x="0" y="0"/>
          <a:chExt cx="0" cy="0"/>
        </a:xfrm>
      </p:grpSpPr>
      <p:sp>
        <p:nvSpPr>
          <p:cNvPr id="45" name="Google Shape;45;g101cf3a0884_0_58"/>
          <p:cNvSpPr txBox="1">
            <a:spLocks noGrp="1"/>
          </p:cNvSpPr>
          <p:nvPr>
            <p:ph type="body" idx="1"/>
          </p:nvPr>
        </p:nvSpPr>
        <p:spPr>
          <a:xfrm>
            <a:off x="1056640" y="1625687"/>
            <a:ext cx="7455000" cy="1023900"/>
          </a:xfrm>
          <a:prstGeom prst="rect">
            <a:avLst/>
          </a:prstGeom>
          <a:noFill/>
          <a:ln>
            <a:noFill/>
          </a:ln>
        </p:spPr>
        <p:txBody>
          <a:bodyPr spcFirstLastPara="1" wrap="square" lIns="91425" tIns="91425" rIns="91425" bIns="91425" anchor="t" anchorCtr="0">
            <a:normAutofit/>
          </a:bodyPr>
          <a:lstStyle>
            <a:lvl1pPr marL="457200" marR="0" lvl="0" indent="-228600" algn="l" rtl="0">
              <a:lnSpc>
                <a:spcPct val="100000"/>
              </a:lnSpc>
              <a:spcBef>
                <a:spcPts val="0"/>
              </a:spcBef>
              <a:spcAft>
                <a:spcPts val="0"/>
              </a:spcAft>
              <a:buClr>
                <a:schemeClr val="lt1"/>
              </a:buClr>
              <a:buSzPts val="2880"/>
              <a:buFont typeface="Kanit"/>
              <a:buNone/>
              <a:defRPr sz="3600" i="0" u="none" strike="noStrike" cap="none">
                <a:solidFill>
                  <a:schemeClr val="lt1"/>
                </a:solidFill>
                <a:latin typeface="Kanit"/>
                <a:ea typeface="Kanit"/>
                <a:cs typeface="Kanit"/>
                <a:sym typeface="Kanit"/>
              </a:defRPr>
            </a:lvl1pPr>
            <a:lvl2pPr marL="914400" marR="0" lvl="1" indent="-228600" algn="l" rtl="0">
              <a:lnSpc>
                <a:spcPct val="100000"/>
              </a:lnSpc>
              <a:spcBef>
                <a:spcPts val="560"/>
              </a:spcBef>
              <a:spcAft>
                <a:spcPts val="0"/>
              </a:spcAft>
              <a:buClr>
                <a:schemeClr val="lt1"/>
              </a:buClr>
              <a:buSzPts val="2240"/>
              <a:buFont typeface="Kanit"/>
              <a:buNone/>
              <a:defRPr sz="2800" i="0" u="none" strike="noStrike" cap="none">
                <a:solidFill>
                  <a:schemeClr val="lt1"/>
                </a:solidFill>
                <a:latin typeface="Kanit"/>
                <a:ea typeface="Kanit"/>
                <a:cs typeface="Kanit"/>
                <a:sym typeface="Kanit"/>
              </a:defRPr>
            </a:lvl2pPr>
            <a:lvl3pPr marL="1371600" marR="0" lvl="2" indent="-228600" algn="l" rtl="0">
              <a:lnSpc>
                <a:spcPct val="100000"/>
              </a:lnSpc>
              <a:spcBef>
                <a:spcPts val="480"/>
              </a:spcBef>
              <a:spcAft>
                <a:spcPts val="0"/>
              </a:spcAft>
              <a:buClr>
                <a:schemeClr val="lt1"/>
              </a:buClr>
              <a:buSzPts val="1920"/>
              <a:buFont typeface="Kanit"/>
              <a:buNone/>
              <a:defRPr sz="2400" i="0" u="none" strike="noStrike" cap="none">
                <a:solidFill>
                  <a:schemeClr val="lt1"/>
                </a:solidFill>
                <a:latin typeface="Kanit"/>
                <a:ea typeface="Kanit"/>
                <a:cs typeface="Kanit"/>
                <a:sym typeface="Kanit"/>
              </a:defRPr>
            </a:lvl3pPr>
            <a:lvl4pPr marL="1828800" marR="0" lvl="3" indent="-228600" algn="l" rtl="0">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4pPr>
            <a:lvl5pPr marL="2286000" marR="0" lvl="4" indent="-228600" algn="l" rtl="0">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5pPr>
            <a:lvl6pPr marL="2743200" marR="0" lvl="5"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6pPr>
            <a:lvl7pPr marL="3200400" marR="0" lvl="6"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7pPr>
            <a:lvl8pPr marL="3657600" marR="0" lvl="7"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8pPr>
            <a:lvl9pPr marL="4114800" marR="0" lvl="8"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15"/>
        <p:cNvGrpSpPr/>
        <p:nvPr/>
      </p:nvGrpSpPr>
      <p:grpSpPr>
        <a:xfrm>
          <a:off x="0" y="0"/>
          <a:ext cx="0" cy="0"/>
          <a:chOff x="0" y="0"/>
          <a:chExt cx="0" cy="0"/>
        </a:xfrm>
      </p:grpSpPr>
      <p:sp>
        <p:nvSpPr>
          <p:cNvPr id="16" name="Google Shape;16;g101406faff2_1_97"/>
          <p:cNvSpPr txBox="1">
            <a:spLocks noGrp="1"/>
          </p:cNvSpPr>
          <p:nvPr>
            <p:ph type="body" idx="1"/>
          </p:nvPr>
        </p:nvSpPr>
        <p:spPr>
          <a:xfrm>
            <a:off x="1792506" y="1184091"/>
            <a:ext cx="6692400" cy="492300"/>
          </a:xfrm>
          <a:prstGeom prst="rect">
            <a:avLst/>
          </a:prstGeom>
          <a:noFill/>
          <a:ln>
            <a:noFill/>
          </a:ln>
        </p:spPr>
        <p:txBody>
          <a:bodyPr spcFirstLastPara="1" wrap="square" lIns="91425" tIns="91425" rIns="91425" bIns="91425" anchor="t" anchorCtr="0">
            <a:normAutofit/>
          </a:bodyPr>
          <a:lstStyle>
            <a:lvl1pPr marL="457200" marR="0" lvl="0" indent="-355600" algn="l">
              <a:lnSpc>
                <a:spcPct val="100000"/>
              </a:lnSpc>
              <a:spcBef>
                <a:spcPts val="200"/>
              </a:spcBef>
              <a:spcAft>
                <a:spcPts val="0"/>
              </a:spcAft>
              <a:buClr>
                <a:schemeClr val="accent2"/>
              </a:buClr>
              <a:buSzPts val="2000"/>
              <a:buFont typeface="Arial"/>
              <a:buAutoNum type="arabicPeriod"/>
              <a:defRPr sz="2000" b="0" i="0" u="none" strike="noStrike" cap="none">
                <a:solidFill>
                  <a:schemeClr val="dk1"/>
                </a:solidFill>
                <a:latin typeface="Helvetica Neue"/>
                <a:ea typeface="Helvetica Neue"/>
                <a:cs typeface="Helvetica Neue"/>
                <a:sym typeface="Helvetica Neue"/>
              </a:defRPr>
            </a:lvl1pPr>
            <a:lvl2pPr marL="914400" marR="0" lvl="1" indent="-314325" algn="l">
              <a:lnSpc>
                <a:spcPct val="100000"/>
              </a:lnSpc>
              <a:spcBef>
                <a:spcPts val="600"/>
              </a:spcBef>
              <a:spcAft>
                <a:spcPts val="0"/>
              </a:spcAft>
              <a:buClr>
                <a:schemeClr val="dk1"/>
              </a:buClr>
              <a:buSzPts val="1350"/>
              <a:buFont typeface="Arial"/>
              <a:buChar char="•"/>
              <a:defRPr sz="1800" b="0" i="0" u="none" strike="noStrike" cap="none">
                <a:solidFill>
                  <a:schemeClr val="dk1"/>
                </a:solidFill>
                <a:latin typeface="Helvetica Neue"/>
                <a:ea typeface="Helvetica Neue"/>
                <a:cs typeface="Helvetica Neue"/>
                <a:sym typeface="Helvetica Neue"/>
              </a:defRPr>
            </a:lvl2pPr>
            <a:lvl3pPr marL="1371600" marR="0" lvl="2" indent="-304800" algn="l">
              <a:lnSpc>
                <a:spcPct val="100000"/>
              </a:lnSpc>
              <a:spcBef>
                <a:spcPts val="360"/>
              </a:spcBef>
              <a:spcAft>
                <a:spcPts val="0"/>
              </a:spcAft>
              <a:buClr>
                <a:schemeClr val="dk1"/>
              </a:buClr>
              <a:buSzPts val="1200"/>
              <a:buFont typeface="Merriweather Sans"/>
              <a:buChar char="-"/>
              <a:defRPr sz="1600" b="0" i="0" u="none" strike="noStrike" cap="none">
                <a:solidFill>
                  <a:schemeClr val="dk1"/>
                </a:solidFill>
                <a:latin typeface="Helvetica Neue"/>
                <a:ea typeface="Helvetica Neue"/>
                <a:cs typeface="Helvetica Neue"/>
                <a:sym typeface="Helvetica Neue"/>
              </a:defRPr>
            </a:lvl3pPr>
            <a:lvl4pPr marL="1828800" marR="0" lvl="3" indent="-228600" algn="l">
              <a:lnSpc>
                <a:spcPct val="100000"/>
              </a:lnSpc>
              <a:spcBef>
                <a:spcPts val="320"/>
              </a:spcBef>
              <a:spcAft>
                <a:spcPts val="0"/>
              </a:spcAft>
              <a:buClr>
                <a:schemeClr val="dk1"/>
              </a:buClr>
              <a:buSzPts val="1280"/>
              <a:buFont typeface="Arial"/>
              <a:buNone/>
              <a:defRPr sz="1600" b="1" i="0" u="none" strike="noStrike" cap="none">
                <a:solidFill>
                  <a:schemeClr val="dk1"/>
                </a:solidFill>
                <a:latin typeface="Arial"/>
                <a:ea typeface="Arial"/>
                <a:cs typeface="Arial"/>
                <a:sym typeface="Arial"/>
              </a:defRPr>
            </a:lvl4pPr>
            <a:lvl5pPr marL="2286000" marR="0" lvl="4" indent="-228600" algn="l">
              <a:lnSpc>
                <a:spcPct val="100000"/>
              </a:lnSpc>
              <a:spcBef>
                <a:spcPts val="320"/>
              </a:spcBef>
              <a:spcAft>
                <a:spcPts val="0"/>
              </a:spcAft>
              <a:buClr>
                <a:schemeClr val="dk1"/>
              </a:buClr>
              <a:buSzPts val="1280"/>
              <a:buFont typeface="Arial"/>
              <a:buNone/>
              <a:defRPr sz="1600" b="1" i="0" u="none" strike="noStrike" cap="none">
                <a:solidFill>
                  <a:schemeClr val="dk1"/>
                </a:solidFill>
                <a:latin typeface="Arial"/>
                <a:ea typeface="Arial"/>
                <a:cs typeface="Arial"/>
                <a:sym typeface="Arial"/>
              </a:defRPr>
            </a:lvl5pPr>
            <a:lvl6pPr marL="2743200" marR="0" lvl="5" indent="-228600" algn="l">
              <a:lnSpc>
                <a:spcPct val="100000"/>
              </a:lnSpc>
              <a:spcBef>
                <a:spcPts val="320"/>
              </a:spcBef>
              <a:spcAft>
                <a:spcPts val="0"/>
              </a:spcAft>
              <a:buClr>
                <a:schemeClr val="dk1"/>
              </a:buClr>
              <a:buSzPts val="1280"/>
              <a:buFont typeface="Arial"/>
              <a:buNone/>
              <a:defRPr sz="1600" b="1" i="0" u="none" strike="noStrike" cap="none">
                <a:solidFill>
                  <a:schemeClr val="dk1"/>
                </a:solidFill>
                <a:latin typeface="Arial"/>
                <a:ea typeface="Arial"/>
                <a:cs typeface="Arial"/>
                <a:sym typeface="Arial"/>
              </a:defRPr>
            </a:lvl6pPr>
            <a:lvl7pPr marL="3200400" marR="0" lvl="6" indent="-228600" algn="l">
              <a:lnSpc>
                <a:spcPct val="100000"/>
              </a:lnSpc>
              <a:spcBef>
                <a:spcPts val="320"/>
              </a:spcBef>
              <a:spcAft>
                <a:spcPts val="0"/>
              </a:spcAft>
              <a:buClr>
                <a:schemeClr val="dk1"/>
              </a:buClr>
              <a:buSzPts val="1280"/>
              <a:buFont typeface="Arial"/>
              <a:buNone/>
              <a:defRPr sz="1600" b="1" i="0" u="none" strike="noStrike" cap="none">
                <a:solidFill>
                  <a:schemeClr val="dk1"/>
                </a:solidFill>
                <a:latin typeface="Arial"/>
                <a:ea typeface="Arial"/>
                <a:cs typeface="Arial"/>
                <a:sym typeface="Arial"/>
              </a:defRPr>
            </a:lvl7pPr>
            <a:lvl8pPr marL="3657600" marR="0" lvl="7" indent="-228600" algn="l">
              <a:lnSpc>
                <a:spcPct val="100000"/>
              </a:lnSpc>
              <a:spcBef>
                <a:spcPts val="320"/>
              </a:spcBef>
              <a:spcAft>
                <a:spcPts val="0"/>
              </a:spcAft>
              <a:buClr>
                <a:schemeClr val="dk1"/>
              </a:buClr>
              <a:buSzPts val="1280"/>
              <a:buFont typeface="Arial"/>
              <a:buNone/>
              <a:defRPr sz="1600" b="1" i="0" u="none" strike="noStrike" cap="none">
                <a:solidFill>
                  <a:schemeClr val="dk1"/>
                </a:solidFill>
                <a:latin typeface="Arial"/>
                <a:ea typeface="Arial"/>
                <a:cs typeface="Arial"/>
                <a:sym typeface="Arial"/>
              </a:defRPr>
            </a:lvl8pPr>
            <a:lvl9pPr marL="4114800" marR="0" lvl="8" indent="-228600" algn="l">
              <a:lnSpc>
                <a:spcPct val="100000"/>
              </a:lnSpc>
              <a:spcBef>
                <a:spcPts val="320"/>
              </a:spcBef>
              <a:spcAft>
                <a:spcPts val="0"/>
              </a:spcAft>
              <a:buClr>
                <a:schemeClr val="dk1"/>
              </a:buClr>
              <a:buSzPts val="1280"/>
              <a:buFont typeface="Arial"/>
              <a:buNone/>
              <a:defRPr sz="1600" b="1" i="0" u="none" strike="noStrike" cap="none">
                <a:solidFill>
                  <a:schemeClr val="dk1"/>
                </a:solidFill>
                <a:latin typeface="Arial"/>
                <a:ea typeface="Arial"/>
                <a:cs typeface="Arial"/>
                <a:sym typeface="Arial"/>
              </a:defRPr>
            </a:lvl9pPr>
          </a:lstStyle>
          <a:p>
            <a:endParaRPr/>
          </a:p>
        </p:txBody>
      </p:sp>
      <p:sp>
        <p:nvSpPr>
          <p:cNvPr id="17" name="Google Shape;17;g101406faff2_1_97"/>
          <p:cNvSpPr txBox="1">
            <a:spLocks noGrp="1"/>
          </p:cNvSpPr>
          <p:nvPr>
            <p:ph type="body" idx="2"/>
          </p:nvPr>
        </p:nvSpPr>
        <p:spPr>
          <a:xfrm>
            <a:off x="1778992" y="562920"/>
            <a:ext cx="6692400" cy="554100"/>
          </a:xfrm>
          <a:prstGeom prst="rect">
            <a:avLst/>
          </a:prstGeom>
          <a:noFill/>
          <a:ln>
            <a:noFill/>
          </a:ln>
        </p:spPr>
        <p:txBody>
          <a:bodyPr spcFirstLastPara="1" wrap="square" lIns="91425" tIns="91425" rIns="91425" bIns="91425" anchor="t" anchorCtr="0">
            <a:normAutofit/>
          </a:bodyPr>
          <a:lstStyle>
            <a:lvl1pPr marL="457200" marR="0" lvl="0" indent="-228600" algn="l">
              <a:lnSpc>
                <a:spcPct val="100000"/>
              </a:lnSpc>
              <a:spcBef>
                <a:spcPts val="200"/>
              </a:spcBef>
              <a:spcAft>
                <a:spcPts val="0"/>
              </a:spcAft>
              <a:buClr>
                <a:srgbClr val="F69264"/>
              </a:buClr>
              <a:buSzPts val="1920"/>
              <a:buFont typeface="Arial"/>
              <a:buNone/>
              <a:defRPr sz="2400" b="0" i="0" u="none" strike="noStrike" cap="none">
                <a:solidFill>
                  <a:srgbClr val="F69264"/>
                </a:solidFill>
                <a:latin typeface="Helvetica Neue"/>
                <a:ea typeface="Helvetica Neue"/>
                <a:cs typeface="Helvetica Neue"/>
                <a:sym typeface="Helvetica Neue"/>
              </a:defRPr>
            </a:lvl1pPr>
            <a:lvl2pPr marL="914400" marR="0" lvl="1" indent="-228600" algn="l">
              <a:lnSpc>
                <a:spcPct val="100000"/>
              </a:lnSpc>
              <a:spcBef>
                <a:spcPts val="600"/>
              </a:spcBef>
              <a:spcAft>
                <a:spcPts val="0"/>
              </a:spcAft>
              <a:buClr>
                <a:schemeClr val="dk1"/>
              </a:buClr>
              <a:buSzPts val="1600"/>
              <a:buFont typeface="Arial"/>
              <a:buNone/>
              <a:defRPr sz="2000" b="1" i="0" u="none" strike="noStrike" cap="none">
                <a:solidFill>
                  <a:schemeClr val="dk1"/>
                </a:solidFill>
                <a:latin typeface="Arial"/>
                <a:ea typeface="Arial"/>
                <a:cs typeface="Arial"/>
                <a:sym typeface="Arial"/>
              </a:defRPr>
            </a:lvl2pPr>
            <a:lvl3pPr marL="1371600" marR="0" lvl="2" indent="-228600" algn="l">
              <a:lnSpc>
                <a:spcPct val="100000"/>
              </a:lnSpc>
              <a:spcBef>
                <a:spcPts val="360"/>
              </a:spcBef>
              <a:spcAft>
                <a:spcPts val="0"/>
              </a:spcAft>
              <a:buClr>
                <a:schemeClr val="dk1"/>
              </a:buClr>
              <a:buSzPts val="1440"/>
              <a:buFont typeface="Arial"/>
              <a:buNone/>
              <a:defRPr sz="1800" b="1" i="0" u="none" strike="noStrike" cap="none">
                <a:solidFill>
                  <a:schemeClr val="dk1"/>
                </a:solidFill>
                <a:latin typeface="Arial"/>
                <a:ea typeface="Arial"/>
                <a:cs typeface="Arial"/>
                <a:sym typeface="Arial"/>
              </a:defRPr>
            </a:lvl3pPr>
            <a:lvl4pPr marL="1828800" marR="0" lvl="3" indent="-228600" algn="l">
              <a:lnSpc>
                <a:spcPct val="100000"/>
              </a:lnSpc>
              <a:spcBef>
                <a:spcPts val="320"/>
              </a:spcBef>
              <a:spcAft>
                <a:spcPts val="0"/>
              </a:spcAft>
              <a:buClr>
                <a:schemeClr val="dk1"/>
              </a:buClr>
              <a:buSzPts val="1280"/>
              <a:buFont typeface="Arial"/>
              <a:buNone/>
              <a:defRPr sz="1600" b="1" i="0" u="none" strike="noStrike" cap="none">
                <a:solidFill>
                  <a:schemeClr val="dk1"/>
                </a:solidFill>
                <a:latin typeface="Arial"/>
                <a:ea typeface="Arial"/>
                <a:cs typeface="Arial"/>
                <a:sym typeface="Arial"/>
              </a:defRPr>
            </a:lvl4pPr>
            <a:lvl5pPr marL="2286000" marR="0" lvl="4" indent="-228600" algn="l">
              <a:lnSpc>
                <a:spcPct val="100000"/>
              </a:lnSpc>
              <a:spcBef>
                <a:spcPts val="320"/>
              </a:spcBef>
              <a:spcAft>
                <a:spcPts val="0"/>
              </a:spcAft>
              <a:buClr>
                <a:schemeClr val="dk1"/>
              </a:buClr>
              <a:buSzPts val="1280"/>
              <a:buFont typeface="Arial"/>
              <a:buNone/>
              <a:defRPr sz="1600" b="1" i="0" u="none" strike="noStrike" cap="none">
                <a:solidFill>
                  <a:schemeClr val="dk1"/>
                </a:solidFill>
                <a:latin typeface="Arial"/>
                <a:ea typeface="Arial"/>
                <a:cs typeface="Arial"/>
                <a:sym typeface="Arial"/>
              </a:defRPr>
            </a:lvl5pPr>
            <a:lvl6pPr marL="2743200" marR="0" lvl="5" indent="-228600" algn="l">
              <a:lnSpc>
                <a:spcPct val="100000"/>
              </a:lnSpc>
              <a:spcBef>
                <a:spcPts val="320"/>
              </a:spcBef>
              <a:spcAft>
                <a:spcPts val="0"/>
              </a:spcAft>
              <a:buClr>
                <a:schemeClr val="dk1"/>
              </a:buClr>
              <a:buSzPts val="1280"/>
              <a:buFont typeface="Arial"/>
              <a:buNone/>
              <a:defRPr sz="1600" b="1" i="0" u="none" strike="noStrike" cap="none">
                <a:solidFill>
                  <a:schemeClr val="dk1"/>
                </a:solidFill>
                <a:latin typeface="Arial"/>
                <a:ea typeface="Arial"/>
                <a:cs typeface="Arial"/>
                <a:sym typeface="Arial"/>
              </a:defRPr>
            </a:lvl6pPr>
            <a:lvl7pPr marL="3200400" marR="0" lvl="6" indent="-228600" algn="l">
              <a:lnSpc>
                <a:spcPct val="100000"/>
              </a:lnSpc>
              <a:spcBef>
                <a:spcPts val="320"/>
              </a:spcBef>
              <a:spcAft>
                <a:spcPts val="0"/>
              </a:spcAft>
              <a:buClr>
                <a:schemeClr val="dk1"/>
              </a:buClr>
              <a:buSzPts val="1280"/>
              <a:buFont typeface="Arial"/>
              <a:buNone/>
              <a:defRPr sz="1600" b="1" i="0" u="none" strike="noStrike" cap="none">
                <a:solidFill>
                  <a:schemeClr val="dk1"/>
                </a:solidFill>
                <a:latin typeface="Arial"/>
                <a:ea typeface="Arial"/>
                <a:cs typeface="Arial"/>
                <a:sym typeface="Arial"/>
              </a:defRPr>
            </a:lvl7pPr>
            <a:lvl8pPr marL="3657600" marR="0" lvl="7" indent="-228600" algn="l">
              <a:lnSpc>
                <a:spcPct val="100000"/>
              </a:lnSpc>
              <a:spcBef>
                <a:spcPts val="320"/>
              </a:spcBef>
              <a:spcAft>
                <a:spcPts val="0"/>
              </a:spcAft>
              <a:buClr>
                <a:schemeClr val="dk1"/>
              </a:buClr>
              <a:buSzPts val="1280"/>
              <a:buFont typeface="Arial"/>
              <a:buNone/>
              <a:defRPr sz="1600" b="1" i="0" u="none" strike="noStrike" cap="none">
                <a:solidFill>
                  <a:schemeClr val="dk1"/>
                </a:solidFill>
                <a:latin typeface="Arial"/>
                <a:ea typeface="Arial"/>
                <a:cs typeface="Arial"/>
                <a:sym typeface="Arial"/>
              </a:defRPr>
            </a:lvl8pPr>
            <a:lvl9pPr marL="4114800" marR="0" lvl="8" indent="-228600" algn="l">
              <a:lnSpc>
                <a:spcPct val="100000"/>
              </a:lnSpc>
              <a:spcBef>
                <a:spcPts val="320"/>
              </a:spcBef>
              <a:spcAft>
                <a:spcPts val="0"/>
              </a:spcAft>
              <a:buClr>
                <a:schemeClr val="dk1"/>
              </a:buClr>
              <a:buSzPts val="1280"/>
              <a:buFont typeface="Arial"/>
              <a:buNone/>
              <a:defRPr sz="1600" b="1"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286007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1" name="Google Shape;11;p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2" name="Google Shape;12;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g101cf3a0884_0_0"/>
          <p:cNvSpPr txBox="1">
            <a:spLocks noGrp="1"/>
          </p:cNvSpPr>
          <p:nvPr>
            <p:ph type="body" idx="1"/>
          </p:nvPr>
        </p:nvSpPr>
        <p:spPr>
          <a:xfrm>
            <a:off x="615526" y="2202295"/>
            <a:ext cx="6705600" cy="7389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SzPts val="900"/>
              <a:buNone/>
            </a:pPr>
            <a:r>
              <a:rPr lang="en-IN"/>
              <a:t>Content Title</a:t>
            </a:r>
            <a:endParaRPr sz="3600" i="0" u="none" strike="noStrike" cap="none">
              <a:solidFill>
                <a:schemeClr val="lt1"/>
              </a:solidFill>
              <a:latin typeface="Kanit"/>
              <a:ea typeface="Kanit"/>
              <a:cs typeface="Kanit"/>
              <a:sym typeface="Kanit"/>
            </a:endParaRPr>
          </a:p>
        </p:txBody>
      </p:sp>
      <p:pic>
        <p:nvPicPr>
          <p:cNvPr id="51" name="Google Shape;51;g101cf3a0884_0_0"/>
          <p:cNvPicPr preferRelativeResize="0"/>
          <p:nvPr/>
        </p:nvPicPr>
        <p:blipFill rotWithShape="1">
          <a:blip r:embed="rId3">
            <a:alphaModFix/>
          </a:blip>
          <a:srcRect/>
          <a:stretch/>
        </p:blipFill>
        <p:spPr>
          <a:xfrm>
            <a:off x="0" y="0"/>
            <a:ext cx="2491628" cy="919750"/>
          </a:xfrm>
          <a:prstGeom prst="rect">
            <a:avLst/>
          </a:prstGeom>
          <a:noFill/>
          <a:ln>
            <a:noFill/>
          </a:ln>
        </p:spPr>
      </p:pic>
      <p:pic>
        <p:nvPicPr>
          <p:cNvPr id="52" name="Google Shape;52;g101cf3a0884_0_0"/>
          <p:cNvPicPr preferRelativeResize="0"/>
          <p:nvPr/>
        </p:nvPicPr>
        <p:blipFill rotWithShape="1">
          <a:blip r:embed="rId4">
            <a:alphaModFix/>
          </a:blip>
          <a:srcRect/>
          <a:stretch/>
        </p:blipFill>
        <p:spPr>
          <a:xfrm>
            <a:off x="-118808" y="-61549"/>
            <a:ext cx="9262810" cy="5205049"/>
          </a:xfrm>
          <a:prstGeom prst="rect">
            <a:avLst/>
          </a:prstGeom>
          <a:noFill/>
          <a:ln>
            <a:noFill/>
          </a:ln>
        </p:spPr>
      </p:pic>
      <p:sp>
        <p:nvSpPr>
          <p:cNvPr id="53" name="Google Shape;53;g101cf3a0884_0_0"/>
          <p:cNvSpPr/>
          <p:nvPr/>
        </p:nvSpPr>
        <p:spPr>
          <a:xfrm>
            <a:off x="517525" y="919750"/>
            <a:ext cx="4446300" cy="1650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g101cf3a0884_0_0"/>
          <p:cNvSpPr txBox="1"/>
          <p:nvPr/>
        </p:nvSpPr>
        <p:spPr>
          <a:xfrm>
            <a:off x="517524" y="1817135"/>
            <a:ext cx="5934075" cy="1320331"/>
          </a:xfrm>
          <a:prstGeom prst="rect">
            <a:avLst/>
          </a:prstGeom>
          <a:noFill/>
          <a:ln>
            <a:noFill/>
          </a:ln>
        </p:spPr>
        <p:txBody>
          <a:bodyPr spcFirstLastPara="1" wrap="square" lIns="91425" tIns="91425" rIns="91425" bIns="91425" anchor="ctr" anchorCtr="0">
            <a:spAutoFit/>
          </a:bodyPr>
          <a:lstStyle/>
          <a:p>
            <a:pPr marL="0" marR="0" lvl="0" indent="0" algn="ctr" rtl="0">
              <a:lnSpc>
                <a:spcPct val="90000"/>
              </a:lnSpc>
              <a:spcBef>
                <a:spcPts val="0"/>
              </a:spcBef>
              <a:spcAft>
                <a:spcPts val="0"/>
              </a:spcAft>
              <a:buClr>
                <a:schemeClr val="dk1"/>
              </a:buClr>
              <a:buSzPts val="1100"/>
              <a:buFont typeface="Arial"/>
              <a:buNone/>
            </a:pPr>
            <a:r>
              <a:rPr lang="en-US" sz="5400" b="1" dirty="0">
                <a:solidFill>
                  <a:srgbClr val="FFFFFF"/>
                </a:solidFill>
                <a:latin typeface="Fira Sans"/>
                <a:ea typeface="Fira Sans"/>
                <a:cs typeface="Fira Sans"/>
                <a:sym typeface="Fira Sans"/>
              </a:rPr>
              <a:t>“ Agile ”</a:t>
            </a:r>
          </a:p>
          <a:p>
            <a:pPr marL="0" marR="0" lvl="0" indent="0" algn="ctr" rtl="0">
              <a:lnSpc>
                <a:spcPct val="90000"/>
              </a:lnSpc>
              <a:spcBef>
                <a:spcPts val="0"/>
              </a:spcBef>
              <a:spcAft>
                <a:spcPts val="0"/>
              </a:spcAft>
              <a:buClr>
                <a:schemeClr val="dk1"/>
              </a:buClr>
              <a:buSzPts val="1100"/>
              <a:buFont typeface="Arial"/>
              <a:buNone/>
            </a:pPr>
            <a:endParaRPr lang="en-US" b="1" dirty="0">
              <a:solidFill>
                <a:srgbClr val="FFFFFF"/>
              </a:solidFill>
              <a:latin typeface="Fira Sans"/>
              <a:ea typeface="Fira Sans"/>
              <a:cs typeface="Fira Sans"/>
              <a:sym typeface="Fira Sans"/>
            </a:endParaRPr>
          </a:p>
          <a:p>
            <a:pPr marL="0" marR="0" lvl="0" indent="0" algn="ctr" rtl="0">
              <a:lnSpc>
                <a:spcPct val="90000"/>
              </a:lnSpc>
              <a:spcBef>
                <a:spcPts val="0"/>
              </a:spcBef>
              <a:spcAft>
                <a:spcPts val="0"/>
              </a:spcAft>
              <a:buClr>
                <a:schemeClr val="dk1"/>
              </a:buClr>
              <a:buSzPts val="1100"/>
              <a:buFont typeface="Arial"/>
              <a:buNone/>
            </a:pPr>
            <a:r>
              <a:rPr lang="en-US" b="1" dirty="0">
                <a:solidFill>
                  <a:srgbClr val="FFFFFF"/>
                </a:solidFill>
                <a:latin typeface="Fira Sans"/>
                <a:ea typeface="Fira Sans"/>
                <a:cs typeface="Fira Sans"/>
                <a:sym typeface="Fira Sans"/>
              </a:rPr>
              <a:t>-By Manas</a:t>
            </a:r>
            <a:endParaRPr b="1" dirty="0">
              <a:solidFill>
                <a:srgbClr val="64E688"/>
              </a:solidFill>
              <a:latin typeface="Fira Sans"/>
              <a:ea typeface="Fira Sans"/>
              <a:cs typeface="Fira Sans"/>
              <a:sym typeface="Fira Sans"/>
            </a:endParaRPr>
          </a:p>
        </p:txBody>
      </p:sp>
      <p:sp>
        <p:nvSpPr>
          <p:cNvPr id="55" name="Google Shape;55;g101cf3a0884_0_0"/>
          <p:cNvSpPr/>
          <p:nvPr/>
        </p:nvSpPr>
        <p:spPr>
          <a:xfrm>
            <a:off x="506950" y="4182400"/>
            <a:ext cx="5058900" cy="431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g101cf3a0884_0_0"/>
          <p:cNvSpPr/>
          <p:nvPr/>
        </p:nvSpPr>
        <p:spPr>
          <a:xfrm>
            <a:off x="488275" y="521575"/>
            <a:ext cx="2707800" cy="431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g101cf3a0884_0_0"/>
          <p:cNvSpPr txBox="1"/>
          <p:nvPr/>
        </p:nvSpPr>
        <p:spPr>
          <a:xfrm>
            <a:off x="531025" y="488650"/>
            <a:ext cx="63918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IN" sz="1600" b="0" i="0" u="none" strike="noStrike" cap="none" dirty="0">
                <a:solidFill>
                  <a:srgbClr val="FFFFFF"/>
                </a:solidFill>
                <a:latin typeface="Fira Sans"/>
                <a:ea typeface="Fira Sans"/>
                <a:cs typeface="Fira Sans"/>
                <a:sym typeface="Fira Sans"/>
              </a:rPr>
              <a:t>QA Automation Engineer</a:t>
            </a:r>
            <a:endParaRPr sz="1600" b="0" i="0" u="none" strike="noStrike" cap="none" dirty="0">
              <a:solidFill>
                <a:srgbClr val="FFFFFF"/>
              </a:solidFill>
              <a:latin typeface="Fira Sans"/>
              <a:ea typeface="Fira Sans"/>
              <a:cs typeface="Fira Sans"/>
              <a:sym typeface="Fira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8" name="Google Shape;78;p2"/>
          <p:cNvSpPr txBox="1"/>
          <p:nvPr/>
        </p:nvSpPr>
        <p:spPr>
          <a:xfrm>
            <a:off x="4181894" y="1362268"/>
            <a:ext cx="4177300" cy="2339072"/>
          </a:xfrm>
          <a:prstGeom prst="rect">
            <a:avLst/>
          </a:prstGeom>
          <a:noFill/>
          <a:ln>
            <a:noFill/>
          </a:ln>
        </p:spPr>
        <p:txBody>
          <a:bodyPr spcFirstLastPara="1" wrap="square" lIns="91425" tIns="91425" rIns="91425" bIns="91425" anchor="t" anchorCtr="0">
            <a:spAutoFit/>
          </a:bodyPr>
          <a:lstStyle/>
          <a:p>
            <a:pPr marL="457200" marR="0" lvl="0" indent="-355600" algn="l" rtl="0">
              <a:lnSpc>
                <a:spcPct val="100000"/>
              </a:lnSpc>
              <a:spcBef>
                <a:spcPts val="0"/>
              </a:spcBef>
              <a:spcAft>
                <a:spcPts val="0"/>
              </a:spcAft>
              <a:buClr>
                <a:schemeClr val="dk1"/>
              </a:buClr>
              <a:buSzPts val="2000"/>
              <a:buFont typeface="Fira Sans"/>
              <a:buChar char="●"/>
            </a:pPr>
            <a:r>
              <a:rPr lang="en-US" sz="2000" b="0" i="0" u="none" strike="noStrike" cap="none" dirty="0">
                <a:solidFill>
                  <a:schemeClr val="dk1"/>
                </a:solidFill>
                <a:latin typeface="Fira Sans"/>
                <a:ea typeface="Fira Sans"/>
                <a:cs typeface="Fira Sans"/>
                <a:sym typeface="Fira Sans"/>
              </a:rPr>
              <a:t>Waterfall Model</a:t>
            </a:r>
          </a:p>
          <a:p>
            <a:pPr marL="457200" marR="0" lvl="0" indent="-355600" algn="l" rtl="0">
              <a:lnSpc>
                <a:spcPct val="100000"/>
              </a:lnSpc>
              <a:spcBef>
                <a:spcPts val="0"/>
              </a:spcBef>
              <a:spcAft>
                <a:spcPts val="0"/>
              </a:spcAft>
              <a:buClr>
                <a:schemeClr val="dk1"/>
              </a:buClr>
              <a:buSzPts val="2000"/>
              <a:buFont typeface="Fira Sans"/>
              <a:buChar char="●"/>
            </a:pPr>
            <a:r>
              <a:rPr lang="en-US" sz="2000" dirty="0">
                <a:solidFill>
                  <a:schemeClr val="dk1"/>
                </a:solidFill>
                <a:latin typeface="Fira Sans"/>
                <a:ea typeface="Fira Sans"/>
                <a:cs typeface="Fira Sans"/>
                <a:sym typeface="Fira Sans"/>
              </a:rPr>
              <a:t>Drawbacks of Waterfall Model</a:t>
            </a:r>
            <a:endParaRPr lang="en-US" sz="2000" b="0" i="0" u="none" strike="noStrike" cap="none" dirty="0">
              <a:solidFill>
                <a:schemeClr val="dk1"/>
              </a:solidFill>
              <a:latin typeface="Fira Sans"/>
              <a:ea typeface="Fira Sans"/>
              <a:cs typeface="Fira Sans"/>
              <a:sym typeface="Fira Sans"/>
            </a:endParaRPr>
          </a:p>
          <a:p>
            <a:pPr marL="457200" marR="0" lvl="0" indent="-355600" algn="l" rtl="0">
              <a:lnSpc>
                <a:spcPct val="100000"/>
              </a:lnSpc>
              <a:spcBef>
                <a:spcPts val="0"/>
              </a:spcBef>
              <a:spcAft>
                <a:spcPts val="0"/>
              </a:spcAft>
              <a:buClr>
                <a:schemeClr val="dk1"/>
              </a:buClr>
              <a:buSzPts val="2000"/>
              <a:buFont typeface="Fira Sans"/>
              <a:buChar char="●"/>
            </a:pPr>
            <a:r>
              <a:rPr lang="en-US" sz="2000" dirty="0">
                <a:solidFill>
                  <a:schemeClr val="dk1"/>
                </a:solidFill>
                <a:latin typeface="Fira Sans"/>
                <a:ea typeface="Fira Sans"/>
                <a:cs typeface="Fira Sans"/>
                <a:sym typeface="Fira Sans"/>
              </a:rPr>
              <a:t>Agile Methodology</a:t>
            </a:r>
          </a:p>
          <a:p>
            <a:pPr marL="457200" marR="0" lvl="0" indent="-355600" algn="l" rtl="0">
              <a:lnSpc>
                <a:spcPct val="100000"/>
              </a:lnSpc>
              <a:spcBef>
                <a:spcPts val="0"/>
              </a:spcBef>
              <a:spcAft>
                <a:spcPts val="0"/>
              </a:spcAft>
              <a:buClr>
                <a:schemeClr val="dk1"/>
              </a:buClr>
              <a:buSzPts val="2000"/>
              <a:buFont typeface="Fira Sans"/>
              <a:buChar char="●"/>
            </a:pPr>
            <a:r>
              <a:rPr lang="en-US" sz="2000" dirty="0">
                <a:solidFill>
                  <a:schemeClr val="dk1"/>
                </a:solidFill>
                <a:latin typeface="Fira Sans"/>
                <a:ea typeface="Fira Sans"/>
                <a:cs typeface="Fira Sans"/>
                <a:sym typeface="Fira Sans"/>
              </a:rPr>
              <a:t>Waterfall vs Agile</a:t>
            </a:r>
          </a:p>
          <a:p>
            <a:pPr marL="457200" marR="0" lvl="0" indent="-355600" algn="l" rtl="0">
              <a:lnSpc>
                <a:spcPct val="100000"/>
              </a:lnSpc>
              <a:spcBef>
                <a:spcPts val="0"/>
              </a:spcBef>
              <a:spcAft>
                <a:spcPts val="0"/>
              </a:spcAft>
              <a:buClr>
                <a:schemeClr val="dk1"/>
              </a:buClr>
              <a:buSzPts val="2000"/>
              <a:buFont typeface="Fira Sans"/>
              <a:buChar char="●"/>
            </a:pPr>
            <a:r>
              <a:rPr lang="en-US" sz="2000" dirty="0">
                <a:solidFill>
                  <a:schemeClr val="dk1"/>
                </a:solidFill>
                <a:latin typeface="Fira Sans"/>
                <a:ea typeface="Fira Sans"/>
                <a:cs typeface="Fira Sans"/>
                <a:sym typeface="Fira Sans"/>
              </a:rPr>
              <a:t>Advantages of Agile</a:t>
            </a:r>
          </a:p>
          <a:p>
            <a:pPr marL="457200" marR="0" lvl="0" indent="-355600" algn="l" rtl="0">
              <a:lnSpc>
                <a:spcPct val="100000"/>
              </a:lnSpc>
              <a:spcBef>
                <a:spcPts val="0"/>
              </a:spcBef>
              <a:spcAft>
                <a:spcPts val="0"/>
              </a:spcAft>
              <a:buClr>
                <a:schemeClr val="dk1"/>
              </a:buClr>
              <a:buSzPts val="2000"/>
              <a:buFont typeface="Fira Sans"/>
              <a:buChar char="●"/>
            </a:pPr>
            <a:endParaRPr lang="en-US" sz="2000" dirty="0">
              <a:solidFill>
                <a:schemeClr val="dk1"/>
              </a:solidFill>
              <a:latin typeface="Fira Sans"/>
              <a:ea typeface="Fira Sans"/>
              <a:cs typeface="Fira Sans"/>
              <a:sym typeface="Fira Sans"/>
            </a:endParaRPr>
          </a:p>
          <a:p>
            <a:pPr marL="457200" marR="0" lvl="0" indent="-355600" algn="l" rtl="0">
              <a:lnSpc>
                <a:spcPct val="100000"/>
              </a:lnSpc>
              <a:spcBef>
                <a:spcPts val="0"/>
              </a:spcBef>
              <a:spcAft>
                <a:spcPts val="0"/>
              </a:spcAft>
              <a:buClr>
                <a:schemeClr val="dk1"/>
              </a:buClr>
              <a:buSzPts val="2000"/>
              <a:buFont typeface="Fira Sans"/>
              <a:buChar char="●"/>
            </a:pPr>
            <a:endParaRPr sz="2000" b="0" i="0" u="none" strike="noStrike" cap="none" dirty="0">
              <a:solidFill>
                <a:schemeClr val="dk1"/>
              </a:solidFill>
              <a:latin typeface="Fira Sans"/>
              <a:ea typeface="Fira Sans"/>
              <a:cs typeface="Fira Sans"/>
              <a:sym typeface="Fira Sans"/>
            </a:endParaRPr>
          </a:p>
        </p:txBody>
      </p:sp>
      <p:sp>
        <p:nvSpPr>
          <p:cNvPr id="79" name="Google Shape;79;p2"/>
          <p:cNvSpPr/>
          <p:nvPr/>
        </p:nvSpPr>
        <p:spPr>
          <a:xfrm>
            <a:off x="615517" y="2408340"/>
            <a:ext cx="3221400" cy="1293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2"/>
          <p:cNvSpPr/>
          <p:nvPr/>
        </p:nvSpPr>
        <p:spPr>
          <a:xfrm>
            <a:off x="327400" y="2545350"/>
            <a:ext cx="2682600" cy="802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2"/>
          <p:cNvSpPr txBox="1"/>
          <p:nvPr/>
        </p:nvSpPr>
        <p:spPr>
          <a:xfrm>
            <a:off x="1093839" y="1831701"/>
            <a:ext cx="4177300" cy="849433"/>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n-US" sz="4000" b="1" i="0" u="none" strike="noStrike" cap="none" dirty="0">
                <a:solidFill>
                  <a:schemeClr val="dk1"/>
                </a:solidFill>
                <a:latin typeface="Fira Sans"/>
                <a:ea typeface="Fira Sans"/>
                <a:cs typeface="Fira Sans"/>
                <a:sym typeface="Fira Sans"/>
              </a:rPr>
              <a:t> </a:t>
            </a:r>
            <a:r>
              <a:rPr lang="en-US" sz="4800" b="1" i="0" u="none" strike="noStrike" cap="none" dirty="0">
                <a:solidFill>
                  <a:schemeClr val="dk1"/>
                </a:solidFill>
                <a:latin typeface="Fira Sans"/>
                <a:ea typeface="Fira Sans"/>
                <a:cs typeface="Fira Sans"/>
                <a:sym typeface="Fira Sans"/>
              </a:rPr>
              <a:t>Agile</a:t>
            </a:r>
            <a:endParaRPr sz="4800" b="1" i="0" u="none" strike="noStrike" cap="none" dirty="0">
              <a:solidFill>
                <a:schemeClr val="dk1"/>
              </a:solidFill>
              <a:latin typeface="Fira Sans"/>
              <a:ea typeface="Fira Sans"/>
              <a:cs typeface="Fira Sans"/>
              <a:sym typeface="Fir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txBox="1">
            <a:spLocks noGrp="1"/>
          </p:cNvSpPr>
          <p:nvPr>
            <p:ph type="title"/>
          </p:nvPr>
        </p:nvSpPr>
        <p:spPr>
          <a:xfrm>
            <a:off x="311700" y="445025"/>
            <a:ext cx="8520600" cy="4313092"/>
          </a:xfrm>
          <a:prstGeom prst="rect">
            <a:avLst/>
          </a:prstGeom>
          <a:noFill/>
          <a:ln>
            <a:noFill/>
          </a:ln>
        </p:spPr>
        <p:txBody>
          <a:bodyPr spcFirstLastPara="1" wrap="square" lIns="91425" tIns="91425" rIns="91425" bIns="91425" anchor="t" anchorCtr="0">
            <a:normAutofit/>
          </a:bodyPr>
          <a:lstStyle/>
          <a:p>
            <a:pPr>
              <a:buSzPct val="111111"/>
            </a:pPr>
            <a:r>
              <a:rPr lang="en-US" sz="3600" b="1" dirty="0">
                <a:solidFill>
                  <a:srgbClr val="002060"/>
                </a:solidFill>
                <a:latin typeface="+mn-lt"/>
                <a:cs typeface="Aldhabi" panose="01000000000000000000" pitchFamily="2" charset="-78"/>
              </a:rPr>
              <a:t>Waterfall Model</a:t>
            </a:r>
            <a:br>
              <a:rPr lang="en-US" dirty="0"/>
            </a:br>
            <a:br>
              <a:rPr lang="en-US" dirty="0"/>
            </a:br>
            <a:r>
              <a:rPr lang="en-US" sz="1800" dirty="0">
                <a:solidFill>
                  <a:schemeClr val="tx1"/>
                </a:solidFill>
                <a:effectLst/>
                <a:latin typeface="Amasis MT Pro" panose="02040504050005020304" pitchFamily="18" charset="0"/>
                <a:ea typeface="Times New Roman" panose="02020603050405020304" pitchFamily="18" charset="0"/>
                <a:cs typeface="Times New Roman" panose="02020603050405020304" pitchFamily="18" charset="0"/>
              </a:rPr>
              <a:t>Waterfall model is an example of a </a:t>
            </a:r>
            <a:r>
              <a:rPr lang="en-US" sz="1800" b="1" dirty="0">
                <a:solidFill>
                  <a:schemeClr val="tx1"/>
                </a:solidFill>
                <a:effectLst/>
                <a:latin typeface="Amasis MT Pro" panose="02040504050005020304" pitchFamily="18" charset="0"/>
                <a:ea typeface="Times New Roman" panose="02020603050405020304" pitchFamily="18" charset="0"/>
                <a:cs typeface="Times New Roman" panose="02020603050405020304" pitchFamily="18" charset="0"/>
              </a:rPr>
              <a:t>Sequential model</a:t>
            </a:r>
            <a:r>
              <a:rPr lang="en-US" sz="1800" dirty="0">
                <a:solidFill>
                  <a:schemeClr val="tx1"/>
                </a:solidFill>
                <a:effectLst/>
                <a:latin typeface="Amasis MT Pro" panose="02040504050005020304" pitchFamily="18" charset="0"/>
                <a:ea typeface="Times New Roman" panose="02020603050405020304" pitchFamily="18" charset="0"/>
                <a:cs typeface="Times New Roman" panose="02020603050405020304" pitchFamily="18" charset="0"/>
              </a:rPr>
              <a:t>. In this model, the software development activity is divided into different phases and each phase consists of a series of tasks and has different objectives</a:t>
            </a:r>
            <a:r>
              <a:rPr lang="en-US" sz="1800" dirty="0">
                <a:solidFill>
                  <a:srgbClr val="3A3A3A"/>
                </a:solidFill>
                <a:effectLst/>
                <a:latin typeface="Work Sans" pitchFamily="2" charset="0"/>
                <a:ea typeface="Times New Roman" panose="02020603050405020304" pitchFamily="18" charset="0"/>
                <a:cs typeface="Times New Roman" panose="02020603050405020304" pitchFamily="18" charset="0"/>
              </a:rPr>
              <a:t>.</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solidFill>
                  <a:srgbClr val="3A3A3A"/>
                </a:solidFill>
                <a:effectLst/>
                <a:latin typeface="Amasis MT Pro" panose="02040504050005020304" pitchFamily="18" charset="0"/>
                <a:ea typeface="Times New Roman" panose="02020603050405020304" pitchFamily="18" charset="0"/>
                <a:cs typeface="Times New Roman" panose="02020603050405020304" pitchFamily="18" charset="0"/>
              </a:rPr>
              <a:t>It is divided into phases and output of one phase becomes the input of the next phase. It is mandatory for a phase to be completed before the next phase starts. In short, there is no overlapping in the Waterfall model</a:t>
            </a:r>
            <a:br>
              <a:rPr lang="en-US" sz="1800" dirty="0">
                <a:effectLst/>
                <a:latin typeface="Amasis MT Pro" panose="02040504050005020304" pitchFamily="18" charset="0"/>
                <a:ea typeface="Calibri" panose="020F0502020204030204" pitchFamily="34" charset="0"/>
                <a:cs typeface="Times New Roman" panose="02020603050405020304" pitchFamily="18" charset="0"/>
              </a:rPr>
            </a:br>
            <a:endParaRPr lang="en-US" sz="1600" dirty="0">
              <a:latin typeface="Amasis MT Pro" panose="02040504050005020304" pitchFamily="18" charset="0"/>
            </a:endParaRPr>
          </a:p>
        </p:txBody>
      </p:sp>
      <p:sp>
        <p:nvSpPr>
          <p:cNvPr id="66" name="Google Shape;66;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txBox="1">
            <a:spLocks noGrp="1"/>
          </p:cNvSpPr>
          <p:nvPr>
            <p:ph type="title"/>
          </p:nvPr>
        </p:nvSpPr>
        <p:spPr>
          <a:xfrm>
            <a:off x="550332" y="445025"/>
            <a:ext cx="8281967" cy="4474108"/>
          </a:xfrm>
          <a:prstGeom prst="rect">
            <a:avLst/>
          </a:prstGeom>
          <a:noFill/>
          <a:ln>
            <a:noFill/>
          </a:ln>
        </p:spPr>
        <p:txBody>
          <a:bodyPr spcFirstLastPara="1" wrap="square" lIns="91425" tIns="91425" rIns="91425" bIns="91425" anchor="t" anchorCtr="0">
            <a:normAutofit/>
          </a:bodyPr>
          <a:lstStyle/>
          <a:p>
            <a:pPr>
              <a:buSzPct val="111111"/>
            </a:pPr>
            <a:endParaRPr lang="en-US" sz="1600" dirty="0">
              <a:latin typeface="Amasis MT Pro" panose="020B0604020202020204" pitchFamily="18" charset="0"/>
            </a:endParaRPr>
          </a:p>
        </p:txBody>
      </p:sp>
      <p:sp>
        <p:nvSpPr>
          <p:cNvPr id="66" name="Google Shape;66;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t>4</a:t>
            </a:fld>
            <a:endParaRPr/>
          </a:p>
        </p:txBody>
      </p:sp>
      <p:pic>
        <p:nvPicPr>
          <p:cNvPr id="6" name="Picture 5">
            <a:extLst>
              <a:ext uri="{FF2B5EF4-FFF2-40B4-BE49-F238E27FC236}">
                <a16:creationId xmlns:a16="http://schemas.microsoft.com/office/drawing/2014/main" id="{A39EFB36-BD6B-44C0-9A9E-0D2CDD17AEA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0" y="-203200"/>
            <a:ext cx="9144000" cy="5698067"/>
          </a:xfrm>
          <a:prstGeom prst="rect">
            <a:avLst/>
          </a:prstGeom>
          <a:noFill/>
          <a:ln>
            <a:noFill/>
          </a:ln>
        </p:spPr>
      </p:pic>
    </p:spTree>
    <p:extLst>
      <p:ext uri="{BB962C8B-B14F-4D97-AF65-F5344CB8AC3E}">
        <p14:creationId xmlns:p14="http://schemas.microsoft.com/office/powerpoint/2010/main" val="2285710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6" name="Google Shape;66;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t>5</a:t>
            </a:fld>
            <a:endParaRPr/>
          </a:p>
        </p:txBody>
      </p:sp>
      <p:sp>
        <p:nvSpPr>
          <p:cNvPr id="3" name="Title 2">
            <a:extLst>
              <a:ext uri="{FF2B5EF4-FFF2-40B4-BE49-F238E27FC236}">
                <a16:creationId xmlns:a16="http://schemas.microsoft.com/office/drawing/2014/main" id="{6C8B9E81-9331-48C9-A4F0-0ECB69CF0E07}"/>
              </a:ext>
            </a:extLst>
          </p:cNvPr>
          <p:cNvSpPr>
            <a:spLocks noGrp="1"/>
          </p:cNvSpPr>
          <p:nvPr>
            <p:ph type="title"/>
          </p:nvPr>
        </p:nvSpPr>
        <p:spPr/>
        <p:txBody>
          <a:bodyPr>
            <a:noAutofit/>
          </a:bodyPr>
          <a:lstStyle/>
          <a:p>
            <a:r>
              <a:rPr lang="en-US" sz="3200" b="1" dirty="0">
                <a:solidFill>
                  <a:schemeClr val="tx1"/>
                </a:solidFill>
                <a:effectLst/>
                <a:latin typeface="Open Sans" panose="020B0606030504020204" pitchFamily="34" charset="0"/>
                <a:ea typeface="Times New Roman" panose="02020603050405020304" pitchFamily="18" charset="0"/>
                <a:cs typeface="Times New Roman" panose="02020603050405020304" pitchFamily="18" charset="0"/>
              </a:rPr>
              <a:t>Disadvantages of Waterfall Model</a:t>
            </a:r>
            <a:br>
              <a:rPr lang="en-US" sz="3200" b="1" dirty="0">
                <a:solidFill>
                  <a:schemeClr val="tx1"/>
                </a:solidFill>
                <a:effectLst/>
                <a:latin typeface="Calibri Light" panose="020F0302020204030204" pitchFamily="34" charset="0"/>
                <a:ea typeface="Times New Roman" panose="02020603050405020304" pitchFamily="18" charset="0"/>
                <a:cs typeface="Times New Roman" panose="02020603050405020304" pitchFamily="18" charset="0"/>
              </a:rPr>
            </a:br>
            <a:endParaRPr lang="en-US" sz="3200" dirty="0">
              <a:solidFill>
                <a:schemeClr val="tx1"/>
              </a:solidFill>
            </a:endParaRPr>
          </a:p>
        </p:txBody>
      </p:sp>
      <p:sp>
        <p:nvSpPr>
          <p:cNvPr id="8" name="TextBox 7">
            <a:extLst>
              <a:ext uri="{FF2B5EF4-FFF2-40B4-BE49-F238E27FC236}">
                <a16:creationId xmlns:a16="http://schemas.microsoft.com/office/drawing/2014/main" id="{C31FC6FA-3E22-4B70-AEA0-7BC5B99FF787}"/>
              </a:ext>
            </a:extLst>
          </p:cNvPr>
          <p:cNvSpPr txBox="1"/>
          <p:nvPr/>
        </p:nvSpPr>
        <p:spPr>
          <a:xfrm>
            <a:off x="517208" y="1368267"/>
            <a:ext cx="7593859" cy="2532809"/>
          </a:xfrm>
          <a:prstGeom prst="rect">
            <a:avLst/>
          </a:prstGeom>
          <a:noFill/>
        </p:spPr>
        <p:txBody>
          <a:bodyPr wrap="square">
            <a:spAutoFit/>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solidFill>
                  <a:schemeClr val="tx1"/>
                </a:solidFill>
                <a:effectLst/>
                <a:latin typeface="Amasis MT Pro" panose="02040504050005020304" pitchFamily="18" charset="0"/>
                <a:ea typeface="Calibri" panose="020F0502020204030204" pitchFamily="34" charset="0"/>
                <a:cs typeface="Times New Roman" panose="02020603050405020304" pitchFamily="18" charset="0"/>
              </a:rPr>
              <a:t>It is difficult to estimate time and cost for each phase of the development process in waterfall model.</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solidFill>
                  <a:schemeClr val="tx1"/>
                </a:solidFill>
                <a:effectLst/>
                <a:latin typeface="Amasis MT Pro" panose="02040504050005020304" pitchFamily="18" charset="0"/>
                <a:ea typeface="Calibri" panose="020F0502020204030204" pitchFamily="34" charset="0"/>
                <a:cs typeface="Times New Roman" panose="02020603050405020304" pitchFamily="18" charset="0"/>
              </a:rPr>
              <a:t>Once an application is in the testing stage, it is very difficult to go back and change something that was not well-thought-out in the concept stage.</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solidFill>
                  <a:schemeClr val="tx1"/>
                </a:solidFill>
                <a:effectLst/>
                <a:latin typeface="Amasis MT Pro" panose="02040504050005020304" pitchFamily="18" charset="0"/>
                <a:ea typeface="Calibri" panose="020F0502020204030204" pitchFamily="34" charset="0"/>
                <a:cs typeface="Times New Roman" panose="02020603050405020304" pitchFamily="18" charset="0"/>
              </a:rPr>
              <a:t>Not a good model for complex and object-oriented projects.</a:t>
            </a:r>
          </a:p>
          <a:p>
            <a:pPr marL="342900" marR="30480" lvl="0" indent="-342900" algn="just">
              <a:spcBef>
                <a:spcPts val="600"/>
              </a:spcBef>
              <a:spcAft>
                <a:spcPts val="720"/>
              </a:spcAft>
              <a:buSzPts val="1000"/>
              <a:buFont typeface="Symbol" panose="05050102010706020507" pitchFamily="18" charset="2"/>
              <a:buChar char=""/>
              <a:tabLst>
                <a:tab pos="457200" algn="l"/>
              </a:tabLst>
            </a:pPr>
            <a:r>
              <a:rPr lang="en-US" dirty="0">
                <a:solidFill>
                  <a:schemeClr val="tx1"/>
                </a:solidFill>
                <a:effectLst/>
                <a:latin typeface="Amasis MT Pro" panose="02040504050005020304" pitchFamily="18" charset="0"/>
                <a:ea typeface="Times New Roman" panose="02020603050405020304" pitchFamily="18" charset="0"/>
              </a:rPr>
              <a:t>It is difficult to measure progress within stages.</a:t>
            </a:r>
          </a:p>
          <a:p>
            <a:pPr marL="342900" marR="30480" lvl="0" indent="-342900" algn="just">
              <a:spcBef>
                <a:spcPts val="600"/>
              </a:spcBef>
              <a:spcAft>
                <a:spcPts val="720"/>
              </a:spcAft>
              <a:buSzPts val="1000"/>
              <a:buFont typeface="Symbol" panose="05050102010706020507" pitchFamily="18" charset="2"/>
              <a:buChar char=""/>
              <a:tabLst>
                <a:tab pos="457200" algn="l"/>
              </a:tabLst>
            </a:pPr>
            <a:r>
              <a:rPr lang="en-US" dirty="0">
                <a:solidFill>
                  <a:schemeClr val="tx1"/>
                </a:solidFill>
                <a:effectLst/>
                <a:latin typeface="Amasis MT Pro" panose="02040504050005020304" pitchFamily="18" charset="0"/>
                <a:ea typeface="Times New Roman" panose="02020603050405020304" pitchFamily="18" charset="0"/>
              </a:rPr>
              <a:t>Cannot accommodate changing requirements.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solidFill>
                  <a:schemeClr val="tx1"/>
                </a:solidFill>
                <a:effectLst/>
                <a:latin typeface="Amasis MT Pro" panose="02040504050005020304" pitchFamily="18" charset="0"/>
                <a:ea typeface="Calibri" panose="020F0502020204030204" pitchFamily="34" charset="0"/>
                <a:cs typeface="Times New Roman" panose="02020603050405020304" pitchFamily="18" charset="0"/>
              </a:rPr>
              <a:t>Not suitable for the projects where requirements are at a moderate to high risk of changing</a:t>
            </a:r>
            <a:r>
              <a:rPr lang="en-US" sz="1400" i="1" dirty="0">
                <a:solidFill>
                  <a:schemeClr val="tx1"/>
                </a:solidFill>
                <a:effectLst/>
                <a:latin typeface="Amasis MT Pro Light" panose="020B0604020202020204" pitchFamily="18" charset="0"/>
                <a:ea typeface="Calibri" panose="020F0502020204030204" pitchFamily="34" charset="0"/>
                <a:cs typeface="Times New Roman" panose="02020603050405020304" pitchFamily="18" charset="0"/>
              </a:rPr>
              <a:t>.</a:t>
            </a:r>
            <a:endParaRPr lang="en-US" sz="1400" dirty="0">
              <a:solidFill>
                <a:schemeClr val="tx1"/>
              </a:solidFill>
              <a:effectLst/>
              <a:latin typeface="Amasis MT Pro Light" panose="020B06040202020202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51402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CF2335A-5016-4E65-87DF-F8D1AD4A3254}"/>
              </a:ext>
            </a:extLst>
          </p:cNvPr>
          <p:cNvSpPr>
            <a:spLocks noGrp="1"/>
          </p:cNvSpPr>
          <p:nvPr>
            <p:ph type="body" idx="1"/>
          </p:nvPr>
        </p:nvSpPr>
        <p:spPr>
          <a:xfrm>
            <a:off x="311700" y="330200"/>
            <a:ext cx="8520600" cy="4238675"/>
          </a:xfrm>
        </p:spPr>
        <p:txBody>
          <a:bodyPr/>
          <a:lstStyle/>
          <a:p>
            <a:pPr marL="114300" indent="0">
              <a:buNone/>
            </a:pPr>
            <a:r>
              <a:rPr lang="en-US" sz="3600" b="1" dirty="0">
                <a:solidFill>
                  <a:srgbClr val="222222"/>
                </a:solidFill>
                <a:effectLst/>
                <a:latin typeface="Source Sans Pro" panose="020B0503030403020204" pitchFamily="34" charset="0"/>
                <a:ea typeface="Times New Roman" panose="02020603050405020304" pitchFamily="18" charset="0"/>
                <a:cs typeface="Times New Roman" panose="02020603050405020304" pitchFamily="18" charset="0"/>
              </a:rPr>
              <a:t>Agile Methodology</a:t>
            </a:r>
          </a:p>
          <a:p>
            <a:pPr marL="114300" indent="0">
              <a:buNone/>
            </a:pPr>
            <a:endParaRPr lang="en-US" b="1" dirty="0">
              <a:solidFill>
                <a:srgbClr val="222222"/>
              </a:solidFill>
              <a:latin typeface="Source Sans Pro" panose="020B0503030403020204" pitchFamily="34" charset="0"/>
              <a:cs typeface="Times New Roman" panose="02020603050405020304" pitchFamily="18" charset="0"/>
            </a:endParaRPr>
          </a:p>
          <a:p>
            <a:pPr marL="114300" indent="0">
              <a:buNone/>
            </a:pPr>
            <a:r>
              <a:rPr lang="en-US" sz="1600" dirty="0">
                <a:solidFill>
                  <a:srgbClr val="222222"/>
                </a:solidFill>
                <a:effectLst/>
                <a:latin typeface="Amasis MT Pro" panose="02040504050005020304" pitchFamily="18" charset="0"/>
                <a:ea typeface="Times New Roman" panose="02020603050405020304" pitchFamily="18" charset="0"/>
                <a:cs typeface="Times New Roman" panose="02020603050405020304" pitchFamily="18" charset="0"/>
              </a:rPr>
              <a:t>Agile Methodology meaning a practice that promotes </a:t>
            </a:r>
            <a:r>
              <a:rPr lang="en-US" sz="1600" b="1" dirty="0">
                <a:solidFill>
                  <a:srgbClr val="222222"/>
                </a:solidFill>
                <a:effectLst/>
                <a:latin typeface="Amasis MT Pro" panose="02040504050005020304" pitchFamily="18" charset="0"/>
                <a:ea typeface="Times New Roman" panose="02020603050405020304" pitchFamily="18" charset="0"/>
                <a:cs typeface="Times New Roman" panose="02020603050405020304" pitchFamily="18" charset="0"/>
              </a:rPr>
              <a:t>continuous </a:t>
            </a:r>
            <a:r>
              <a:rPr lang="en-US" sz="1600" b="1">
                <a:solidFill>
                  <a:srgbClr val="222222"/>
                </a:solidFill>
                <a:effectLst/>
                <a:latin typeface="Amasis MT Pro" panose="02040504050005020304" pitchFamily="18" charset="0"/>
                <a:ea typeface="Times New Roman" panose="02020603050405020304" pitchFamily="18" charset="0"/>
                <a:cs typeface="Times New Roman" panose="02020603050405020304" pitchFamily="18" charset="0"/>
              </a:rPr>
              <a:t>iteration</a:t>
            </a:r>
            <a:r>
              <a:rPr lang="en-US" sz="1600" b="1">
                <a:solidFill>
                  <a:srgbClr val="222222"/>
                </a:solidFill>
                <a:latin typeface="Amasis MT Pro" panose="02040504050005020304" pitchFamily="18" charset="0"/>
                <a:ea typeface="Times New Roman" panose="02020603050405020304" pitchFamily="18" charset="0"/>
                <a:cs typeface="Times New Roman" panose="02020603050405020304" pitchFamily="18" charset="0"/>
              </a:rPr>
              <a:t> and </a:t>
            </a:r>
            <a:r>
              <a:rPr lang="en-US" sz="1600" b="1" dirty="0">
                <a:solidFill>
                  <a:srgbClr val="222222"/>
                </a:solidFill>
                <a:latin typeface="Amasis MT Pro" panose="02040504050005020304" pitchFamily="18" charset="0"/>
                <a:ea typeface="Times New Roman" panose="02020603050405020304" pitchFamily="18" charset="0"/>
                <a:cs typeface="Times New Roman" panose="02020603050405020304" pitchFamily="18" charset="0"/>
              </a:rPr>
              <a:t>incremental approach </a:t>
            </a:r>
            <a:r>
              <a:rPr lang="en-US" sz="1600" dirty="0">
                <a:solidFill>
                  <a:srgbClr val="222222"/>
                </a:solidFill>
                <a:effectLst/>
                <a:latin typeface="Amasis MT Pro" panose="02040504050005020304" pitchFamily="18" charset="0"/>
                <a:ea typeface="Times New Roman" panose="02020603050405020304" pitchFamily="18" charset="0"/>
                <a:cs typeface="Times New Roman" panose="02020603050405020304" pitchFamily="18" charset="0"/>
              </a:rPr>
              <a:t>of development and testing throughout the software development lifecycle of the project. In the Agile model in software testing, both development and testing activities are concurrent, unlike the Waterfall model.</a:t>
            </a:r>
          </a:p>
          <a:p>
            <a:pPr marL="114300" indent="0">
              <a:buNone/>
            </a:pPr>
            <a:endParaRPr lang="en-US" sz="1600" dirty="0">
              <a:solidFill>
                <a:srgbClr val="222222"/>
              </a:solidFill>
              <a:latin typeface="Amasis MT Pro" panose="02040504050005020304" pitchFamily="18" charset="0"/>
              <a:cs typeface="Times New Roman" panose="02020603050405020304" pitchFamily="18" charset="0"/>
            </a:endParaRPr>
          </a:p>
          <a:p>
            <a:pPr marL="114300" indent="0">
              <a:buNone/>
            </a:pPr>
            <a:r>
              <a:rPr lang="en-US" sz="1600" dirty="0">
                <a:solidFill>
                  <a:srgbClr val="3A3A3A"/>
                </a:solidFill>
                <a:effectLst/>
                <a:latin typeface="Amasis MT Pro" panose="02040504050005020304" pitchFamily="18" charset="0"/>
                <a:ea typeface="Times New Roman" panose="02020603050405020304" pitchFamily="18" charset="0"/>
              </a:rPr>
              <a:t>Agile software development allows the team to work together more efficiently and effectively in developing complex projects. It consists of practices that exercise iterative and incremental techniques which are easily adopted and display great results.</a:t>
            </a:r>
            <a:endParaRPr lang="en-US" sz="1600" dirty="0">
              <a:effectLst/>
              <a:latin typeface="Amasis MT Pro" panose="02040504050005020304" pitchFamily="18" charset="0"/>
              <a:ea typeface="Times New Roman" panose="02020603050405020304" pitchFamily="18" charset="0"/>
            </a:endParaRPr>
          </a:p>
          <a:p>
            <a:pPr marL="114300" indent="0">
              <a:buNone/>
            </a:pPr>
            <a:endParaRPr lang="en-US" dirty="0"/>
          </a:p>
        </p:txBody>
      </p:sp>
      <p:sp>
        <p:nvSpPr>
          <p:cNvPr id="4" name="Slide Number Placeholder 3">
            <a:extLst>
              <a:ext uri="{FF2B5EF4-FFF2-40B4-BE49-F238E27FC236}">
                <a16:creationId xmlns:a16="http://schemas.microsoft.com/office/drawing/2014/main" id="{82F38EAC-1721-48DC-B7C7-21A5B0BB1E0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6</a:t>
            </a:fld>
            <a:endParaRPr lang="en-IN"/>
          </a:p>
        </p:txBody>
      </p:sp>
    </p:spTree>
    <p:extLst>
      <p:ext uri="{BB962C8B-B14F-4D97-AF65-F5344CB8AC3E}">
        <p14:creationId xmlns:p14="http://schemas.microsoft.com/office/powerpoint/2010/main" val="3882218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15577-298E-4F63-868E-09C379A56BFB}"/>
              </a:ext>
            </a:extLst>
          </p:cNvPr>
          <p:cNvSpPr>
            <a:spLocks noGrp="1"/>
          </p:cNvSpPr>
          <p:nvPr>
            <p:ph type="title"/>
          </p:nvPr>
        </p:nvSpPr>
        <p:spPr>
          <a:xfrm>
            <a:off x="311700" y="445025"/>
            <a:ext cx="8520600" cy="598848"/>
          </a:xfrm>
        </p:spPr>
        <p:txBody>
          <a:bodyPr>
            <a:noAutofit/>
          </a:bodyPr>
          <a:lstStyle/>
          <a:p>
            <a:r>
              <a:rPr lang="en-US" sz="3200" b="1" i="0" dirty="0">
                <a:solidFill>
                  <a:schemeClr val="tx1"/>
                </a:solidFill>
                <a:effectLst/>
                <a:latin typeface="+mn-lt"/>
              </a:rPr>
              <a:t>Advantages of Agile Methodology:</a:t>
            </a:r>
            <a:br>
              <a:rPr lang="en-US" sz="3200" b="0" i="0" dirty="0">
                <a:solidFill>
                  <a:schemeClr val="tx1"/>
                </a:solidFill>
                <a:effectLst/>
                <a:latin typeface="urw-din"/>
              </a:rPr>
            </a:br>
            <a:endParaRPr lang="en-US" sz="3200" dirty="0">
              <a:solidFill>
                <a:schemeClr val="tx1"/>
              </a:solidFill>
            </a:endParaRPr>
          </a:p>
        </p:txBody>
      </p:sp>
      <p:sp>
        <p:nvSpPr>
          <p:cNvPr id="3" name="Text Placeholder 2">
            <a:extLst>
              <a:ext uri="{FF2B5EF4-FFF2-40B4-BE49-F238E27FC236}">
                <a16:creationId xmlns:a16="http://schemas.microsoft.com/office/drawing/2014/main" id="{AFB9E1FC-D9AC-4FE7-82D2-A73799233050}"/>
              </a:ext>
            </a:extLst>
          </p:cNvPr>
          <p:cNvSpPr>
            <a:spLocks noGrp="1"/>
          </p:cNvSpPr>
          <p:nvPr>
            <p:ph type="body" idx="1"/>
          </p:nvPr>
        </p:nvSpPr>
        <p:spPr>
          <a:xfrm>
            <a:off x="311700" y="1394415"/>
            <a:ext cx="8520600" cy="3241344"/>
          </a:xfrm>
        </p:spPr>
        <p:txBody>
          <a:bodyPr>
            <a:normAutofit fontScale="25000" lnSpcReduction="20000"/>
          </a:bodyPr>
          <a:lstStyle/>
          <a:p>
            <a:pPr marL="342900" marR="0" lvl="0" indent="-342900" algn="just">
              <a:lnSpc>
                <a:spcPts val="1875"/>
              </a:lnSpc>
              <a:spcBef>
                <a:spcPts val="300"/>
              </a:spcBef>
              <a:spcAft>
                <a:spcPts val="800"/>
              </a:spcAft>
              <a:buFont typeface="+mj-lt"/>
              <a:buAutoNum type="arabicPeriod"/>
              <a:tabLst>
                <a:tab pos="457200" algn="l"/>
              </a:tabLst>
            </a:pPr>
            <a:r>
              <a:rPr lang="en-US" sz="480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Customer satisfaction is rapid, continuous development and delivery of useful software.</a:t>
            </a:r>
            <a:endParaRPr lang="en-US" sz="4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ts val="1875"/>
              </a:lnSpc>
              <a:spcBef>
                <a:spcPts val="300"/>
              </a:spcBef>
              <a:spcAft>
                <a:spcPts val="800"/>
              </a:spcAft>
              <a:buFont typeface="+mj-lt"/>
              <a:buAutoNum type="arabicPeriod"/>
              <a:tabLst>
                <a:tab pos="457200" algn="l"/>
              </a:tabLst>
            </a:pPr>
            <a:r>
              <a:rPr lang="en-US" sz="480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Customer, Developer, QA,  and Product Owner interact regularly to emphasize rather than processes and tools.</a:t>
            </a:r>
            <a:endParaRPr lang="en-US" sz="4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ts val="1875"/>
              </a:lnSpc>
              <a:spcBef>
                <a:spcPts val="300"/>
              </a:spcBef>
              <a:spcAft>
                <a:spcPts val="800"/>
              </a:spcAft>
              <a:buFont typeface="+mj-lt"/>
              <a:buAutoNum type="arabicPeriod"/>
              <a:tabLst>
                <a:tab pos="457200" algn="l"/>
              </a:tabLst>
            </a:pPr>
            <a:r>
              <a:rPr lang="en-US" sz="480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Product is developed fast and frequently delivered (weeks rather than months.)</a:t>
            </a:r>
            <a:endParaRPr lang="en-US" sz="4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ts val="1875"/>
              </a:lnSpc>
              <a:spcBef>
                <a:spcPts val="300"/>
              </a:spcBef>
              <a:spcAft>
                <a:spcPts val="800"/>
              </a:spcAft>
              <a:buFont typeface="+mj-lt"/>
              <a:buAutoNum type="arabicPeriod"/>
              <a:tabLst>
                <a:tab pos="457200" algn="l"/>
              </a:tabLst>
            </a:pPr>
            <a:r>
              <a:rPr lang="en-US" sz="480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A face-to-face conversation is the best form of communication.</a:t>
            </a:r>
            <a:endParaRPr lang="en-US" sz="4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ts val="1875"/>
              </a:lnSpc>
              <a:spcBef>
                <a:spcPts val="300"/>
              </a:spcBef>
              <a:spcAft>
                <a:spcPts val="800"/>
              </a:spcAft>
              <a:buFont typeface="+mj-lt"/>
              <a:buAutoNum type="arabicPeriod"/>
              <a:tabLst>
                <a:tab pos="457200" algn="l"/>
              </a:tabLst>
            </a:pPr>
            <a:r>
              <a:rPr lang="en-US" sz="480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It continuously gave attention to technical excellence and good design.</a:t>
            </a:r>
            <a:endParaRPr lang="en-US" sz="4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ts val="1875"/>
              </a:lnSpc>
              <a:spcBef>
                <a:spcPts val="300"/>
              </a:spcBef>
              <a:spcAft>
                <a:spcPts val="800"/>
              </a:spcAft>
              <a:buFont typeface="+mj-lt"/>
              <a:buAutoNum type="arabicPeriod"/>
              <a:tabLst>
                <a:tab pos="457200" algn="l"/>
              </a:tabLst>
            </a:pPr>
            <a:r>
              <a:rPr lang="en-US" sz="480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Daily and close cooperation between business people and </a:t>
            </a:r>
            <a:r>
              <a:rPr lang="en-US" sz="480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development Team.</a:t>
            </a:r>
            <a:endParaRPr lang="en-US" sz="4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ts val="1875"/>
              </a:lnSpc>
              <a:spcBef>
                <a:spcPts val="300"/>
              </a:spcBef>
              <a:spcAft>
                <a:spcPts val="800"/>
              </a:spcAft>
              <a:buFont typeface="+mj-lt"/>
              <a:buAutoNum type="arabicPeriod"/>
              <a:tabLst>
                <a:tab pos="457200" algn="l"/>
              </a:tabLst>
            </a:pPr>
            <a:r>
              <a:rPr lang="en-US" sz="480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Regular adaptation to changing circumstances.</a:t>
            </a:r>
            <a:endParaRPr lang="en-US" sz="4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ts val="1875"/>
              </a:lnSpc>
              <a:spcBef>
                <a:spcPts val="300"/>
              </a:spcBef>
              <a:spcAft>
                <a:spcPts val="800"/>
              </a:spcAft>
              <a:buFont typeface="+mj-lt"/>
              <a:buAutoNum type="arabicPeriod"/>
              <a:tabLst>
                <a:tab pos="457200" algn="l"/>
              </a:tabLst>
            </a:pPr>
            <a:r>
              <a:rPr lang="en-US" sz="480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Even late changes in requirements are welcomed.</a:t>
            </a:r>
            <a:endParaRPr lang="en-US" sz="4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algn="l" fontAlgn="base">
              <a:buFont typeface="Arial" panose="020B0604020202020204" pitchFamily="34" charset="0"/>
              <a:buChar char="•"/>
            </a:pPr>
            <a:endParaRPr lang="en-US" b="0" i="0" dirty="0">
              <a:solidFill>
                <a:srgbClr val="273239"/>
              </a:solidFill>
              <a:effectLst/>
              <a:latin typeface="+mn-lt"/>
            </a:endParaRPr>
          </a:p>
          <a:p>
            <a:endParaRPr lang="en-US" dirty="0"/>
          </a:p>
        </p:txBody>
      </p:sp>
      <p:sp>
        <p:nvSpPr>
          <p:cNvPr id="4" name="Slide Number Placeholder 3">
            <a:extLst>
              <a:ext uri="{FF2B5EF4-FFF2-40B4-BE49-F238E27FC236}">
                <a16:creationId xmlns:a16="http://schemas.microsoft.com/office/drawing/2014/main" id="{7EE192DE-39A9-4EF6-95F9-25DEB562AA9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7</a:t>
            </a:fld>
            <a:endParaRPr lang="en-IN"/>
          </a:p>
        </p:txBody>
      </p:sp>
    </p:spTree>
    <p:extLst>
      <p:ext uri="{BB962C8B-B14F-4D97-AF65-F5344CB8AC3E}">
        <p14:creationId xmlns:p14="http://schemas.microsoft.com/office/powerpoint/2010/main" val="534507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4"/>
          <p:cNvSpPr txBox="1">
            <a:spLocks noGrp="1"/>
          </p:cNvSpPr>
          <p:nvPr>
            <p:ph type="title"/>
          </p:nvPr>
        </p:nvSpPr>
        <p:spPr>
          <a:xfrm>
            <a:off x="597850" y="337438"/>
            <a:ext cx="823445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IN" sz="3600" b="1" dirty="0">
                <a:solidFill>
                  <a:schemeClr val="accent3">
                    <a:lumMod val="50000"/>
                  </a:schemeClr>
                </a:solidFill>
                <a:latin typeface="Fira Sans"/>
                <a:ea typeface="Fira Sans"/>
                <a:cs typeface="Fira Sans"/>
                <a:sym typeface="Fira Sans"/>
              </a:rPr>
              <a:t>Agile Vs Waterfall</a:t>
            </a:r>
            <a:br>
              <a:rPr lang="en-IN" b="1" dirty="0">
                <a:latin typeface="Fira Sans"/>
                <a:ea typeface="Fira Sans"/>
                <a:cs typeface="Fira Sans"/>
                <a:sym typeface="Fira Sans"/>
              </a:rPr>
            </a:br>
            <a:br>
              <a:rPr lang="en-IN" b="1" dirty="0">
                <a:latin typeface="Fira Sans"/>
                <a:ea typeface="Fira Sans"/>
                <a:cs typeface="Fira Sans"/>
                <a:sym typeface="Fira Sans"/>
              </a:rPr>
            </a:br>
            <a:br>
              <a:rPr lang="en-IN" b="1" dirty="0">
                <a:latin typeface="Fira Sans"/>
                <a:ea typeface="Fira Sans"/>
                <a:cs typeface="Fira Sans"/>
                <a:sym typeface="Fira Sans"/>
              </a:rPr>
            </a:br>
            <a:endParaRPr b="1" dirty="0">
              <a:latin typeface="Fira Sans"/>
              <a:ea typeface="Fira Sans"/>
              <a:cs typeface="Fira Sans"/>
              <a:sym typeface="Fira Sans"/>
            </a:endParaRPr>
          </a:p>
        </p:txBody>
      </p:sp>
      <p:sp>
        <p:nvSpPr>
          <p:cNvPr id="86" name="Google Shape;86;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t>8</a:t>
            </a:fld>
            <a:endParaRPr/>
          </a:p>
        </p:txBody>
      </p:sp>
      <p:graphicFrame>
        <p:nvGraphicFramePr>
          <p:cNvPr id="2" name="Table 1">
            <a:extLst>
              <a:ext uri="{FF2B5EF4-FFF2-40B4-BE49-F238E27FC236}">
                <a16:creationId xmlns:a16="http://schemas.microsoft.com/office/drawing/2014/main" id="{C580648A-BD89-4EF0-A57A-D77E61A27C91}"/>
              </a:ext>
            </a:extLst>
          </p:cNvPr>
          <p:cNvGraphicFramePr>
            <a:graphicFrameLocks noGrp="1"/>
          </p:cNvGraphicFramePr>
          <p:nvPr>
            <p:extLst>
              <p:ext uri="{D42A27DB-BD31-4B8C-83A1-F6EECF244321}">
                <p14:modId xmlns:p14="http://schemas.microsoft.com/office/powerpoint/2010/main" val="1933023743"/>
              </p:ext>
            </p:extLst>
          </p:nvPr>
        </p:nvGraphicFramePr>
        <p:xfrm>
          <a:off x="804333" y="1239423"/>
          <a:ext cx="7603067" cy="3046606"/>
        </p:xfrm>
        <a:graphic>
          <a:graphicData uri="http://schemas.openxmlformats.org/drawingml/2006/table">
            <a:tbl>
              <a:tblPr firstRow="1" firstCol="1" bandRow="1">
                <a:tableStyleId>{1FECB4D8-DB02-4DC6-A0A2-4F2EBAE1DC90}</a:tableStyleId>
              </a:tblPr>
              <a:tblGrid>
                <a:gridCol w="4010779">
                  <a:extLst>
                    <a:ext uri="{9D8B030D-6E8A-4147-A177-3AD203B41FA5}">
                      <a16:colId xmlns:a16="http://schemas.microsoft.com/office/drawing/2014/main" val="161012425"/>
                    </a:ext>
                  </a:extLst>
                </a:gridCol>
                <a:gridCol w="3592288">
                  <a:extLst>
                    <a:ext uri="{9D8B030D-6E8A-4147-A177-3AD203B41FA5}">
                      <a16:colId xmlns:a16="http://schemas.microsoft.com/office/drawing/2014/main" val="784224997"/>
                    </a:ext>
                  </a:extLst>
                </a:gridCol>
              </a:tblGrid>
              <a:tr h="0">
                <a:tc>
                  <a:txBody>
                    <a:bodyPr/>
                    <a:lstStyle/>
                    <a:p>
                      <a:pPr marL="0" marR="0" algn="ctr">
                        <a:lnSpc>
                          <a:spcPct val="107000"/>
                        </a:lnSpc>
                        <a:spcBef>
                          <a:spcPts val="0"/>
                        </a:spcBef>
                        <a:spcAft>
                          <a:spcPts val="0"/>
                        </a:spcAft>
                      </a:pPr>
                      <a:r>
                        <a:rPr lang="en-US" sz="1300" dirty="0">
                          <a:effectLst/>
                        </a:rPr>
                        <a:t>Agile methodology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114300" marR="114300" marT="114300" marB="114300"/>
                </a:tc>
                <a:tc>
                  <a:txBody>
                    <a:bodyPr/>
                    <a:lstStyle/>
                    <a:p>
                      <a:pPr marL="0" marR="0" algn="ctr">
                        <a:lnSpc>
                          <a:spcPct val="107000"/>
                        </a:lnSpc>
                        <a:spcBef>
                          <a:spcPts val="0"/>
                        </a:spcBef>
                        <a:spcAft>
                          <a:spcPts val="0"/>
                        </a:spcAft>
                      </a:pPr>
                      <a:r>
                        <a:rPr lang="en-US" sz="1300">
                          <a:effectLst/>
                        </a:rPr>
                        <a:t>Waterfall model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114300" marT="114300" marB="114300"/>
                </a:tc>
                <a:extLst>
                  <a:ext uri="{0D108BD9-81ED-4DB2-BD59-A6C34878D82A}">
                    <a16:rowId xmlns:a16="http://schemas.microsoft.com/office/drawing/2014/main" val="635232832"/>
                  </a:ext>
                </a:extLst>
              </a:tr>
              <a:tr h="0">
                <a:tc>
                  <a:txBody>
                    <a:bodyPr/>
                    <a:lstStyle/>
                    <a:p>
                      <a:pPr marL="0" marR="0" algn="just">
                        <a:lnSpc>
                          <a:spcPct val="107000"/>
                        </a:lnSpc>
                        <a:spcBef>
                          <a:spcPts val="0"/>
                        </a:spcBef>
                        <a:spcAft>
                          <a:spcPts val="0"/>
                        </a:spcAft>
                      </a:pPr>
                      <a:r>
                        <a:rPr lang="en-US" sz="1200" b="0" dirty="0">
                          <a:effectLst/>
                        </a:rPr>
                        <a:t>It follows the incremental approach.</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just">
                        <a:lnSpc>
                          <a:spcPct val="107000"/>
                        </a:lnSpc>
                        <a:spcBef>
                          <a:spcPts val="0"/>
                        </a:spcBef>
                        <a:spcAft>
                          <a:spcPts val="0"/>
                        </a:spcAft>
                      </a:pPr>
                      <a:r>
                        <a:rPr lang="en-US" sz="1200">
                          <a:effectLst/>
                        </a:rPr>
                        <a:t>It is a sequential design process.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2309205732"/>
                  </a:ext>
                </a:extLst>
              </a:tr>
              <a:tr h="0">
                <a:tc>
                  <a:txBody>
                    <a:bodyPr/>
                    <a:lstStyle/>
                    <a:p>
                      <a:pPr marL="0" marR="0" algn="just">
                        <a:lnSpc>
                          <a:spcPct val="107000"/>
                        </a:lnSpc>
                        <a:spcBef>
                          <a:spcPts val="0"/>
                        </a:spcBef>
                        <a:spcAft>
                          <a:spcPts val="0"/>
                        </a:spcAft>
                      </a:pPr>
                      <a:r>
                        <a:rPr lang="en-US" sz="1200" b="0" dirty="0">
                          <a:effectLst/>
                        </a:rPr>
                        <a:t>It divides the project development lifecycle into a sprint.</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just">
                        <a:lnSpc>
                          <a:spcPct val="107000"/>
                        </a:lnSpc>
                        <a:spcBef>
                          <a:spcPts val="0"/>
                        </a:spcBef>
                        <a:spcAft>
                          <a:spcPts val="0"/>
                        </a:spcAft>
                      </a:pPr>
                      <a:r>
                        <a:rPr lang="en-US" sz="1200">
                          <a:effectLst/>
                        </a:rPr>
                        <a:t>The software development process is divided into distinct phases.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568090438"/>
                  </a:ext>
                </a:extLst>
              </a:tr>
              <a:tr h="0">
                <a:tc>
                  <a:txBody>
                    <a:bodyPr/>
                    <a:lstStyle/>
                    <a:p>
                      <a:pPr marL="0" marR="0" algn="just">
                        <a:lnSpc>
                          <a:spcPct val="107000"/>
                        </a:lnSpc>
                        <a:spcBef>
                          <a:spcPts val="0"/>
                        </a:spcBef>
                        <a:spcAft>
                          <a:spcPts val="0"/>
                        </a:spcAft>
                      </a:pPr>
                      <a:r>
                        <a:rPr lang="en-US" sz="1200" b="0" dirty="0">
                          <a:effectLst/>
                        </a:rPr>
                        <a:t>Agile methodology is a flexible methodology.</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just">
                        <a:lnSpc>
                          <a:spcPct val="107000"/>
                        </a:lnSpc>
                        <a:spcBef>
                          <a:spcPts val="0"/>
                        </a:spcBef>
                        <a:spcAft>
                          <a:spcPts val="0"/>
                        </a:spcAft>
                      </a:pPr>
                      <a:r>
                        <a:rPr lang="en-US" sz="1200">
                          <a:effectLst/>
                        </a:rPr>
                        <a:t>The Waterfall is a structured software development methodology.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937303843"/>
                  </a:ext>
                </a:extLst>
              </a:tr>
              <a:tr h="0">
                <a:tc>
                  <a:txBody>
                    <a:bodyPr/>
                    <a:lstStyle/>
                    <a:p>
                      <a:pPr marL="0" marR="0" algn="just">
                        <a:lnSpc>
                          <a:spcPct val="107000"/>
                        </a:lnSpc>
                        <a:spcBef>
                          <a:spcPts val="0"/>
                        </a:spcBef>
                        <a:spcAft>
                          <a:spcPts val="0"/>
                        </a:spcAft>
                      </a:pPr>
                      <a:r>
                        <a:rPr lang="en-US" sz="1200" b="0" dirty="0">
                          <a:effectLst/>
                        </a:rPr>
                        <a:t>Agile is the collection of many different projects.</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just">
                        <a:lnSpc>
                          <a:spcPct val="107000"/>
                        </a:lnSpc>
                        <a:spcBef>
                          <a:spcPts val="0"/>
                        </a:spcBef>
                        <a:spcAft>
                          <a:spcPts val="0"/>
                        </a:spcAft>
                      </a:pPr>
                      <a:r>
                        <a:rPr lang="en-US" sz="1200">
                          <a:effectLst/>
                        </a:rPr>
                        <a:t>It is completed as one single project.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2180283390"/>
                  </a:ext>
                </a:extLst>
              </a:tr>
              <a:tr h="0">
                <a:tc>
                  <a:txBody>
                    <a:bodyPr/>
                    <a:lstStyle/>
                    <a:p>
                      <a:pPr marL="0" marR="0" algn="just">
                        <a:lnSpc>
                          <a:spcPct val="107000"/>
                        </a:lnSpc>
                        <a:spcBef>
                          <a:spcPts val="0"/>
                        </a:spcBef>
                        <a:spcAft>
                          <a:spcPts val="0"/>
                        </a:spcAft>
                      </a:pPr>
                      <a:r>
                        <a:rPr lang="en-US" sz="1200" b="0" dirty="0">
                          <a:effectLst/>
                        </a:rPr>
                        <a:t>The test plan is reviewed after each sprint</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just">
                        <a:lnSpc>
                          <a:spcPct val="107000"/>
                        </a:lnSpc>
                        <a:spcBef>
                          <a:spcPts val="0"/>
                        </a:spcBef>
                        <a:spcAft>
                          <a:spcPts val="0"/>
                        </a:spcAft>
                      </a:pPr>
                      <a:r>
                        <a:rPr lang="en-US" sz="1200">
                          <a:effectLst/>
                        </a:rPr>
                        <a:t>Test plan is reviewed after complete development.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899686844"/>
                  </a:ext>
                </a:extLst>
              </a:tr>
              <a:tr h="0">
                <a:tc>
                  <a:txBody>
                    <a:bodyPr/>
                    <a:lstStyle/>
                    <a:p>
                      <a:pPr marL="0" marR="0" algn="just">
                        <a:lnSpc>
                          <a:spcPct val="107000"/>
                        </a:lnSpc>
                        <a:spcBef>
                          <a:spcPts val="0"/>
                        </a:spcBef>
                        <a:spcAft>
                          <a:spcPts val="0"/>
                        </a:spcAft>
                      </a:pPr>
                      <a:r>
                        <a:rPr lang="en-US" sz="1200" b="0" dirty="0">
                          <a:effectLst/>
                        </a:rPr>
                        <a:t>Testing team can take part in the requirements change phase without problems.</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gn="just">
                        <a:lnSpc>
                          <a:spcPct val="107000"/>
                        </a:lnSpc>
                        <a:spcBef>
                          <a:spcPts val="0"/>
                        </a:spcBef>
                        <a:spcAft>
                          <a:spcPts val="0"/>
                        </a:spcAft>
                      </a:pPr>
                      <a:r>
                        <a:rPr lang="en-US" sz="1200" dirty="0">
                          <a:effectLst/>
                        </a:rPr>
                        <a:t>It is difficult for the test to initiate any change in needs.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84777123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g101cf3a0884_0_0"/>
          <p:cNvSpPr txBox="1">
            <a:spLocks noGrp="1"/>
          </p:cNvSpPr>
          <p:nvPr>
            <p:ph type="body" idx="1"/>
          </p:nvPr>
        </p:nvSpPr>
        <p:spPr>
          <a:xfrm>
            <a:off x="615526" y="2202295"/>
            <a:ext cx="6705600" cy="7389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SzPts val="900"/>
              <a:buNone/>
            </a:pPr>
            <a:r>
              <a:rPr lang="en-IN"/>
              <a:t>Content Title</a:t>
            </a:r>
            <a:endParaRPr sz="3600" i="0" u="none" strike="noStrike" cap="none">
              <a:solidFill>
                <a:schemeClr val="lt1"/>
              </a:solidFill>
              <a:latin typeface="Kanit"/>
              <a:ea typeface="Kanit"/>
              <a:cs typeface="Kanit"/>
              <a:sym typeface="Kanit"/>
            </a:endParaRPr>
          </a:p>
        </p:txBody>
      </p:sp>
      <p:pic>
        <p:nvPicPr>
          <p:cNvPr id="51" name="Google Shape;51;g101cf3a0884_0_0"/>
          <p:cNvPicPr preferRelativeResize="0"/>
          <p:nvPr/>
        </p:nvPicPr>
        <p:blipFill rotWithShape="1">
          <a:blip r:embed="rId3">
            <a:alphaModFix/>
          </a:blip>
          <a:srcRect/>
          <a:stretch/>
        </p:blipFill>
        <p:spPr>
          <a:xfrm>
            <a:off x="0" y="0"/>
            <a:ext cx="2491628" cy="919750"/>
          </a:xfrm>
          <a:prstGeom prst="rect">
            <a:avLst/>
          </a:prstGeom>
          <a:noFill/>
          <a:ln>
            <a:noFill/>
          </a:ln>
        </p:spPr>
      </p:pic>
      <p:pic>
        <p:nvPicPr>
          <p:cNvPr id="52" name="Google Shape;52;g101cf3a0884_0_0"/>
          <p:cNvPicPr preferRelativeResize="0"/>
          <p:nvPr/>
        </p:nvPicPr>
        <p:blipFill rotWithShape="1">
          <a:blip r:embed="rId4">
            <a:alphaModFix/>
          </a:blip>
          <a:srcRect/>
          <a:stretch/>
        </p:blipFill>
        <p:spPr>
          <a:xfrm>
            <a:off x="-118808" y="-61549"/>
            <a:ext cx="9262810" cy="5205049"/>
          </a:xfrm>
          <a:prstGeom prst="rect">
            <a:avLst/>
          </a:prstGeom>
          <a:noFill/>
          <a:ln>
            <a:noFill/>
          </a:ln>
        </p:spPr>
      </p:pic>
      <p:sp>
        <p:nvSpPr>
          <p:cNvPr id="53" name="Google Shape;53;g101cf3a0884_0_0"/>
          <p:cNvSpPr/>
          <p:nvPr/>
        </p:nvSpPr>
        <p:spPr>
          <a:xfrm>
            <a:off x="517525" y="919750"/>
            <a:ext cx="4446300" cy="1650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g101cf3a0884_0_0"/>
          <p:cNvSpPr txBox="1"/>
          <p:nvPr/>
        </p:nvSpPr>
        <p:spPr>
          <a:xfrm>
            <a:off x="517524" y="1817135"/>
            <a:ext cx="5934075" cy="1320331"/>
          </a:xfrm>
          <a:prstGeom prst="rect">
            <a:avLst/>
          </a:prstGeom>
          <a:noFill/>
          <a:ln>
            <a:noFill/>
          </a:ln>
        </p:spPr>
        <p:txBody>
          <a:bodyPr spcFirstLastPara="1" wrap="square" lIns="91425" tIns="91425" rIns="91425" bIns="91425" anchor="ctr" anchorCtr="0">
            <a:spAutoFit/>
          </a:bodyPr>
          <a:lstStyle/>
          <a:p>
            <a:pPr marL="0" marR="0" lvl="0" indent="0" algn="ctr" rtl="0">
              <a:lnSpc>
                <a:spcPct val="90000"/>
              </a:lnSpc>
              <a:spcBef>
                <a:spcPts val="0"/>
              </a:spcBef>
              <a:spcAft>
                <a:spcPts val="0"/>
              </a:spcAft>
              <a:buClr>
                <a:schemeClr val="dk1"/>
              </a:buClr>
              <a:buSzPts val="1100"/>
              <a:buFont typeface="Arial"/>
              <a:buNone/>
            </a:pPr>
            <a:r>
              <a:rPr lang="en-US" sz="5400" b="1" dirty="0">
                <a:solidFill>
                  <a:srgbClr val="FFFFFF"/>
                </a:solidFill>
                <a:latin typeface="Fira Sans"/>
                <a:ea typeface="Fira Sans"/>
                <a:cs typeface="Fira Sans"/>
                <a:sym typeface="Fira Sans"/>
              </a:rPr>
              <a:t>“ Scrum ”</a:t>
            </a:r>
          </a:p>
          <a:p>
            <a:pPr marL="0" marR="0" lvl="0" indent="0" algn="ctr" rtl="0">
              <a:lnSpc>
                <a:spcPct val="90000"/>
              </a:lnSpc>
              <a:spcBef>
                <a:spcPts val="0"/>
              </a:spcBef>
              <a:spcAft>
                <a:spcPts val="0"/>
              </a:spcAft>
              <a:buClr>
                <a:schemeClr val="dk1"/>
              </a:buClr>
              <a:buSzPts val="1100"/>
              <a:buFont typeface="Arial"/>
              <a:buNone/>
            </a:pPr>
            <a:endParaRPr lang="en-US" b="1" dirty="0">
              <a:solidFill>
                <a:srgbClr val="FFFFFF"/>
              </a:solidFill>
              <a:latin typeface="Fira Sans"/>
              <a:ea typeface="Fira Sans"/>
              <a:cs typeface="Fira Sans"/>
              <a:sym typeface="Fira Sans"/>
            </a:endParaRPr>
          </a:p>
          <a:p>
            <a:pPr marL="0" marR="0" lvl="0" indent="0" algn="ctr" rtl="0">
              <a:lnSpc>
                <a:spcPct val="90000"/>
              </a:lnSpc>
              <a:spcBef>
                <a:spcPts val="0"/>
              </a:spcBef>
              <a:spcAft>
                <a:spcPts val="0"/>
              </a:spcAft>
              <a:buClr>
                <a:schemeClr val="dk1"/>
              </a:buClr>
              <a:buSzPts val="1100"/>
              <a:buFont typeface="Arial"/>
              <a:buNone/>
            </a:pPr>
            <a:r>
              <a:rPr lang="en-US" b="1" dirty="0">
                <a:solidFill>
                  <a:srgbClr val="FFFFFF"/>
                </a:solidFill>
                <a:latin typeface="Fira Sans"/>
                <a:ea typeface="Fira Sans"/>
                <a:cs typeface="Fira Sans"/>
                <a:sym typeface="Fira Sans"/>
              </a:rPr>
              <a:t>-By Manas</a:t>
            </a:r>
            <a:endParaRPr b="1" dirty="0">
              <a:solidFill>
                <a:srgbClr val="64E688"/>
              </a:solidFill>
              <a:latin typeface="Fira Sans"/>
              <a:ea typeface="Fira Sans"/>
              <a:cs typeface="Fira Sans"/>
              <a:sym typeface="Fira Sans"/>
            </a:endParaRPr>
          </a:p>
        </p:txBody>
      </p:sp>
      <p:sp>
        <p:nvSpPr>
          <p:cNvPr id="55" name="Google Shape;55;g101cf3a0884_0_0"/>
          <p:cNvSpPr/>
          <p:nvPr/>
        </p:nvSpPr>
        <p:spPr>
          <a:xfrm>
            <a:off x="506950" y="4182400"/>
            <a:ext cx="5058900" cy="431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g101cf3a0884_0_0"/>
          <p:cNvSpPr/>
          <p:nvPr/>
        </p:nvSpPr>
        <p:spPr>
          <a:xfrm>
            <a:off x="488275" y="521575"/>
            <a:ext cx="2707800" cy="431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g101cf3a0884_0_0"/>
          <p:cNvSpPr txBox="1"/>
          <p:nvPr/>
        </p:nvSpPr>
        <p:spPr>
          <a:xfrm>
            <a:off x="531025" y="488650"/>
            <a:ext cx="63918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IN" sz="1600" b="0" i="0" u="none" strike="noStrike" cap="none">
                <a:solidFill>
                  <a:srgbClr val="FFFFFF"/>
                </a:solidFill>
                <a:latin typeface="Fira Sans"/>
                <a:ea typeface="Fira Sans"/>
                <a:cs typeface="Fira Sans"/>
                <a:sym typeface="Fira Sans"/>
              </a:rPr>
              <a:t>QA Automation Engineer</a:t>
            </a:r>
            <a:endParaRPr sz="1600" b="0" i="0" u="none" strike="noStrike" cap="none">
              <a:solidFill>
                <a:srgbClr val="FFFFFF"/>
              </a:solidFill>
              <a:latin typeface="Fira Sans"/>
              <a:ea typeface="Fira Sans"/>
              <a:cs typeface="Fira Sans"/>
              <a:sym typeface="Fira Sans"/>
            </a:endParaRPr>
          </a:p>
        </p:txBody>
      </p:sp>
    </p:spTree>
    <p:extLst>
      <p:ext uri="{BB962C8B-B14F-4D97-AF65-F5344CB8AC3E}">
        <p14:creationId xmlns:p14="http://schemas.microsoft.com/office/powerpoint/2010/main" val="2160459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8" name="Google Shape;78;p2"/>
          <p:cNvSpPr txBox="1"/>
          <p:nvPr/>
        </p:nvSpPr>
        <p:spPr>
          <a:xfrm>
            <a:off x="4198828" y="1529702"/>
            <a:ext cx="4177300" cy="2031295"/>
          </a:xfrm>
          <a:prstGeom prst="rect">
            <a:avLst/>
          </a:prstGeom>
          <a:noFill/>
          <a:ln>
            <a:noFill/>
          </a:ln>
        </p:spPr>
        <p:txBody>
          <a:bodyPr spcFirstLastPara="1" wrap="square" lIns="91425" tIns="91425" rIns="91425" bIns="91425" anchor="t" anchorCtr="0">
            <a:spAutoFit/>
          </a:bodyPr>
          <a:lstStyle/>
          <a:p>
            <a:pPr marL="457200" marR="0" lvl="0" indent="-355600" algn="l" rtl="0">
              <a:lnSpc>
                <a:spcPct val="100000"/>
              </a:lnSpc>
              <a:spcBef>
                <a:spcPts val="0"/>
              </a:spcBef>
              <a:spcAft>
                <a:spcPts val="0"/>
              </a:spcAft>
              <a:buClr>
                <a:schemeClr val="dk1"/>
              </a:buClr>
              <a:buSzPts val="2000"/>
              <a:buFont typeface="Fira Sans"/>
              <a:buChar char="●"/>
            </a:pPr>
            <a:r>
              <a:rPr lang="en-US" sz="2000" dirty="0">
                <a:solidFill>
                  <a:schemeClr val="dk1"/>
                </a:solidFill>
                <a:latin typeface="Fira Sans"/>
                <a:ea typeface="Fira Sans"/>
                <a:cs typeface="Fira Sans"/>
                <a:sym typeface="Fira Sans"/>
              </a:rPr>
              <a:t>Types of Agile Methodology</a:t>
            </a:r>
          </a:p>
          <a:p>
            <a:pPr marL="457200" marR="0" lvl="0" indent="-355600" algn="l" rtl="0">
              <a:lnSpc>
                <a:spcPct val="100000"/>
              </a:lnSpc>
              <a:spcBef>
                <a:spcPts val="0"/>
              </a:spcBef>
              <a:spcAft>
                <a:spcPts val="0"/>
              </a:spcAft>
              <a:buClr>
                <a:schemeClr val="dk1"/>
              </a:buClr>
              <a:buSzPts val="2000"/>
              <a:buFont typeface="Fira Sans"/>
              <a:buChar char="●"/>
            </a:pPr>
            <a:r>
              <a:rPr lang="en-US" sz="2000" dirty="0">
                <a:solidFill>
                  <a:schemeClr val="dk1"/>
                </a:solidFill>
                <a:latin typeface="Fira Sans"/>
                <a:ea typeface="Fira Sans"/>
                <a:cs typeface="Fira Sans"/>
                <a:sym typeface="Fira Sans"/>
              </a:rPr>
              <a:t>Scrum Overview</a:t>
            </a:r>
            <a:endParaRPr lang="en-US" sz="2000" b="0" i="0" u="none" strike="noStrike" cap="none" dirty="0">
              <a:solidFill>
                <a:schemeClr val="dk1"/>
              </a:solidFill>
              <a:latin typeface="Fira Sans"/>
              <a:ea typeface="Fira Sans"/>
              <a:cs typeface="Fira Sans"/>
              <a:sym typeface="Fira Sans"/>
            </a:endParaRPr>
          </a:p>
          <a:p>
            <a:pPr marL="457200" marR="0" lvl="0" indent="-355600" algn="l" rtl="0">
              <a:lnSpc>
                <a:spcPct val="100000"/>
              </a:lnSpc>
              <a:spcBef>
                <a:spcPts val="0"/>
              </a:spcBef>
              <a:spcAft>
                <a:spcPts val="0"/>
              </a:spcAft>
              <a:buClr>
                <a:schemeClr val="dk1"/>
              </a:buClr>
              <a:buSzPts val="2000"/>
              <a:buFont typeface="Fira Sans"/>
              <a:buChar char="●"/>
            </a:pPr>
            <a:r>
              <a:rPr lang="en-US" sz="2000" dirty="0">
                <a:solidFill>
                  <a:schemeClr val="dk1"/>
                </a:solidFill>
                <a:latin typeface="Fira Sans"/>
                <a:ea typeface="Fira Sans"/>
                <a:cs typeface="Fira Sans"/>
                <a:sym typeface="Fira Sans"/>
              </a:rPr>
              <a:t>Scrum Roles</a:t>
            </a:r>
          </a:p>
          <a:p>
            <a:pPr marL="457200" marR="0" lvl="0" indent="-355600" algn="l" rtl="0">
              <a:lnSpc>
                <a:spcPct val="100000"/>
              </a:lnSpc>
              <a:spcBef>
                <a:spcPts val="0"/>
              </a:spcBef>
              <a:spcAft>
                <a:spcPts val="0"/>
              </a:spcAft>
              <a:buClr>
                <a:schemeClr val="dk1"/>
              </a:buClr>
              <a:buSzPts val="2000"/>
              <a:buFont typeface="Fira Sans"/>
              <a:buChar char="●"/>
            </a:pPr>
            <a:r>
              <a:rPr lang="en-US" sz="2000" dirty="0">
                <a:solidFill>
                  <a:schemeClr val="dk1"/>
                </a:solidFill>
                <a:latin typeface="Fira Sans"/>
                <a:ea typeface="Fira Sans"/>
                <a:cs typeface="Fira Sans"/>
                <a:sym typeface="Fira Sans"/>
              </a:rPr>
              <a:t>Scrum Artifacts</a:t>
            </a:r>
          </a:p>
          <a:p>
            <a:pPr marL="457200" marR="0" lvl="0" indent="-355600" algn="l" rtl="0">
              <a:lnSpc>
                <a:spcPct val="100000"/>
              </a:lnSpc>
              <a:spcBef>
                <a:spcPts val="0"/>
              </a:spcBef>
              <a:spcAft>
                <a:spcPts val="0"/>
              </a:spcAft>
              <a:buClr>
                <a:schemeClr val="dk1"/>
              </a:buClr>
              <a:buSzPts val="2000"/>
              <a:buFont typeface="Fira Sans"/>
              <a:buChar char="●"/>
            </a:pPr>
            <a:r>
              <a:rPr lang="en-US" sz="2000" dirty="0">
                <a:solidFill>
                  <a:schemeClr val="dk1"/>
                </a:solidFill>
                <a:latin typeface="Fira Sans"/>
                <a:ea typeface="Fira Sans"/>
                <a:cs typeface="Fira Sans"/>
                <a:sym typeface="Fira Sans"/>
              </a:rPr>
              <a:t>Scrum Events/Ceremonies</a:t>
            </a:r>
          </a:p>
          <a:p>
            <a:pPr marL="457200" marR="0" lvl="0" indent="-355600" algn="l" rtl="0">
              <a:lnSpc>
                <a:spcPct val="100000"/>
              </a:lnSpc>
              <a:spcBef>
                <a:spcPts val="0"/>
              </a:spcBef>
              <a:spcAft>
                <a:spcPts val="0"/>
              </a:spcAft>
              <a:buClr>
                <a:schemeClr val="dk1"/>
              </a:buClr>
              <a:buSzPts val="2000"/>
              <a:buFont typeface="Fira Sans"/>
              <a:buChar char="●"/>
            </a:pPr>
            <a:endParaRPr sz="2000" b="0" i="0" u="none" strike="noStrike" cap="none" dirty="0">
              <a:solidFill>
                <a:schemeClr val="dk1"/>
              </a:solidFill>
              <a:latin typeface="Fira Sans"/>
              <a:ea typeface="Fira Sans"/>
              <a:cs typeface="Fira Sans"/>
              <a:sym typeface="Fira Sans"/>
            </a:endParaRPr>
          </a:p>
        </p:txBody>
      </p:sp>
      <p:sp>
        <p:nvSpPr>
          <p:cNvPr id="79" name="Google Shape;79;p2"/>
          <p:cNvSpPr/>
          <p:nvPr/>
        </p:nvSpPr>
        <p:spPr>
          <a:xfrm>
            <a:off x="615517" y="2408340"/>
            <a:ext cx="3221400" cy="1293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2"/>
          <p:cNvSpPr/>
          <p:nvPr/>
        </p:nvSpPr>
        <p:spPr>
          <a:xfrm>
            <a:off x="327400" y="2545350"/>
            <a:ext cx="2682600" cy="802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2"/>
          <p:cNvSpPr txBox="1"/>
          <p:nvPr/>
        </p:nvSpPr>
        <p:spPr>
          <a:xfrm>
            <a:off x="1100502" y="1889077"/>
            <a:ext cx="4177300" cy="849433"/>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n-US" sz="4000" b="1" i="0" u="none" strike="noStrike" cap="none" dirty="0">
                <a:solidFill>
                  <a:schemeClr val="dk1"/>
                </a:solidFill>
                <a:latin typeface="Fira Sans"/>
                <a:ea typeface="Fira Sans"/>
                <a:cs typeface="Fira Sans"/>
                <a:sym typeface="Fira Sans"/>
              </a:rPr>
              <a:t> </a:t>
            </a:r>
            <a:r>
              <a:rPr lang="en-US" sz="4800" b="1" dirty="0">
                <a:solidFill>
                  <a:schemeClr val="dk1"/>
                </a:solidFill>
                <a:latin typeface="Fira Sans"/>
                <a:ea typeface="Fira Sans"/>
                <a:cs typeface="Fira Sans"/>
                <a:sym typeface="Fira Sans"/>
              </a:rPr>
              <a:t>Scrum</a:t>
            </a:r>
            <a:endParaRPr sz="4800" b="1" i="0" u="none" strike="noStrike" cap="none" dirty="0">
              <a:solidFill>
                <a:schemeClr val="dk1"/>
              </a:solidFill>
              <a:latin typeface="Fira Sans"/>
              <a:ea typeface="Fira Sans"/>
              <a:cs typeface="Fira Sans"/>
              <a:sym typeface="Fira Sans"/>
            </a:endParaRPr>
          </a:p>
        </p:txBody>
      </p:sp>
    </p:spTree>
    <p:extLst>
      <p:ext uri="{BB962C8B-B14F-4D97-AF65-F5344CB8AC3E}">
        <p14:creationId xmlns:p14="http://schemas.microsoft.com/office/powerpoint/2010/main" val="2142169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txBox="1">
            <a:spLocks noGrp="1"/>
          </p:cNvSpPr>
          <p:nvPr>
            <p:ph type="title"/>
          </p:nvPr>
        </p:nvSpPr>
        <p:spPr>
          <a:xfrm>
            <a:off x="311700" y="445025"/>
            <a:ext cx="8520600" cy="4313092"/>
          </a:xfrm>
          <a:prstGeom prst="rect">
            <a:avLst/>
          </a:prstGeom>
          <a:noFill/>
          <a:ln>
            <a:noFill/>
          </a:ln>
        </p:spPr>
        <p:txBody>
          <a:bodyPr spcFirstLastPara="1" wrap="square" lIns="91425" tIns="91425" rIns="91425" bIns="91425" anchor="t" anchorCtr="0">
            <a:normAutofit fontScale="90000"/>
          </a:bodyPr>
          <a:lstStyle/>
          <a:p>
            <a:pPr marR="0">
              <a:spcBef>
                <a:spcPts val="0"/>
              </a:spcBef>
              <a:spcAft>
                <a:spcPts val="1680"/>
              </a:spcAft>
            </a:pPr>
            <a:r>
              <a:rPr lang="en-US" sz="3600" b="1" dirty="0"/>
              <a:t>Types Of Agile Methodology</a:t>
            </a:r>
            <a:br>
              <a:rPr lang="en-US" dirty="0"/>
            </a:br>
            <a:br>
              <a:rPr lang="en-US" dirty="0"/>
            </a:br>
            <a:br>
              <a:rPr lang="en-US" dirty="0"/>
            </a:br>
            <a:r>
              <a:rPr lang="en-US" sz="2400" dirty="0">
                <a:solidFill>
                  <a:srgbClr val="3A3A3A"/>
                </a:solidFill>
                <a:latin typeface="Work Sans" pitchFamily="2" charset="0"/>
              </a:rPr>
              <a:t> </a:t>
            </a:r>
            <a:r>
              <a:rPr lang="en-US" sz="2400" b="1" dirty="0">
                <a:solidFill>
                  <a:srgbClr val="3A3A3A"/>
                </a:solidFill>
                <a:latin typeface="Work Sans" pitchFamily="2" charset="0"/>
              </a:rPr>
              <a:t>1. Scrum </a:t>
            </a:r>
            <a:br>
              <a:rPr lang="en-US" sz="2400" b="1" dirty="0">
                <a:solidFill>
                  <a:srgbClr val="3A3A3A"/>
                </a:solidFill>
                <a:latin typeface="Work Sans" pitchFamily="2" charset="0"/>
              </a:rPr>
            </a:br>
            <a:br>
              <a:rPr lang="en-US" sz="2400" b="1" dirty="0">
                <a:solidFill>
                  <a:srgbClr val="3A3A3A"/>
                </a:solidFill>
                <a:latin typeface="Work Sans" pitchFamily="2" charset="0"/>
              </a:rPr>
            </a:br>
            <a:r>
              <a:rPr lang="en-US" sz="2400" b="1" dirty="0">
                <a:solidFill>
                  <a:srgbClr val="3A3A3A"/>
                </a:solidFill>
                <a:latin typeface="Work Sans" pitchFamily="2" charset="0"/>
              </a:rPr>
              <a:t> 2. Kanban</a:t>
            </a:r>
            <a:br>
              <a:rPr lang="en-US" sz="2400" b="1" dirty="0">
                <a:solidFill>
                  <a:srgbClr val="3A3A3A"/>
                </a:solidFill>
                <a:latin typeface="Work Sans" pitchFamily="2" charset="0"/>
              </a:rPr>
            </a:br>
            <a:br>
              <a:rPr lang="en-US" sz="2400" b="1" dirty="0">
                <a:solidFill>
                  <a:srgbClr val="3A3A3A"/>
                </a:solidFill>
                <a:latin typeface="Work Sans" pitchFamily="2" charset="0"/>
              </a:rPr>
            </a:br>
            <a:r>
              <a:rPr lang="en-US" sz="2400" b="1" dirty="0">
                <a:solidFill>
                  <a:srgbClr val="3A3A3A"/>
                </a:solidFill>
                <a:latin typeface="Work Sans" pitchFamily="2" charset="0"/>
              </a:rPr>
              <a:t> 3. Lean</a:t>
            </a:r>
            <a:br>
              <a:rPr lang="en-US" sz="1800" b="1" dirty="0">
                <a:solidFill>
                  <a:srgbClr val="3A3A3A"/>
                </a:solidFill>
                <a:latin typeface="Work Sans" pitchFamily="2" charset="0"/>
              </a:rPr>
            </a:br>
            <a:br>
              <a:rPr lang="en-US" sz="1800" dirty="0">
                <a:effectLst/>
                <a:latin typeface="Times New Roman" panose="02020603050405020304" pitchFamily="18" charset="0"/>
                <a:ea typeface="Times New Roman" panose="02020603050405020304" pitchFamily="18" charset="0"/>
              </a:rPr>
            </a:br>
            <a:br>
              <a:rPr lang="en-US" sz="1800" dirty="0">
                <a:effectLst/>
                <a:latin typeface="Times New Roman" panose="02020603050405020304" pitchFamily="18" charset="0"/>
                <a:ea typeface="Times New Roman" panose="02020603050405020304" pitchFamily="18" charset="0"/>
              </a:rPr>
            </a:br>
            <a:br>
              <a:rPr lang="en-US" sz="1800" dirty="0">
                <a:effectLst/>
                <a:latin typeface="Amasis MT Pro" panose="02040504050005020304" pitchFamily="18" charset="0"/>
                <a:ea typeface="Calibri" panose="020F0502020204030204" pitchFamily="34" charset="0"/>
                <a:cs typeface="Times New Roman" panose="02020603050405020304" pitchFamily="18" charset="0"/>
              </a:rPr>
            </a:br>
            <a:endParaRPr lang="en-US" sz="1600" dirty="0">
              <a:latin typeface="Amasis MT Pro" panose="02040504050005020304" pitchFamily="18" charset="0"/>
            </a:endParaRPr>
          </a:p>
        </p:txBody>
      </p:sp>
      <p:sp>
        <p:nvSpPr>
          <p:cNvPr id="66" name="Google Shape;66;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t>11</a:t>
            </a:fld>
            <a:endParaRPr/>
          </a:p>
        </p:txBody>
      </p:sp>
    </p:spTree>
    <p:extLst>
      <p:ext uri="{BB962C8B-B14F-4D97-AF65-F5344CB8AC3E}">
        <p14:creationId xmlns:p14="http://schemas.microsoft.com/office/powerpoint/2010/main" val="983904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4F1C2-B3CB-41CF-9DAC-2293EA9BCEDF}"/>
              </a:ext>
            </a:extLst>
          </p:cNvPr>
          <p:cNvSpPr>
            <a:spLocks noGrp="1"/>
          </p:cNvSpPr>
          <p:nvPr>
            <p:ph type="title"/>
          </p:nvPr>
        </p:nvSpPr>
        <p:spPr/>
        <p:txBody>
          <a:bodyPr>
            <a:noAutofit/>
          </a:bodyPr>
          <a:lstStyle/>
          <a:p>
            <a:r>
              <a:rPr lang="en-US" sz="4000" b="1" dirty="0"/>
              <a:t>Scrum</a:t>
            </a:r>
          </a:p>
        </p:txBody>
      </p:sp>
      <p:sp>
        <p:nvSpPr>
          <p:cNvPr id="3" name="Text Placeholder 2">
            <a:extLst>
              <a:ext uri="{FF2B5EF4-FFF2-40B4-BE49-F238E27FC236}">
                <a16:creationId xmlns:a16="http://schemas.microsoft.com/office/drawing/2014/main" id="{ACF84195-F185-4DBD-9352-74876CE439B2}"/>
              </a:ext>
            </a:extLst>
          </p:cNvPr>
          <p:cNvSpPr>
            <a:spLocks noGrp="1"/>
          </p:cNvSpPr>
          <p:nvPr>
            <p:ph type="body" idx="1"/>
          </p:nvPr>
        </p:nvSpPr>
        <p:spPr>
          <a:xfrm>
            <a:off x="311700" y="1443617"/>
            <a:ext cx="8520600" cy="3416400"/>
          </a:xfrm>
        </p:spPr>
        <p:txBody>
          <a:bodyPr>
            <a:normAutofit/>
          </a:bodyPr>
          <a:lstStyle/>
          <a:p>
            <a:pPr marL="114300" indent="0">
              <a:buNone/>
            </a:pPr>
            <a:r>
              <a:rPr lang="en-US" sz="1600" dirty="0">
                <a:solidFill>
                  <a:srgbClr val="000000"/>
                </a:solidFill>
                <a:effectLst/>
                <a:latin typeface="Arial" panose="020B0604020202020204" pitchFamily="34" charset="0"/>
                <a:ea typeface="Calibri" panose="020F0502020204030204" pitchFamily="34" charset="0"/>
              </a:rPr>
              <a:t>Scrum is a framework within which people can address complex adaptive problems, they will divide the work and delivering products of the highest possible value.</a:t>
            </a:r>
          </a:p>
          <a:p>
            <a:pPr marL="114300" indent="0">
              <a:buNone/>
            </a:pPr>
            <a:endParaRPr lang="en-US" sz="1600" dirty="0">
              <a:solidFill>
                <a:srgbClr val="000000"/>
              </a:solidFill>
              <a:latin typeface="Arial" panose="020B0604020202020204" pitchFamily="34" charset="0"/>
            </a:endParaRPr>
          </a:p>
          <a:p>
            <a:pPr marL="114300" indent="0">
              <a:buNone/>
            </a:pPr>
            <a:r>
              <a:rPr lang="en-US" sz="1600" dirty="0">
                <a:solidFill>
                  <a:srgbClr val="000000"/>
                </a:solidFill>
                <a:effectLst/>
                <a:latin typeface="Arial" panose="020B0604020202020204" pitchFamily="34" charset="0"/>
                <a:ea typeface="Times New Roman" panose="02020603050405020304" pitchFamily="18" charset="0"/>
              </a:rPr>
              <a:t>The Scrum framework consists of Scrum Teams and their associated roles, events, artifacts, and rules. Each component within the framework serves a specific purpose and is essential to Scrum’s success and usage.</a:t>
            </a:r>
            <a:endParaRPr lang="en-US" sz="1600" dirty="0"/>
          </a:p>
        </p:txBody>
      </p:sp>
      <p:sp>
        <p:nvSpPr>
          <p:cNvPr id="4" name="Slide Number Placeholder 3">
            <a:extLst>
              <a:ext uri="{FF2B5EF4-FFF2-40B4-BE49-F238E27FC236}">
                <a16:creationId xmlns:a16="http://schemas.microsoft.com/office/drawing/2014/main" id="{2A7AD38B-3246-4C40-9806-0F8F93A2715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12</a:t>
            </a:fld>
            <a:endParaRPr lang="en-IN"/>
          </a:p>
        </p:txBody>
      </p:sp>
    </p:spTree>
    <p:extLst>
      <p:ext uri="{BB962C8B-B14F-4D97-AF65-F5344CB8AC3E}">
        <p14:creationId xmlns:p14="http://schemas.microsoft.com/office/powerpoint/2010/main" val="542907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0EFCE-CB1C-4786-B6A2-4147855AC641}"/>
              </a:ext>
            </a:extLst>
          </p:cNvPr>
          <p:cNvSpPr>
            <a:spLocks noGrp="1"/>
          </p:cNvSpPr>
          <p:nvPr>
            <p:ph type="title"/>
          </p:nvPr>
        </p:nvSpPr>
        <p:spPr/>
        <p:txBody>
          <a:bodyPr>
            <a:noAutofit/>
          </a:bodyPr>
          <a:lstStyle/>
          <a:p>
            <a:r>
              <a:rPr lang="en-US" sz="3600" b="1" dirty="0"/>
              <a:t>Scrum</a:t>
            </a:r>
            <a:endParaRPr lang="en-US" sz="3600" dirty="0"/>
          </a:p>
        </p:txBody>
      </p:sp>
      <p:pic>
        <p:nvPicPr>
          <p:cNvPr id="3" name="Picture 2" descr="3-3-5 framework">
            <a:extLst>
              <a:ext uri="{FF2B5EF4-FFF2-40B4-BE49-F238E27FC236}">
                <a16:creationId xmlns:a16="http://schemas.microsoft.com/office/drawing/2014/main" id="{37A7C7F9-FC85-4D95-91BB-1A2A2F89EF2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97933" y="1392555"/>
            <a:ext cx="8356600" cy="3221778"/>
          </a:xfrm>
          <a:prstGeom prst="rect">
            <a:avLst/>
          </a:prstGeom>
          <a:noFill/>
          <a:ln>
            <a:noFill/>
          </a:ln>
        </p:spPr>
      </p:pic>
    </p:spTree>
    <p:extLst>
      <p:ext uri="{BB962C8B-B14F-4D97-AF65-F5344CB8AC3E}">
        <p14:creationId xmlns:p14="http://schemas.microsoft.com/office/powerpoint/2010/main" val="1938104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6" name="Google Shape;66;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t>14</a:t>
            </a:fld>
            <a:endParaRPr/>
          </a:p>
        </p:txBody>
      </p:sp>
      <p:sp>
        <p:nvSpPr>
          <p:cNvPr id="3" name="Title 2">
            <a:extLst>
              <a:ext uri="{FF2B5EF4-FFF2-40B4-BE49-F238E27FC236}">
                <a16:creationId xmlns:a16="http://schemas.microsoft.com/office/drawing/2014/main" id="{6C8B9E81-9331-48C9-A4F0-0ECB69CF0E07}"/>
              </a:ext>
            </a:extLst>
          </p:cNvPr>
          <p:cNvSpPr>
            <a:spLocks noGrp="1"/>
          </p:cNvSpPr>
          <p:nvPr>
            <p:ph type="title"/>
          </p:nvPr>
        </p:nvSpPr>
        <p:spPr>
          <a:xfrm>
            <a:off x="311700" y="252538"/>
            <a:ext cx="8520600" cy="572700"/>
          </a:xfrm>
        </p:spPr>
        <p:txBody>
          <a:bodyPr>
            <a:noAutofit/>
          </a:bodyPr>
          <a:lstStyle/>
          <a:p>
            <a:r>
              <a:rPr lang="en-US" sz="3200" b="1" u="sng" dirty="0">
                <a:solidFill>
                  <a:schemeClr val="tx1"/>
                </a:solidFill>
                <a:effectLst/>
                <a:latin typeface="Calibri Light" panose="020F0302020204030204" pitchFamily="34" charset="0"/>
                <a:ea typeface="Times New Roman" panose="02020603050405020304" pitchFamily="18" charset="0"/>
                <a:cs typeface="Times New Roman" panose="02020603050405020304" pitchFamily="18" charset="0"/>
              </a:rPr>
              <a:t>Roles in Scrum</a:t>
            </a:r>
            <a:br>
              <a:rPr lang="en-US" sz="3200" b="1" dirty="0">
                <a:solidFill>
                  <a:schemeClr val="tx1"/>
                </a:solidFill>
                <a:effectLst/>
                <a:latin typeface="Calibri Light" panose="020F0302020204030204" pitchFamily="34" charset="0"/>
                <a:ea typeface="Times New Roman" panose="02020603050405020304" pitchFamily="18" charset="0"/>
                <a:cs typeface="Times New Roman" panose="02020603050405020304" pitchFamily="18" charset="0"/>
              </a:rPr>
            </a:br>
            <a:endParaRPr lang="en-US" sz="3200" dirty="0">
              <a:solidFill>
                <a:schemeClr val="tx1"/>
              </a:solidFill>
            </a:endParaRPr>
          </a:p>
        </p:txBody>
      </p:sp>
      <p:sp>
        <p:nvSpPr>
          <p:cNvPr id="8" name="TextBox 7">
            <a:extLst>
              <a:ext uri="{FF2B5EF4-FFF2-40B4-BE49-F238E27FC236}">
                <a16:creationId xmlns:a16="http://schemas.microsoft.com/office/drawing/2014/main" id="{C31FC6FA-3E22-4B70-AEA0-7BC5B99FF787}"/>
              </a:ext>
            </a:extLst>
          </p:cNvPr>
          <p:cNvSpPr txBox="1"/>
          <p:nvPr/>
        </p:nvSpPr>
        <p:spPr>
          <a:xfrm>
            <a:off x="382174" y="922792"/>
            <a:ext cx="7593859" cy="3850157"/>
          </a:xfrm>
          <a:prstGeom prst="rect">
            <a:avLst/>
          </a:prstGeom>
          <a:noFill/>
        </p:spPr>
        <p:txBody>
          <a:bodyPr wrap="square">
            <a:spAutoFit/>
          </a:bodyPr>
          <a:lstStyle/>
          <a:p>
            <a:pPr marL="342900" marR="0" indent="-342900">
              <a:spcBef>
                <a:spcPts val="0"/>
              </a:spcBef>
              <a:spcAft>
                <a:spcPts val="0"/>
              </a:spcAft>
              <a:buAutoNum type="arabicPeriod"/>
            </a:pPr>
            <a:r>
              <a:rPr lang="en-US" sz="1800" b="1" dirty="0">
                <a:solidFill>
                  <a:srgbClr val="3A3A3A"/>
                </a:solidFill>
                <a:effectLst/>
                <a:latin typeface="Work Sans" pitchFamily="2" charset="0"/>
                <a:ea typeface="Times New Roman" panose="02020603050405020304" pitchFamily="18" charset="0"/>
              </a:rPr>
              <a:t>Product Owner</a:t>
            </a:r>
          </a:p>
          <a:p>
            <a:pPr marR="0">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1680"/>
              </a:spcAft>
            </a:pPr>
            <a:r>
              <a:rPr lang="en-US" sz="1800" dirty="0">
                <a:solidFill>
                  <a:srgbClr val="3A3A3A"/>
                </a:solidFill>
                <a:effectLst/>
                <a:latin typeface="Work Sans" pitchFamily="2" charset="0"/>
                <a:ea typeface="Times New Roman" panose="02020603050405020304" pitchFamily="18" charset="0"/>
              </a:rPr>
              <a:t>The product owner is the key stakeholder or the lead user of the application to be developed. The product owner is the person who represents the customer side. He/she has the final authority and should always be available for the team.</a:t>
            </a:r>
          </a:p>
          <a:p>
            <a:pPr marL="0" marR="0">
              <a:spcBef>
                <a:spcPts val="0"/>
              </a:spcBef>
              <a:spcAft>
                <a:spcPts val="0"/>
              </a:spcAft>
            </a:pPr>
            <a:r>
              <a:rPr lang="en-US" sz="1800" b="1" dirty="0">
                <a:solidFill>
                  <a:srgbClr val="3A3A3A"/>
                </a:solidFill>
                <a:latin typeface="Work Sans" pitchFamily="2" charset="0"/>
                <a:ea typeface="Times New Roman" panose="02020603050405020304" pitchFamily="18" charset="0"/>
              </a:rPr>
              <a:t>2.</a:t>
            </a:r>
            <a:r>
              <a:rPr lang="en-US" sz="1800" dirty="0">
                <a:solidFill>
                  <a:srgbClr val="3A3A3A"/>
                </a:solidFill>
                <a:latin typeface="Work Sans" pitchFamily="2" charset="0"/>
                <a:ea typeface="Times New Roman" panose="02020603050405020304" pitchFamily="18" charset="0"/>
              </a:rPr>
              <a:t>  </a:t>
            </a:r>
            <a:r>
              <a:rPr lang="en-US" sz="1800" b="1" dirty="0">
                <a:solidFill>
                  <a:srgbClr val="3A3A3A"/>
                </a:solidFill>
                <a:effectLst/>
                <a:latin typeface="Work Sans" pitchFamily="2" charset="0"/>
                <a:ea typeface="Times New Roman" panose="02020603050405020304" pitchFamily="18" charset="0"/>
              </a:rPr>
              <a:t>Scrum Master</a:t>
            </a:r>
          </a:p>
          <a:p>
            <a:pPr marL="0" marR="0">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r>
              <a:rPr lang="en-US" sz="1800" dirty="0">
                <a:solidFill>
                  <a:srgbClr val="3A3A3A"/>
                </a:solidFill>
                <a:effectLst/>
                <a:latin typeface="Work Sans" pitchFamily="2" charset="0"/>
                <a:ea typeface="Calibri" panose="020F0502020204030204" pitchFamily="34" charset="0"/>
                <a:cs typeface="Times New Roman" panose="02020603050405020304" pitchFamily="18" charset="0"/>
              </a:rPr>
              <a:t>Scrum Master is the facilitator of the scrum team. He/she makes sure that the scrum team is productive and progressive. In case of any impediments, scrum master follows up and resolves them for the team. </a:t>
            </a:r>
            <a:endParaRPr lang="en-US" sz="1800" dirty="0">
              <a:effectLst/>
              <a:latin typeface="Times New Roman" panose="02020603050405020304" pitchFamily="18" charset="0"/>
              <a:ea typeface="Times New Roman" panose="02020603050405020304" pitchFamily="18" charset="0"/>
            </a:endParaRPr>
          </a:p>
          <a:p>
            <a:pPr marR="0" lvl="0">
              <a:lnSpc>
                <a:spcPct val="107000"/>
              </a:lnSpc>
              <a:spcBef>
                <a:spcPts val="0"/>
              </a:spcBef>
              <a:spcAft>
                <a:spcPts val="800"/>
              </a:spcAft>
              <a:buSzPts val="1000"/>
              <a:tabLst>
                <a:tab pos="457200" algn="l"/>
              </a:tabLst>
            </a:pPr>
            <a:r>
              <a:rPr lang="en-US" sz="1400" i="1" dirty="0">
                <a:solidFill>
                  <a:schemeClr val="tx1"/>
                </a:solidFill>
                <a:effectLst/>
                <a:latin typeface="Amasis MT Pro Light" panose="020B0604020202020204" pitchFamily="18" charset="0"/>
                <a:ea typeface="Calibri" panose="020F0502020204030204" pitchFamily="34" charset="0"/>
                <a:cs typeface="Times New Roman" panose="02020603050405020304" pitchFamily="18" charset="0"/>
              </a:rPr>
              <a:t>.</a:t>
            </a:r>
            <a:endParaRPr lang="en-US" sz="1400" dirty="0">
              <a:solidFill>
                <a:schemeClr val="tx1"/>
              </a:solidFill>
              <a:effectLst/>
              <a:latin typeface="Amasis MT Pro Light" panose="020B06040202020202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603679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CF2335A-5016-4E65-87DF-F8D1AD4A3254}"/>
              </a:ext>
            </a:extLst>
          </p:cNvPr>
          <p:cNvSpPr>
            <a:spLocks noGrp="1"/>
          </p:cNvSpPr>
          <p:nvPr>
            <p:ph type="body" idx="1"/>
          </p:nvPr>
        </p:nvSpPr>
        <p:spPr>
          <a:xfrm>
            <a:off x="311700" y="330200"/>
            <a:ext cx="8520600" cy="4238675"/>
          </a:xfrm>
        </p:spPr>
        <p:txBody>
          <a:bodyPr/>
          <a:lstStyle/>
          <a:p>
            <a:pPr marL="0" marR="0" indent="0">
              <a:spcBef>
                <a:spcPts val="0"/>
              </a:spcBef>
              <a:spcAft>
                <a:spcPts val="0"/>
              </a:spcAft>
              <a:buNone/>
            </a:pPr>
            <a:r>
              <a:rPr lang="en-US" sz="1800" b="1" dirty="0">
                <a:solidFill>
                  <a:srgbClr val="3A3A3A"/>
                </a:solidFill>
                <a:effectLst/>
                <a:latin typeface="Work Sans" pitchFamily="2" charset="0"/>
                <a:ea typeface="Times New Roman" panose="02020603050405020304" pitchFamily="18" charset="0"/>
              </a:rPr>
              <a:t>3.  Business Analyst (BA)</a:t>
            </a:r>
          </a:p>
          <a:p>
            <a:pPr marL="0" marR="0" indent="0">
              <a:spcBef>
                <a:spcPts val="0"/>
              </a:spcBef>
              <a:spcAft>
                <a:spcPts val="0"/>
              </a:spcAft>
              <a:buNone/>
            </a:pP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1680"/>
              </a:spcAft>
              <a:buNone/>
            </a:pPr>
            <a:r>
              <a:rPr lang="en-US" sz="1800" dirty="0">
                <a:solidFill>
                  <a:srgbClr val="3A3A3A"/>
                </a:solidFill>
                <a:effectLst/>
                <a:latin typeface="Work Sans" pitchFamily="2" charset="0"/>
                <a:ea typeface="Times New Roman" panose="02020603050405020304" pitchFamily="18" charset="0"/>
              </a:rPr>
              <a:t>A Business Analyst plays a very important role in SCRUM. This person is responsible for getting the requirement finalized and drafted in the requirement docs (based on which the user stories are created).</a:t>
            </a:r>
          </a:p>
          <a:p>
            <a:pPr marL="0" indent="0">
              <a:spcAft>
                <a:spcPts val="1680"/>
              </a:spcAft>
              <a:buNone/>
            </a:pPr>
            <a:r>
              <a:rPr lang="en-US" sz="1800" b="1" dirty="0">
                <a:solidFill>
                  <a:srgbClr val="3A3A3A"/>
                </a:solidFill>
                <a:effectLst/>
                <a:latin typeface="Work Sans" pitchFamily="2" charset="0"/>
                <a:ea typeface="Times New Roman" panose="02020603050405020304" pitchFamily="18" charset="0"/>
              </a:rPr>
              <a:t>4.  Development Team </a:t>
            </a:r>
          </a:p>
          <a:p>
            <a:pPr marL="0" indent="0">
              <a:spcAft>
                <a:spcPts val="1680"/>
              </a:spcAft>
              <a:buNone/>
            </a:pPr>
            <a:r>
              <a:rPr lang="en-US" sz="1800" dirty="0">
                <a:solidFill>
                  <a:srgbClr val="3A3A3A"/>
                </a:solidFill>
                <a:effectLst/>
                <a:latin typeface="Work Sans" pitchFamily="2" charset="0"/>
                <a:ea typeface="Times New Roman" panose="02020603050405020304" pitchFamily="18" charset="0"/>
              </a:rPr>
              <a:t>Develop the Software based on Client requirement</a:t>
            </a:r>
          </a:p>
          <a:p>
            <a:pPr marL="0" indent="0">
              <a:spcAft>
                <a:spcPts val="1680"/>
              </a:spcAft>
              <a:buNone/>
            </a:pPr>
            <a:r>
              <a:rPr lang="en-US" sz="1800" b="1" dirty="0">
                <a:solidFill>
                  <a:srgbClr val="3A3A3A"/>
                </a:solidFill>
                <a:effectLst/>
                <a:latin typeface="Work Sans" pitchFamily="2" charset="0"/>
                <a:ea typeface="Times New Roman" panose="02020603050405020304" pitchFamily="18" charset="0"/>
              </a:rPr>
              <a:t>5.  Testing Team</a:t>
            </a:r>
          </a:p>
          <a:p>
            <a:pPr marL="0" indent="0">
              <a:spcAft>
                <a:spcPts val="1680"/>
              </a:spcAft>
              <a:buNone/>
            </a:pPr>
            <a:r>
              <a:rPr lang="en-US" sz="1800" dirty="0">
                <a:solidFill>
                  <a:srgbClr val="3A3A3A"/>
                </a:solidFill>
                <a:effectLst/>
                <a:latin typeface="Work Sans" pitchFamily="2" charset="0"/>
                <a:ea typeface="Times New Roman" panose="02020603050405020304" pitchFamily="18" charset="0"/>
              </a:rPr>
              <a:t>Testing the </a:t>
            </a:r>
            <a:r>
              <a:rPr lang="en-US" dirty="0">
                <a:solidFill>
                  <a:srgbClr val="3A3A3A"/>
                </a:solidFill>
                <a:latin typeface="Work Sans" pitchFamily="2" charset="0"/>
                <a:ea typeface="Times New Roman" panose="02020603050405020304" pitchFamily="18" charset="0"/>
              </a:rPr>
              <a:t>S</a:t>
            </a:r>
            <a:r>
              <a:rPr lang="en-US" sz="1800" dirty="0">
                <a:solidFill>
                  <a:srgbClr val="3A3A3A"/>
                </a:solidFill>
                <a:effectLst/>
                <a:latin typeface="Work Sans" pitchFamily="2" charset="0"/>
                <a:ea typeface="Times New Roman" panose="02020603050405020304" pitchFamily="18" charset="0"/>
              </a:rPr>
              <a:t>oftware </a:t>
            </a:r>
          </a:p>
          <a:p>
            <a:pPr marL="0" marR="0" indent="0">
              <a:spcBef>
                <a:spcPts val="0"/>
              </a:spcBef>
              <a:spcAft>
                <a:spcPts val="1680"/>
              </a:spcAft>
              <a:buNone/>
            </a:pPr>
            <a:endParaRPr lang="en-US" sz="1800" dirty="0">
              <a:solidFill>
                <a:srgbClr val="3A3A3A"/>
              </a:solidFill>
              <a:effectLst/>
              <a:latin typeface="Work Sans" pitchFamily="2" charset="0"/>
              <a:ea typeface="Times New Roman" panose="02020603050405020304" pitchFamily="18" charset="0"/>
            </a:endParaRPr>
          </a:p>
          <a:p>
            <a:pPr marL="0" marR="0" indent="0">
              <a:spcBef>
                <a:spcPts val="0"/>
              </a:spcBef>
              <a:spcAft>
                <a:spcPts val="1680"/>
              </a:spcAft>
              <a:buNone/>
            </a:pPr>
            <a:endParaRPr lang="en-US" sz="1800" dirty="0">
              <a:effectLst/>
              <a:latin typeface="Times New Roman" panose="02020603050405020304" pitchFamily="18" charset="0"/>
              <a:ea typeface="Times New Roman" panose="02020603050405020304" pitchFamily="18" charset="0"/>
            </a:endParaRPr>
          </a:p>
          <a:p>
            <a:pPr marL="114300" indent="0">
              <a:buNone/>
            </a:pPr>
            <a:endParaRPr lang="en-US" dirty="0"/>
          </a:p>
        </p:txBody>
      </p:sp>
      <p:sp>
        <p:nvSpPr>
          <p:cNvPr id="4" name="Slide Number Placeholder 3">
            <a:extLst>
              <a:ext uri="{FF2B5EF4-FFF2-40B4-BE49-F238E27FC236}">
                <a16:creationId xmlns:a16="http://schemas.microsoft.com/office/drawing/2014/main" id="{82F38EAC-1721-48DC-B7C7-21A5B0BB1E0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15</a:t>
            </a:fld>
            <a:endParaRPr lang="en-IN"/>
          </a:p>
        </p:txBody>
      </p:sp>
    </p:spTree>
    <p:extLst>
      <p:ext uri="{BB962C8B-B14F-4D97-AF65-F5344CB8AC3E}">
        <p14:creationId xmlns:p14="http://schemas.microsoft.com/office/powerpoint/2010/main" val="2141177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15577-298E-4F63-868E-09C379A56BFB}"/>
              </a:ext>
            </a:extLst>
          </p:cNvPr>
          <p:cNvSpPr>
            <a:spLocks noGrp="1"/>
          </p:cNvSpPr>
          <p:nvPr>
            <p:ph type="title"/>
          </p:nvPr>
        </p:nvSpPr>
        <p:spPr>
          <a:xfrm>
            <a:off x="311700" y="445025"/>
            <a:ext cx="8520600" cy="598848"/>
          </a:xfrm>
        </p:spPr>
        <p:txBody>
          <a:bodyPr>
            <a:noAutofit/>
          </a:bodyPr>
          <a:lstStyle/>
          <a:p>
            <a:r>
              <a:rPr lang="en-US" sz="3200" b="0" i="0" dirty="0">
                <a:solidFill>
                  <a:schemeClr val="tx1"/>
                </a:solidFill>
                <a:effectLst/>
                <a:latin typeface="urw-din"/>
              </a:rPr>
              <a:t>Scrum Artifacts:</a:t>
            </a:r>
            <a:br>
              <a:rPr lang="en-US" sz="3200" b="0" i="0" dirty="0">
                <a:solidFill>
                  <a:schemeClr val="tx1"/>
                </a:solidFill>
                <a:effectLst/>
                <a:latin typeface="urw-din"/>
              </a:rPr>
            </a:br>
            <a:endParaRPr lang="en-US" sz="3200" dirty="0">
              <a:solidFill>
                <a:schemeClr val="tx1"/>
              </a:solidFill>
            </a:endParaRPr>
          </a:p>
        </p:txBody>
      </p:sp>
      <p:sp>
        <p:nvSpPr>
          <p:cNvPr id="3" name="Text Placeholder 2">
            <a:extLst>
              <a:ext uri="{FF2B5EF4-FFF2-40B4-BE49-F238E27FC236}">
                <a16:creationId xmlns:a16="http://schemas.microsoft.com/office/drawing/2014/main" id="{AFB9E1FC-D9AC-4FE7-82D2-A73799233050}"/>
              </a:ext>
            </a:extLst>
          </p:cNvPr>
          <p:cNvSpPr>
            <a:spLocks noGrp="1"/>
          </p:cNvSpPr>
          <p:nvPr>
            <p:ph type="body" idx="1"/>
          </p:nvPr>
        </p:nvSpPr>
        <p:spPr>
          <a:xfrm>
            <a:off x="311700" y="1394415"/>
            <a:ext cx="8520600" cy="3241344"/>
          </a:xfrm>
        </p:spPr>
        <p:txBody>
          <a:bodyPr>
            <a:normAutofit fontScale="85000" lnSpcReduction="10000"/>
          </a:bodyPr>
          <a:lstStyle/>
          <a:p>
            <a:pPr marL="342900" marR="0">
              <a:lnSpc>
                <a:spcPct val="107000"/>
              </a:lnSpc>
              <a:spcBef>
                <a:spcPts val="0"/>
              </a:spcBef>
              <a:spcAft>
                <a:spcPts val="0"/>
              </a:spcAft>
              <a:buAutoNum type="arabicPeriod"/>
            </a:pPr>
            <a:r>
              <a:rPr lang="en-US" sz="1900" b="1" dirty="0">
                <a:solidFill>
                  <a:srgbClr val="3A3A3A"/>
                </a:solidFill>
                <a:effectLst/>
                <a:latin typeface="Work Sans" pitchFamily="2" charset="0"/>
                <a:ea typeface="Times New Roman" panose="02020603050405020304" pitchFamily="18" charset="0"/>
                <a:cs typeface="Times New Roman" panose="02020603050405020304" pitchFamily="18" charset="0"/>
              </a:rPr>
              <a:t>Product Backlog</a:t>
            </a:r>
          </a:p>
          <a:p>
            <a:pPr marL="0" marR="0" indent="0">
              <a:lnSpc>
                <a:spcPct val="107000"/>
              </a:lnSpc>
              <a:spcBef>
                <a:spcPts val="0"/>
              </a:spcBef>
              <a:spcAft>
                <a:spcPts val="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1680"/>
              </a:spcAft>
              <a:buNone/>
            </a:pPr>
            <a:r>
              <a:rPr lang="en-US" sz="1800" dirty="0">
                <a:solidFill>
                  <a:srgbClr val="3A3A3A"/>
                </a:solidFill>
                <a:effectLst/>
                <a:latin typeface="Work Sans" pitchFamily="2" charset="0"/>
                <a:ea typeface="Times New Roman" panose="02020603050405020304" pitchFamily="18" charset="0"/>
                <a:cs typeface="Times New Roman" panose="02020603050405020304" pitchFamily="18" charset="0"/>
              </a:rPr>
              <a:t>The product backlog is a kind of bucket or source where all the user stories are kept. This is maintained by the Product Owner. The product backlog can be imagined as a Wishlist of the product owner who prioritizes it as per the business needs.</a:t>
            </a:r>
          </a:p>
          <a:p>
            <a:pPr marL="342900" marR="0">
              <a:lnSpc>
                <a:spcPct val="107000"/>
              </a:lnSpc>
              <a:spcBef>
                <a:spcPts val="0"/>
              </a:spcBef>
              <a:spcAft>
                <a:spcPts val="0"/>
              </a:spcAft>
              <a:buAutoNum type="arabicPeriod" startAt="2"/>
            </a:pPr>
            <a:r>
              <a:rPr lang="en-US" sz="1900" b="1" dirty="0">
                <a:solidFill>
                  <a:srgbClr val="3A3A3A"/>
                </a:solidFill>
                <a:effectLst/>
                <a:latin typeface="Work Sans" pitchFamily="2" charset="0"/>
                <a:ea typeface="Times New Roman" panose="02020603050405020304" pitchFamily="18" charset="0"/>
                <a:cs typeface="Times New Roman" panose="02020603050405020304" pitchFamily="18" charset="0"/>
              </a:rPr>
              <a:t>Sprint Backlog</a:t>
            </a:r>
          </a:p>
          <a:p>
            <a:pPr marL="342900" marR="0">
              <a:lnSpc>
                <a:spcPct val="107000"/>
              </a:lnSpc>
              <a:spcBef>
                <a:spcPts val="0"/>
              </a:spcBef>
              <a:spcAft>
                <a:spcPts val="0"/>
              </a:spcAft>
              <a:buAutoNum type="arabicPeriod" startAt="2"/>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1680"/>
              </a:spcAft>
              <a:buNone/>
            </a:pPr>
            <a:r>
              <a:rPr lang="en-US" sz="1800" dirty="0">
                <a:solidFill>
                  <a:srgbClr val="3A3A3A"/>
                </a:solidFill>
                <a:effectLst/>
                <a:latin typeface="Work Sans" pitchFamily="2" charset="0"/>
                <a:ea typeface="Times New Roman" panose="02020603050405020304" pitchFamily="18" charset="0"/>
                <a:cs typeface="Times New Roman" panose="02020603050405020304" pitchFamily="18" charset="0"/>
              </a:rPr>
              <a:t>Based on the priority, user stories are taken from the Product Backlog as one at a time. The Scrum team brainstorms on it determines the feasibility and decides on the stories to work on a particular sprint. The collective list of all the user stories which the scrum team works on a particular sprint is known as Sprint backlog.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168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114300" indent="0" algn="l" fontAlgn="base">
              <a:buNone/>
            </a:pPr>
            <a:endParaRPr lang="en-US" b="0" i="0" dirty="0">
              <a:solidFill>
                <a:srgbClr val="273239"/>
              </a:solidFill>
              <a:effectLst/>
              <a:latin typeface="+mn-lt"/>
            </a:endParaRPr>
          </a:p>
          <a:p>
            <a:endParaRPr lang="en-US" dirty="0"/>
          </a:p>
        </p:txBody>
      </p:sp>
      <p:sp>
        <p:nvSpPr>
          <p:cNvPr id="4" name="Slide Number Placeholder 3">
            <a:extLst>
              <a:ext uri="{FF2B5EF4-FFF2-40B4-BE49-F238E27FC236}">
                <a16:creationId xmlns:a16="http://schemas.microsoft.com/office/drawing/2014/main" id="{7EE192DE-39A9-4EF6-95F9-25DEB562AA9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16</a:t>
            </a:fld>
            <a:endParaRPr lang="en-IN"/>
          </a:p>
        </p:txBody>
      </p:sp>
    </p:spTree>
    <p:extLst>
      <p:ext uri="{BB962C8B-B14F-4D97-AF65-F5344CB8AC3E}">
        <p14:creationId xmlns:p14="http://schemas.microsoft.com/office/powerpoint/2010/main" val="2181062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4"/>
          <p:cNvSpPr txBox="1">
            <a:spLocks noGrp="1"/>
          </p:cNvSpPr>
          <p:nvPr>
            <p:ph type="title"/>
          </p:nvPr>
        </p:nvSpPr>
        <p:spPr>
          <a:xfrm>
            <a:off x="597850" y="337438"/>
            <a:ext cx="823445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IN" sz="3100" u="sng" dirty="0">
                <a:solidFill>
                  <a:schemeClr val="tx1"/>
                </a:solidFill>
                <a:latin typeface="Fira Sans"/>
                <a:ea typeface="Fira Sans"/>
                <a:cs typeface="Fira Sans"/>
                <a:sym typeface="Fira Sans"/>
              </a:rPr>
              <a:t>Product And Sprint Backlog</a:t>
            </a:r>
            <a:br>
              <a:rPr lang="en-IN" b="1" dirty="0">
                <a:latin typeface="Fira Sans"/>
                <a:ea typeface="Fira Sans"/>
                <a:cs typeface="Fira Sans"/>
                <a:sym typeface="Fira Sans"/>
              </a:rPr>
            </a:br>
            <a:br>
              <a:rPr lang="en-IN" b="1" dirty="0">
                <a:latin typeface="Fira Sans"/>
                <a:ea typeface="Fira Sans"/>
                <a:cs typeface="Fira Sans"/>
                <a:sym typeface="Fira Sans"/>
              </a:rPr>
            </a:br>
            <a:endParaRPr b="1" dirty="0">
              <a:latin typeface="Fira Sans"/>
              <a:ea typeface="Fira Sans"/>
              <a:cs typeface="Fira Sans"/>
              <a:sym typeface="Fira Sans"/>
            </a:endParaRPr>
          </a:p>
        </p:txBody>
      </p:sp>
      <p:sp>
        <p:nvSpPr>
          <p:cNvPr id="86" name="Google Shape;86;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t>17</a:t>
            </a:fld>
            <a:endParaRPr/>
          </a:p>
        </p:txBody>
      </p:sp>
      <p:pic>
        <p:nvPicPr>
          <p:cNvPr id="6" name="Picture 5" descr="Sprint Backlog">
            <a:extLst>
              <a:ext uri="{FF2B5EF4-FFF2-40B4-BE49-F238E27FC236}">
                <a16:creationId xmlns:a16="http://schemas.microsoft.com/office/drawing/2014/main" id="{3F04AC18-5EF2-48A6-82E8-84C9848B35E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224772" y="1159933"/>
            <a:ext cx="5740399" cy="3708400"/>
          </a:xfrm>
          <a:prstGeom prst="rect">
            <a:avLst/>
          </a:prstGeom>
          <a:noFill/>
          <a:ln>
            <a:noFill/>
          </a:ln>
        </p:spPr>
      </p:pic>
    </p:spTree>
    <p:extLst>
      <p:ext uri="{BB962C8B-B14F-4D97-AF65-F5344CB8AC3E}">
        <p14:creationId xmlns:p14="http://schemas.microsoft.com/office/powerpoint/2010/main" val="250261656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1158</TotalTime>
  <Words>977</Words>
  <Application>Microsoft Office PowerPoint</Application>
  <PresentationFormat>On-screen Show (16:9)</PresentationFormat>
  <Paragraphs>115</Paragraphs>
  <Slides>17</Slides>
  <Notes>11</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17</vt:i4>
      </vt:variant>
    </vt:vector>
  </HeadingPairs>
  <TitlesOfParts>
    <vt:vector size="34" baseType="lpstr">
      <vt:lpstr>Helvetica Neue</vt:lpstr>
      <vt:lpstr>Times New Roman</vt:lpstr>
      <vt:lpstr>Calibri</vt:lpstr>
      <vt:lpstr>Fira Sans</vt:lpstr>
      <vt:lpstr>Amasis MT Pro Light</vt:lpstr>
      <vt:lpstr>Source Sans Pro</vt:lpstr>
      <vt:lpstr>urw-din</vt:lpstr>
      <vt:lpstr>Amasis MT Pro</vt:lpstr>
      <vt:lpstr>Work Sans</vt:lpstr>
      <vt:lpstr>Calibri Light</vt:lpstr>
      <vt:lpstr>Kanit</vt:lpstr>
      <vt:lpstr>Segoe UI</vt:lpstr>
      <vt:lpstr>Arial</vt:lpstr>
      <vt:lpstr>Merriweather Sans</vt:lpstr>
      <vt:lpstr>Symbol</vt:lpstr>
      <vt:lpstr>Open Sans</vt:lpstr>
      <vt:lpstr>Simple Light</vt:lpstr>
      <vt:lpstr>PowerPoint Presentation</vt:lpstr>
      <vt:lpstr>PowerPoint Presentation</vt:lpstr>
      <vt:lpstr>Waterfall Model  Waterfall model is an example of a Sequential model. In this model, the software development activity is divided into different phases and each phase consists of a series of tasks and has different objectives.  It is divided into phases and output of one phase becomes the input of the next phase. It is mandatory for a phase to be completed before the next phase starts. In short, there is no overlapping in the Waterfall model </vt:lpstr>
      <vt:lpstr>PowerPoint Presentation</vt:lpstr>
      <vt:lpstr>Disadvantages of Waterfall Model </vt:lpstr>
      <vt:lpstr>PowerPoint Presentation</vt:lpstr>
      <vt:lpstr>Advantages of Agile Methodology: </vt:lpstr>
      <vt:lpstr>Agile Vs Waterfall   </vt:lpstr>
      <vt:lpstr>PowerPoint Presentation</vt:lpstr>
      <vt:lpstr>PowerPoint Presentation</vt:lpstr>
      <vt:lpstr>Types Of Agile Methodology    1. Scrum    2. Kanban   3. Lean    </vt:lpstr>
      <vt:lpstr>Scrum</vt:lpstr>
      <vt:lpstr>Scrum</vt:lpstr>
      <vt:lpstr>Roles in Scrum </vt:lpstr>
      <vt:lpstr>PowerPoint Presentation</vt:lpstr>
      <vt:lpstr>Scrum Artifacts: </vt:lpstr>
      <vt:lpstr>Product And Sprint Backlog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Manas Tuwani</cp:lastModifiedBy>
  <cp:revision>40</cp:revision>
  <dcterms:modified xsi:type="dcterms:W3CDTF">2023-12-30T14:33:49Z</dcterms:modified>
</cp:coreProperties>
</file>