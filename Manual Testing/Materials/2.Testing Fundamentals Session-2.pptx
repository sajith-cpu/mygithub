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48" r:id="rId1"/>
    <p:sldMasterId id="2147483658" r:id="rId2"/>
  </p:sldMasterIdLst>
  <p:notesMasterIdLst>
    <p:notesMasterId r:id="rId9"/>
  </p:notesMasterIdLst>
  <p:sldIdLst>
    <p:sldId id="300" r:id="rId3"/>
    <p:sldId id="270" r:id="rId4"/>
    <p:sldId id="271" r:id="rId5"/>
    <p:sldId id="261" r:id="rId6"/>
    <p:sldId id="276" r:id="rId7"/>
    <p:sldId id="277" r:id="rId8"/>
  </p:sldIdLst>
  <p:sldSz cx="9144000" cy="5143500" type="screen16x9"/>
  <p:notesSz cx="7019925" cy="9305925"/>
  <p:embeddedFontLst>
    <p:embeddedFont>
      <p:font typeface="Aldhabi" panose="01000000000000000000" pitchFamily="2" charset="-78"/>
      <p:regular r:id="rId10"/>
    </p:embeddedFont>
    <p:embeddedFont>
      <p:font typeface="Amasis MT Pro" panose="02040504050005020304" pitchFamily="18" charset="0"/>
      <p:regular r:id="rId11"/>
      <p:bold r:id="rId12"/>
      <p:italic r:id="rId13"/>
      <p:boldItalic r:id="rId14"/>
    </p:embeddedFont>
    <p:embeddedFont>
      <p:font typeface="Fira Sans" panose="020B0503050000020004" pitchFamily="34" charset="0"/>
      <p:regular r:id="rId15"/>
      <p:bold r:id="rId16"/>
      <p:italic r:id="rId17"/>
      <p:boldItalic r:id="rId18"/>
    </p:embeddedFont>
    <p:embeddedFont>
      <p:font typeface="Helvetica Neue" panose="020B0604020202020204" charset="0"/>
      <p:regular r:id="rId19"/>
      <p:bold r:id="rId20"/>
      <p:italic r:id="rId21"/>
      <p:boldItalic r:id="rId22"/>
    </p:embeddedFont>
    <p:embeddedFont>
      <p:font typeface="Kanit" panose="020B0604020202020204" charset="-34"/>
      <p:regular r:id="rId23"/>
      <p:bold r:id="rId24"/>
      <p:italic r:id="rId25"/>
      <p:boldItalic r:id="rId2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pos="4920">
          <p15:clr>
            <a:srgbClr val="9AA0A6"/>
          </p15:clr>
        </p15:guide>
        <p15:guide id="2" orient="horz" pos="595">
          <p15:clr>
            <a:srgbClr val="9AA0A6"/>
          </p15:clr>
        </p15:guide>
        <p15:guide id="3" orient="horz" pos="2495">
          <p15:clr>
            <a:srgbClr val="9AA0A6"/>
          </p15:clr>
        </p15:guide>
        <p15:guide id="4" orient="horz" pos="1623">
          <p15:clr>
            <a:srgbClr val="9AA0A6"/>
          </p15:clr>
        </p15:guide>
        <p15:guide id="5" orient="horz" pos="792">
          <p15:clr>
            <a:srgbClr val="9AA0A6"/>
          </p15:clr>
        </p15:guide>
        <p15:guide id="6" pos="388">
          <p15:clr>
            <a:srgbClr val="9AA0A6"/>
          </p15:clr>
        </p15:guide>
        <p15:guide id="7" pos="3240">
          <p15:clr>
            <a:srgbClr val="9AA0A6"/>
          </p15:clr>
        </p15:guide>
        <p15:guide id="8" pos="648">
          <p15:clr>
            <a:srgbClr val="9AA0A6"/>
          </p15:clr>
        </p15:guide>
        <p15:guide id="9" orient="horz" pos="720">
          <p15:clr>
            <a:srgbClr val="9AA0A6"/>
          </p15:clr>
        </p15:guide>
      </p15:sldGuideLst>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38" roundtripDataSignature="AMtx7mhFHP++pb+6bBzwpAlUVYs3U1Tuk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D99E39AB-BF7C-4983-8E33-9161A9736C17}">
  <a:tblStyle styleId="{D99E39AB-BF7C-4983-8E33-9161A9736C17}" styleName="Table_0">
    <a:wholeTbl>
      <a:tcTxStyle b="off" i="off">
        <a:font>
          <a:latin typeface="Arial"/>
          <a:ea typeface="Arial"/>
          <a:cs typeface="Arial"/>
        </a:font>
        <a:schemeClr val="dk1"/>
      </a:tcTxStyle>
      <a:tcStyle>
        <a:tcBdr>
          <a:left>
            <a:ln w="9525" cap="flat" cmpd="sng">
              <a:solidFill>
                <a:schemeClr val="accent2"/>
              </a:solidFill>
              <a:prstDash val="solid"/>
              <a:round/>
              <a:headEnd type="none" w="sm" len="sm"/>
              <a:tailEnd type="none" w="sm" len="sm"/>
            </a:ln>
          </a:left>
          <a:right>
            <a:ln w="9525" cap="flat" cmpd="sng">
              <a:solidFill>
                <a:schemeClr val="accent2"/>
              </a:solidFill>
              <a:prstDash val="solid"/>
              <a:round/>
              <a:headEnd type="none" w="sm" len="sm"/>
              <a:tailEnd type="none" w="sm" len="sm"/>
            </a:ln>
          </a:right>
          <a:top>
            <a:ln w="9525" cap="flat" cmpd="sng">
              <a:solidFill>
                <a:schemeClr val="accent2"/>
              </a:solidFill>
              <a:prstDash val="solid"/>
              <a:round/>
              <a:headEnd type="none" w="sm" len="sm"/>
              <a:tailEnd type="none" w="sm" len="sm"/>
            </a:ln>
          </a:top>
          <a:bottom>
            <a:ln w="9525" cap="flat" cmpd="sng">
              <a:solidFill>
                <a:schemeClr val="accent2"/>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a:tcStyle>
        <a:tcBdr>
          <a:top>
            <a:ln w="9525" cap="flat" cmpd="sng">
              <a:solidFill>
                <a:schemeClr val="accent2"/>
              </a:solidFill>
              <a:prstDash val="solid"/>
              <a:round/>
              <a:headEnd type="none" w="sm" len="sm"/>
              <a:tailEnd type="none" w="sm" len="sm"/>
            </a:ln>
          </a:top>
          <a:bottom>
            <a:ln w="9525" cap="flat" cmpd="sng">
              <a:solidFill>
                <a:schemeClr val="accent2"/>
              </a:solidFill>
              <a:prstDash val="solid"/>
              <a:round/>
              <a:headEnd type="none" w="sm" len="sm"/>
              <a:tailEnd type="none" w="sm" len="sm"/>
            </a:ln>
          </a:bottom>
        </a:tcBdr>
      </a:tcStyle>
    </a:band1H>
    <a:band2H>
      <a:tcTxStyle/>
      <a:tcStyle>
        <a:tcBdr/>
      </a:tcStyle>
    </a:band2H>
    <a:band1V>
      <a:tcTxStyle/>
      <a:tcStyle>
        <a:tcBdr>
          <a:left>
            <a:ln w="9525" cap="flat" cmpd="sng">
              <a:solidFill>
                <a:schemeClr val="accent2"/>
              </a:solidFill>
              <a:prstDash val="solid"/>
              <a:round/>
              <a:headEnd type="none" w="sm" len="sm"/>
              <a:tailEnd type="none" w="sm" len="sm"/>
            </a:ln>
          </a:left>
          <a:right>
            <a:ln w="9525" cap="flat" cmpd="sng">
              <a:solidFill>
                <a:schemeClr val="accent2"/>
              </a:solidFill>
              <a:prstDash val="solid"/>
              <a:round/>
              <a:headEnd type="none" w="sm" len="sm"/>
              <a:tailEnd type="none" w="sm" len="sm"/>
            </a:ln>
          </a:right>
        </a:tcBdr>
      </a:tcStyle>
    </a:band1V>
    <a:band2V>
      <a:tcTxStyle/>
      <a:tcStyle>
        <a:tcBdr>
          <a:left>
            <a:ln w="9525" cap="flat" cmpd="sng">
              <a:solidFill>
                <a:schemeClr val="accent2"/>
              </a:solidFill>
              <a:prstDash val="solid"/>
              <a:round/>
              <a:headEnd type="none" w="sm" len="sm"/>
              <a:tailEnd type="none" w="sm" len="sm"/>
            </a:ln>
          </a:left>
          <a:right>
            <a:ln w="9525" cap="flat" cmpd="sng">
              <a:solidFill>
                <a:schemeClr val="accent2"/>
              </a:solidFill>
              <a:prstDash val="solid"/>
              <a:round/>
              <a:headEnd type="none" w="sm" len="sm"/>
              <a:tailEnd type="none" w="sm" len="sm"/>
            </a:ln>
          </a:right>
        </a:tcBdr>
      </a:tcStyle>
    </a:band2V>
    <a:lastCol>
      <a:tcTxStyle b="on" i="off"/>
      <a:tcStyle>
        <a:tcBdr/>
      </a:tcStyle>
    </a:lastCol>
    <a:firstCol>
      <a:tcTxStyle b="on" i="off"/>
      <a:tcStyle>
        <a:tcBdr/>
      </a:tcStyle>
    </a:firstCol>
    <a:lastRow>
      <a:tcTxStyle b="on" i="off"/>
      <a:tcStyle>
        <a:tcBdr>
          <a:top>
            <a:ln w="50800" cap="flat" cmpd="sng">
              <a:solidFill>
                <a:schemeClr val="accent2"/>
              </a:solidFill>
              <a:prstDash val="solid"/>
              <a:round/>
              <a:headEnd type="none" w="sm" len="sm"/>
              <a:tailEnd type="none" w="sm" len="sm"/>
            </a:ln>
          </a:top>
        </a:tcBdr>
      </a:tcStyle>
    </a:lastRow>
    <a:seCell>
      <a:tcTxStyle/>
      <a:tcStyle>
        <a:tcBdr/>
      </a:tcStyle>
    </a:seCell>
    <a:swCell>
      <a:tcTxStyle/>
      <a:tcStyle>
        <a:tcBdr/>
      </a:tcStyle>
    </a:swCell>
    <a:firstRow>
      <a:tcTxStyle b="on" i="off">
        <a:font>
          <a:latin typeface="Arial"/>
          <a:ea typeface="Arial"/>
          <a:cs typeface="Arial"/>
        </a:font>
        <a:schemeClr val="lt1"/>
      </a:tcTxStyle>
      <a:tcStyle>
        <a:tcBdr/>
        <a:fill>
          <a:solidFill>
            <a:schemeClr val="accent2"/>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2848" autoAdjust="0"/>
  </p:normalViewPr>
  <p:slideViewPr>
    <p:cSldViewPr snapToGrid="0">
      <p:cViewPr varScale="1">
        <p:scale>
          <a:sx n="101" d="100"/>
          <a:sy n="101" d="100"/>
        </p:scale>
        <p:origin x="922" y="72"/>
      </p:cViewPr>
      <p:guideLst>
        <p:guide pos="4920"/>
        <p:guide orient="horz" pos="595"/>
        <p:guide orient="horz" pos="2495"/>
        <p:guide orient="horz" pos="1623"/>
        <p:guide orient="horz" pos="792"/>
        <p:guide pos="388"/>
        <p:guide pos="3240"/>
        <p:guide pos="648"/>
        <p:guide orient="horz" pos="72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font" Target="fonts/font4.fntdata"/><Relationship Id="rId18" Type="http://schemas.openxmlformats.org/officeDocument/2006/relationships/font" Target="fonts/font9.fntdata"/><Relationship Id="rId26" Type="http://schemas.openxmlformats.org/officeDocument/2006/relationships/font" Target="fonts/font17.fntdata"/><Relationship Id="rId39" Type="http://schemas.openxmlformats.org/officeDocument/2006/relationships/presProps" Target="presProps.xml"/><Relationship Id="rId3" Type="http://schemas.openxmlformats.org/officeDocument/2006/relationships/slide" Target="slides/slide1.xml"/><Relationship Id="rId21" Type="http://schemas.openxmlformats.org/officeDocument/2006/relationships/font" Target="fonts/font12.fntdata"/><Relationship Id="rId42" Type="http://schemas.openxmlformats.org/officeDocument/2006/relationships/tableStyles" Target="tableStyles.xml"/><Relationship Id="rId7" Type="http://schemas.openxmlformats.org/officeDocument/2006/relationships/slide" Target="slides/slide5.xml"/><Relationship Id="rId12" Type="http://schemas.openxmlformats.org/officeDocument/2006/relationships/font" Target="fonts/font3.fntdata"/><Relationship Id="rId17" Type="http://schemas.openxmlformats.org/officeDocument/2006/relationships/font" Target="fonts/font8.fntdata"/><Relationship Id="rId25" Type="http://schemas.openxmlformats.org/officeDocument/2006/relationships/font" Target="fonts/font16.fntdata"/><Relationship Id="rId38" Type="http://customschemas.google.com/relationships/presentationmetadata" Target="metadata"/><Relationship Id="rId2" Type="http://schemas.openxmlformats.org/officeDocument/2006/relationships/slideMaster" Target="slideMasters/slideMaster2.xml"/><Relationship Id="rId16" Type="http://schemas.openxmlformats.org/officeDocument/2006/relationships/font" Target="fonts/font7.fntdata"/><Relationship Id="rId20" Type="http://schemas.openxmlformats.org/officeDocument/2006/relationships/font" Target="fonts/font11.fntdata"/><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font" Target="fonts/font2.fntdata"/><Relationship Id="rId24" Type="http://schemas.openxmlformats.org/officeDocument/2006/relationships/font" Target="fonts/font15.fntdata"/><Relationship Id="rId40"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font" Target="fonts/font6.fntdata"/><Relationship Id="rId23" Type="http://schemas.openxmlformats.org/officeDocument/2006/relationships/font" Target="fonts/font14.fntdata"/><Relationship Id="rId10" Type="http://schemas.openxmlformats.org/officeDocument/2006/relationships/font" Target="fonts/font1.fntdata"/><Relationship Id="rId19" Type="http://schemas.openxmlformats.org/officeDocument/2006/relationships/font" Target="fonts/font10.fntdata"/><Relationship Id="rId4" Type="http://schemas.openxmlformats.org/officeDocument/2006/relationships/slide" Target="slides/slide2.xml"/><Relationship Id="rId9" Type="http://schemas.openxmlformats.org/officeDocument/2006/relationships/notesMaster" Target="notesMasters/notesMaster1.xml"/><Relationship Id="rId14" Type="http://schemas.openxmlformats.org/officeDocument/2006/relationships/font" Target="fonts/font5.fntdata"/><Relationship Id="rId22" Type="http://schemas.openxmlformats.org/officeDocument/2006/relationships/font" Target="fonts/font13.fntdata"/><Relationship Id="rId43"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nas Tuwani" userId="5d421215-a11f-4a6e-90ca-e8ac2213fab6" providerId="ADAL" clId="{E2645838-0F70-47F0-87A1-155F9D7CC968}"/>
    <pc:docChg chg="modSld">
      <pc:chgData name="Manas Tuwani" userId="5d421215-a11f-4a6e-90ca-e8ac2213fab6" providerId="ADAL" clId="{E2645838-0F70-47F0-87A1-155F9D7CC968}" dt="2023-02-23T15:44:59.813" v="26" actId="20577"/>
      <pc:docMkLst>
        <pc:docMk/>
      </pc:docMkLst>
      <pc:sldChg chg="modSp mod">
        <pc:chgData name="Manas Tuwani" userId="5d421215-a11f-4a6e-90ca-e8ac2213fab6" providerId="ADAL" clId="{E2645838-0F70-47F0-87A1-155F9D7CC968}" dt="2023-02-23T15:44:59.813" v="26" actId="20577"/>
        <pc:sldMkLst>
          <pc:docMk/>
          <pc:sldMk cId="819889943" sldId="276"/>
        </pc:sldMkLst>
        <pc:spChg chg="mod">
          <ac:chgData name="Manas Tuwani" userId="5d421215-a11f-4a6e-90ca-e8ac2213fab6" providerId="ADAL" clId="{E2645838-0F70-47F0-87A1-155F9D7CC968}" dt="2023-02-23T15:44:59.813" v="26" actId="20577"/>
          <ac:spMkLst>
            <pc:docMk/>
            <pc:sldMk cId="819889943" sldId="276"/>
            <ac:spMk id="65" creationId="{00000000-0000-0000-0000-000000000000}"/>
          </ac:spMkLst>
        </pc:spChg>
      </pc:sldChg>
    </pc:docChg>
  </pc:docChgLst>
  <pc:docChgLst>
    <pc:chgData name="Manas Tuwani" userId="5d421215-a11f-4a6e-90ca-e8ac2213fab6" providerId="ADAL" clId="{70C8F469-FC2A-4221-A71A-B7577309D954}"/>
    <pc:docChg chg="delSld">
      <pc:chgData name="Manas Tuwani" userId="5d421215-a11f-4a6e-90ca-e8ac2213fab6" providerId="ADAL" clId="{70C8F469-FC2A-4221-A71A-B7577309D954}" dt="2024-03-05T02:29:27.033" v="0" actId="47"/>
      <pc:docMkLst>
        <pc:docMk/>
      </pc:docMkLst>
      <pc:sldChg chg="del">
        <pc:chgData name="Manas Tuwani" userId="5d421215-a11f-4a6e-90ca-e8ac2213fab6" providerId="ADAL" clId="{70C8F469-FC2A-4221-A71A-B7577309D954}" dt="2024-03-05T02:29:27.033" v="0" actId="47"/>
        <pc:sldMkLst>
          <pc:docMk/>
          <pc:sldMk cId="3413793378" sldId="274"/>
        </pc:sldMkLst>
      </pc:sldChg>
    </pc:docChg>
  </pc:docChgLst>
  <pc:docChgLst>
    <pc:chgData name="Manas Tuwani" userId="5d421215-a11f-4a6e-90ca-e8ac2213fab6" providerId="ADAL" clId="{AB789812-A8F1-41DE-AE1F-A71D9F2C5434}"/>
    <pc:docChg chg="undo custSel addSld delSld modSld">
      <pc:chgData name="Manas Tuwani" userId="5d421215-a11f-4a6e-90ca-e8ac2213fab6" providerId="ADAL" clId="{AB789812-A8F1-41DE-AE1F-A71D9F2C5434}" dt="2022-06-23T15:24:04.144" v="281" actId="47"/>
      <pc:docMkLst>
        <pc:docMk/>
      </pc:docMkLst>
      <pc:sldChg chg="del">
        <pc:chgData name="Manas Tuwani" userId="5d421215-a11f-4a6e-90ca-e8ac2213fab6" providerId="ADAL" clId="{AB789812-A8F1-41DE-AE1F-A71D9F2C5434}" dt="2022-06-23T12:59:27.567" v="164" actId="47"/>
        <pc:sldMkLst>
          <pc:docMk/>
          <pc:sldMk cId="0" sldId="256"/>
        </pc:sldMkLst>
      </pc:sldChg>
      <pc:sldChg chg="del">
        <pc:chgData name="Manas Tuwani" userId="5d421215-a11f-4a6e-90ca-e8ac2213fab6" providerId="ADAL" clId="{AB789812-A8F1-41DE-AE1F-A71D9F2C5434}" dt="2022-06-22T17:22:52.292" v="151" actId="47"/>
        <pc:sldMkLst>
          <pc:docMk/>
          <pc:sldMk cId="1019530545" sldId="272"/>
        </pc:sldMkLst>
      </pc:sldChg>
      <pc:sldChg chg="del">
        <pc:chgData name="Manas Tuwani" userId="5d421215-a11f-4a6e-90ca-e8ac2213fab6" providerId="ADAL" clId="{AB789812-A8F1-41DE-AE1F-A71D9F2C5434}" dt="2022-06-22T17:22:51.020" v="150" actId="47"/>
        <pc:sldMkLst>
          <pc:docMk/>
          <pc:sldMk cId="2163984387" sldId="273"/>
        </pc:sldMkLst>
      </pc:sldChg>
      <pc:sldChg chg="modSp mod">
        <pc:chgData name="Manas Tuwani" userId="5d421215-a11f-4a6e-90ca-e8ac2213fab6" providerId="ADAL" clId="{AB789812-A8F1-41DE-AE1F-A71D9F2C5434}" dt="2022-06-23T14:44:49.661" v="275" actId="20577"/>
        <pc:sldMkLst>
          <pc:docMk/>
          <pc:sldMk cId="3413793378" sldId="274"/>
        </pc:sldMkLst>
        <pc:spChg chg="mod">
          <ac:chgData name="Manas Tuwani" userId="5d421215-a11f-4a6e-90ca-e8ac2213fab6" providerId="ADAL" clId="{AB789812-A8F1-41DE-AE1F-A71D9F2C5434}" dt="2022-06-23T14:44:49.661" v="275" actId="20577"/>
          <ac:spMkLst>
            <pc:docMk/>
            <pc:sldMk cId="3413793378" sldId="274"/>
            <ac:spMk id="65" creationId="{00000000-0000-0000-0000-000000000000}"/>
          </ac:spMkLst>
        </pc:spChg>
      </pc:sldChg>
      <pc:sldChg chg="del">
        <pc:chgData name="Manas Tuwani" userId="5d421215-a11f-4a6e-90ca-e8ac2213fab6" providerId="ADAL" clId="{AB789812-A8F1-41DE-AE1F-A71D9F2C5434}" dt="2022-06-22T17:22:45.982" v="149" actId="47"/>
        <pc:sldMkLst>
          <pc:docMk/>
          <pc:sldMk cId="351712439" sldId="275"/>
        </pc:sldMkLst>
      </pc:sldChg>
      <pc:sldChg chg="delSp mod">
        <pc:chgData name="Manas Tuwani" userId="5d421215-a11f-4a6e-90ca-e8ac2213fab6" providerId="ADAL" clId="{AB789812-A8F1-41DE-AE1F-A71D9F2C5434}" dt="2022-06-22T17:33:47.877" v="156" actId="478"/>
        <pc:sldMkLst>
          <pc:docMk/>
          <pc:sldMk cId="1185817569" sldId="278"/>
        </pc:sldMkLst>
        <pc:spChg chg="del">
          <ac:chgData name="Manas Tuwani" userId="5d421215-a11f-4a6e-90ca-e8ac2213fab6" providerId="ADAL" clId="{AB789812-A8F1-41DE-AE1F-A71D9F2C5434}" dt="2022-06-22T17:33:47.877" v="156" actId="478"/>
          <ac:spMkLst>
            <pc:docMk/>
            <pc:sldMk cId="1185817569" sldId="278"/>
            <ac:spMk id="3" creationId="{00000000-0000-0000-0000-000000000000}"/>
          </ac:spMkLst>
        </pc:spChg>
      </pc:sldChg>
      <pc:sldChg chg="add del">
        <pc:chgData name="Manas Tuwani" userId="5d421215-a11f-4a6e-90ca-e8ac2213fab6" providerId="ADAL" clId="{AB789812-A8F1-41DE-AE1F-A71D9F2C5434}" dt="2022-06-23T15:24:04.144" v="281" actId="47"/>
        <pc:sldMkLst>
          <pc:docMk/>
          <pc:sldMk cId="910243184" sldId="294"/>
        </pc:sldMkLst>
      </pc:sldChg>
      <pc:sldChg chg="add del">
        <pc:chgData name="Manas Tuwani" userId="5d421215-a11f-4a6e-90ca-e8ac2213fab6" providerId="ADAL" clId="{AB789812-A8F1-41DE-AE1F-A71D9F2C5434}" dt="2022-06-23T15:24:01.046" v="279" actId="47"/>
        <pc:sldMkLst>
          <pc:docMk/>
          <pc:sldMk cId="894097417" sldId="295"/>
        </pc:sldMkLst>
      </pc:sldChg>
      <pc:sldChg chg="add del">
        <pc:chgData name="Manas Tuwani" userId="5d421215-a11f-4a6e-90ca-e8ac2213fab6" providerId="ADAL" clId="{AB789812-A8F1-41DE-AE1F-A71D9F2C5434}" dt="2022-06-23T15:24:02.922" v="280" actId="47"/>
        <pc:sldMkLst>
          <pc:docMk/>
          <pc:sldMk cId="2333315918" sldId="296"/>
        </pc:sldMkLst>
      </pc:sldChg>
      <pc:sldChg chg="add del">
        <pc:chgData name="Manas Tuwani" userId="5d421215-a11f-4a6e-90ca-e8ac2213fab6" providerId="ADAL" clId="{AB789812-A8F1-41DE-AE1F-A71D9F2C5434}" dt="2022-06-23T15:23:59.920" v="278" actId="47"/>
        <pc:sldMkLst>
          <pc:docMk/>
          <pc:sldMk cId="647643770" sldId="297"/>
        </pc:sldMkLst>
      </pc:sldChg>
      <pc:sldChg chg="delSp add del mod">
        <pc:chgData name="Manas Tuwani" userId="5d421215-a11f-4a6e-90ca-e8ac2213fab6" providerId="ADAL" clId="{AB789812-A8F1-41DE-AE1F-A71D9F2C5434}" dt="2022-06-23T15:23:59.229" v="277" actId="47"/>
        <pc:sldMkLst>
          <pc:docMk/>
          <pc:sldMk cId="3430873566" sldId="298"/>
        </pc:sldMkLst>
        <pc:spChg chg="del">
          <ac:chgData name="Manas Tuwani" userId="5d421215-a11f-4a6e-90ca-e8ac2213fab6" providerId="ADAL" clId="{AB789812-A8F1-41DE-AE1F-A71D9F2C5434}" dt="2022-06-23T13:00:52.358" v="165" actId="478"/>
          <ac:spMkLst>
            <pc:docMk/>
            <pc:sldMk cId="3430873566" sldId="298"/>
            <ac:spMk id="3" creationId="{00000000-0000-0000-0000-000000000000}"/>
          </ac:spMkLst>
        </pc:spChg>
      </pc:sldChg>
      <pc:sldChg chg="add del">
        <pc:chgData name="Manas Tuwani" userId="5d421215-a11f-4a6e-90ca-e8ac2213fab6" providerId="ADAL" clId="{AB789812-A8F1-41DE-AE1F-A71D9F2C5434}" dt="2022-06-23T15:23:58.375" v="276" actId="47"/>
        <pc:sldMkLst>
          <pc:docMk/>
          <pc:sldMk cId="3081534086" sldId="299"/>
        </pc:sldMkLst>
      </pc:sldChg>
      <pc:sldChg chg="modSp add mod">
        <pc:chgData name="Manas Tuwani" userId="5d421215-a11f-4a6e-90ca-e8ac2213fab6" providerId="ADAL" clId="{AB789812-A8F1-41DE-AE1F-A71D9F2C5434}" dt="2022-06-23T13:26:46.908" v="216" actId="20577"/>
        <pc:sldMkLst>
          <pc:docMk/>
          <pc:sldMk cId="0" sldId="300"/>
        </pc:sldMkLst>
        <pc:spChg chg="mod">
          <ac:chgData name="Manas Tuwani" userId="5d421215-a11f-4a6e-90ca-e8ac2213fab6" providerId="ADAL" clId="{AB789812-A8F1-41DE-AE1F-A71D9F2C5434}" dt="2022-06-23T13:26:46.908" v="216" actId="20577"/>
          <ac:spMkLst>
            <pc:docMk/>
            <pc:sldMk cId="0" sldId="300"/>
            <ac:spMk id="54" creationId="{00000000-0000-0000-0000-000000000000}"/>
          </ac:spMkLst>
        </pc:spChg>
      </pc:sldChg>
    </pc:docChg>
  </pc:docChgLst>
  <pc:docChgLst>
    <pc:chgData name="Manas Tuwani" userId="5d421215-a11f-4a6e-90ca-e8ac2213fab6" providerId="ADAL" clId="{3A940F0E-AD94-49B0-8565-3C6F4F1F7F2B}"/>
    <pc:docChg chg="modSld sldOrd">
      <pc:chgData name="Manas Tuwani" userId="5d421215-a11f-4a6e-90ca-e8ac2213fab6" providerId="ADAL" clId="{3A940F0E-AD94-49B0-8565-3C6F4F1F7F2B}" dt="2023-08-22T02:23:16.399" v="3"/>
      <pc:docMkLst>
        <pc:docMk/>
      </pc:docMkLst>
      <pc:sldChg chg="ord">
        <pc:chgData name="Manas Tuwani" userId="5d421215-a11f-4a6e-90ca-e8ac2213fab6" providerId="ADAL" clId="{3A940F0E-AD94-49B0-8565-3C6F4F1F7F2B}" dt="2023-08-22T02:23:16.399" v="3"/>
        <pc:sldMkLst>
          <pc:docMk/>
          <pc:sldMk cId="3413793378" sldId="274"/>
        </pc:sldMkLst>
      </pc:sldChg>
    </pc:docChg>
  </pc:docChgLst>
  <pc:docChgLst>
    <pc:chgData name="Manas Tuwani" userId="5d421215-a11f-4a6e-90ca-e8ac2213fab6" providerId="ADAL" clId="{150F9E99-886F-4E70-AAAA-275068DA4824}"/>
    <pc:docChg chg="modSld">
      <pc:chgData name="Manas Tuwani" userId="5d421215-a11f-4a6e-90ca-e8ac2213fab6" providerId="ADAL" clId="{150F9E99-886F-4E70-AAAA-275068DA4824}" dt="2023-05-18T11:09:50.707" v="25" actId="20577"/>
      <pc:docMkLst>
        <pc:docMk/>
      </pc:docMkLst>
      <pc:sldChg chg="modSp mod">
        <pc:chgData name="Manas Tuwani" userId="5d421215-a11f-4a6e-90ca-e8ac2213fab6" providerId="ADAL" clId="{150F9E99-886F-4E70-AAAA-275068DA4824}" dt="2023-05-18T11:09:50.707" v="25" actId="20577"/>
        <pc:sldMkLst>
          <pc:docMk/>
          <pc:sldMk cId="819889943" sldId="276"/>
        </pc:sldMkLst>
        <pc:spChg chg="mod">
          <ac:chgData name="Manas Tuwani" userId="5d421215-a11f-4a6e-90ca-e8ac2213fab6" providerId="ADAL" clId="{150F9E99-886F-4E70-AAAA-275068DA4824}" dt="2023-05-18T11:09:50.707" v="25" actId="20577"/>
          <ac:spMkLst>
            <pc:docMk/>
            <pc:sldMk cId="819889943" sldId="276"/>
            <ac:spMk id="65" creationId="{00000000-0000-0000-0000-000000000000}"/>
          </ac:spMkLst>
        </pc:spChg>
      </pc:sldChg>
    </pc:docChg>
  </pc:docChgLst>
  <pc:docChgLst>
    <pc:chgData name="Manas Tuwani" userId="5d421215-a11f-4a6e-90ca-e8ac2213fab6" providerId="ADAL" clId="{B3D52C61-5807-4D46-98BB-301F47AAF625}"/>
    <pc:docChg chg="custSel modSld">
      <pc:chgData name="Manas Tuwani" userId="5d421215-a11f-4a6e-90ca-e8ac2213fab6" providerId="ADAL" clId="{B3D52C61-5807-4D46-98BB-301F47AAF625}" dt="2022-11-30T16:16:10.781" v="8" actId="20577"/>
      <pc:docMkLst>
        <pc:docMk/>
      </pc:docMkLst>
      <pc:sldChg chg="modSp mod">
        <pc:chgData name="Manas Tuwani" userId="5d421215-a11f-4a6e-90ca-e8ac2213fab6" providerId="ADAL" clId="{B3D52C61-5807-4D46-98BB-301F47AAF625}" dt="2022-11-30T16:16:10.781" v="8" actId="20577"/>
        <pc:sldMkLst>
          <pc:docMk/>
          <pc:sldMk cId="819889943" sldId="276"/>
        </pc:sldMkLst>
        <pc:spChg chg="mod">
          <ac:chgData name="Manas Tuwani" userId="5d421215-a11f-4a6e-90ca-e8ac2213fab6" providerId="ADAL" clId="{B3D52C61-5807-4D46-98BB-301F47AAF625}" dt="2022-11-30T16:16:10.781" v="8" actId="20577"/>
          <ac:spMkLst>
            <pc:docMk/>
            <pc:sldMk cId="819889943" sldId="276"/>
            <ac:spMk id="65" creationId="{00000000-0000-0000-0000-000000000000}"/>
          </ac:spMkLst>
        </pc:spChg>
      </pc:sldChg>
      <pc:sldChg chg="delSp mod">
        <pc:chgData name="Manas Tuwani" userId="5d421215-a11f-4a6e-90ca-e8ac2213fab6" providerId="ADAL" clId="{B3D52C61-5807-4D46-98BB-301F47AAF625}" dt="2022-11-25T01:24:12.635" v="0" actId="478"/>
        <pc:sldMkLst>
          <pc:docMk/>
          <pc:sldMk cId="0" sldId="300"/>
        </pc:sldMkLst>
        <pc:picChg chg="del">
          <ac:chgData name="Manas Tuwani" userId="5d421215-a11f-4a6e-90ca-e8ac2213fab6" providerId="ADAL" clId="{B3D52C61-5807-4D46-98BB-301F47AAF625}" dt="2022-11-25T01:24:12.635" v="0" actId="478"/>
          <ac:picMkLst>
            <pc:docMk/>
            <pc:sldMk cId="0" sldId="300"/>
            <ac:picMk id="3" creationId="{8CA30E4E-DDE6-AAC5-BAA6-4F50834F368D}"/>
          </ac:picMkLst>
        </pc:picChg>
      </pc:sldChg>
    </pc:docChg>
  </pc:docChgLst>
  <pc:docChgLst>
    <pc:chgData name="Manas Tuwani" userId="5d421215-a11f-4a6e-90ca-e8ac2213fab6" providerId="ADAL" clId="{9035B243-7E60-4088-A53B-9ABFCC41293A}"/>
    <pc:docChg chg="delSld">
      <pc:chgData name="Manas Tuwani" userId="5d421215-a11f-4a6e-90ca-e8ac2213fab6" providerId="ADAL" clId="{9035B243-7E60-4088-A53B-9ABFCC41293A}" dt="2024-02-06T14:10:22.003" v="0" actId="47"/>
      <pc:docMkLst>
        <pc:docMk/>
      </pc:docMkLst>
      <pc:sldChg chg="del">
        <pc:chgData name="Manas Tuwani" userId="5d421215-a11f-4a6e-90ca-e8ac2213fab6" providerId="ADAL" clId="{9035B243-7E60-4088-A53B-9ABFCC41293A}" dt="2024-02-06T14:10:22.003" v="0" actId="47"/>
        <pc:sldMkLst>
          <pc:docMk/>
          <pc:sldMk cId="1185817569" sldId="278"/>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3041650" cy="465138"/>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chemeClr val="dk1"/>
              </a:buClr>
              <a:buSzPts val="800"/>
              <a:buFont typeface="Helvetica Neue"/>
              <a:buNone/>
              <a:defRPr sz="800" b="0" i="0" u="none" strike="noStrike" cap="none">
                <a:solidFill>
                  <a:schemeClr val="dk1"/>
                </a:solidFill>
                <a:latin typeface="Helvetica Neue"/>
                <a:ea typeface="Helvetica Neue"/>
                <a:cs typeface="Helvetica Neue"/>
                <a:sym typeface="Helvetica Neue"/>
              </a:defRPr>
            </a:lvl1pPr>
            <a:lvl2pPr marR="0" lvl="1"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9pPr>
          </a:lstStyle>
          <a:p>
            <a:endParaRPr/>
          </a:p>
        </p:txBody>
      </p:sp>
      <p:sp>
        <p:nvSpPr>
          <p:cNvPr id="4" name="Google Shape;4;n"/>
          <p:cNvSpPr txBox="1">
            <a:spLocks noGrp="1"/>
          </p:cNvSpPr>
          <p:nvPr>
            <p:ph type="dt" idx="10"/>
          </p:nvPr>
        </p:nvSpPr>
        <p:spPr>
          <a:xfrm>
            <a:off x="3976687" y="0"/>
            <a:ext cx="3041650" cy="465138"/>
          </a:xfrm>
          <a:prstGeom prst="rect">
            <a:avLst/>
          </a:prstGeom>
          <a:noFill/>
          <a:ln>
            <a:noFill/>
          </a:ln>
        </p:spPr>
        <p:txBody>
          <a:bodyPr spcFirstLastPara="1" wrap="square" lIns="91425" tIns="91425" rIns="91425" bIns="91425" anchor="t" anchorCtr="0">
            <a:noAutofit/>
          </a:bodyPr>
          <a:lstStyle>
            <a:lvl1pPr marR="0" lvl="0" algn="r" rtl="0">
              <a:lnSpc>
                <a:spcPct val="100000"/>
              </a:lnSpc>
              <a:spcBef>
                <a:spcPts val="0"/>
              </a:spcBef>
              <a:spcAft>
                <a:spcPts val="0"/>
              </a:spcAft>
              <a:buClr>
                <a:schemeClr val="dk1"/>
              </a:buClr>
              <a:buSzPts val="800"/>
              <a:buFont typeface="Helvetica Neue"/>
              <a:buNone/>
              <a:defRPr sz="800" b="0" i="0" u="none" strike="noStrike" cap="none">
                <a:solidFill>
                  <a:schemeClr val="dk1"/>
                </a:solidFill>
                <a:latin typeface="Helvetica Neue"/>
                <a:ea typeface="Helvetica Neue"/>
                <a:cs typeface="Helvetica Neue"/>
                <a:sym typeface="Helvetica Neue"/>
              </a:defRPr>
            </a:lvl1pPr>
            <a:lvl2pPr marR="0" lvl="1"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9pPr>
          </a:lstStyle>
          <a:p>
            <a:endParaRPr/>
          </a:p>
        </p:txBody>
      </p:sp>
      <p:sp>
        <p:nvSpPr>
          <p:cNvPr id="5" name="Google Shape;5;n"/>
          <p:cNvSpPr>
            <a:spLocks noGrp="1" noRot="1" noChangeAspect="1"/>
          </p:cNvSpPr>
          <p:nvPr>
            <p:ph type="sldImg" idx="3"/>
          </p:nvPr>
        </p:nvSpPr>
        <p:spPr>
          <a:xfrm>
            <a:off x="407987" y="698500"/>
            <a:ext cx="6203950" cy="34893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425450" y="4419600"/>
            <a:ext cx="6186487" cy="4187824"/>
          </a:xfrm>
          <a:prstGeom prst="rect">
            <a:avLst/>
          </a:prstGeom>
          <a:noFill/>
          <a:ln>
            <a:noFill/>
          </a:ln>
        </p:spPr>
        <p:txBody>
          <a:bodyPr spcFirstLastPara="1" wrap="square" lIns="91425" tIns="91425" rIns="91425" bIns="91425" anchor="t" anchorCtr="0">
            <a:noAutofit/>
          </a:bodyPr>
          <a:lstStyle>
            <a:lvl1pPr marL="457200" marR="0" lvl="0" indent="-228600" algn="l" rtl="0">
              <a:lnSpc>
                <a:spcPct val="100000"/>
              </a:lnSpc>
              <a:spcBef>
                <a:spcPts val="270"/>
              </a:spcBef>
              <a:spcAft>
                <a:spcPts val="0"/>
              </a:spcAft>
              <a:buClr>
                <a:schemeClr val="dk1"/>
              </a:buClr>
              <a:buSzPts val="900"/>
              <a:buFont typeface="Helvetica Neue"/>
              <a:buNone/>
              <a:defRPr sz="900" b="0" i="0" u="none" strike="noStrike" cap="none">
                <a:solidFill>
                  <a:schemeClr val="dk1"/>
                </a:solidFill>
                <a:latin typeface="Helvetica Neue"/>
                <a:ea typeface="Helvetica Neue"/>
                <a:cs typeface="Helvetica Neue"/>
                <a:sym typeface="Helvetica Neue"/>
              </a:defRPr>
            </a:lvl1pPr>
            <a:lvl2pPr marL="914400" marR="0" lvl="1" indent="-228600" algn="l" rtl="0">
              <a:lnSpc>
                <a:spcPct val="100000"/>
              </a:lnSpc>
              <a:spcBef>
                <a:spcPts val="270"/>
              </a:spcBef>
              <a:spcAft>
                <a:spcPts val="0"/>
              </a:spcAft>
              <a:buClr>
                <a:schemeClr val="dk1"/>
              </a:buClr>
              <a:buSzPts val="900"/>
              <a:buFont typeface="Helvetica Neue"/>
              <a:buNone/>
              <a:defRPr sz="900" b="0" i="0" u="none" strike="noStrike" cap="none">
                <a:solidFill>
                  <a:schemeClr val="dk1"/>
                </a:solidFill>
                <a:latin typeface="Helvetica Neue"/>
                <a:ea typeface="Helvetica Neue"/>
                <a:cs typeface="Helvetica Neue"/>
                <a:sym typeface="Helvetica Neue"/>
              </a:defRPr>
            </a:lvl2pPr>
            <a:lvl3pPr marL="1371600" marR="0" lvl="2" indent="-228600" algn="l" rtl="0">
              <a:lnSpc>
                <a:spcPct val="100000"/>
              </a:lnSpc>
              <a:spcBef>
                <a:spcPts val="270"/>
              </a:spcBef>
              <a:spcAft>
                <a:spcPts val="0"/>
              </a:spcAft>
              <a:buClr>
                <a:schemeClr val="dk1"/>
              </a:buClr>
              <a:buSzPts val="900"/>
              <a:buFont typeface="Helvetica Neue"/>
              <a:buNone/>
              <a:defRPr sz="900" b="0" i="0" u="none" strike="noStrike" cap="none">
                <a:solidFill>
                  <a:schemeClr val="dk1"/>
                </a:solidFill>
                <a:latin typeface="Helvetica Neue"/>
                <a:ea typeface="Helvetica Neue"/>
                <a:cs typeface="Helvetica Neue"/>
                <a:sym typeface="Helvetica Neue"/>
              </a:defRPr>
            </a:lvl3pPr>
            <a:lvl4pPr marL="1828800" marR="0" lvl="3" indent="-228600" algn="l" rtl="0">
              <a:lnSpc>
                <a:spcPct val="100000"/>
              </a:lnSpc>
              <a:spcBef>
                <a:spcPts val="270"/>
              </a:spcBef>
              <a:spcAft>
                <a:spcPts val="0"/>
              </a:spcAft>
              <a:buClr>
                <a:schemeClr val="dk1"/>
              </a:buClr>
              <a:buSzPts val="900"/>
              <a:buFont typeface="Helvetica Neue"/>
              <a:buNone/>
              <a:defRPr sz="900" b="0" i="0" u="none" strike="noStrike" cap="none">
                <a:solidFill>
                  <a:schemeClr val="dk1"/>
                </a:solidFill>
                <a:latin typeface="Helvetica Neue"/>
                <a:ea typeface="Helvetica Neue"/>
                <a:cs typeface="Helvetica Neue"/>
                <a:sym typeface="Helvetica Neue"/>
              </a:defRPr>
            </a:lvl4pPr>
            <a:lvl5pPr marL="2286000" marR="0" lvl="4" indent="-228600" algn="l" rtl="0">
              <a:lnSpc>
                <a:spcPct val="100000"/>
              </a:lnSpc>
              <a:spcBef>
                <a:spcPts val="270"/>
              </a:spcBef>
              <a:spcAft>
                <a:spcPts val="0"/>
              </a:spcAft>
              <a:buClr>
                <a:schemeClr val="dk1"/>
              </a:buClr>
              <a:buSzPts val="900"/>
              <a:buFont typeface="Helvetica Neue"/>
              <a:buNone/>
              <a:defRPr sz="900" b="0" i="0" u="none" strike="noStrike" cap="none">
                <a:solidFill>
                  <a:schemeClr val="dk1"/>
                </a:solidFill>
                <a:latin typeface="Helvetica Neue"/>
                <a:ea typeface="Helvetica Neue"/>
                <a:cs typeface="Helvetica Neue"/>
                <a:sym typeface="Helvetica Neue"/>
              </a:defRPr>
            </a:lvl5pPr>
            <a:lvl6pPr marL="2743200" marR="0" lvl="5" indent="-228600" algn="l" rtl="0">
              <a:lnSpc>
                <a:spcPct val="100000"/>
              </a:lnSpc>
              <a:spcBef>
                <a:spcPts val="0"/>
              </a:spcBef>
              <a:spcAft>
                <a:spcPts val="0"/>
              </a:spcAft>
              <a:buClr>
                <a:schemeClr val="dk1"/>
              </a:buClr>
              <a:buSzPts val="1200"/>
              <a:buFont typeface="Calibri"/>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chemeClr val="dk1"/>
              </a:buClr>
              <a:buSzPts val="1200"/>
              <a:buFont typeface="Calibri"/>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chemeClr val="dk1"/>
              </a:buClr>
              <a:buSzPts val="1200"/>
              <a:buFont typeface="Calibri"/>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chemeClr val="dk1"/>
              </a:buClr>
              <a:buSzPts val="1200"/>
              <a:buFont typeface="Calibri"/>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839200"/>
            <a:ext cx="3041650" cy="465138"/>
          </a:xfrm>
          <a:prstGeom prst="rect">
            <a:avLst/>
          </a:prstGeom>
          <a:noFill/>
          <a:ln>
            <a:noFill/>
          </a:ln>
        </p:spPr>
        <p:txBody>
          <a:bodyPr spcFirstLastPara="1" wrap="square" lIns="91425" tIns="91425" rIns="91425" bIns="91425" anchor="b" anchorCtr="0">
            <a:noAutofit/>
          </a:bodyPr>
          <a:lstStyle>
            <a:lvl1pPr marR="0" lvl="0" algn="l" rtl="0">
              <a:lnSpc>
                <a:spcPct val="100000"/>
              </a:lnSpc>
              <a:spcBef>
                <a:spcPts val="0"/>
              </a:spcBef>
              <a:spcAft>
                <a:spcPts val="0"/>
              </a:spcAft>
              <a:buClr>
                <a:schemeClr val="dk1"/>
              </a:buClr>
              <a:buSzPts val="800"/>
              <a:buFont typeface="Helvetica Neue"/>
              <a:buNone/>
              <a:defRPr sz="800" b="0" i="0" u="none" strike="noStrike" cap="none">
                <a:solidFill>
                  <a:schemeClr val="dk1"/>
                </a:solidFill>
                <a:latin typeface="Helvetica Neue"/>
                <a:ea typeface="Helvetica Neue"/>
                <a:cs typeface="Helvetica Neue"/>
                <a:sym typeface="Helvetica Neue"/>
              </a:defRPr>
            </a:lvl1pPr>
            <a:lvl2pPr marR="0" lvl="1"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9pPr>
          </a:lstStyle>
          <a:p>
            <a:endParaRPr/>
          </a:p>
        </p:txBody>
      </p:sp>
      <p:sp>
        <p:nvSpPr>
          <p:cNvPr id="8" name="Google Shape;8;n"/>
          <p:cNvSpPr txBox="1">
            <a:spLocks noGrp="1"/>
          </p:cNvSpPr>
          <p:nvPr>
            <p:ph type="sldNum" idx="12"/>
          </p:nvPr>
        </p:nvSpPr>
        <p:spPr>
          <a:xfrm>
            <a:off x="3976687" y="8839200"/>
            <a:ext cx="3041650" cy="465138"/>
          </a:xfrm>
          <a:prstGeom prst="rect">
            <a:avLst/>
          </a:prstGeom>
          <a:noFill/>
          <a:ln>
            <a:noFill/>
          </a:ln>
        </p:spPr>
        <p:txBody>
          <a:bodyPr spcFirstLastPara="1" wrap="square" lIns="93275" tIns="46625" rIns="93275" bIns="46625" anchor="b" anchorCtr="0">
            <a:noAutofit/>
          </a:bodyPr>
          <a:lstStyle/>
          <a:p>
            <a:pPr marL="0" marR="0" lvl="0" indent="0" algn="r" rtl="0">
              <a:lnSpc>
                <a:spcPct val="100000"/>
              </a:lnSpc>
              <a:spcBef>
                <a:spcPts val="0"/>
              </a:spcBef>
              <a:spcAft>
                <a:spcPts val="0"/>
              </a:spcAft>
              <a:buClr>
                <a:schemeClr val="dk1"/>
              </a:buClr>
              <a:buSzPts val="200"/>
              <a:buFont typeface="Helvetica Neue"/>
              <a:buNone/>
            </a:pPr>
            <a:fld id="{00000000-1234-1234-1234-123412341234}" type="slidenum">
              <a:rPr lang="en-IN" sz="800" b="0" i="0" u="none" strike="noStrike" cap="none">
                <a:solidFill>
                  <a:schemeClr val="dk1"/>
                </a:solidFill>
                <a:latin typeface="Helvetica Neue"/>
                <a:ea typeface="Helvetica Neue"/>
                <a:cs typeface="Helvetica Neue"/>
                <a:sym typeface="Helvetica Neue"/>
              </a:rPr>
              <a:t>‹#›</a:t>
            </a:fld>
            <a:endParaRPr sz="800" b="0" i="0" u="none" strike="noStrike" cap="none">
              <a:solidFill>
                <a:schemeClr val="dk1"/>
              </a:solidFill>
              <a:latin typeface="Helvetica Neue"/>
              <a:ea typeface="Helvetica Neue"/>
              <a:cs typeface="Helvetica Neue"/>
              <a:sym typeface="Helvetica Neue"/>
            </a:endParaRPr>
          </a:p>
        </p:txBody>
      </p:sp>
    </p:spTree>
    <p:extLst>
      <p:ext uri="{BB962C8B-B14F-4D97-AF65-F5344CB8AC3E}">
        <p14:creationId xmlns:p14="http://schemas.microsoft.com/office/powerpoint/2010/main" val="2291619662"/>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
        <p:cNvGrpSpPr/>
        <p:nvPr/>
      </p:nvGrpSpPr>
      <p:grpSpPr>
        <a:xfrm>
          <a:off x="0" y="0"/>
          <a:ext cx="0" cy="0"/>
          <a:chOff x="0" y="0"/>
          <a:chExt cx="0" cy="0"/>
        </a:xfrm>
      </p:grpSpPr>
      <p:sp>
        <p:nvSpPr>
          <p:cNvPr id="47" name="Google Shape;47;g101cf3a0884_0_0:notes"/>
          <p:cNvSpPr txBox="1">
            <a:spLocks noGrp="1"/>
          </p:cNvSpPr>
          <p:nvPr>
            <p:ph type="body" idx="1"/>
          </p:nvPr>
        </p:nvSpPr>
        <p:spPr>
          <a:xfrm>
            <a:off x="425450" y="4419601"/>
            <a:ext cx="6186600" cy="41877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chemeClr val="dk1"/>
              </a:buClr>
              <a:buSzPts val="225"/>
              <a:buFont typeface="Helvetica Neue"/>
              <a:buNone/>
            </a:pPr>
            <a:r>
              <a:rPr lang="en-IN" sz="1100"/>
              <a:t>Title - Fira Sans, 50pt</a:t>
            </a:r>
            <a:endParaRPr sz="1100"/>
          </a:p>
          <a:p>
            <a:pPr marL="0" marR="0" lvl="0" indent="0" algn="l" rtl="0">
              <a:lnSpc>
                <a:spcPct val="100000"/>
              </a:lnSpc>
              <a:spcBef>
                <a:spcPts val="0"/>
              </a:spcBef>
              <a:spcAft>
                <a:spcPts val="0"/>
              </a:spcAft>
              <a:buClr>
                <a:schemeClr val="dk1"/>
              </a:buClr>
              <a:buSzPts val="225"/>
              <a:buFont typeface="Helvetica Neue"/>
              <a:buNone/>
            </a:pPr>
            <a:r>
              <a:rPr lang="en-IN" sz="1100"/>
              <a:t>Subtitle - Fira Sans, 16pt</a:t>
            </a:r>
            <a:endParaRPr sz="1100"/>
          </a:p>
        </p:txBody>
      </p:sp>
      <p:sp>
        <p:nvSpPr>
          <p:cNvPr id="48" name="Google Shape;48;g101cf3a0884_0_0:notes"/>
          <p:cNvSpPr>
            <a:spLocks noGrp="1" noRot="1" noChangeAspect="1"/>
          </p:cNvSpPr>
          <p:nvPr>
            <p:ph type="sldImg" idx="2"/>
          </p:nvPr>
        </p:nvSpPr>
        <p:spPr>
          <a:xfrm>
            <a:off x="409575" y="698500"/>
            <a:ext cx="6200775" cy="34893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
        <p:cNvGrpSpPr/>
        <p:nvPr/>
      </p:nvGrpSpPr>
      <p:grpSpPr>
        <a:xfrm>
          <a:off x="0" y="0"/>
          <a:ext cx="0" cy="0"/>
          <a:chOff x="0" y="0"/>
          <a:chExt cx="0" cy="0"/>
        </a:xfrm>
      </p:grpSpPr>
      <p:sp>
        <p:nvSpPr>
          <p:cNvPr id="82" name="Google Shape;82;p4:notes"/>
          <p:cNvSpPr txBox="1">
            <a:spLocks noGrp="1"/>
          </p:cNvSpPr>
          <p:nvPr>
            <p:ph type="body" idx="1"/>
          </p:nvPr>
        </p:nvSpPr>
        <p:spPr>
          <a:xfrm>
            <a:off x="425450" y="4419600"/>
            <a:ext cx="6186487" cy="4187824"/>
          </a:xfrm>
          <a:prstGeom prst="rect">
            <a:avLst/>
          </a:prstGeom>
        </p:spPr>
        <p:txBody>
          <a:bodyPr spcFirstLastPara="1" wrap="square" lIns="91425" tIns="91425" rIns="91425" bIns="91425" anchor="t" anchorCtr="0">
            <a:noAutofit/>
          </a:bodyPr>
          <a:lstStyle/>
          <a:p>
            <a:pPr marL="0" lvl="0" indent="0" algn="l" rtl="0">
              <a:spcBef>
                <a:spcPts val="270"/>
              </a:spcBef>
              <a:spcAft>
                <a:spcPts val="0"/>
              </a:spcAft>
              <a:buNone/>
            </a:pPr>
            <a:endParaRPr/>
          </a:p>
        </p:txBody>
      </p:sp>
      <p:sp>
        <p:nvSpPr>
          <p:cNvPr id="83" name="Google Shape;83;p4:notes"/>
          <p:cNvSpPr>
            <a:spLocks noGrp="1" noRot="1" noChangeAspect="1"/>
          </p:cNvSpPr>
          <p:nvPr>
            <p:ph type="sldImg" idx="2"/>
          </p:nvPr>
        </p:nvSpPr>
        <p:spPr>
          <a:xfrm>
            <a:off x="407988" y="698500"/>
            <a:ext cx="6203950" cy="348932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
        <p:cNvGrpSpPr/>
        <p:nvPr/>
      </p:nvGrpSpPr>
      <p:grpSpPr>
        <a:xfrm>
          <a:off x="0" y="0"/>
          <a:ext cx="0" cy="0"/>
          <a:chOff x="0" y="0"/>
          <a:chExt cx="0" cy="0"/>
        </a:xfrm>
      </p:grpSpPr>
      <p:sp>
        <p:nvSpPr>
          <p:cNvPr id="61" name="Google Shape;61;p2:notes"/>
          <p:cNvSpPr>
            <a:spLocks noGrp="1" noRot="1" noChangeAspect="1"/>
          </p:cNvSpPr>
          <p:nvPr>
            <p:ph type="sldImg" idx="2"/>
          </p:nvPr>
        </p:nvSpPr>
        <p:spPr>
          <a:xfrm>
            <a:off x="407988" y="698500"/>
            <a:ext cx="6203950" cy="34893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2" name="Google Shape;62;p2:notes"/>
          <p:cNvSpPr txBox="1">
            <a:spLocks noGrp="1"/>
          </p:cNvSpPr>
          <p:nvPr>
            <p:ph type="body" idx="1"/>
          </p:nvPr>
        </p:nvSpPr>
        <p:spPr>
          <a:xfrm>
            <a:off x="425450" y="4419600"/>
            <a:ext cx="6186487" cy="4187824"/>
          </a:xfrm>
          <a:prstGeom prst="rect">
            <a:avLst/>
          </a:prstGeom>
          <a:noFill/>
          <a:ln>
            <a:noFill/>
          </a:ln>
        </p:spPr>
        <p:txBody>
          <a:bodyPr spcFirstLastPara="1" wrap="square" lIns="91425" tIns="91425" rIns="91425" bIns="91425" anchor="t" anchorCtr="0">
            <a:noAutofit/>
          </a:bodyPr>
          <a:lstStyle/>
          <a:p>
            <a:pPr marL="457200" marR="0" lvl="0" indent="-228600" algn="l" rtl="0">
              <a:lnSpc>
                <a:spcPct val="100000"/>
              </a:lnSpc>
              <a:spcBef>
                <a:spcPts val="270"/>
              </a:spcBef>
              <a:spcAft>
                <a:spcPts val="0"/>
              </a:spcAft>
              <a:buClr>
                <a:schemeClr val="dk1"/>
              </a:buClr>
              <a:buSzPts val="900"/>
              <a:buFont typeface="Helvetica Neue"/>
              <a:buNone/>
            </a:pPr>
            <a:endParaRPr/>
          </a:p>
        </p:txBody>
      </p:sp>
      <p:sp>
        <p:nvSpPr>
          <p:cNvPr id="63" name="Google Shape;63;p2:notes"/>
          <p:cNvSpPr txBox="1">
            <a:spLocks noGrp="1"/>
          </p:cNvSpPr>
          <p:nvPr>
            <p:ph type="sldNum" idx="12"/>
          </p:nvPr>
        </p:nvSpPr>
        <p:spPr>
          <a:xfrm>
            <a:off x="3976687" y="8839200"/>
            <a:ext cx="3041650" cy="465138"/>
          </a:xfrm>
          <a:prstGeom prst="rect">
            <a:avLst/>
          </a:prstGeom>
          <a:noFill/>
          <a:ln>
            <a:noFill/>
          </a:ln>
        </p:spPr>
        <p:txBody>
          <a:bodyPr spcFirstLastPara="1" wrap="square" lIns="93275" tIns="46625" rIns="93275" bIns="46625" anchor="b" anchorCtr="0">
            <a:noAutofit/>
          </a:bodyPr>
          <a:lstStyle/>
          <a:p>
            <a:pPr marL="0" marR="0" lvl="0" indent="0" algn="r" rtl="0">
              <a:lnSpc>
                <a:spcPct val="100000"/>
              </a:lnSpc>
              <a:spcBef>
                <a:spcPts val="0"/>
              </a:spcBef>
              <a:spcAft>
                <a:spcPts val="0"/>
              </a:spcAft>
              <a:buClr>
                <a:schemeClr val="dk1"/>
              </a:buClr>
              <a:buSzPts val="200"/>
              <a:buFont typeface="Helvetica Neue"/>
              <a:buNone/>
            </a:pPr>
            <a:fld id="{00000000-1234-1234-1234-123412341234}" type="slidenum">
              <a:rPr lang="en-IN" sz="800" b="0" i="0" u="none" strike="noStrike" cap="none">
                <a:solidFill>
                  <a:schemeClr val="dk1"/>
                </a:solidFill>
                <a:latin typeface="Helvetica Neue"/>
                <a:ea typeface="Helvetica Neue"/>
                <a:cs typeface="Helvetica Neue"/>
                <a:sym typeface="Helvetica Neue"/>
              </a:rPr>
              <a:t>5</a:t>
            </a:fld>
            <a:endParaRPr sz="800" b="0" i="0" u="none" strike="noStrike" cap="none">
              <a:solidFill>
                <a:schemeClr val="dk1"/>
              </a:solidFill>
              <a:latin typeface="Helvetica Neue"/>
              <a:ea typeface="Helvetica Neue"/>
              <a:cs typeface="Helvetica Neue"/>
              <a:sym typeface="Helvetica Neue"/>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7"/>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18" name="Google Shape;18;p7"/>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19" name="Google Shape;19;p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20"/>
        <p:cNvGrpSpPr/>
        <p:nvPr/>
      </p:nvGrpSpPr>
      <p:grpSpPr>
        <a:xfrm>
          <a:off x="0" y="0"/>
          <a:ext cx="0" cy="0"/>
          <a:chOff x="0" y="0"/>
          <a:chExt cx="0" cy="0"/>
        </a:xfrm>
      </p:grpSpPr>
      <p:sp>
        <p:nvSpPr>
          <p:cNvPr id="21" name="Google Shape;21;p8"/>
          <p:cNvSpPr txBox="1">
            <a:spLocks noGrp="1"/>
          </p:cNvSpPr>
          <p:nvPr>
            <p:ph type="ctrTitle"/>
          </p:nvPr>
        </p:nvSpPr>
        <p:spPr>
          <a:xfrm>
            <a:off x="311708" y="744575"/>
            <a:ext cx="8520600" cy="20526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a:endParaRPr/>
          </a:p>
        </p:txBody>
      </p:sp>
      <p:sp>
        <p:nvSpPr>
          <p:cNvPr id="22" name="Google Shape;22;p8"/>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23" name="Google Shape;23;p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4"/>
        <p:cNvGrpSpPr/>
        <p:nvPr/>
      </p:nvGrpSpPr>
      <p:grpSpPr>
        <a:xfrm>
          <a:off x="0" y="0"/>
          <a:ext cx="0" cy="0"/>
          <a:chOff x="0" y="0"/>
          <a:chExt cx="0" cy="0"/>
        </a:xfrm>
      </p:grpSpPr>
      <p:sp>
        <p:nvSpPr>
          <p:cNvPr id="25" name="Google Shape;25;p9"/>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a:endParaRPr/>
          </a:p>
        </p:txBody>
      </p:sp>
      <p:sp>
        <p:nvSpPr>
          <p:cNvPr id="26" name="Google Shape;26;p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7"/>
        <p:cNvGrpSpPr/>
        <p:nvPr/>
      </p:nvGrpSpPr>
      <p:grpSpPr>
        <a:xfrm>
          <a:off x="0" y="0"/>
          <a:ext cx="0" cy="0"/>
          <a:chOff x="0" y="0"/>
          <a:chExt cx="0" cy="0"/>
        </a:xfrm>
      </p:grpSpPr>
      <p:sp>
        <p:nvSpPr>
          <p:cNvPr id="28" name="Google Shape;28;p10"/>
          <p:cNvSpPr txBox="1">
            <a:spLocks noGrp="1"/>
          </p:cNvSpPr>
          <p:nvPr>
            <p:ph type="title"/>
          </p:nvPr>
        </p:nvSpPr>
        <p:spPr>
          <a:xfrm>
            <a:off x="311700" y="555600"/>
            <a:ext cx="2808000" cy="755700"/>
          </a:xfrm>
          <a:prstGeom prst="rect">
            <a:avLst/>
          </a:prstGeom>
          <a:noFill/>
          <a:ln>
            <a:noFill/>
          </a:ln>
        </p:spPr>
        <p:txBody>
          <a:bodyPr spcFirstLastPara="1" wrap="square" lIns="91425" tIns="91425" rIns="91425" bIns="91425" anchor="b" anchorCtr="0">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29" name="Google Shape;29;p10"/>
          <p:cNvSpPr txBox="1">
            <a:spLocks noGrp="1"/>
          </p:cNvSpPr>
          <p:nvPr>
            <p:ph type="body" idx="1"/>
          </p:nvPr>
        </p:nvSpPr>
        <p:spPr>
          <a:xfrm>
            <a:off x="311700" y="1389600"/>
            <a:ext cx="2808000" cy="3179400"/>
          </a:xfrm>
          <a:prstGeom prst="rect">
            <a:avLst/>
          </a:prstGeom>
          <a:noFill/>
          <a:ln>
            <a:noFill/>
          </a:ln>
        </p:spPr>
        <p:txBody>
          <a:bodyPr spcFirstLastPara="1" wrap="square" lIns="91425" tIns="91425" rIns="91425" bIns="91425" anchor="t" anchorCtr="0">
            <a:normAutofit/>
          </a:bodyPr>
          <a:lstStyle>
            <a:lvl1pPr marL="457200" lvl="0" indent="-304800" algn="l">
              <a:lnSpc>
                <a:spcPct val="115000"/>
              </a:lnSpc>
              <a:spcBef>
                <a:spcPts val="0"/>
              </a:spcBef>
              <a:spcAft>
                <a:spcPts val="0"/>
              </a:spcAft>
              <a:buSzPts val="1200"/>
              <a:buChar char="●"/>
              <a:defRPr sz="12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30" name="Google Shape;30;p1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1"/>
        <p:cNvGrpSpPr/>
        <p:nvPr/>
      </p:nvGrpSpPr>
      <p:grpSpPr>
        <a:xfrm>
          <a:off x="0" y="0"/>
          <a:ext cx="0" cy="0"/>
          <a:chOff x="0" y="0"/>
          <a:chExt cx="0" cy="0"/>
        </a:xfrm>
      </p:grpSpPr>
      <p:sp>
        <p:nvSpPr>
          <p:cNvPr id="32" name="Google Shape;32;p11"/>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 name="Google Shape;33;p11"/>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34" name="Google Shape;34;p11"/>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5" name="Google Shape;35;p11"/>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36" name="Google Shape;36;p1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37"/>
        <p:cNvGrpSpPr/>
        <p:nvPr/>
      </p:nvGrpSpPr>
      <p:grpSpPr>
        <a:xfrm>
          <a:off x="0" y="0"/>
          <a:ext cx="0" cy="0"/>
          <a:chOff x="0" y="0"/>
          <a:chExt cx="0" cy="0"/>
        </a:xfrm>
      </p:grpSpPr>
      <p:sp>
        <p:nvSpPr>
          <p:cNvPr id="38" name="Google Shape;38;p12"/>
          <p:cNvSpPr txBox="1">
            <a:spLocks noGrp="1"/>
          </p:cNvSpPr>
          <p:nvPr>
            <p:ph type="body" idx="1"/>
          </p:nvPr>
        </p:nvSpPr>
        <p:spPr>
          <a:xfrm>
            <a:off x="311700" y="4230575"/>
            <a:ext cx="5998800" cy="605100"/>
          </a:xfrm>
          <a:prstGeom prst="rect">
            <a:avLst/>
          </a:prstGeom>
          <a:noFill/>
          <a:ln>
            <a:noFill/>
          </a:ln>
        </p:spPr>
        <p:txBody>
          <a:bodyPr spcFirstLastPara="1" wrap="square" lIns="91425" tIns="91425" rIns="91425" bIns="91425" anchor="ctr" anchorCtr="0">
            <a:normAutofit/>
          </a:bodyPr>
          <a:lstStyle>
            <a:lvl1pPr marL="457200" lvl="0" indent="-228600" algn="l">
              <a:lnSpc>
                <a:spcPct val="100000"/>
              </a:lnSpc>
              <a:spcBef>
                <a:spcPts val="0"/>
              </a:spcBef>
              <a:spcAft>
                <a:spcPts val="0"/>
              </a:spcAft>
              <a:buSzPts val="1800"/>
              <a:buNone/>
              <a:defRPr/>
            </a:lvl1pPr>
          </a:lstStyle>
          <a:p>
            <a:endParaRPr/>
          </a:p>
        </p:txBody>
      </p:sp>
      <p:sp>
        <p:nvSpPr>
          <p:cNvPr id="39" name="Google Shape;39;p1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0"/>
        <p:cNvGrpSpPr/>
        <p:nvPr/>
      </p:nvGrpSpPr>
      <p:grpSpPr>
        <a:xfrm>
          <a:off x="0" y="0"/>
          <a:ext cx="0" cy="0"/>
          <a:chOff x="0" y="0"/>
          <a:chExt cx="0" cy="0"/>
        </a:xfrm>
      </p:grpSpPr>
      <p:sp>
        <p:nvSpPr>
          <p:cNvPr id="41" name="Google Shape;41;p13"/>
          <p:cNvSpPr txBox="1">
            <a:spLocks noGrp="1"/>
          </p:cNvSpPr>
          <p:nvPr>
            <p:ph type="title" hasCustomPrompt="1"/>
          </p:nvPr>
        </p:nvSpPr>
        <p:spPr>
          <a:xfrm>
            <a:off x="311700" y="1106125"/>
            <a:ext cx="8520600" cy="19635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2" name="Google Shape;42;p13"/>
          <p:cNvSpPr txBox="1">
            <a:spLocks noGrp="1"/>
          </p:cNvSpPr>
          <p:nvPr>
            <p:ph type="body" idx="1"/>
          </p:nvPr>
        </p:nvSpPr>
        <p:spPr>
          <a:xfrm>
            <a:off x="311700" y="3152225"/>
            <a:ext cx="8520600" cy="1300800"/>
          </a:xfrm>
          <a:prstGeom prst="rect">
            <a:avLst/>
          </a:prstGeom>
          <a:noFill/>
          <a:ln>
            <a:noFill/>
          </a:ln>
        </p:spPr>
        <p:txBody>
          <a:bodyPr spcFirstLastPara="1" wrap="square" lIns="91425" tIns="91425" rIns="91425" bIns="91425" anchor="t" anchorCtr="0">
            <a:normAutofit/>
          </a:bodyPr>
          <a:lstStyle>
            <a:lvl1pPr marL="457200" lvl="0" indent="-342900" algn="ctr">
              <a:lnSpc>
                <a:spcPct val="115000"/>
              </a:lnSpc>
              <a:spcBef>
                <a:spcPts val="0"/>
              </a:spcBef>
              <a:spcAft>
                <a:spcPts val="0"/>
              </a:spcAft>
              <a:buSzPts val="1800"/>
              <a:buChar char="●"/>
              <a:defRPr/>
            </a:lvl1pPr>
            <a:lvl2pPr marL="914400" lvl="1" indent="-317500" algn="ctr">
              <a:lnSpc>
                <a:spcPct val="115000"/>
              </a:lnSpc>
              <a:spcBef>
                <a:spcPts val="0"/>
              </a:spcBef>
              <a:spcAft>
                <a:spcPts val="0"/>
              </a:spcAft>
              <a:buSzPts val="1400"/>
              <a:buChar char="○"/>
              <a:defRPr/>
            </a:lvl2pPr>
            <a:lvl3pPr marL="1371600" lvl="2" indent="-317500" algn="ctr">
              <a:lnSpc>
                <a:spcPct val="115000"/>
              </a:lnSpc>
              <a:spcBef>
                <a:spcPts val="0"/>
              </a:spcBef>
              <a:spcAft>
                <a:spcPts val="0"/>
              </a:spcAft>
              <a:buSzPts val="1400"/>
              <a:buChar char="■"/>
              <a:defRPr/>
            </a:lvl3pPr>
            <a:lvl4pPr marL="1828800" lvl="3" indent="-317500" algn="ctr">
              <a:lnSpc>
                <a:spcPct val="115000"/>
              </a:lnSpc>
              <a:spcBef>
                <a:spcPts val="0"/>
              </a:spcBef>
              <a:spcAft>
                <a:spcPts val="0"/>
              </a:spcAft>
              <a:buSzPts val="1400"/>
              <a:buChar char="●"/>
              <a:defRPr/>
            </a:lvl4pPr>
            <a:lvl5pPr marL="2286000" lvl="4" indent="-317500" algn="ctr">
              <a:lnSpc>
                <a:spcPct val="115000"/>
              </a:lnSpc>
              <a:spcBef>
                <a:spcPts val="0"/>
              </a:spcBef>
              <a:spcAft>
                <a:spcPts val="0"/>
              </a:spcAft>
              <a:buSzPts val="1400"/>
              <a:buChar char="○"/>
              <a:defRPr/>
            </a:lvl5pPr>
            <a:lvl6pPr marL="2743200" lvl="5" indent="-317500" algn="ctr">
              <a:lnSpc>
                <a:spcPct val="115000"/>
              </a:lnSpc>
              <a:spcBef>
                <a:spcPts val="0"/>
              </a:spcBef>
              <a:spcAft>
                <a:spcPts val="0"/>
              </a:spcAft>
              <a:buSzPts val="1400"/>
              <a:buChar char="■"/>
              <a:defRPr/>
            </a:lvl6pPr>
            <a:lvl7pPr marL="3200400" lvl="6" indent="-317500" algn="ctr">
              <a:lnSpc>
                <a:spcPct val="115000"/>
              </a:lnSpc>
              <a:spcBef>
                <a:spcPts val="0"/>
              </a:spcBef>
              <a:spcAft>
                <a:spcPts val="0"/>
              </a:spcAft>
              <a:buSzPts val="1400"/>
              <a:buChar char="●"/>
              <a:defRPr/>
            </a:lvl7pPr>
            <a:lvl8pPr marL="3657600" lvl="7" indent="-317500" algn="ctr">
              <a:lnSpc>
                <a:spcPct val="115000"/>
              </a:lnSpc>
              <a:spcBef>
                <a:spcPts val="0"/>
              </a:spcBef>
              <a:spcAft>
                <a:spcPts val="0"/>
              </a:spcAft>
              <a:buSzPts val="1400"/>
              <a:buChar char="○"/>
              <a:defRPr/>
            </a:lvl8pPr>
            <a:lvl9pPr marL="4114800" lvl="8" indent="-317500" algn="ctr">
              <a:lnSpc>
                <a:spcPct val="115000"/>
              </a:lnSpc>
              <a:spcBef>
                <a:spcPts val="0"/>
              </a:spcBef>
              <a:spcAft>
                <a:spcPts val="0"/>
              </a:spcAft>
              <a:buSzPts val="1400"/>
              <a:buChar char="■"/>
              <a:defRPr/>
            </a:lvl9pPr>
          </a:lstStyle>
          <a:p>
            <a:endParaRPr/>
          </a:p>
        </p:txBody>
      </p:sp>
      <p:sp>
        <p:nvSpPr>
          <p:cNvPr id="43" name="Google Shape;43;p1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Divider 1">
  <p:cSld name="Divider 1">
    <p:bg>
      <p:bgPr>
        <a:solidFill>
          <a:schemeClr val="dk1"/>
        </a:solidFill>
        <a:effectLst/>
      </p:bgPr>
    </p:bg>
    <p:spTree>
      <p:nvGrpSpPr>
        <p:cNvPr id="1" name="Shape 44"/>
        <p:cNvGrpSpPr/>
        <p:nvPr/>
      </p:nvGrpSpPr>
      <p:grpSpPr>
        <a:xfrm>
          <a:off x="0" y="0"/>
          <a:ext cx="0" cy="0"/>
          <a:chOff x="0" y="0"/>
          <a:chExt cx="0" cy="0"/>
        </a:xfrm>
      </p:grpSpPr>
      <p:sp>
        <p:nvSpPr>
          <p:cNvPr id="45" name="Google Shape;45;g101cf3a0884_0_58"/>
          <p:cNvSpPr txBox="1">
            <a:spLocks noGrp="1"/>
          </p:cNvSpPr>
          <p:nvPr>
            <p:ph type="body" idx="1"/>
          </p:nvPr>
        </p:nvSpPr>
        <p:spPr>
          <a:xfrm>
            <a:off x="1056640" y="1625687"/>
            <a:ext cx="7455000" cy="1023900"/>
          </a:xfrm>
          <a:prstGeom prst="rect">
            <a:avLst/>
          </a:prstGeom>
          <a:noFill/>
          <a:ln>
            <a:noFill/>
          </a:ln>
        </p:spPr>
        <p:txBody>
          <a:bodyPr spcFirstLastPara="1" wrap="square" lIns="91425" tIns="91425" rIns="91425" bIns="91425" anchor="t" anchorCtr="0">
            <a:normAutofit/>
          </a:bodyPr>
          <a:lstStyle>
            <a:lvl1pPr marL="457200" marR="0" lvl="0" indent="-228600" algn="l" rtl="0">
              <a:lnSpc>
                <a:spcPct val="100000"/>
              </a:lnSpc>
              <a:spcBef>
                <a:spcPts val="0"/>
              </a:spcBef>
              <a:spcAft>
                <a:spcPts val="0"/>
              </a:spcAft>
              <a:buClr>
                <a:schemeClr val="lt1"/>
              </a:buClr>
              <a:buSzPts val="2880"/>
              <a:buFont typeface="Kanit"/>
              <a:buNone/>
              <a:defRPr sz="3600" i="0" u="none" strike="noStrike" cap="none">
                <a:solidFill>
                  <a:schemeClr val="lt1"/>
                </a:solidFill>
                <a:latin typeface="Kanit"/>
                <a:ea typeface="Kanit"/>
                <a:cs typeface="Kanit"/>
                <a:sym typeface="Kanit"/>
              </a:defRPr>
            </a:lvl1pPr>
            <a:lvl2pPr marL="914400" marR="0" lvl="1" indent="-228600" algn="l" rtl="0">
              <a:lnSpc>
                <a:spcPct val="100000"/>
              </a:lnSpc>
              <a:spcBef>
                <a:spcPts val="560"/>
              </a:spcBef>
              <a:spcAft>
                <a:spcPts val="0"/>
              </a:spcAft>
              <a:buClr>
                <a:schemeClr val="lt1"/>
              </a:buClr>
              <a:buSzPts val="2240"/>
              <a:buFont typeface="Kanit"/>
              <a:buNone/>
              <a:defRPr sz="2800" i="0" u="none" strike="noStrike" cap="none">
                <a:solidFill>
                  <a:schemeClr val="lt1"/>
                </a:solidFill>
                <a:latin typeface="Kanit"/>
                <a:ea typeface="Kanit"/>
                <a:cs typeface="Kanit"/>
                <a:sym typeface="Kanit"/>
              </a:defRPr>
            </a:lvl2pPr>
            <a:lvl3pPr marL="1371600" marR="0" lvl="2" indent="-228600" algn="l" rtl="0">
              <a:lnSpc>
                <a:spcPct val="100000"/>
              </a:lnSpc>
              <a:spcBef>
                <a:spcPts val="480"/>
              </a:spcBef>
              <a:spcAft>
                <a:spcPts val="0"/>
              </a:spcAft>
              <a:buClr>
                <a:schemeClr val="lt1"/>
              </a:buClr>
              <a:buSzPts val="1920"/>
              <a:buFont typeface="Kanit"/>
              <a:buNone/>
              <a:defRPr sz="2400" i="0" u="none" strike="noStrike" cap="none">
                <a:solidFill>
                  <a:schemeClr val="lt1"/>
                </a:solidFill>
                <a:latin typeface="Kanit"/>
                <a:ea typeface="Kanit"/>
                <a:cs typeface="Kanit"/>
                <a:sym typeface="Kanit"/>
              </a:defRPr>
            </a:lvl3pPr>
            <a:lvl4pPr marL="1828800" marR="0" lvl="3" indent="-228600" algn="l" rtl="0">
              <a:lnSpc>
                <a:spcPct val="100000"/>
              </a:lnSpc>
              <a:spcBef>
                <a:spcPts val="400"/>
              </a:spcBef>
              <a:spcAft>
                <a:spcPts val="0"/>
              </a:spcAft>
              <a:buClr>
                <a:schemeClr val="lt1"/>
              </a:buClr>
              <a:buSzPts val="1600"/>
              <a:buFont typeface="Kanit"/>
              <a:buNone/>
              <a:defRPr sz="2000" i="0" u="none" strike="noStrike" cap="none">
                <a:solidFill>
                  <a:schemeClr val="lt1"/>
                </a:solidFill>
                <a:latin typeface="Kanit"/>
                <a:ea typeface="Kanit"/>
                <a:cs typeface="Kanit"/>
                <a:sym typeface="Kanit"/>
              </a:defRPr>
            </a:lvl4pPr>
            <a:lvl5pPr marL="2286000" marR="0" lvl="4" indent="-228600" algn="l" rtl="0">
              <a:lnSpc>
                <a:spcPct val="100000"/>
              </a:lnSpc>
              <a:spcBef>
                <a:spcPts val="400"/>
              </a:spcBef>
              <a:spcAft>
                <a:spcPts val="0"/>
              </a:spcAft>
              <a:buClr>
                <a:schemeClr val="lt1"/>
              </a:buClr>
              <a:buSzPts val="1600"/>
              <a:buFont typeface="Kanit"/>
              <a:buNone/>
              <a:defRPr sz="2000" i="0" u="none" strike="noStrike" cap="none">
                <a:solidFill>
                  <a:schemeClr val="lt1"/>
                </a:solidFill>
                <a:latin typeface="Kanit"/>
                <a:ea typeface="Kanit"/>
                <a:cs typeface="Kanit"/>
                <a:sym typeface="Kanit"/>
              </a:defRPr>
            </a:lvl5pPr>
            <a:lvl6pPr marL="2743200" marR="0" lvl="5" indent="-355600" algn="l" rtl="0">
              <a:lnSpc>
                <a:spcPct val="100000"/>
              </a:lnSpc>
              <a:spcBef>
                <a:spcPts val="400"/>
              </a:spcBef>
              <a:spcAft>
                <a:spcPts val="0"/>
              </a:spcAft>
              <a:buClr>
                <a:schemeClr val="lt1"/>
              </a:buClr>
              <a:buSzPts val="2000"/>
              <a:buFont typeface="Kanit"/>
              <a:buChar char="•"/>
              <a:defRPr sz="2000" i="0" u="none" strike="noStrike" cap="none">
                <a:solidFill>
                  <a:schemeClr val="lt1"/>
                </a:solidFill>
                <a:latin typeface="Kanit"/>
                <a:ea typeface="Kanit"/>
                <a:cs typeface="Kanit"/>
                <a:sym typeface="Kanit"/>
              </a:defRPr>
            </a:lvl6pPr>
            <a:lvl7pPr marL="3200400" marR="0" lvl="6" indent="-355600" algn="l" rtl="0">
              <a:lnSpc>
                <a:spcPct val="100000"/>
              </a:lnSpc>
              <a:spcBef>
                <a:spcPts val="400"/>
              </a:spcBef>
              <a:spcAft>
                <a:spcPts val="0"/>
              </a:spcAft>
              <a:buClr>
                <a:schemeClr val="lt1"/>
              </a:buClr>
              <a:buSzPts val="2000"/>
              <a:buFont typeface="Kanit"/>
              <a:buChar char="•"/>
              <a:defRPr sz="2000" i="0" u="none" strike="noStrike" cap="none">
                <a:solidFill>
                  <a:schemeClr val="lt1"/>
                </a:solidFill>
                <a:latin typeface="Kanit"/>
                <a:ea typeface="Kanit"/>
                <a:cs typeface="Kanit"/>
                <a:sym typeface="Kanit"/>
              </a:defRPr>
            </a:lvl7pPr>
            <a:lvl8pPr marL="3657600" marR="0" lvl="7" indent="-355600" algn="l" rtl="0">
              <a:lnSpc>
                <a:spcPct val="100000"/>
              </a:lnSpc>
              <a:spcBef>
                <a:spcPts val="400"/>
              </a:spcBef>
              <a:spcAft>
                <a:spcPts val="0"/>
              </a:spcAft>
              <a:buClr>
                <a:schemeClr val="lt1"/>
              </a:buClr>
              <a:buSzPts val="2000"/>
              <a:buFont typeface="Kanit"/>
              <a:buChar char="•"/>
              <a:defRPr sz="2000" i="0" u="none" strike="noStrike" cap="none">
                <a:solidFill>
                  <a:schemeClr val="lt1"/>
                </a:solidFill>
                <a:latin typeface="Kanit"/>
                <a:ea typeface="Kanit"/>
                <a:cs typeface="Kanit"/>
                <a:sym typeface="Kanit"/>
              </a:defRPr>
            </a:lvl8pPr>
            <a:lvl9pPr marL="4114800" marR="0" lvl="8" indent="-355600" algn="l" rtl="0">
              <a:lnSpc>
                <a:spcPct val="100000"/>
              </a:lnSpc>
              <a:spcBef>
                <a:spcPts val="400"/>
              </a:spcBef>
              <a:spcAft>
                <a:spcPts val="0"/>
              </a:spcAft>
              <a:buClr>
                <a:schemeClr val="lt1"/>
              </a:buClr>
              <a:buSzPts val="2000"/>
              <a:buFont typeface="Kanit"/>
              <a:buChar char="•"/>
              <a:defRPr sz="2000" i="0" u="none" strike="noStrike" cap="none">
                <a:solidFill>
                  <a:schemeClr val="lt1"/>
                </a:solidFill>
                <a:latin typeface="Kanit"/>
                <a:ea typeface="Kanit"/>
                <a:cs typeface="Kanit"/>
                <a:sym typeface="Kanit"/>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only" type="titleOnly">
  <p:cSld name="Title only">
    <p:spTree>
      <p:nvGrpSpPr>
        <p:cNvPr id="1" name="Shape 13"/>
        <p:cNvGrpSpPr/>
        <p:nvPr/>
      </p:nvGrpSpPr>
      <p:grpSpPr>
        <a:xfrm>
          <a:off x="0" y="0"/>
          <a:ext cx="0" cy="0"/>
          <a:chOff x="0" y="0"/>
          <a:chExt cx="0" cy="0"/>
        </a:xfrm>
      </p:grpSpPr>
      <p:sp>
        <p:nvSpPr>
          <p:cNvPr id="14" name="Google Shape;14;p6"/>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15" name="Google Shape;15;p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IN"/>
              <a:t>‹#›</a:t>
            </a:fld>
            <a:endParaRPr/>
          </a:p>
        </p:txBody>
      </p:sp>
    </p:spTree>
    <p:extLst>
      <p:ext uri="{BB962C8B-B14F-4D97-AF65-F5344CB8AC3E}">
        <p14:creationId xmlns:p14="http://schemas.microsoft.com/office/powerpoint/2010/main" val="368579199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Divider 1">
  <p:cSld name="Divider 1">
    <p:bg>
      <p:bgPr>
        <a:solidFill>
          <a:schemeClr val="dk1"/>
        </a:solidFill>
        <a:effectLst/>
      </p:bgPr>
    </p:bg>
    <p:spTree>
      <p:nvGrpSpPr>
        <p:cNvPr id="1" name="Shape 13"/>
        <p:cNvGrpSpPr/>
        <p:nvPr/>
      </p:nvGrpSpPr>
      <p:grpSpPr>
        <a:xfrm>
          <a:off x="0" y="0"/>
          <a:ext cx="0" cy="0"/>
          <a:chOff x="0" y="0"/>
          <a:chExt cx="0" cy="0"/>
        </a:xfrm>
      </p:grpSpPr>
      <p:sp>
        <p:nvSpPr>
          <p:cNvPr id="14" name="Google Shape;14;g101406faff2_1_95"/>
          <p:cNvSpPr txBox="1">
            <a:spLocks noGrp="1"/>
          </p:cNvSpPr>
          <p:nvPr>
            <p:ph type="body" idx="1"/>
          </p:nvPr>
        </p:nvSpPr>
        <p:spPr>
          <a:xfrm>
            <a:off x="1056640" y="1625687"/>
            <a:ext cx="7455000" cy="1023900"/>
          </a:xfrm>
          <a:prstGeom prst="rect">
            <a:avLst/>
          </a:prstGeom>
          <a:noFill/>
          <a:ln>
            <a:noFill/>
          </a:ln>
        </p:spPr>
        <p:txBody>
          <a:bodyPr spcFirstLastPara="1" wrap="square" lIns="91425" tIns="91425" rIns="91425" bIns="91425" anchor="t" anchorCtr="0">
            <a:normAutofit/>
          </a:bodyPr>
          <a:lstStyle>
            <a:lvl1pPr marL="457200" marR="0" lvl="0" indent="-228600" algn="l">
              <a:lnSpc>
                <a:spcPct val="100000"/>
              </a:lnSpc>
              <a:spcBef>
                <a:spcPts val="0"/>
              </a:spcBef>
              <a:spcAft>
                <a:spcPts val="0"/>
              </a:spcAft>
              <a:buClr>
                <a:schemeClr val="lt1"/>
              </a:buClr>
              <a:buSzPts val="2880"/>
              <a:buFont typeface="Kanit"/>
              <a:buNone/>
              <a:defRPr sz="3600" i="0" u="none" strike="noStrike" cap="none">
                <a:solidFill>
                  <a:schemeClr val="lt1"/>
                </a:solidFill>
                <a:latin typeface="Kanit"/>
                <a:ea typeface="Kanit"/>
                <a:cs typeface="Kanit"/>
                <a:sym typeface="Kanit"/>
              </a:defRPr>
            </a:lvl1pPr>
            <a:lvl2pPr marL="914400" marR="0" lvl="1" indent="-228600" algn="l">
              <a:lnSpc>
                <a:spcPct val="100000"/>
              </a:lnSpc>
              <a:spcBef>
                <a:spcPts val="560"/>
              </a:spcBef>
              <a:spcAft>
                <a:spcPts val="0"/>
              </a:spcAft>
              <a:buClr>
                <a:schemeClr val="lt1"/>
              </a:buClr>
              <a:buSzPts val="2240"/>
              <a:buFont typeface="Kanit"/>
              <a:buNone/>
              <a:defRPr sz="2800" i="0" u="none" strike="noStrike" cap="none">
                <a:solidFill>
                  <a:schemeClr val="lt1"/>
                </a:solidFill>
                <a:latin typeface="Kanit"/>
                <a:ea typeface="Kanit"/>
                <a:cs typeface="Kanit"/>
                <a:sym typeface="Kanit"/>
              </a:defRPr>
            </a:lvl2pPr>
            <a:lvl3pPr marL="1371600" marR="0" lvl="2" indent="-228600" algn="l">
              <a:lnSpc>
                <a:spcPct val="100000"/>
              </a:lnSpc>
              <a:spcBef>
                <a:spcPts val="480"/>
              </a:spcBef>
              <a:spcAft>
                <a:spcPts val="0"/>
              </a:spcAft>
              <a:buClr>
                <a:schemeClr val="lt1"/>
              </a:buClr>
              <a:buSzPts val="1920"/>
              <a:buFont typeface="Kanit"/>
              <a:buNone/>
              <a:defRPr sz="2400" i="0" u="none" strike="noStrike" cap="none">
                <a:solidFill>
                  <a:schemeClr val="lt1"/>
                </a:solidFill>
                <a:latin typeface="Kanit"/>
                <a:ea typeface="Kanit"/>
                <a:cs typeface="Kanit"/>
                <a:sym typeface="Kanit"/>
              </a:defRPr>
            </a:lvl3pPr>
            <a:lvl4pPr marL="1828800" marR="0" lvl="3" indent="-228600" algn="l">
              <a:lnSpc>
                <a:spcPct val="100000"/>
              </a:lnSpc>
              <a:spcBef>
                <a:spcPts val="400"/>
              </a:spcBef>
              <a:spcAft>
                <a:spcPts val="0"/>
              </a:spcAft>
              <a:buClr>
                <a:schemeClr val="lt1"/>
              </a:buClr>
              <a:buSzPts val="1600"/>
              <a:buFont typeface="Kanit"/>
              <a:buNone/>
              <a:defRPr sz="2000" i="0" u="none" strike="noStrike" cap="none">
                <a:solidFill>
                  <a:schemeClr val="lt1"/>
                </a:solidFill>
                <a:latin typeface="Kanit"/>
                <a:ea typeface="Kanit"/>
                <a:cs typeface="Kanit"/>
                <a:sym typeface="Kanit"/>
              </a:defRPr>
            </a:lvl4pPr>
            <a:lvl5pPr marL="2286000" marR="0" lvl="4" indent="-228600" algn="l">
              <a:lnSpc>
                <a:spcPct val="100000"/>
              </a:lnSpc>
              <a:spcBef>
                <a:spcPts val="400"/>
              </a:spcBef>
              <a:spcAft>
                <a:spcPts val="0"/>
              </a:spcAft>
              <a:buClr>
                <a:schemeClr val="lt1"/>
              </a:buClr>
              <a:buSzPts val="1600"/>
              <a:buFont typeface="Kanit"/>
              <a:buNone/>
              <a:defRPr sz="2000" i="0" u="none" strike="noStrike" cap="none">
                <a:solidFill>
                  <a:schemeClr val="lt1"/>
                </a:solidFill>
                <a:latin typeface="Kanit"/>
                <a:ea typeface="Kanit"/>
                <a:cs typeface="Kanit"/>
                <a:sym typeface="Kanit"/>
              </a:defRPr>
            </a:lvl5pPr>
            <a:lvl6pPr marL="2743200" marR="0" lvl="5" indent="-355600" algn="l">
              <a:lnSpc>
                <a:spcPct val="100000"/>
              </a:lnSpc>
              <a:spcBef>
                <a:spcPts val="400"/>
              </a:spcBef>
              <a:spcAft>
                <a:spcPts val="0"/>
              </a:spcAft>
              <a:buClr>
                <a:schemeClr val="lt1"/>
              </a:buClr>
              <a:buSzPts val="2000"/>
              <a:buFont typeface="Kanit"/>
              <a:buChar char="•"/>
              <a:defRPr sz="2000" i="0" u="none" strike="noStrike" cap="none">
                <a:solidFill>
                  <a:schemeClr val="lt1"/>
                </a:solidFill>
                <a:latin typeface="Kanit"/>
                <a:ea typeface="Kanit"/>
                <a:cs typeface="Kanit"/>
                <a:sym typeface="Kanit"/>
              </a:defRPr>
            </a:lvl6pPr>
            <a:lvl7pPr marL="3200400" marR="0" lvl="6" indent="-355600" algn="l">
              <a:lnSpc>
                <a:spcPct val="100000"/>
              </a:lnSpc>
              <a:spcBef>
                <a:spcPts val="400"/>
              </a:spcBef>
              <a:spcAft>
                <a:spcPts val="0"/>
              </a:spcAft>
              <a:buClr>
                <a:schemeClr val="lt1"/>
              </a:buClr>
              <a:buSzPts val="2000"/>
              <a:buFont typeface="Kanit"/>
              <a:buChar char="•"/>
              <a:defRPr sz="2000" i="0" u="none" strike="noStrike" cap="none">
                <a:solidFill>
                  <a:schemeClr val="lt1"/>
                </a:solidFill>
                <a:latin typeface="Kanit"/>
                <a:ea typeface="Kanit"/>
                <a:cs typeface="Kanit"/>
                <a:sym typeface="Kanit"/>
              </a:defRPr>
            </a:lvl7pPr>
            <a:lvl8pPr marL="3657600" marR="0" lvl="7" indent="-355600" algn="l">
              <a:lnSpc>
                <a:spcPct val="100000"/>
              </a:lnSpc>
              <a:spcBef>
                <a:spcPts val="400"/>
              </a:spcBef>
              <a:spcAft>
                <a:spcPts val="0"/>
              </a:spcAft>
              <a:buClr>
                <a:schemeClr val="lt1"/>
              </a:buClr>
              <a:buSzPts val="2000"/>
              <a:buFont typeface="Kanit"/>
              <a:buChar char="•"/>
              <a:defRPr sz="2000" i="0" u="none" strike="noStrike" cap="none">
                <a:solidFill>
                  <a:schemeClr val="lt1"/>
                </a:solidFill>
                <a:latin typeface="Kanit"/>
                <a:ea typeface="Kanit"/>
                <a:cs typeface="Kanit"/>
                <a:sym typeface="Kanit"/>
              </a:defRPr>
            </a:lvl8pPr>
            <a:lvl9pPr marL="4114800" marR="0" lvl="8" indent="-355600" algn="l">
              <a:lnSpc>
                <a:spcPct val="100000"/>
              </a:lnSpc>
              <a:spcBef>
                <a:spcPts val="400"/>
              </a:spcBef>
              <a:spcAft>
                <a:spcPts val="0"/>
              </a:spcAft>
              <a:buClr>
                <a:schemeClr val="lt1"/>
              </a:buClr>
              <a:buSzPts val="2000"/>
              <a:buFont typeface="Kanit"/>
              <a:buChar char="•"/>
              <a:defRPr sz="2000" i="0" u="none" strike="noStrike" cap="none">
                <a:solidFill>
                  <a:schemeClr val="lt1"/>
                </a:solidFill>
                <a:latin typeface="Kanit"/>
                <a:ea typeface="Kanit"/>
                <a:cs typeface="Kanit"/>
                <a:sym typeface="Kanit"/>
              </a:defRPr>
            </a:lvl9pPr>
          </a:lstStyle>
          <a:p>
            <a:endParaRPr/>
          </a:p>
        </p:txBody>
      </p:sp>
    </p:spTree>
    <p:extLst>
      <p:ext uri="{BB962C8B-B14F-4D97-AF65-F5344CB8AC3E}">
        <p14:creationId xmlns:p14="http://schemas.microsoft.com/office/powerpoint/2010/main" val="19980339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8"/>
        <p:cNvGrpSpPr/>
        <p:nvPr/>
      </p:nvGrpSpPr>
      <p:grpSpPr>
        <a:xfrm>
          <a:off x="0" y="0"/>
          <a:ext cx="0" cy="0"/>
          <a:chOff x="0" y="0"/>
          <a:chExt cx="0" cy="0"/>
        </a:xfrm>
      </p:grpSpPr>
      <p:sp>
        <p:nvSpPr>
          <p:cNvPr id="19" name="Google Shape;19;g101406faff2_1_9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212981810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Section header" type="secHead">
  <p:cSld name="Section header">
    <p:spTree>
      <p:nvGrpSpPr>
        <p:cNvPr id="1" name="Shape 24"/>
        <p:cNvGrpSpPr/>
        <p:nvPr/>
      </p:nvGrpSpPr>
      <p:grpSpPr>
        <a:xfrm>
          <a:off x="0" y="0"/>
          <a:ext cx="0" cy="0"/>
          <a:chOff x="0" y="0"/>
          <a:chExt cx="0" cy="0"/>
        </a:xfrm>
      </p:grpSpPr>
      <p:sp>
        <p:nvSpPr>
          <p:cNvPr id="25" name="Google Shape;25;g101406faff2_1_58"/>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a:endParaRPr/>
          </a:p>
        </p:txBody>
      </p:sp>
      <p:sp>
        <p:nvSpPr>
          <p:cNvPr id="26" name="Google Shape;26;g101406faff2_1_5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156363453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27"/>
        <p:cNvGrpSpPr/>
        <p:nvPr/>
      </p:nvGrpSpPr>
      <p:grpSpPr>
        <a:xfrm>
          <a:off x="0" y="0"/>
          <a:ext cx="0" cy="0"/>
          <a:chOff x="0" y="0"/>
          <a:chExt cx="0" cy="0"/>
        </a:xfrm>
      </p:grpSpPr>
      <p:sp>
        <p:nvSpPr>
          <p:cNvPr id="28" name="Google Shape;28;g101406faff2_1_6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9" name="Google Shape;29;g101406faff2_1_6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30" name="Google Shape;30;g101406faff2_1_6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337054459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two columns" type="twoColTx">
  <p:cSld name="Title and two columns">
    <p:spTree>
      <p:nvGrpSpPr>
        <p:cNvPr id="1" name="Shape 31"/>
        <p:cNvGrpSpPr/>
        <p:nvPr/>
      </p:nvGrpSpPr>
      <p:grpSpPr>
        <a:xfrm>
          <a:off x="0" y="0"/>
          <a:ext cx="0" cy="0"/>
          <a:chOff x="0" y="0"/>
          <a:chExt cx="0" cy="0"/>
        </a:xfrm>
      </p:grpSpPr>
      <p:sp>
        <p:nvSpPr>
          <p:cNvPr id="32" name="Google Shape;32;g101406faff2_1_65"/>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33" name="Google Shape;33;g101406faff2_1_65"/>
          <p:cNvSpPr txBox="1">
            <a:spLocks noGrp="1"/>
          </p:cNvSpPr>
          <p:nvPr>
            <p:ph type="body" idx="1"/>
          </p:nvPr>
        </p:nvSpPr>
        <p:spPr>
          <a:xfrm>
            <a:off x="3117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34" name="Google Shape;34;g101406faff2_1_65"/>
          <p:cNvSpPr txBox="1">
            <a:spLocks noGrp="1"/>
          </p:cNvSpPr>
          <p:nvPr>
            <p:ph type="body" idx="2"/>
          </p:nvPr>
        </p:nvSpPr>
        <p:spPr>
          <a:xfrm>
            <a:off x="48324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35" name="Google Shape;35;g101406faff2_1_6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27861230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One column text">
  <p:cSld name="One column text">
    <p:spTree>
      <p:nvGrpSpPr>
        <p:cNvPr id="1" name="Shape 39"/>
        <p:cNvGrpSpPr/>
        <p:nvPr/>
      </p:nvGrpSpPr>
      <p:grpSpPr>
        <a:xfrm>
          <a:off x="0" y="0"/>
          <a:ext cx="0" cy="0"/>
          <a:chOff x="0" y="0"/>
          <a:chExt cx="0" cy="0"/>
        </a:xfrm>
      </p:grpSpPr>
      <p:sp>
        <p:nvSpPr>
          <p:cNvPr id="40" name="Google Shape;40;g101406faff2_1_73"/>
          <p:cNvSpPr txBox="1">
            <a:spLocks noGrp="1"/>
          </p:cNvSpPr>
          <p:nvPr>
            <p:ph type="title"/>
          </p:nvPr>
        </p:nvSpPr>
        <p:spPr>
          <a:xfrm>
            <a:off x="311700" y="555600"/>
            <a:ext cx="2808000" cy="755700"/>
          </a:xfrm>
          <a:prstGeom prst="rect">
            <a:avLst/>
          </a:prstGeom>
          <a:noFill/>
          <a:ln>
            <a:noFill/>
          </a:ln>
        </p:spPr>
        <p:txBody>
          <a:bodyPr spcFirstLastPara="1" wrap="square" lIns="91425" tIns="91425" rIns="91425" bIns="91425" anchor="b" anchorCtr="0">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41" name="Google Shape;41;g101406faff2_1_73"/>
          <p:cNvSpPr txBox="1">
            <a:spLocks noGrp="1"/>
          </p:cNvSpPr>
          <p:nvPr>
            <p:ph type="body" idx="1"/>
          </p:nvPr>
        </p:nvSpPr>
        <p:spPr>
          <a:xfrm>
            <a:off x="311700" y="1389600"/>
            <a:ext cx="2808000" cy="3179400"/>
          </a:xfrm>
          <a:prstGeom prst="rect">
            <a:avLst/>
          </a:prstGeom>
          <a:noFill/>
          <a:ln>
            <a:noFill/>
          </a:ln>
        </p:spPr>
        <p:txBody>
          <a:bodyPr spcFirstLastPara="1" wrap="square" lIns="91425" tIns="91425" rIns="91425" bIns="91425" anchor="t" anchorCtr="0">
            <a:normAutofit/>
          </a:bodyPr>
          <a:lstStyle>
            <a:lvl1pPr marL="457200" lvl="0" indent="-304800" algn="l">
              <a:lnSpc>
                <a:spcPct val="115000"/>
              </a:lnSpc>
              <a:spcBef>
                <a:spcPts val="0"/>
              </a:spcBef>
              <a:spcAft>
                <a:spcPts val="0"/>
              </a:spcAft>
              <a:buSzPts val="1200"/>
              <a:buChar char="●"/>
              <a:defRPr sz="12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42" name="Google Shape;42;g101406faff2_1_7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63684878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Main point">
  <p:cSld name="Main point">
    <p:spTree>
      <p:nvGrpSpPr>
        <p:cNvPr id="1" name="Shape 43"/>
        <p:cNvGrpSpPr/>
        <p:nvPr/>
      </p:nvGrpSpPr>
      <p:grpSpPr>
        <a:xfrm>
          <a:off x="0" y="0"/>
          <a:ext cx="0" cy="0"/>
          <a:chOff x="0" y="0"/>
          <a:chExt cx="0" cy="0"/>
        </a:xfrm>
      </p:grpSpPr>
      <p:sp>
        <p:nvSpPr>
          <p:cNvPr id="44" name="Google Shape;44;g101406faff2_1_77"/>
          <p:cNvSpPr txBox="1">
            <a:spLocks noGrp="1"/>
          </p:cNvSpPr>
          <p:nvPr>
            <p:ph type="title"/>
          </p:nvPr>
        </p:nvSpPr>
        <p:spPr>
          <a:xfrm>
            <a:off x="490250" y="450150"/>
            <a:ext cx="6367800" cy="40908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45" name="Google Shape;45;g101406faff2_1_7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188946126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Section title and description">
  <p:cSld name="Section title and description">
    <p:spTree>
      <p:nvGrpSpPr>
        <p:cNvPr id="1" name="Shape 46"/>
        <p:cNvGrpSpPr/>
        <p:nvPr/>
      </p:nvGrpSpPr>
      <p:grpSpPr>
        <a:xfrm>
          <a:off x="0" y="0"/>
          <a:ext cx="0" cy="0"/>
          <a:chOff x="0" y="0"/>
          <a:chExt cx="0" cy="0"/>
        </a:xfrm>
      </p:grpSpPr>
      <p:sp>
        <p:nvSpPr>
          <p:cNvPr id="47" name="Google Shape;47;g101406faff2_1_80"/>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8" name="Google Shape;48;g101406faff2_1_80"/>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49" name="Google Shape;49;g101406faff2_1_80"/>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50" name="Google Shape;50;g101406faff2_1_80"/>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51" name="Google Shape;51;g101406faff2_1_8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78833473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Caption">
  <p:cSld name="Caption">
    <p:spTree>
      <p:nvGrpSpPr>
        <p:cNvPr id="1" name="Shape 52"/>
        <p:cNvGrpSpPr/>
        <p:nvPr/>
      </p:nvGrpSpPr>
      <p:grpSpPr>
        <a:xfrm>
          <a:off x="0" y="0"/>
          <a:ext cx="0" cy="0"/>
          <a:chOff x="0" y="0"/>
          <a:chExt cx="0" cy="0"/>
        </a:xfrm>
      </p:grpSpPr>
      <p:sp>
        <p:nvSpPr>
          <p:cNvPr id="53" name="Google Shape;53;g101406faff2_1_86"/>
          <p:cNvSpPr txBox="1">
            <a:spLocks noGrp="1"/>
          </p:cNvSpPr>
          <p:nvPr>
            <p:ph type="body" idx="1"/>
          </p:nvPr>
        </p:nvSpPr>
        <p:spPr>
          <a:xfrm>
            <a:off x="311700" y="4230575"/>
            <a:ext cx="5998800" cy="605100"/>
          </a:xfrm>
          <a:prstGeom prst="rect">
            <a:avLst/>
          </a:prstGeom>
          <a:noFill/>
          <a:ln>
            <a:noFill/>
          </a:ln>
        </p:spPr>
        <p:txBody>
          <a:bodyPr spcFirstLastPara="1" wrap="square" lIns="91425" tIns="91425" rIns="91425" bIns="91425" anchor="ctr" anchorCtr="0">
            <a:normAutofit/>
          </a:bodyPr>
          <a:lstStyle>
            <a:lvl1pPr marL="457200" lvl="0" indent="-228600" algn="l">
              <a:lnSpc>
                <a:spcPct val="100000"/>
              </a:lnSpc>
              <a:spcBef>
                <a:spcPts val="0"/>
              </a:spcBef>
              <a:spcAft>
                <a:spcPts val="0"/>
              </a:spcAft>
              <a:buSzPts val="1800"/>
              <a:buNone/>
              <a:defRPr/>
            </a:lvl1pPr>
          </a:lstStyle>
          <a:p>
            <a:endParaRPr/>
          </a:p>
        </p:txBody>
      </p:sp>
      <p:sp>
        <p:nvSpPr>
          <p:cNvPr id="54" name="Google Shape;54;g101406faff2_1_8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271264676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Big number">
  <p:cSld name="Big number">
    <p:spTree>
      <p:nvGrpSpPr>
        <p:cNvPr id="1" name="Shape 55"/>
        <p:cNvGrpSpPr/>
        <p:nvPr/>
      </p:nvGrpSpPr>
      <p:grpSpPr>
        <a:xfrm>
          <a:off x="0" y="0"/>
          <a:ext cx="0" cy="0"/>
          <a:chOff x="0" y="0"/>
          <a:chExt cx="0" cy="0"/>
        </a:xfrm>
      </p:grpSpPr>
      <p:sp>
        <p:nvSpPr>
          <p:cNvPr id="56" name="Google Shape;56;g101406faff2_1_89"/>
          <p:cNvSpPr txBox="1">
            <a:spLocks noGrp="1"/>
          </p:cNvSpPr>
          <p:nvPr>
            <p:ph type="title" hasCustomPrompt="1"/>
          </p:nvPr>
        </p:nvSpPr>
        <p:spPr>
          <a:xfrm>
            <a:off x="311700" y="1106125"/>
            <a:ext cx="8520600" cy="19635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57" name="Google Shape;57;g101406faff2_1_89"/>
          <p:cNvSpPr txBox="1">
            <a:spLocks noGrp="1"/>
          </p:cNvSpPr>
          <p:nvPr>
            <p:ph type="body" idx="1"/>
          </p:nvPr>
        </p:nvSpPr>
        <p:spPr>
          <a:xfrm>
            <a:off x="311700" y="3152225"/>
            <a:ext cx="8520600" cy="1300800"/>
          </a:xfrm>
          <a:prstGeom prst="rect">
            <a:avLst/>
          </a:prstGeom>
          <a:noFill/>
          <a:ln>
            <a:noFill/>
          </a:ln>
        </p:spPr>
        <p:txBody>
          <a:bodyPr spcFirstLastPara="1" wrap="square" lIns="91425" tIns="91425" rIns="91425" bIns="91425" anchor="t" anchorCtr="0">
            <a:normAutofit/>
          </a:bodyPr>
          <a:lstStyle>
            <a:lvl1pPr marL="457200" lvl="0" indent="-342900" algn="ctr">
              <a:lnSpc>
                <a:spcPct val="115000"/>
              </a:lnSpc>
              <a:spcBef>
                <a:spcPts val="0"/>
              </a:spcBef>
              <a:spcAft>
                <a:spcPts val="0"/>
              </a:spcAft>
              <a:buSzPts val="1800"/>
              <a:buChar char="●"/>
              <a:defRPr/>
            </a:lvl1pPr>
            <a:lvl2pPr marL="914400" lvl="1" indent="-317500" algn="ctr">
              <a:lnSpc>
                <a:spcPct val="115000"/>
              </a:lnSpc>
              <a:spcBef>
                <a:spcPts val="0"/>
              </a:spcBef>
              <a:spcAft>
                <a:spcPts val="0"/>
              </a:spcAft>
              <a:buSzPts val="1400"/>
              <a:buChar char="○"/>
              <a:defRPr/>
            </a:lvl2pPr>
            <a:lvl3pPr marL="1371600" lvl="2" indent="-317500" algn="ctr">
              <a:lnSpc>
                <a:spcPct val="115000"/>
              </a:lnSpc>
              <a:spcBef>
                <a:spcPts val="0"/>
              </a:spcBef>
              <a:spcAft>
                <a:spcPts val="0"/>
              </a:spcAft>
              <a:buSzPts val="1400"/>
              <a:buChar char="■"/>
              <a:defRPr/>
            </a:lvl3pPr>
            <a:lvl4pPr marL="1828800" lvl="3" indent="-317500" algn="ctr">
              <a:lnSpc>
                <a:spcPct val="115000"/>
              </a:lnSpc>
              <a:spcBef>
                <a:spcPts val="0"/>
              </a:spcBef>
              <a:spcAft>
                <a:spcPts val="0"/>
              </a:spcAft>
              <a:buSzPts val="1400"/>
              <a:buChar char="●"/>
              <a:defRPr/>
            </a:lvl4pPr>
            <a:lvl5pPr marL="2286000" lvl="4" indent="-317500" algn="ctr">
              <a:lnSpc>
                <a:spcPct val="115000"/>
              </a:lnSpc>
              <a:spcBef>
                <a:spcPts val="0"/>
              </a:spcBef>
              <a:spcAft>
                <a:spcPts val="0"/>
              </a:spcAft>
              <a:buSzPts val="1400"/>
              <a:buChar char="○"/>
              <a:defRPr/>
            </a:lvl5pPr>
            <a:lvl6pPr marL="2743200" lvl="5" indent="-317500" algn="ctr">
              <a:lnSpc>
                <a:spcPct val="115000"/>
              </a:lnSpc>
              <a:spcBef>
                <a:spcPts val="0"/>
              </a:spcBef>
              <a:spcAft>
                <a:spcPts val="0"/>
              </a:spcAft>
              <a:buSzPts val="1400"/>
              <a:buChar char="■"/>
              <a:defRPr/>
            </a:lvl6pPr>
            <a:lvl7pPr marL="3200400" lvl="6" indent="-317500" algn="ctr">
              <a:lnSpc>
                <a:spcPct val="115000"/>
              </a:lnSpc>
              <a:spcBef>
                <a:spcPts val="0"/>
              </a:spcBef>
              <a:spcAft>
                <a:spcPts val="0"/>
              </a:spcAft>
              <a:buSzPts val="1400"/>
              <a:buChar char="●"/>
              <a:defRPr/>
            </a:lvl7pPr>
            <a:lvl8pPr marL="3657600" lvl="7" indent="-317500" algn="ctr">
              <a:lnSpc>
                <a:spcPct val="115000"/>
              </a:lnSpc>
              <a:spcBef>
                <a:spcPts val="0"/>
              </a:spcBef>
              <a:spcAft>
                <a:spcPts val="0"/>
              </a:spcAft>
              <a:buSzPts val="1400"/>
              <a:buChar char="○"/>
              <a:defRPr/>
            </a:lvl8pPr>
            <a:lvl9pPr marL="4114800" lvl="8" indent="-317500" algn="ctr">
              <a:lnSpc>
                <a:spcPct val="115000"/>
              </a:lnSpc>
              <a:spcBef>
                <a:spcPts val="0"/>
              </a:spcBef>
              <a:spcAft>
                <a:spcPts val="0"/>
              </a:spcAft>
              <a:buSzPts val="1400"/>
              <a:buChar char="■"/>
              <a:defRPr/>
            </a:lvl9pPr>
          </a:lstStyle>
          <a:p>
            <a:endParaRPr/>
          </a:p>
        </p:txBody>
      </p:sp>
      <p:sp>
        <p:nvSpPr>
          <p:cNvPr id="58" name="Google Shape;58;g101406faff2_1_8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30610967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7.xml"/><Relationship Id="rId3" Type="http://schemas.openxmlformats.org/officeDocument/2006/relationships/slideLayout" Target="../slideLayouts/slideLayout12.xml"/><Relationship Id="rId7" Type="http://schemas.openxmlformats.org/officeDocument/2006/relationships/slideLayout" Target="../slideLayouts/slideLayout16.xml"/><Relationship Id="rId2" Type="http://schemas.openxmlformats.org/officeDocument/2006/relationships/slideLayout" Target="../slideLayouts/slideLayout11.xml"/><Relationship Id="rId1" Type="http://schemas.openxmlformats.org/officeDocument/2006/relationships/slideLayout" Target="../slideLayouts/slideLayout10.xml"/><Relationship Id="rId6" Type="http://schemas.openxmlformats.org/officeDocument/2006/relationships/slideLayout" Target="../slideLayouts/slideLayout15.xml"/><Relationship Id="rId11" Type="http://schemas.openxmlformats.org/officeDocument/2006/relationships/theme" Target="../theme/theme2.xml"/><Relationship Id="rId5" Type="http://schemas.openxmlformats.org/officeDocument/2006/relationships/slideLayout" Target="../slideLayouts/slideLayout14.xml"/><Relationship Id="rId10" Type="http://schemas.openxmlformats.org/officeDocument/2006/relationships/slideLayout" Target="../slideLayouts/slideLayout19.xml"/><Relationship Id="rId4" Type="http://schemas.openxmlformats.org/officeDocument/2006/relationships/slideLayout" Target="../slideLayouts/slideLayout13.xml"/><Relationship Id="rId9"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9"/>
        <p:cNvGrpSpPr/>
        <p:nvPr/>
      </p:nvGrpSpPr>
      <p:grpSpPr>
        <a:xfrm>
          <a:off x="0" y="0"/>
          <a:ext cx="0" cy="0"/>
          <a:chOff x="0" y="0"/>
          <a:chExt cx="0" cy="0"/>
        </a:xfrm>
      </p:grpSpPr>
      <p:sp>
        <p:nvSpPr>
          <p:cNvPr id="10" name="Google Shape;10;p5"/>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endParaRPr/>
          </a:p>
        </p:txBody>
      </p:sp>
      <p:sp>
        <p:nvSpPr>
          <p:cNvPr id="11" name="Google Shape;11;p5"/>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endParaRPr/>
          </a:p>
        </p:txBody>
      </p:sp>
      <p:sp>
        <p:nvSpPr>
          <p:cNvPr id="12" name="Google Shape;12;p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IN"/>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72" r:id="rId9"/>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g101406faff2_1_50"/>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endParaRPr/>
          </a:p>
        </p:txBody>
      </p:sp>
      <p:sp>
        <p:nvSpPr>
          <p:cNvPr id="11" name="Google Shape;11;g101406faff2_1_50"/>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endParaRPr/>
          </a:p>
        </p:txBody>
      </p:sp>
      <p:sp>
        <p:nvSpPr>
          <p:cNvPr id="12" name="Google Shape;12;g101406faff2_1_5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2664314181"/>
      </p:ext>
    </p:extLst>
  </p:cSld>
  <p:clrMap bg1="lt1" tx1="dk1" bg2="dk2" tx2="lt2" accent1="accent1" accent2="accent2" accent3="accent3" accent4="accent4" accent5="accent5" accent6="accent6" hlink="hlink" folHlink="folHlink"/>
  <p:sldLayoutIdLst>
    <p:sldLayoutId id="2147483659" r:id="rId1"/>
    <p:sldLayoutId id="2147483661" r:id="rId2"/>
    <p:sldLayoutId id="2147483663" r:id="rId3"/>
    <p:sldLayoutId id="2147483664" r:id="rId4"/>
    <p:sldLayoutId id="2147483665" r:id="rId5"/>
    <p:sldLayoutId id="2147483667" r:id="rId6"/>
    <p:sldLayoutId id="2147483668" r:id="rId7"/>
    <p:sldLayoutId id="2147483669" r:id="rId8"/>
    <p:sldLayoutId id="2147483670" r:id="rId9"/>
    <p:sldLayoutId id="2147483671" r:id="rId10"/>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8.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9"/>
        <p:cNvGrpSpPr/>
        <p:nvPr/>
      </p:nvGrpSpPr>
      <p:grpSpPr>
        <a:xfrm>
          <a:off x="0" y="0"/>
          <a:ext cx="0" cy="0"/>
          <a:chOff x="0" y="0"/>
          <a:chExt cx="0" cy="0"/>
        </a:xfrm>
      </p:grpSpPr>
      <p:sp>
        <p:nvSpPr>
          <p:cNvPr id="50" name="Google Shape;50;g101cf3a0884_0_0"/>
          <p:cNvSpPr txBox="1">
            <a:spLocks noGrp="1"/>
          </p:cNvSpPr>
          <p:nvPr>
            <p:ph type="body" idx="1"/>
          </p:nvPr>
        </p:nvSpPr>
        <p:spPr>
          <a:xfrm>
            <a:off x="615526" y="2202295"/>
            <a:ext cx="6705600" cy="738900"/>
          </a:xfrm>
          <a:prstGeom prst="rect">
            <a:avLst/>
          </a:prstGeom>
          <a:noFill/>
          <a:ln>
            <a:noFill/>
          </a:ln>
        </p:spPr>
        <p:txBody>
          <a:bodyPr spcFirstLastPara="1" wrap="square" lIns="91425" tIns="91425" rIns="91425" bIns="91425" anchor="t" anchorCtr="0">
            <a:spAutoFit/>
          </a:bodyPr>
          <a:lstStyle/>
          <a:p>
            <a:pPr marL="0" lvl="0" indent="0" algn="l" rtl="0">
              <a:lnSpc>
                <a:spcPct val="100000"/>
              </a:lnSpc>
              <a:spcBef>
                <a:spcPts val="0"/>
              </a:spcBef>
              <a:spcAft>
                <a:spcPts val="0"/>
              </a:spcAft>
              <a:buSzPts val="900"/>
              <a:buNone/>
            </a:pPr>
            <a:r>
              <a:rPr lang="en-IN"/>
              <a:t>Content Title</a:t>
            </a:r>
            <a:endParaRPr sz="3600" i="0" u="none" strike="noStrike" cap="none">
              <a:solidFill>
                <a:schemeClr val="lt1"/>
              </a:solidFill>
              <a:latin typeface="Kanit"/>
              <a:ea typeface="Kanit"/>
              <a:cs typeface="Kanit"/>
              <a:sym typeface="Kanit"/>
            </a:endParaRPr>
          </a:p>
        </p:txBody>
      </p:sp>
      <p:pic>
        <p:nvPicPr>
          <p:cNvPr id="51" name="Google Shape;51;g101cf3a0884_0_0"/>
          <p:cNvPicPr preferRelativeResize="0"/>
          <p:nvPr/>
        </p:nvPicPr>
        <p:blipFill rotWithShape="1">
          <a:blip r:embed="rId3">
            <a:alphaModFix/>
          </a:blip>
          <a:srcRect/>
          <a:stretch/>
        </p:blipFill>
        <p:spPr>
          <a:xfrm>
            <a:off x="0" y="0"/>
            <a:ext cx="2491628" cy="919750"/>
          </a:xfrm>
          <a:prstGeom prst="rect">
            <a:avLst/>
          </a:prstGeom>
          <a:noFill/>
          <a:ln>
            <a:noFill/>
          </a:ln>
        </p:spPr>
      </p:pic>
      <p:pic>
        <p:nvPicPr>
          <p:cNvPr id="52" name="Google Shape;52;g101cf3a0884_0_0"/>
          <p:cNvPicPr preferRelativeResize="0"/>
          <p:nvPr/>
        </p:nvPicPr>
        <p:blipFill rotWithShape="1">
          <a:blip r:embed="rId4">
            <a:alphaModFix/>
          </a:blip>
          <a:srcRect/>
          <a:stretch/>
        </p:blipFill>
        <p:spPr>
          <a:xfrm>
            <a:off x="-118810" y="-32775"/>
            <a:ext cx="9262810" cy="5205049"/>
          </a:xfrm>
          <a:prstGeom prst="rect">
            <a:avLst/>
          </a:prstGeom>
          <a:noFill/>
          <a:ln>
            <a:noFill/>
          </a:ln>
        </p:spPr>
      </p:pic>
      <p:sp>
        <p:nvSpPr>
          <p:cNvPr id="53" name="Google Shape;53;g101cf3a0884_0_0"/>
          <p:cNvSpPr/>
          <p:nvPr/>
        </p:nvSpPr>
        <p:spPr>
          <a:xfrm>
            <a:off x="517525" y="919750"/>
            <a:ext cx="4446300" cy="16500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4" name="Google Shape;54;g101cf3a0884_0_0"/>
          <p:cNvSpPr txBox="1"/>
          <p:nvPr/>
        </p:nvSpPr>
        <p:spPr>
          <a:xfrm>
            <a:off x="517523" y="1720185"/>
            <a:ext cx="7420763" cy="1514230"/>
          </a:xfrm>
          <a:prstGeom prst="rect">
            <a:avLst/>
          </a:prstGeom>
          <a:noFill/>
          <a:ln>
            <a:noFill/>
          </a:ln>
        </p:spPr>
        <p:txBody>
          <a:bodyPr spcFirstLastPara="1" wrap="square" lIns="91425" tIns="91425" rIns="91425" bIns="91425" anchor="ctr" anchorCtr="0">
            <a:spAutoFit/>
          </a:bodyPr>
          <a:lstStyle/>
          <a:p>
            <a:pPr marL="0" marR="0" lvl="0" indent="0" algn="ctr" rtl="0">
              <a:lnSpc>
                <a:spcPct val="90000"/>
              </a:lnSpc>
              <a:spcBef>
                <a:spcPts val="0"/>
              </a:spcBef>
              <a:spcAft>
                <a:spcPts val="0"/>
              </a:spcAft>
              <a:buClr>
                <a:schemeClr val="dk1"/>
              </a:buClr>
              <a:buSzPts val="1100"/>
              <a:buFont typeface="Arial"/>
              <a:buNone/>
            </a:pPr>
            <a:r>
              <a:rPr lang="en-IN" sz="3200" b="1" dirty="0">
                <a:solidFill>
                  <a:srgbClr val="64E688"/>
                </a:solidFill>
                <a:latin typeface="Fira Sans"/>
                <a:ea typeface="Fira Sans"/>
                <a:cs typeface="Fira Sans"/>
                <a:sym typeface="Fira Sans"/>
              </a:rPr>
              <a:t>“Software Testing Introduction Session -2”</a:t>
            </a:r>
          </a:p>
          <a:p>
            <a:pPr marL="0" marR="0" lvl="0" indent="0" algn="ctr" rtl="0">
              <a:lnSpc>
                <a:spcPct val="90000"/>
              </a:lnSpc>
              <a:spcBef>
                <a:spcPts val="0"/>
              </a:spcBef>
              <a:spcAft>
                <a:spcPts val="0"/>
              </a:spcAft>
              <a:buClr>
                <a:schemeClr val="dk1"/>
              </a:buClr>
              <a:buSzPts val="1100"/>
              <a:buFont typeface="Arial"/>
              <a:buNone/>
            </a:pPr>
            <a:r>
              <a:rPr lang="en-IN" sz="1600" b="1" dirty="0">
                <a:solidFill>
                  <a:srgbClr val="64E688"/>
                </a:solidFill>
                <a:latin typeface="Fira Sans"/>
                <a:ea typeface="Fira Sans"/>
                <a:cs typeface="Fira Sans"/>
                <a:sym typeface="Fira Sans"/>
              </a:rPr>
              <a:t>   By: Manas </a:t>
            </a:r>
            <a:endParaRPr sz="1600" b="1" dirty="0">
              <a:solidFill>
                <a:srgbClr val="64E688"/>
              </a:solidFill>
              <a:latin typeface="Fira Sans"/>
              <a:ea typeface="Fira Sans"/>
              <a:cs typeface="Fira Sans"/>
              <a:sym typeface="Fira Sans"/>
            </a:endParaRPr>
          </a:p>
          <a:p>
            <a:pPr marL="0" marR="0" lvl="0" indent="0" algn="ctr" rtl="0">
              <a:lnSpc>
                <a:spcPct val="90000"/>
              </a:lnSpc>
              <a:spcBef>
                <a:spcPts val="0"/>
              </a:spcBef>
              <a:spcAft>
                <a:spcPts val="0"/>
              </a:spcAft>
              <a:buClr>
                <a:schemeClr val="dk1"/>
              </a:buClr>
              <a:buSzPts val="1100"/>
              <a:buFont typeface="Arial"/>
              <a:buNone/>
            </a:pPr>
            <a:endParaRPr sz="1600" b="1" dirty="0">
              <a:solidFill>
                <a:srgbClr val="64E688"/>
              </a:solidFill>
              <a:latin typeface="Fira Sans"/>
              <a:ea typeface="Fira Sans"/>
              <a:cs typeface="Fira Sans"/>
              <a:sym typeface="Fira Sans"/>
            </a:endParaRPr>
          </a:p>
        </p:txBody>
      </p:sp>
      <p:sp>
        <p:nvSpPr>
          <p:cNvPr id="55" name="Google Shape;55;g101cf3a0884_0_0"/>
          <p:cNvSpPr/>
          <p:nvPr/>
        </p:nvSpPr>
        <p:spPr>
          <a:xfrm>
            <a:off x="506950" y="4182400"/>
            <a:ext cx="5058900" cy="4311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7" name="Google Shape;57;g101cf3a0884_0_0"/>
          <p:cNvSpPr/>
          <p:nvPr/>
        </p:nvSpPr>
        <p:spPr>
          <a:xfrm>
            <a:off x="488275" y="521575"/>
            <a:ext cx="2707800" cy="4311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8" name="Google Shape;58;g101cf3a0884_0_0"/>
          <p:cNvSpPr txBox="1"/>
          <p:nvPr/>
        </p:nvSpPr>
        <p:spPr>
          <a:xfrm>
            <a:off x="531025" y="488650"/>
            <a:ext cx="6391800" cy="431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IN" sz="1600" b="0" i="0" u="none" strike="noStrike" cap="none" dirty="0">
                <a:solidFill>
                  <a:srgbClr val="FFFFFF"/>
                </a:solidFill>
                <a:latin typeface="Fira Sans"/>
                <a:ea typeface="Fira Sans"/>
                <a:cs typeface="Fira Sans"/>
                <a:sym typeface="Fira Sans"/>
              </a:rPr>
              <a:t>QA Automation Engineer</a:t>
            </a:r>
            <a:endParaRPr sz="1600" b="0" i="0" u="none" strike="noStrike" cap="none" dirty="0">
              <a:solidFill>
                <a:srgbClr val="FFFFFF"/>
              </a:solidFill>
              <a:latin typeface="Fira Sans"/>
              <a:ea typeface="Fira Sans"/>
              <a:cs typeface="Fira Sans"/>
              <a:sym typeface="Fira San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b="1" dirty="0"/>
              <a:t>Types of Testing</a:t>
            </a:r>
          </a:p>
        </p:txBody>
      </p:sp>
      <p:sp>
        <p:nvSpPr>
          <p:cNvPr id="3" name="Text Placeholder 2"/>
          <p:cNvSpPr>
            <a:spLocks noGrp="1"/>
          </p:cNvSpPr>
          <p:nvPr>
            <p:ph type="body" idx="1"/>
          </p:nvPr>
        </p:nvSpPr>
        <p:spPr>
          <a:xfrm>
            <a:off x="331796" y="1413732"/>
            <a:ext cx="8520600" cy="3416400"/>
          </a:xfrm>
        </p:spPr>
        <p:txBody>
          <a:bodyPr/>
          <a:lstStyle/>
          <a:p>
            <a:r>
              <a:rPr lang="en-IN" sz="1600" dirty="0">
                <a:solidFill>
                  <a:schemeClr val="tx1"/>
                </a:solidFill>
              </a:rPr>
              <a:t>Smoke Testing</a:t>
            </a:r>
            <a:endParaRPr lang="en-IN" sz="800" dirty="0">
              <a:solidFill>
                <a:schemeClr val="tx1"/>
              </a:solidFill>
            </a:endParaRPr>
          </a:p>
          <a:p>
            <a:r>
              <a:rPr lang="en-IN" sz="1600" dirty="0">
                <a:solidFill>
                  <a:schemeClr val="tx1"/>
                </a:solidFill>
              </a:rPr>
              <a:t>Sanity Testing</a:t>
            </a:r>
          </a:p>
          <a:p>
            <a:r>
              <a:rPr lang="en-IN" sz="1600" dirty="0">
                <a:solidFill>
                  <a:schemeClr val="tx1"/>
                </a:solidFill>
              </a:rPr>
              <a:t>Installation Testing</a:t>
            </a:r>
          </a:p>
          <a:p>
            <a:r>
              <a:rPr lang="en-IN" sz="1600" dirty="0">
                <a:solidFill>
                  <a:schemeClr val="tx1"/>
                </a:solidFill>
              </a:rPr>
              <a:t>Black box testing</a:t>
            </a:r>
          </a:p>
          <a:p>
            <a:r>
              <a:rPr lang="en-IN" sz="1600" dirty="0">
                <a:solidFill>
                  <a:schemeClr val="tx1"/>
                </a:solidFill>
              </a:rPr>
              <a:t>White Box Testing</a:t>
            </a:r>
          </a:p>
          <a:p>
            <a:r>
              <a:rPr lang="en-IN" sz="1600" dirty="0">
                <a:solidFill>
                  <a:schemeClr val="tx1"/>
                </a:solidFill>
              </a:rPr>
              <a:t>UAT Testing</a:t>
            </a:r>
          </a:p>
          <a:p>
            <a:r>
              <a:rPr lang="en-IN" sz="1600" dirty="0">
                <a:solidFill>
                  <a:schemeClr val="tx1"/>
                </a:solidFill>
              </a:rPr>
              <a:t>Regression Testing</a:t>
            </a:r>
          </a:p>
          <a:p>
            <a:r>
              <a:rPr lang="en-IN" sz="1600" dirty="0">
                <a:solidFill>
                  <a:schemeClr val="tx1"/>
                </a:solidFill>
              </a:rPr>
              <a:t>Performance Testing</a:t>
            </a:r>
          </a:p>
          <a:p>
            <a:r>
              <a:rPr lang="en-IN" sz="1600" dirty="0">
                <a:solidFill>
                  <a:schemeClr val="tx1"/>
                </a:solidFill>
              </a:rPr>
              <a:t>Usability Testing</a:t>
            </a:r>
          </a:p>
          <a:p>
            <a:endParaRPr lang="en-IN"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a:t>
            </a:fld>
            <a:endParaRPr lang="en-US"/>
          </a:p>
        </p:txBody>
      </p:sp>
    </p:spTree>
    <p:extLst>
      <p:ext uri="{BB962C8B-B14F-4D97-AF65-F5344CB8AC3E}">
        <p14:creationId xmlns:p14="http://schemas.microsoft.com/office/powerpoint/2010/main" val="341045776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b="1" dirty="0"/>
              <a:t>Smoke Testing</a:t>
            </a:r>
          </a:p>
        </p:txBody>
      </p:sp>
      <p:sp>
        <p:nvSpPr>
          <p:cNvPr id="3" name="Text Placeholder 2"/>
          <p:cNvSpPr>
            <a:spLocks noGrp="1"/>
          </p:cNvSpPr>
          <p:nvPr>
            <p:ph type="body" idx="1"/>
          </p:nvPr>
        </p:nvSpPr>
        <p:spPr/>
        <p:txBody>
          <a:bodyPr/>
          <a:lstStyle/>
          <a:p>
            <a:pPr marL="114300" lvl="0" indent="0">
              <a:buNone/>
            </a:pPr>
            <a:r>
              <a:rPr lang="en-IN" sz="1600" dirty="0">
                <a:solidFill>
                  <a:schemeClr val="tx1"/>
                </a:solidFill>
              </a:rPr>
              <a:t>Smoke Testing confirms the basic functionality works for a product. Smoke Testing verify the stability of the build</a:t>
            </a:r>
            <a:r>
              <a:rPr lang="en-IN" dirty="0"/>
              <a:t>.</a:t>
            </a:r>
          </a:p>
          <a:p>
            <a:pPr marL="114300" lvl="0" indent="0">
              <a:buNone/>
            </a:pPr>
            <a:r>
              <a:rPr lang="en-IN" sz="1600" dirty="0">
                <a:solidFill>
                  <a:schemeClr val="tx1"/>
                </a:solidFill>
              </a:rPr>
              <a:t>Validating the major functionality of the application.</a:t>
            </a:r>
          </a:p>
          <a:p>
            <a:pPr marL="114300" lvl="0" indent="0">
              <a:buNone/>
            </a:pPr>
            <a:endParaRPr lang="en-IN" dirty="0"/>
          </a:p>
          <a:p>
            <a:pPr marL="114300" lvl="0" indent="0">
              <a:buNone/>
            </a:pPr>
            <a:r>
              <a:rPr lang="en-IN" sz="2500" b="1" dirty="0">
                <a:solidFill>
                  <a:schemeClr val="tx1"/>
                </a:solidFill>
              </a:rPr>
              <a:t>Sanity Testing</a:t>
            </a:r>
            <a:endParaRPr lang="en-IN" sz="2500" dirty="0">
              <a:solidFill>
                <a:schemeClr val="tx1"/>
              </a:solidFill>
            </a:endParaRPr>
          </a:p>
          <a:p>
            <a:pPr marL="114300" lvl="0" indent="0">
              <a:buNone/>
            </a:pPr>
            <a:endParaRPr lang="en-IN" dirty="0"/>
          </a:p>
          <a:p>
            <a:pPr marL="114300" indent="0">
              <a:buNone/>
            </a:pPr>
            <a:r>
              <a:rPr lang="en-IN" sz="1600" dirty="0">
                <a:solidFill>
                  <a:schemeClr val="dk1"/>
                </a:solidFill>
              </a:rPr>
              <a:t>Sanity testing is detailed testing of each functionality to ensure that product/software runs without any logical error.</a:t>
            </a:r>
          </a:p>
          <a:p>
            <a:pPr marL="114300" indent="0">
              <a:buNone/>
            </a:pPr>
            <a:r>
              <a:rPr lang="en-IN" sz="1600" dirty="0">
                <a:solidFill>
                  <a:schemeClr val="dk1"/>
                </a:solidFill>
                <a:ea typeface="Fira Sans"/>
                <a:cs typeface="Fira Sans"/>
                <a:sym typeface="Fira Sans"/>
              </a:rPr>
              <a:t>Note: Sanity Testing is performed after Smoke Testing.</a:t>
            </a:r>
            <a:endParaRPr lang="en-IN" sz="1600" dirty="0">
              <a:ea typeface="Fira Sans"/>
              <a:cs typeface="Fira Sans"/>
              <a:sym typeface="Fira Sans"/>
            </a:endParaRPr>
          </a:p>
          <a:p>
            <a:pPr marL="114300" lvl="0" indent="0">
              <a:buNone/>
            </a:pPr>
            <a:endParaRPr lang="en-IN" sz="1600" dirty="0">
              <a:ea typeface="Fira Sans"/>
              <a:cs typeface="Fira Sans"/>
              <a:sym typeface="Fira Sans"/>
            </a:endParaRPr>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3</a:t>
            </a:fld>
            <a:endParaRPr lang="en-US"/>
          </a:p>
        </p:txBody>
      </p:sp>
    </p:spTree>
    <p:extLst>
      <p:ext uri="{BB962C8B-B14F-4D97-AF65-F5344CB8AC3E}">
        <p14:creationId xmlns:p14="http://schemas.microsoft.com/office/powerpoint/2010/main" val="41060315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84"/>
        <p:cNvGrpSpPr/>
        <p:nvPr/>
      </p:nvGrpSpPr>
      <p:grpSpPr>
        <a:xfrm>
          <a:off x="0" y="0"/>
          <a:ext cx="0" cy="0"/>
          <a:chOff x="0" y="0"/>
          <a:chExt cx="0" cy="0"/>
        </a:xfrm>
      </p:grpSpPr>
      <p:sp>
        <p:nvSpPr>
          <p:cNvPr id="85" name="Google Shape;85;p4"/>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IN" b="1" dirty="0">
                <a:latin typeface="Fira Sans"/>
                <a:ea typeface="Fira Sans"/>
                <a:cs typeface="Fira Sans"/>
                <a:sym typeface="Fira Sans"/>
              </a:rPr>
              <a:t>Difference Between Sanity Testing and Smoke Testing</a:t>
            </a:r>
            <a:endParaRPr b="1" dirty="0">
              <a:latin typeface="Fira Sans"/>
              <a:ea typeface="Fira Sans"/>
              <a:cs typeface="Fira Sans"/>
              <a:sym typeface="Fira Sans"/>
            </a:endParaRPr>
          </a:p>
        </p:txBody>
      </p:sp>
      <p:sp>
        <p:nvSpPr>
          <p:cNvPr id="86" name="Google Shape;86;p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en-IN"/>
              <a:t>4</a:t>
            </a:fld>
            <a:endParaRPr/>
          </a:p>
        </p:txBody>
      </p:sp>
      <p:graphicFrame>
        <p:nvGraphicFramePr>
          <p:cNvPr id="87" name="Google Shape;87;p4"/>
          <p:cNvGraphicFramePr/>
          <p:nvPr/>
        </p:nvGraphicFramePr>
        <p:xfrm>
          <a:off x="538583" y="1169090"/>
          <a:ext cx="7707075" cy="3100421"/>
        </p:xfrm>
        <a:graphic>
          <a:graphicData uri="http://schemas.openxmlformats.org/drawingml/2006/table">
            <a:tbl>
              <a:tblPr firstRow="1" bandRow="1">
                <a:noFill/>
                <a:tableStyleId>{D99E39AB-BF7C-4983-8E33-9161A9736C17}</a:tableStyleId>
              </a:tblPr>
              <a:tblGrid>
                <a:gridCol w="3880791">
                  <a:extLst>
                    <a:ext uri="{9D8B030D-6E8A-4147-A177-3AD203B41FA5}">
                      <a16:colId xmlns:a16="http://schemas.microsoft.com/office/drawing/2014/main" val="20000"/>
                    </a:ext>
                  </a:extLst>
                </a:gridCol>
                <a:gridCol w="3826284">
                  <a:extLst>
                    <a:ext uri="{9D8B030D-6E8A-4147-A177-3AD203B41FA5}">
                      <a16:colId xmlns:a16="http://schemas.microsoft.com/office/drawing/2014/main" val="20001"/>
                    </a:ext>
                  </a:extLst>
                </a:gridCol>
              </a:tblGrid>
              <a:tr h="318125">
                <a:tc>
                  <a:txBody>
                    <a:bodyPr/>
                    <a:lstStyle/>
                    <a:p>
                      <a:pPr marL="0" marR="0" lvl="0" indent="0" algn="ctr" rtl="0">
                        <a:lnSpc>
                          <a:spcPct val="100000"/>
                        </a:lnSpc>
                        <a:spcBef>
                          <a:spcPts val="0"/>
                        </a:spcBef>
                        <a:spcAft>
                          <a:spcPts val="0"/>
                        </a:spcAft>
                        <a:buNone/>
                      </a:pPr>
                      <a:r>
                        <a:rPr lang="en-IN" sz="1600" u="none" strike="noStrike" cap="none" dirty="0">
                          <a:solidFill>
                            <a:schemeClr val="dk1"/>
                          </a:solidFill>
                          <a:latin typeface="Fira Sans"/>
                          <a:ea typeface="Fira Sans"/>
                          <a:cs typeface="Fira Sans"/>
                          <a:sym typeface="Fira Sans"/>
                        </a:rPr>
                        <a:t>Sanity Testing</a:t>
                      </a:r>
                      <a:endParaRPr sz="1600" u="none" strike="noStrike" cap="none" dirty="0">
                        <a:solidFill>
                          <a:schemeClr val="dk1"/>
                        </a:solidFill>
                        <a:latin typeface="Fira Sans"/>
                        <a:ea typeface="Fira Sans"/>
                        <a:cs typeface="Fira Sans"/>
                        <a:sym typeface="Fira Sans"/>
                      </a:endParaRPr>
                    </a:p>
                  </a:txBody>
                  <a:tcPr marL="91450" marR="91450" marT="45725" marB="45725">
                    <a:lnR w="9525" cap="flat" cmpd="sng">
                      <a:solidFill>
                        <a:srgbClr val="000000"/>
                      </a:solidFill>
                      <a:prstDash val="solid"/>
                      <a:round/>
                      <a:headEnd type="none" w="sm" len="sm"/>
                      <a:tailEnd type="none" w="sm" len="sm"/>
                    </a:lnR>
                    <a:solidFill>
                      <a:srgbClr val="64E688"/>
                    </a:solidFill>
                  </a:tcPr>
                </a:tc>
                <a:tc>
                  <a:txBody>
                    <a:bodyPr/>
                    <a:lstStyle/>
                    <a:p>
                      <a:pPr marL="0" marR="0" lvl="0" indent="0" algn="ctr" rtl="0">
                        <a:lnSpc>
                          <a:spcPct val="100000"/>
                        </a:lnSpc>
                        <a:spcBef>
                          <a:spcPts val="0"/>
                        </a:spcBef>
                        <a:spcAft>
                          <a:spcPts val="0"/>
                        </a:spcAft>
                        <a:buNone/>
                      </a:pPr>
                      <a:r>
                        <a:rPr lang="en-IN" sz="1600" u="none" strike="noStrike" cap="none" dirty="0">
                          <a:solidFill>
                            <a:schemeClr val="dk1"/>
                          </a:solidFill>
                          <a:latin typeface="Fira Sans"/>
                          <a:ea typeface="Fira Sans"/>
                          <a:cs typeface="Fira Sans"/>
                          <a:sym typeface="Fira Sans"/>
                        </a:rPr>
                        <a:t>Smoke Testing</a:t>
                      </a:r>
                      <a:endParaRPr sz="1600" u="none" strike="noStrike" cap="none" dirty="0">
                        <a:solidFill>
                          <a:schemeClr val="dk1"/>
                        </a:solidFill>
                        <a:latin typeface="Fira Sans"/>
                        <a:ea typeface="Fira Sans"/>
                        <a:cs typeface="Fira Sans"/>
                        <a:sym typeface="Fira Sans"/>
                      </a:endParaRPr>
                    </a:p>
                  </a:txBody>
                  <a:tcPr marL="91450" marR="91450" marT="45725" marB="45725">
                    <a:lnL w="9525" cap="flat" cmpd="sng">
                      <a:solidFill>
                        <a:srgbClr val="000000"/>
                      </a:solidFill>
                      <a:prstDash val="solid"/>
                      <a:round/>
                      <a:headEnd type="none" w="sm" len="sm"/>
                      <a:tailEnd type="none" w="sm" len="sm"/>
                    </a:lnL>
                    <a:solidFill>
                      <a:srgbClr val="64E688"/>
                    </a:solidFill>
                  </a:tcPr>
                </a:tc>
                <a:extLst>
                  <a:ext uri="{0D108BD9-81ED-4DB2-BD59-A6C34878D82A}">
                    <a16:rowId xmlns:a16="http://schemas.microsoft.com/office/drawing/2014/main" val="10000"/>
                  </a:ext>
                </a:extLst>
              </a:tr>
              <a:tr h="619083">
                <a:tc>
                  <a:txBody>
                    <a:bodyPr/>
                    <a:lstStyle/>
                    <a:p>
                      <a:pPr marL="457200" marR="0" lvl="0" indent="-317500" algn="l" rtl="0">
                        <a:lnSpc>
                          <a:spcPct val="100000"/>
                        </a:lnSpc>
                        <a:spcBef>
                          <a:spcPts val="0"/>
                        </a:spcBef>
                        <a:spcAft>
                          <a:spcPts val="0"/>
                        </a:spcAft>
                        <a:buSzPts val="1400"/>
                        <a:buFont typeface="Fira Sans"/>
                        <a:buAutoNum type="arabicPeriod"/>
                      </a:pPr>
                      <a:r>
                        <a:rPr lang="en-US" sz="1200" b="0" i="0" u="none" strike="noStrike" cap="none" dirty="0">
                          <a:solidFill>
                            <a:schemeClr val="dk1"/>
                          </a:solidFill>
                          <a:effectLst/>
                          <a:latin typeface="+mn-lt"/>
                          <a:ea typeface="Arial"/>
                          <a:cs typeface="Arial"/>
                          <a:sym typeface="Arial"/>
                        </a:rPr>
                        <a:t>Sanity testing is detailed testing of each functionality to ensure that product/software runs without any logical error.</a:t>
                      </a:r>
                      <a:endParaRPr sz="1200" dirty="0">
                        <a:latin typeface="+mn-lt"/>
                        <a:ea typeface="Fira Sans"/>
                        <a:cs typeface="Fira Sans"/>
                        <a:sym typeface="Fira Sans"/>
                      </a:endParaRPr>
                    </a:p>
                  </a:txBody>
                  <a:tcPr marL="91450" marR="91450" marT="45725" marB="45725">
                    <a:lnR w="9525" cap="flat" cmpd="sng">
                      <a:solidFill>
                        <a:srgbClr val="000000"/>
                      </a:solidFill>
                      <a:prstDash val="solid"/>
                      <a:round/>
                      <a:headEnd type="none" w="sm" len="sm"/>
                      <a:tailEnd type="none" w="sm" len="sm"/>
                    </a:lnR>
                  </a:tcPr>
                </a:tc>
                <a:tc>
                  <a:txBody>
                    <a:bodyPr/>
                    <a:lstStyle/>
                    <a:p>
                      <a:pPr marL="457200" marR="0" lvl="0" indent="-317500" algn="l" rtl="0">
                        <a:lnSpc>
                          <a:spcPct val="100000"/>
                        </a:lnSpc>
                        <a:spcBef>
                          <a:spcPts val="0"/>
                        </a:spcBef>
                        <a:spcAft>
                          <a:spcPts val="0"/>
                        </a:spcAft>
                        <a:buSzPts val="1400"/>
                        <a:buFont typeface="Fira Sans"/>
                        <a:buAutoNum type="arabicPeriod"/>
                      </a:pPr>
                      <a:r>
                        <a:rPr lang="en-US" sz="1200" b="0" i="0" u="none" strike="noStrike" cap="none" dirty="0">
                          <a:solidFill>
                            <a:schemeClr val="dk1"/>
                          </a:solidFill>
                          <a:effectLst/>
                          <a:latin typeface="+mn-lt"/>
                          <a:ea typeface="Arial"/>
                          <a:cs typeface="Arial"/>
                          <a:sym typeface="Arial"/>
                        </a:rPr>
                        <a:t>Smoke Testing confirms the basic functionality works for a product.</a:t>
                      </a:r>
                      <a:endParaRPr sz="1200" dirty="0">
                        <a:latin typeface="+mn-lt"/>
                        <a:ea typeface="Fira Sans"/>
                        <a:cs typeface="Fira Sans"/>
                        <a:sym typeface="Fira Sans"/>
                      </a:endParaRPr>
                    </a:p>
                  </a:txBody>
                  <a:tcPr marL="91450" marR="91450" marT="45725" marB="45725">
                    <a:lnL w="9525" cap="flat" cmpd="sng">
                      <a:solidFill>
                        <a:srgbClr val="000000"/>
                      </a:solidFill>
                      <a:prstDash val="solid"/>
                      <a:round/>
                      <a:headEnd type="none" w="sm" len="sm"/>
                      <a:tailEnd type="none" w="sm" len="sm"/>
                    </a:lnL>
                  </a:tcPr>
                </a:tc>
                <a:extLst>
                  <a:ext uri="{0D108BD9-81ED-4DB2-BD59-A6C34878D82A}">
                    <a16:rowId xmlns:a16="http://schemas.microsoft.com/office/drawing/2014/main" val="10001"/>
                  </a:ext>
                </a:extLst>
              </a:tr>
              <a:tr h="433803">
                <a:tc>
                  <a:txBody>
                    <a:bodyPr/>
                    <a:lstStyle/>
                    <a:p>
                      <a:pPr marL="457200" lvl="0" indent="-317500" algn="l" rtl="0">
                        <a:spcBef>
                          <a:spcPts val="0"/>
                        </a:spcBef>
                        <a:spcAft>
                          <a:spcPts val="0"/>
                        </a:spcAft>
                        <a:buClr>
                          <a:schemeClr val="dk1"/>
                        </a:buClr>
                        <a:buSzPts val="1400"/>
                        <a:buFont typeface="Fira Sans"/>
                        <a:buAutoNum type="arabicPeriod" startAt="2"/>
                      </a:pPr>
                      <a:r>
                        <a:rPr lang="en-US" sz="1200" b="0" i="0" u="none" strike="noStrike" cap="none" dirty="0">
                          <a:solidFill>
                            <a:schemeClr val="dk1"/>
                          </a:solidFill>
                          <a:effectLst/>
                          <a:latin typeface="+mn-lt"/>
                          <a:ea typeface="Arial"/>
                          <a:cs typeface="Arial"/>
                          <a:sym typeface="Arial"/>
                        </a:rPr>
                        <a:t>This testing is performed by the testers</a:t>
                      </a:r>
                      <a:endParaRPr sz="1200" dirty="0">
                        <a:latin typeface="+mn-lt"/>
                        <a:ea typeface="Fira Sans"/>
                        <a:cs typeface="Fira Sans"/>
                        <a:sym typeface="Fira Sans"/>
                      </a:endParaRPr>
                    </a:p>
                  </a:txBody>
                  <a:tcPr marL="91450" marR="91450" marT="45725" marB="45725">
                    <a:lnR w="9525" cap="flat" cmpd="sng">
                      <a:solidFill>
                        <a:srgbClr val="000000"/>
                      </a:solidFill>
                      <a:prstDash val="solid"/>
                      <a:round/>
                      <a:headEnd type="none" w="sm" len="sm"/>
                      <a:tailEnd type="none" w="sm" len="sm"/>
                    </a:lnR>
                  </a:tcPr>
                </a:tc>
                <a:tc>
                  <a:txBody>
                    <a:bodyPr/>
                    <a:lstStyle/>
                    <a:p>
                      <a:pPr marL="457200" lvl="0" indent="-317500" algn="l" rtl="0">
                        <a:spcBef>
                          <a:spcPts val="0"/>
                        </a:spcBef>
                        <a:spcAft>
                          <a:spcPts val="0"/>
                        </a:spcAft>
                        <a:buClr>
                          <a:schemeClr val="dk1"/>
                        </a:buClr>
                        <a:buSzPts val="1400"/>
                        <a:buFont typeface="Fira Sans"/>
                        <a:buAutoNum type="arabicPeriod" startAt="2"/>
                      </a:pPr>
                      <a:r>
                        <a:rPr lang="en-US" sz="1200" b="0" i="0" u="none" strike="noStrike" cap="none" dirty="0">
                          <a:solidFill>
                            <a:schemeClr val="dk1"/>
                          </a:solidFill>
                          <a:effectLst/>
                          <a:latin typeface="+mn-lt"/>
                          <a:ea typeface="Arial"/>
                          <a:cs typeface="Arial"/>
                          <a:sym typeface="Arial"/>
                        </a:rPr>
                        <a:t>Smoke testing is performed by the developers or testers</a:t>
                      </a:r>
                      <a:endParaRPr sz="1200" dirty="0">
                        <a:latin typeface="+mn-lt"/>
                        <a:ea typeface="Fira Sans"/>
                        <a:cs typeface="Fira Sans"/>
                        <a:sym typeface="Fira Sans"/>
                      </a:endParaRPr>
                    </a:p>
                  </a:txBody>
                  <a:tcPr marL="91450" marR="91450" marT="45725" marB="45725">
                    <a:lnL w="9525" cap="flat" cmpd="sng">
                      <a:solidFill>
                        <a:srgbClr val="000000"/>
                      </a:solidFill>
                      <a:prstDash val="solid"/>
                      <a:round/>
                      <a:headEnd type="none" w="sm" len="sm"/>
                      <a:tailEnd type="none" w="sm" len="sm"/>
                    </a:lnL>
                  </a:tcPr>
                </a:tc>
                <a:extLst>
                  <a:ext uri="{0D108BD9-81ED-4DB2-BD59-A6C34878D82A}">
                    <a16:rowId xmlns:a16="http://schemas.microsoft.com/office/drawing/2014/main" val="10002"/>
                  </a:ext>
                </a:extLst>
              </a:tr>
              <a:tr h="865058">
                <a:tc>
                  <a:txBody>
                    <a:bodyPr/>
                    <a:lstStyle/>
                    <a:p>
                      <a:pPr marL="457200" lvl="0" indent="-317500" algn="l" rtl="0">
                        <a:spcBef>
                          <a:spcPts val="0"/>
                        </a:spcBef>
                        <a:spcAft>
                          <a:spcPts val="0"/>
                        </a:spcAft>
                        <a:buClr>
                          <a:schemeClr val="dk1"/>
                        </a:buClr>
                        <a:buSzPts val="1400"/>
                        <a:buFont typeface="Fira Sans"/>
                        <a:buAutoNum type="arabicPeriod" startAt="3"/>
                      </a:pPr>
                      <a:r>
                        <a:rPr lang="en-US" sz="1200" b="0" i="0" u="none" strike="noStrike" cap="none" dirty="0">
                          <a:solidFill>
                            <a:schemeClr val="dk1"/>
                          </a:solidFill>
                          <a:effectLst/>
                          <a:latin typeface="+mn-lt"/>
                          <a:ea typeface="Arial"/>
                          <a:cs typeface="Arial"/>
                          <a:sym typeface="Arial"/>
                        </a:rPr>
                        <a:t>The objective of the testing is to verify the “functionality” of the system in order to proceed with more rigorous testing</a:t>
                      </a:r>
                      <a:endParaRPr sz="1200" dirty="0">
                        <a:latin typeface="+mn-lt"/>
                        <a:ea typeface="Fira Sans"/>
                        <a:cs typeface="Fira Sans"/>
                        <a:sym typeface="Fira Sans"/>
                      </a:endParaRPr>
                    </a:p>
                  </a:txBody>
                  <a:tcPr marL="91450" marR="91450" marT="45725" marB="45725">
                    <a:lnR w="9525" cap="flat" cmpd="sng">
                      <a:solidFill>
                        <a:srgbClr val="000000"/>
                      </a:solidFill>
                      <a:prstDash val="solid"/>
                      <a:round/>
                      <a:headEnd type="none" w="sm" len="sm"/>
                      <a:tailEnd type="none" w="sm" len="sm"/>
                    </a:lnR>
                  </a:tcPr>
                </a:tc>
                <a:tc>
                  <a:txBody>
                    <a:bodyPr/>
                    <a:lstStyle/>
                    <a:p>
                      <a:pPr marL="457200" lvl="0" indent="-317500" algn="l" rtl="0">
                        <a:spcBef>
                          <a:spcPts val="0"/>
                        </a:spcBef>
                        <a:spcAft>
                          <a:spcPts val="0"/>
                        </a:spcAft>
                        <a:buClr>
                          <a:schemeClr val="dk1"/>
                        </a:buClr>
                        <a:buSzPts val="1400"/>
                        <a:buFont typeface="Fira Sans"/>
                        <a:buAutoNum type="arabicPeriod" startAt="3"/>
                      </a:pPr>
                      <a:r>
                        <a:rPr lang="en-US" sz="1200" b="0" i="0" u="none" strike="noStrike" cap="none" dirty="0">
                          <a:solidFill>
                            <a:schemeClr val="dk1"/>
                          </a:solidFill>
                          <a:effectLst/>
                          <a:highlight>
                            <a:srgbClr val="FFFFFF"/>
                          </a:highlight>
                          <a:latin typeface="+mn-lt"/>
                          <a:ea typeface="Arial"/>
                          <a:cs typeface="Arial"/>
                          <a:sym typeface="Arial"/>
                        </a:rPr>
                        <a:t>The objective of this testing is to verify the “stability” of the system in order to proceed with more rigorous testing</a:t>
                      </a:r>
                      <a:endParaRPr sz="1200" dirty="0">
                        <a:highlight>
                          <a:srgbClr val="FFFFFF"/>
                        </a:highlight>
                        <a:latin typeface="+mn-lt"/>
                      </a:endParaRPr>
                    </a:p>
                  </a:txBody>
                  <a:tcPr marL="91450" marR="91450" marT="45725" marB="45725">
                    <a:lnL w="9525" cap="flat" cmpd="sng">
                      <a:solidFill>
                        <a:srgbClr val="000000"/>
                      </a:solidFill>
                      <a:prstDash val="solid"/>
                      <a:round/>
                      <a:headEnd type="none" w="sm" len="sm"/>
                      <a:tailEnd type="none" w="sm" len="sm"/>
                    </a:lnL>
                  </a:tcPr>
                </a:tc>
                <a:extLst>
                  <a:ext uri="{0D108BD9-81ED-4DB2-BD59-A6C34878D82A}">
                    <a16:rowId xmlns:a16="http://schemas.microsoft.com/office/drawing/2014/main" val="10003"/>
                  </a:ext>
                </a:extLst>
              </a:tr>
              <a:tr h="802773">
                <a:tc>
                  <a:txBody>
                    <a:bodyPr/>
                    <a:lstStyle/>
                    <a:p>
                      <a:pPr marL="457200" lvl="0" indent="-317500" algn="l" rtl="0">
                        <a:spcBef>
                          <a:spcPts val="0"/>
                        </a:spcBef>
                        <a:spcAft>
                          <a:spcPts val="0"/>
                        </a:spcAft>
                        <a:buClr>
                          <a:schemeClr val="dk1"/>
                        </a:buClr>
                        <a:buSzPts val="1400"/>
                        <a:buFont typeface="Fira Sans"/>
                        <a:buAutoNum type="arabicPeriod" startAt="4"/>
                      </a:pPr>
                      <a:r>
                        <a:rPr lang="en-US" sz="1200" b="0" i="0" u="none" strike="noStrike" cap="none" dirty="0">
                          <a:solidFill>
                            <a:schemeClr val="dk1"/>
                          </a:solidFill>
                          <a:effectLst/>
                          <a:latin typeface="+mn-lt"/>
                          <a:ea typeface="Arial"/>
                          <a:cs typeface="Arial"/>
                          <a:sym typeface="Arial"/>
                        </a:rPr>
                        <a:t>Sanity Testing is like specialized health check up</a:t>
                      </a:r>
                      <a:endParaRPr sz="1200" dirty="0">
                        <a:latin typeface="+mn-lt"/>
                        <a:ea typeface="Fira Sans"/>
                        <a:cs typeface="Fira Sans"/>
                        <a:sym typeface="Fira Sans"/>
                      </a:endParaRPr>
                    </a:p>
                  </a:txBody>
                  <a:tcPr marL="91450" marR="91450" marT="45725" marB="45725">
                    <a:lnR w="9525" cap="flat" cmpd="sng">
                      <a:solidFill>
                        <a:srgbClr val="000000"/>
                      </a:solidFill>
                      <a:prstDash val="solid"/>
                      <a:round/>
                      <a:headEnd type="none" w="sm" len="sm"/>
                      <a:tailEnd type="none" w="sm" len="sm"/>
                    </a:lnR>
                  </a:tcPr>
                </a:tc>
                <a:tc>
                  <a:txBody>
                    <a:bodyPr/>
                    <a:lstStyle/>
                    <a:p>
                      <a:pPr marL="457200" lvl="0" indent="-317500" algn="l" rtl="0">
                        <a:spcBef>
                          <a:spcPts val="0"/>
                        </a:spcBef>
                        <a:spcAft>
                          <a:spcPts val="0"/>
                        </a:spcAft>
                        <a:buClr>
                          <a:schemeClr val="dk1"/>
                        </a:buClr>
                        <a:buSzPts val="1400"/>
                        <a:buFont typeface="Fira Sans"/>
                        <a:buAutoNum type="arabicPeriod" startAt="4"/>
                      </a:pPr>
                      <a:r>
                        <a:rPr lang="en-US" sz="1200" b="0" i="0" u="none" strike="noStrike" cap="none" dirty="0">
                          <a:solidFill>
                            <a:schemeClr val="dk1"/>
                          </a:solidFill>
                          <a:effectLst/>
                          <a:latin typeface="+mn-lt"/>
                          <a:ea typeface="Arial"/>
                          <a:cs typeface="Arial"/>
                          <a:sym typeface="Arial"/>
                        </a:rPr>
                        <a:t>Smoke testing is like General Health Check Up</a:t>
                      </a:r>
                      <a:endParaRPr sz="1200" dirty="0">
                        <a:latin typeface="+mn-lt"/>
                        <a:ea typeface="Fira Sans"/>
                        <a:cs typeface="Fira Sans"/>
                        <a:sym typeface="Fira Sans"/>
                      </a:endParaRPr>
                    </a:p>
                  </a:txBody>
                  <a:tcPr marL="91450" marR="91450" marT="45725" marB="45725">
                    <a:lnL w="9525" cap="flat" cmpd="sng">
                      <a:solidFill>
                        <a:srgbClr val="000000"/>
                      </a:solidFill>
                      <a:prstDash val="solid"/>
                      <a:round/>
                      <a:headEnd type="none" w="sm" len="sm"/>
                      <a:tailEnd type="none" w="sm" len="sm"/>
                    </a:lnL>
                  </a:tcPr>
                </a:tc>
                <a:extLst>
                  <a:ext uri="{0D108BD9-81ED-4DB2-BD59-A6C34878D82A}">
                    <a16:rowId xmlns:a16="http://schemas.microsoft.com/office/drawing/2014/main" val="10004"/>
                  </a:ext>
                </a:extLst>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64"/>
        <p:cNvGrpSpPr/>
        <p:nvPr/>
      </p:nvGrpSpPr>
      <p:grpSpPr>
        <a:xfrm>
          <a:off x="0" y="0"/>
          <a:ext cx="0" cy="0"/>
          <a:chOff x="0" y="0"/>
          <a:chExt cx="0" cy="0"/>
        </a:xfrm>
      </p:grpSpPr>
      <p:sp>
        <p:nvSpPr>
          <p:cNvPr id="65" name="Google Shape;65;p2"/>
          <p:cNvSpPr txBox="1">
            <a:spLocks noGrp="1"/>
          </p:cNvSpPr>
          <p:nvPr>
            <p:ph type="title"/>
          </p:nvPr>
        </p:nvSpPr>
        <p:spPr>
          <a:xfrm>
            <a:off x="311700" y="445024"/>
            <a:ext cx="8520600" cy="4528909"/>
          </a:xfrm>
          <a:prstGeom prst="rect">
            <a:avLst/>
          </a:prstGeom>
          <a:noFill/>
          <a:ln>
            <a:noFill/>
          </a:ln>
        </p:spPr>
        <p:txBody>
          <a:bodyPr spcFirstLastPara="1" wrap="square" lIns="91425" tIns="91425" rIns="91425" bIns="91425" anchor="t" anchorCtr="0">
            <a:normAutofit fontScale="90000"/>
          </a:bodyPr>
          <a:lstStyle/>
          <a:p>
            <a:pPr>
              <a:buSzPct val="111111"/>
            </a:pPr>
            <a:r>
              <a:rPr lang="en-US" b="1" dirty="0">
                <a:solidFill>
                  <a:srgbClr val="002060"/>
                </a:solidFill>
                <a:latin typeface="+mn-lt"/>
                <a:cs typeface="Aldhabi" panose="01000000000000000000" pitchFamily="2" charset="-78"/>
              </a:rPr>
              <a:t>STLC (Software Testing Life Cycle)</a:t>
            </a:r>
            <a:br>
              <a:rPr lang="en-US" dirty="0"/>
            </a:br>
            <a:br>
              <a:rPr lang="en-US" dirty="0"/>
            </a:br>
            <a:r>
              <a:rPr lang="en-US" sz="1800" dirty="0">
                <a:solidFill>
                  <a:srgbClr val="222222"/>
                </a:solidFill>
                <a:latin typeface="Amasis MT Pro" panose="020B0604020202020204" pitchFamily="18" charset="0"/>
                <a:ea typeface="Times New Roman" panose="02020603050405020304" pitchFamily="18" charset="0"/>
                <a:cs typeface="Times New Roman" panose="02020603050405020304" pitchFamily="18" charset="0"/>
              </a:rPr>
              <a:t>STLC is step by step process which are following to complete the testing  activity in a project.</a:t>
            </a:r>
            <a:br>
              <a:rPr lang="en-US" sz="1800" dirty="0">
                <a:solidFill>
                  <a:srgbClr val="222222"/>
                </a:solidFill>
                <a:latin typeface="Amasis MT Pro" panose="020B0604020202020204" pitchFamily="18" charset="0"/>
                <a:ea typeface="Times New Roman" panose="02020603050405020304" pitchFamily="18" charset="0"/>
                <a:cs typeface="Times New Roman" panose="02020603050405020304" pitchFamily="18" charset="0"/>
              </a:rPr>
            </a:br>
            <a:br>
              <a:rPr lang="en-US" sz="1800" dirty="0">
                <a:solidFill>
                  <a:srgbClr val="222222"/>
                </a:solidFill>
                <a:latin typeface="Amasis MT Pro" panose="020B0604020202020204" pitchFamily="18" charset="0"/>
                <a:ea typeface="Times New Roman" panose="02020603050405020304" pitchFamily="18" charset="0"/>
                <a:cs typeface="Times New Roman" panose="02020603050405020304" pitchFamily="18" charset="0"/>
              </a:rPr>
            </a:br>
            <a:r>
              <a:rPr lang="en-US" sz="1800" dirty="0">
                <a:solidFill>
                  <a:srgbClr val="222222"/>
                </a:solidFill>
                <a:latin typeface="Amasis MT Pro" panose="020B0604020202020204" pitchFamily="18" charset="0"/>
                <a:ea typeface="Times New Roman" panose="02020603050405020304" pitchFamily="18" charset="0"/>
                <a:cs typeface="Times New Roman" panose="02020603050405020304" pitchFamily="18" charset="0"/>
              </a:rPr>
              <a:t>There are 10 different phases in STLC</a:t>
            </a:r>
            <a:br>
              <a:rPr lang="en-US" sz="1800" dirty="0">
                <a:solidFill>
                  <a:srgbClr val="222222"/>
                </a:solidFill>
                <a:latin typeface="Amasis MT Pro" panose="020B0604020202020204" pitchFamily="18" charset="0"/>
                <a:ea typeface="Times New Roman" panose="02020603050405020304" pitchFamily="18" charset="0"/>
                <a:cs typeface="Times New Roman" panose="02020603050405020304" pitchFamily="18" charset="0"/>
              </a:rPr>
            </a:br>
            <a:br>
              <a:rPr lang="en-US" sz="1800" dirty="0">
                <a:solidFill>
                  <a:srgbClr val="222222"/>
                </a:solidFill>
                <a:latin typeface="Amasis MT Pro" panose="020B0604020202020204" pitchFamily="18" charset="0"/>
                <a:ea typeface="Times New Roman" panose="02020603050405020304" pitchFamily="18" charset="0"/>
                <a:cs typeface="Times New Roman" panose="02020603050405020304" pitchFamily="18" charset="0"/>
              </a:rPr>
            </a:br>
            <a:r>
              <a:rPr lang="en-US" sz="1800" dirty="0">
                <a:solidFill>
                  <a:srgbClr val="222222"/>
                </a:solidFill>
                <a:latin typeface="Amasis MT Pro" panose="020B0604020202020204" pitchFamily="18" charset="0"/>
                <a:ea typeface="Times New Roman" panose="02020603050405020304" pitchFamily="18" charset="0"/>
                <a:cs typeface="Times New Roman" panose="02020603050405020304" pitchFamily="18" charset="0"/>
              </a:rPr>
              <a:t>1. Test Initiation/QA Analysis</a:t>
            </a:r>
            <a:br>
              <a:rPr lang="en-US" sz="1800" dirty="0">
                <a:solidFill>
                  <a:srgbClr val="222222"/>
                </a:solidFill>
                <a:latin typeface="Amasis MT Pro" panose="020B0604020202020204" pitchFamily="18" charset="0"/>
                <a:ea typeface="Times New Roman" panose="02020603050405020304" pitchFamily="18" charset="0"/>
                <a:cs typeface="Times New Roman" panose="02020603050405020304" pitchFamily="18" charset="0"/>
              </a:rPr>
            </a:br>
            <a:r>
              <a:rPr lang="en-US" sz="1800" dirty="0">
                <a:solidFill>
                  <a:srgbClr val="222222"/>
                </a:solidFill>
                <a:latin typeface="Amasis MT Pro" panose="020B0604020202020204" pitchFamily="18" charset="0"/>
                <a:ea typeface="Times New Roman" panose="02020603050405020304" pitchFamily="18" charset="0"/>
                <a:cs typeface="Times New Roman" panose="02020603050405020304" pitchFamily="18" charset="0"/>
              </a:rPr>
              <a:t>2. Test Plan</a:t>
            </a:r>
            <a:br>
              <a:rPr lang="en-US" sz="1800" dirty="0">
                <a:solidFill>
                  <a:srgbClr val="222222"/>
                </a:solidFill>
                <a:latin typeface="Amasis MT Pro" panose="020B0604020202020204" pitchFamily="18" charset="0"/>
                <a:ea typeface="Times New Roman" panose="02020603050405020304" pitchFamily="18" charset="0"/>
                <a:cs typeface="Times New Roman" panose="02020603050405020304" pitchFamily="18" charset="0"/>
              </a:rPr>
            </a:br>
            <a:r>
              <a:rPr lang="en-US" sz="1800" dirty="0">
                <a:solidFill>
                  <a:srgbClr val="222222"/>
                </a:solidFill>
                <a:latin typeface="Amasis MT Pro" panose="020B0604020202020204" pitchFamily="18" charset="0"/>
                <a:ea typeface="Times New Roman" panose="02020603050405020304" pitchFamily="18" charset="0"/>
                <a:cs typeface="Times New Roman" panose="02020603050405020304" pitchFamily="18" charset="0"/>
              </a:rPr>
              <a:t>3. Identify the test scenario</a:t>
            </a:r>
            <a:br>
              <a:rPr lang="en-US" sz="1800" dirty="0">
                <a:solidFill>
                  <a:srgbClr val="222222"/>
                </a:solidFill>
                <a:latin typeface="Amasis MT Pro" panose="020B0604020202020204" pitchFamily="18" charset="0"/>
                <a:ea typeface="Times New Roman" panose="02020603050405020304" pitchFamily="18" charset="0"/>
                <a:cs typeface="Times New Roman" panose="02020603050405020304" pitchFamily="18" charset="0"/>
              </a:rPr>
            </a:br>
            <a:r>
              <a:rPr lang="en-US" sz="1800" dirty="0">
                <a:solidFill>
                  <a:srgbClr val="222222"/>
                </a:solidFill>
                <a:latin typeface="Amasis MT Pro" panose="020B0604020202020204" pitchFamily="18" charset="0"/>
                <a:ea typeface="Times New Roman" panose="02020603050405020304" pitchFamily="18" charset="0"/>
                <a:cs typeface="Times New Roman" panose="02020603050405020304" pitchFamily="18" charset="0"/>
              </a:rPr>
              <a:t>4. Test case design</a:t>
            </a:r>
            <a:br>
              <a:rPr lang="en-US" sz="1800" dirty="0">
                <a:solidFill>
                  <a:srgbClr val="222222"/>
                </a:solidFill>
                <a:latin typeface="Amasis MT Pro" panose="020B0604020202020204" pitchFamily="18" charset="0"/>
                <a:ea typeface="Times New Roman" panose="02020603050405020304" pitchFamily="18" charset="0"/>
                <a:cs typeface="Times New Roman" panose="02020603050405020304" pitchFamily="18" charset="0"/>
              </a:rPr>
            </a:br>
            <a:r>
              <a:rPr lang="en-US" sz="1800" dirty="0">
                <a:solidFill>
                  <a:srgbClr val="222222"/>
                </a:solidFill>
                <a:latin typeface="Amasis MT Pro" panose="020B0604020202020204" pitchFamily="18" charset="0"/>
                <a:ea typeface="Times New Roman" panose="02020603050405020304" pitchFamily="18" charset="0"/>
                <a:cs typeface="Times New Roman" panose="02020603050405020304" pitchFamily="18" charset="0"/>
              </a:rPr>
              <a:t>5. Test data preparation</a:t>
            </a:r>
            <a:br>
              <a:rPr lang="en-US" sz="1800" dirty="0">
                <a:solidFill>
                  <a:srgbClr val="222222"/>
                </a:solidFill>
                <a:latin typeface="Amasis MT Pro" panose="020B0604020202020204" pitchFamily="18" charset="0"/>
                <a:ea typeface="Times New Roman" panose="02020603050405020304" pitchFamily="18" charset="0"/>
                <a:cs typeface="Times New Roman" panose="02020603050405020304" pitchFamily="18" charset="0"/>
              </a:rPr>
            </a:br>
            <a:r>
              <a:rPr lang="en-US" sz="1800" dirty="0">
                <a:solidFill>
                  <a:srgbClr val="222222"/>
                </a:solidFill>
                <a:latin typeface="Amasis MT Pro" panose="020B0604020202020204" pitchFamily="18" charset="0"/>
                <a:ea typeface="Times New Roman" panose="02020603050405020304" pitchFamily="18" charset="0"/>
                <a:cs typeface="Times New Roman" panose="02020603050405020304" pitchFamily="18" charset="0"/>
              </a:rPr>
              <a:t>6. Test case execution in testing environment</a:t>
            </a:r>
            <a:br>
              <a:rPr lang="en-US" sz="1800" dirty="0">
                <a:solidFill>
                  <a:srgbClr val="222222"/>
                </a:solidFill>
                <a:latin typeface="Amasis MT Pro" panose="020B0604020202020204" pitchFamily="18" charset="0"/>
                <a:ea typeface="Times New Roman" panose="02020603050405020304" pitchFamily="18" charset="0"/>
                <a:cs typeface="Times New Roman" panose="02020603050405020304" pitchFamily="18" charset="0"/>
              </a:rPr>
            </a:br>
            <a:r>
              <a:rPr lang="en-US" sz="1800" dirty="0">
                <a:solidFill>
                  <a:srgbClr val="222222"/>
                </a:solidFill>
                <a:latin typeface="Amasis MT Pro" panose="020B0604020202020204" pitchFamily="18" charset="0"/>
                <a:ea typeface="Times New Roman" panose="02020603050405020304" pitchFamily="18" charset="0"/>
                <a:cs typeface="Times New Roman" panose="02020603050405020304" pitchFamily="18" charset="0"/>
              </a:rPr>
              <a:t>7. Defects (If Any)</a:t>
            </a:r>
            <a:br>
              <a:rPr lang="en-US" sz="1800" dirty="0">
                <a:solidFill>
                  <a:srgbClr val="222222"/>
                </a:solidFill>
                <a:latin typeface="Amasis MT Pro" panose="020B0604020202020204" pitchFamily="18" charset="0"/>
                <a:ea typeface="Times New Roman" panose="02020603050405020304" pitchFamily="18" charset="0"/>
                <a:cs typeface="Times New Roman" panose="02020603050405020304" pitchFamily="18" charset="0"/>
              </a:rPr>
            </a:br>
            <a:r>
              <a:rPr lang="en-US" sz="1800" dirty="0">
                <a:solidFill>
                  <a:srgbClr val="222222"/>
                </a:solidFill>
                <a:latin typeface="Amasis MT Pro" panose="020B0604020202020204" pitchFamily="18" charset="0"/>
                <a:ea typeface="Times New Roman" panose="02020603050405020304" pitchFamily="18" charset="0"/>
                <a:cs typeface="Times New Roman" panose="02020603050405020304" pitchFamily="18" charset="0"/>
              </a:rPr>
              <a:t>8. Defect Retesting</a:t>
            </a:r>
            <a:br>
              <a:rPr lang="en-US" sz="1800" dirty="0">
                <a:solidFill>
                  <a:srgbClr val="222222"/>
                </a:solidFill>
                <a:latin typeface="Amasis MT Pro" panose="020B0604020202020204" pitchFamily="18" charset="0"/>
                <a:ea typeface="Times New Roman" panose="02020603050405020304" pitchFamily="18" charset="0"/>
                <a:cs typeface="Times New Roman" panose="02020603050405020304" pitchFamily="18" charset="0"/>
              </a:rPr>
            </a:br>
            <a:r>
              <a:rPr lang="en-US" sz="1800" dirty="0">
                <a:solidFill>
                  <a:srgbClr val="222222"/>
                </a:solidFill>
                <a:latin typeface="Amasis MT Pro" panose="020B0604020202020204" pitchFamily="18" charset="0"/>
                <a:ea typeface="Times New Roman" panose="02020603050405020304" pitchFamily="18" charset="0"/>
                <a:cs typeface="Times New Roman" panose="02020603050405020304" pitchFamily="18" charset="0"/>
              </a:rPr>
              <a:t>9. Regression Testing</a:t>
            </a:r>
            <a:br>
              <a:rPr lang="en-US" sz="1800" dirty="0">
                <a:solidFill>
                  <a:srgbClr val="222222"/>
                </a:solidFill>
                <a:latin typeface="Amasis MT Pro" panose="020B0604020202020204" pitchFamily="18" charset="0"/>
                <a:ea typeface="Times New Roman" panose="02020603050405020304" pitchFamily="18" charset="0"/>
                <a:cs typeface="Times New Roman" panose="02020603050405020304" pitchFamily="18" charset="0"/>
              </a:rPr>
            </a:br>
            <a:r>
              <a:rPr lang="en-US" sz="1800" dirty="0">
                <a:solidFill>
                  <a:srgbClr val="222222"/>
                </a:solidFill>
                <a:latin typeface="Amasis MT Pro" panose="020B0604020202020204" pitchFamily="18" charset="0"/>
                <a:ea typeface="Times New Roman" panose="02020603050405020304" pitchFamily="18" charset="0"/>
                <a:cs typeface="Times New Roman" panose="02020603050405020304" pitchFamily="18" charset="0"/>
              </a:rPr>
              <a:t>10 Testing Closure</a:t>
            </a:r>
            <a:br>
              <a:rPr lang="en-US" sz="1800" dirty="0">
                <a:solidFill>
                  <a:srgbClr val="222222"/>
                </a:solidFill>
                <a:latin typeface="Amasis MT Pro" panose="020B0604020202020204" pitchFamily="18" charset="0"/>
                <a:ea typeface="Times New Roman" panose="02020603050405020304" pitchFamily="18" charset="0"/>
                <a:cs typeface="Times New Roman" panose="02020603050405020304" pitchFamily="18" charset="0"/>
              </a:rPr>
            </a:br>
            <a:endParaRPr lang="en-US" sz="1800" b="1" dirty="0">
              <a:latin typeface="Amasis MT Pro" panose="020B0604020202020204" pitchFamily="18" charset="0"/>
            </a:endParaRPr>
          </a:p>
        </p:txBody>
      </p:sp>
      <p:sp>
        <p:nvSpPr>
          <p:cNvPr id="66" name="Google Shape;66;p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en-IN"/>
              <a:t>5</a:t>
            </a:fld>
            <a:endParaRPr/>
          </a:p>
        </p:txBody>
      </p:sp>
    </p:spTree>
    <p:extLst>
      <p:ext uri="{BB962C8B-B14F-4D97-AF65-F5344CB8AC3E}">
        <p14:creationId xmlns:p14="http://schemas.microsoft.com/office/powerpoint/2010/main" val="81988994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solidFill>
                  <a:srgbClr val="002060"/>
                </a:solidFill>
                <a:cs typeface="Aldhabi" panose="01000000000000000000" pitchFamily="2" charset="-78"/>
              </a:rPr>
              <a:t>STLC (Software Testing Life Cycle) is also called as…</a:t>
            </a:r>
            <a:br>
              <a:rPr lang="en-US" dirty="0"/>
            </a:br>
            <a:endParaRPr lang="en-IN" dirty="0"/>
          </a:p>
        </p:txBody>
      </p:sp>
      <p:sp>
        <p:nvSpPr>
          <p:cNvPr id="3" name="Text Placeholder 2"/>
          <p:cNvSpPr>
            <a:spLocks noGrp="1"/>
          </p:cNvSpPr>
          <p:nvPr>
            <p:ph type="body" idx="1"/>
          </p:nvPr>
        </p:nvSpPr>
        <p:spPr>
          <a:xfrm>
            <a:off x="311700" y="1517301"/>
            <a:ext cx="8520600" cy="3051574"/>
          </a:xfrm>
        </p:spPr>
        <p:txBody>
          <a:bodyPr>
            <a:normAutofit/>
          </a:bodyPr>
          <a:lstStyle/>
          <a:p>
            <a:r>
              <a:rPr lang="en-IN" sz="2000" dirty="0">
                <a:solidFill>
                  <a:schemeClr val="tx1"/>
                </a:solidFill>
              </a:rPr>
              <a:t>End to End process of Testing</a:t>
            </a:r>
          </a:p>
          <a:p>
            <a:endParaRPr lang="en-IN" sz="2000" dirty="0">
              <a:solidFill>
                <a:schemeClr val="tx1"/>
              </a:solidFill>
            </a:endParaRPr>
          </a:p>
          <a:p>
            <a:r>
              <a:rPr lang="en-IN" sz="2000" dirty="0">
                <a:solidFill>
                  <a:schemeClr val="tx1"/>
                </a:solidFill>
              </a:rPr>
              <a:t>Testing Life Cycle</a:t>
            </a:r>
          </a:p>
          <a:p>
            <a:endParaRPr lang="en-IN" sz="2000" dirty="0">
              <a:solidFill>
                <a:schemeClr val="tx1"/>
              </a:solidFill>
            </a:endParaRPr>
          </a:p>
          <a:p>
            <a:r>
              <a:rPr lang="en-IN" sz="2000" dirty="0">
                <a:solidFill>
                  <a:schemeClr val="tx1"/>
                </a:solidFill>
              </a:rPr>
              <a:t>Manual Testing Life Cycle</a:t>
            </a:r>
          </a:p>
        </p:txBody>
      </p:sp>
    </p:spTree>
    <p:extLst>
      <p:ext uri="{BB962C8B-B14F-4D97-AF65-F5344CB8AC3E}">
        <p14:creationId xmlns:p14="http://schemas.microsoft.com/office/powerpoint/2010/main" val="2774006835"/>
      </p:ext>
    </p:extLst>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1026</TotalTime>
  <Words>366</Words>
  <Application>Microsoft Office PowerPoint</Application>
  <PresentationFormat>On-screen Show (16:9)</PresentationFormat>
  <Paragraphs>47</Paragraphs>
  <Slides>6</Slides>
  <Notes>3</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6</vt:i4>
      </vt:variant>
    </vt:vector>
  </HeadingPairs>
  <TitlesOfParts>
    <vt:vector size="14" baseType="lpstr">
      <vt:lpstr>Arial</vt:lpstr>
      <vt:lpstr>Amasis MT Pro</vt:lpstr>
      <vt:lpstr>Aldhabi</vt:lpstr>
      <vt:lpstr>Kanit</vt:lpstr>
      <vt:lpstr>Fira Sans</vt:lpstr>
      <vt:lpstr>Helvetica Neue</vt:lpstr>
      <vt:lpstr>Simple Light</vt:lpstr>
      <vt:lpstr>1_Simple Light</vt:lpstr>
      <vt:lpstr>PowerPoint Presentation</vt:lpstr>
      <vt:lpstr>Types of Testing</vt:lpstr>
      <vt:lpstr>Smoke Testing</vt:lpstr>
      <vt:lpstr>Difference Between Sanity Testing and Smoke Testing</vt:lpstr>
      <vt:lpstr>STLC (Software Testing Life Cycle)  STLC is step by step process which are following to complete the testing  activity in a project.  There are 10 different phases in STLC  1. Test Initiation/QA Analysis 2. Test Plan 3. Identify the test scenario 4. Test case design 5. Test data preparation 6. Test case execution in testing environment 7. Defects (If Any) 8. Defect Retesting 9. Regression Testing 10 Testing Closure </vt:lpstr>
      <vt:lpstr>STLC (Software Testing Life Cycle) is also called as…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Manas Tuwani</cp:lastModifiedBy>
  <cp:revision>35</cp:revision>
  <dcterms:modified xsi:type="dcterms:W3CDTF">2024-03-05T02:29:37Z</dcterms:modified>
</cp:coreProperties>
</file>