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0" r:id="rId2"/>
    <p:sldId id="265" r:id="rId3"/>
    <p:sldId id="266" r:id="rId4"/>
    <p:sldId id="267" r:id="rId5"/>
    <p:sldId id="268" r:id="rId6"/>
    <p:sldId id="269" r:id="rId7"/>
    <p:sldId id="258" r:id="rId8"/>
    <p:sldId id="259" r:id="rId9"/>
    <p:sldId id="260" r:id="rId10"/>
    <p:sldId id="262" r:id="rId11"/>
    <p:sldId id="261"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99747957-5F69-459D-8826-005AD1109032}"/>
    <pc:docChg chg="undo custSel addSld delSld modSld">
      <pc:chgData name="Manas Tuwani" userId="5d421215-a11f-4a6e-90ca-e8ac2213fab6" providerId="ADAL" clId="{99747957-5F69-459D-8826-005AD1109032}" dt="2022-07-18T17:47:36.837" v="105" actId="6549"/>
      <pc:docMkLst>
        <pc:docMk/>
      </pc:docMkLst>
      <pc:sldChg chg="del">
        <pc:chgData name="Manas Tuwani" userId="5d421215-a11f-4a6e-90ca-e8ac2213fab6" providerId="ADAL" clId="{99747957-5F69-459D-8826-005AD1109032}" dt="2022-07-18T17:47:33.440" v="104" actId="47"/>
        <pc:sldMkLst>
          <pc:docMk/>
          <pc:sldMk cId="258588986" sldId="256"/>
        </pc:sldMkLst>
      </pc:sldChg>
      <pc:sldChg chg="addSp modSp mod setBg">
        <pc:chgData name="Manas Tuwani" userId="5d421215-a11f-4a6e-90ca-e8ac2213fab6" providerId="ADAL" clId="{99747957-5F69-459D-8826-005AD1109032}" dt="2022-07-18T17:46:27.655" v="101" actId="26606"/>
        <pc:sldMkLst>
          <pc:docMk/>
          <pc:sldMk cId="673754918" sldId="261"/>
        </pc:sldMkLst>
        <pc:spChg chg="mod">
          <ac:chgData name="Manas Tuwani" userId="5d421215-a11f-4a6e-90ca-e8ac2213fab6" providerId="ADAL" clId="{99747957-5F69-459D-8826-005AD1109032}" dt="2022-07-18T17:46:27.655" v="101" actId="26606"/>
          <ac:spMkLst>
            <pc:docMk/>
            <pc:sldMk cId="673754918" sldId="261"/>
            <ac:spMk id="2" creationId="{CFF5B6E5-E76E-DF5E-E2C1-3181456BFB4C}"/>
          </ac:spMkLst>
        </pc:spChg>
        <pc:spChg chg="mod">
          <ac:chgData name="Manas Tuwani" userId="5d421215-a11f-4a6e-90ca-e8ac2213fab6" providerId="ADAL" clId="{99747957-5F69-459D-8826-005AD1109032}" dt="2022-07-18T17:46:27.655" v="101" actId="26606"/>
          <ac:spMkLst>
            <pc:docMk/>
            <pc:sldMk cId="673754918" sldId="261"/>
            <ac:spMk id="3" creationId="{7DB684BC-7649-66B8-FDCA-E8A2D9E6328E}"/>
          </ac:spMkLst>
        </pc:spChg>
        <pc:spChg chg="add">
          <ac:chgData name="Manas Tuwani" userId="5d421215-a11f-4a6e-90ca-e8ac2213fab6" providerId="ADAL" clId="{99747957-5F69-459D-8826-005AD1109032}" dt="2022-07-18T17:46:27.655" v="101" actId="26606"/>
          <ac:spMkLst>
            <pc:docMk/>
            <pc:sldMk cId="673754918" sldId="261"/>
            <ac:spMk id="8" creationId="{DBF61EA3-B236-439E-9C0B-340980D56BEE}"/>
          </ac:spMkLst>
        </pc:spChg>
        <pc:spChg chg="add">
          <ac:chgData name="Manas Tuwani" userId="5d421215-a11f-4a6e-90ca-e8ac2213fab6" providerId="ADAL" clId="{99747957-5F69-459D-8826-005AD1109032}" dt="2022-07-18T17:46:27.655" v="101" actId="26606"/>
          <ac:spMkLst>
            <pc:docMk/>
            <pc:sldMk cId="673754918" sldId="261"/>
            <ac:spMk id="14" creationId="{E659831F-0D9A-4C63-9EBB-8435B85A440F}"/>
          </ac:spMkLst>
        </pc:spChg>
        <pc:grpChg chg="add">
          <ac:chgData name="Manas Tuwani" userId="5d421215-a11f-4a6e-90ca-e8ac2213fab6" providerId="ADAL" clId="{99747957-5F69-459D-8826-005AD1109032}" dt="2022-07-18T17:46:27.655" v="101" actId="26606"/>
          <ac:grpSpMkLst>
            <pc:docMk/>
            <pc:sldMk cId="673754918" sldId="261"/>
            <ac:grpSpMk id="10" creationId="{28FAF094-D087-493F-8DF9-A486C2D6BBAA}"/>
          </ac:grpSpMkLst>
        </pc:grpChg>
      </pc:sldChg>
      <pc:sldChg chg="addSp delSp modSp mod setBg">
        <pc:chgData name="Manas Tuwani" userId="5d421215-a11f-4a6e-90ca-e8ac2213fab6" providerId="ADAL" clId="{99747957-5F69-459D-8826-005AD1109032}" dt="2022-07-18T17:46:36.114" v="102" actId="26606"/>
        <pc:sldMkLst>
          <pc:docMk/>
          <pc:sldMk cId="641390768" sldId="262"/>
        </pc:sldMkLst>
        <pc:spChg chg="mod">
          <ac:chgData name="Manas Tuwani" userId="5d421215-a11f-4a6e-90ca-e8ac2213fab6" providerId="ADAL" clId="{99747957-5F69-459D-8826-005AD1109032}" dt="2022-07-18T17:46:36.114" v="102" actId="26606"/>
          <ac:spMkLst>
            <pc:docMk/>
            <pc:sldMk cId="641390768" sldId="262"/>
            <ac:spMk id="2" creationId="{151E0C98-8D90-91A5-C62C-D02966123949}"/>
          </ac:spMkLst>
        </pc:spChg>
        <pc:spChg chg="mod">
          <ac:chgData name="Manas Tuwani" userId="5d421215-a11f-4a6e-90ca-e8ac2213fab6" providerId="ADAL" clId="{99747957-5F69-459D-8826-005AD1109032}" dt="2022-07-18T17:46:36.114" v="102" actId="26606"/>
          <ac:spMkLst>
            <pc:docMk/>
            <pc:sldMk cId="641390768" sldId="262"/>
            <ac:spMk id="3" creationId="{54D187C8-5A74-90F3-AE9E-4C6B12642F92}"/>
          </ac:spMkLst>
        </pc:spChg>
        <pc:spChg chg="add del">
          <ac:chgData name="Manas Tuwani" userId="5d421215-a11f-4a6e-90ca-e8ac2213fab6" providerId="ADAL" clId="{99747957-5F69-459D-8826-005AD1109032}" dt="2022-07-18T17:46:36.114" v="102" actId="26606"/>
          <ac:spMkLst>
            <pc:docMk/>
            <pc:sldMk cId="641390768" sldId="262"/>
            <ac:spMk id="9" creationId="{2B1D4F77-A17C-43D7-B7FA-545148E4E93D}"/>
          </ac:spMkLst>
        </pc:spChg>
        <pc:spChg chg="add">
          <ac:chgData name="Manas Tuwani" userId="5d421215-a11f-4a6e-90ca-e8ac2213fab6" providerId="ADAL" clId="{99747957-5F69-459D-8826-005AD1109032}" dt="2022-07-18T17:46:36.114" v="102" actId="26606"/>
          <ac:spMkLst>
            <pc:docMk/>
            <pc:sldMk cId="641390768" sldId="262"/>
            <ac:spMk id="14" creationId="{FF81F8D5-515A-45DC-B296-30AB11F2C19F}"/>
          </ac:spMkLst>
        </pc:spChg>
        <pc:spChg chg="add">
          <ac:chgData name="Manas Tuwani" userId="5d421215-a11f-4a6e-90ca-e8ac2213fab6" providerId="ADAL" clId="{99747957-5F69-459D-8826-005AD1109032}" dt="2022-07-18T17:46:36.114" v="102" actId="26606"/>
          <ac:spMkLst>
            <pc:docMk/>
            <pc:sldMk cId="641390768" sldId="262"/>
            <ac:spMk id="16" creationId="{90464369-70FA-42AF-948F-80664CA7BFE5}"/>
          </ac:spMkLst>
        </pc:spChg>
        <pc:spChg chg="add">
          <ac:chgData name="Manas Tuwani" userId="5d421215-a11f-4a6e-90ca-e8ac2213fab6" providerId="ADAL" clId="{99747957-5F69-459D-8826-005AD1109032}" dt="2022-07-18T17:46:36.114" v="102" actId="26606"/>
          <ac:spMkLst>
            <pc:docMk/>
            <pc:sldMk cId="641390768" sldId="262"/>
            <ac:spMk id="18" creationId="{A6604B49-AD5C-4590-B051-06C8222ECD99}"/>
          </ac:spMkLst>
        </pc:spChg>
        <pc:spChg chg="add">
          <ac:chgData name="Manas Tuwani" userId="5d421215-a11f-4a6e-90ca-e8ac2213fab6" providerId="ADAL" clId="{99747957-5F69-459D-8826-005AD1109032}" dt="2022-07-18T17:46:36.114" v="102" actId="26606"/>
          <ac:spMkLst>
            <pc:docMk/>
            <pc:sldMk cId="641390768" sldId="262"/>
            <ac:spMk id="20" creationId="{CC552A98-EF7D-4D42-AB69-066B786AB55B}"/>
          </ac:spMkLst>
        </pc:spChg>
        <pc:spChg chg="add">
          <ac:chgData name="Manas Tuwani" userId="5d421215-a11f-4a6e-90ca-e8ac2213fab6" providerId="ADAL" clId="{99747957-5F69-459D-8826-005AD1109032}" dt="2022-07-18T17:46:36.114" v="102" actId="26606"/>
          <ac:spMkLst>
            <pc:docMk/>
            <pc:sldMk cId="641390768" sldId="262"/>
            <ac:spMk id="22" creationId="{A648176E-454C-437C-B0FC-9B82FCF32B24}"/>
          </ac:spMkLst>
        </pc:spChg>
        <pc:picChg chg="add mod ord">
          <ac:chgData name="Manas Tuwani" userId="5d421215-a11f-4a6e-90ca-e8ac2213fab6" providerId="ADAL" clId="{99747957-5F69-459D-8826-005AD1109032}" dt="2022-07-18T17:46:36.114" v="102" actId="26606"/>
          <ac:picMkLst>
            <pc:docMk/>
            <pc:sldMk cId="641390768" sldId="262"/>
            <ac:picMk id="5" creationId="{BC886C49-DD8D-B6FD-33E2-81C0815F718D}"/>
          </ac:picMkLst>
        </pc:picChg>
      </pc:sldChg>
      <pc:sldChg chg="modSp mod">
        <pc:chgData name="Manas Tuwani" userId="5d421215-a11f-4a6e-90ca-e8ac2213fab6" providerId="ADAL" clId="{99747957-5F69-459D-8826-005AD1109032}" dt="2022-07-18T17:45:38.826" v="95" actId="33524"/>
        <pc:sldMkLst>
          <pc:docMk/>
          <pc:sldMk cId="86162305" sldId="264"/>
        </pc:sldMkLst>
        <pc:spChg chg="mod">
          <ac:chgData name="Manas Tuwani" userId="5d421215-a11f-4a6e-90ca-e8ac2213fab6" providerId="ADAL" clId="{99747957-5F69-459D-8826-005AD1109032}" dt="2022-07-18T17:45:38.826" v="95" actId="33524"/>
          <ac:spMkLst>
            <pc:docMk/>
            <pc:sldMk cId="86162305" sldId="264"/>
            <ac:spMk id="3" creationId="{4A5E9805-8651-4C5B-D03C-4045174F15A5}"/>
          </ac:spMkLst>
        </pc:spChg>
      </pc:sldChg>
      <pc:sldChg chg="modSp new mod">
        <pc:chgData name="Manas Tuwani" userId="5d421215-a11f-4a6e-90ca-e8ac2213fab6" providerId="ADAL" clId="{99747957-5F69-459D-8826-005AD1109032}" dt="2022-07-18T17:33:10.238" v="32" actId="27636"/>
        <pc:sldMkLst>
          <pc:docMk/>
          <pc:sldMk cId="3940611460" sldId="265"/>
        </pc:sldMkLst>
        <pc:spChg chg="mod">
          <ac:chgData name="Manas Tuwani" userId="5d421215-a11f-4a6e-90ca-e8ac2213fab6" providerId="ADAL" clId="{99747957-5F69-459D-8826-005AD1109032}" dt="2022-07-18T17:30:37.165" v="9" actId="20577"/>
          <ac:spMkLst>
            <pc:docMk/>
            <pc:sldMk cId="3940611460" sldId="265"/>
            <ac:spMk id="2" creationId="{269F2F76-ABE6-F854-DFEE-07322958A700}"/>
          </ac:spMkLst>
        </pc:spChg>
        <pc:spChg chg="mod">
          <ac:chgData name="Manas Tuwani" userId="5d421215-a11f-4a6e-90ca-e8ac2213fab6" providerId="ADAL" clId="{99747957-5F69-459D-8826-005AD1109032}" dt="2022-07-18T17:33:10.238" v="32" actId="27636"/>
          <ac:spMkLst>
            <pc:docMk/>
            <pc:sldMk cId="3940611460" sldId="265"/>
            <ac:spMk id="3" creationId="{4263EFBD-F01B-1D32-ED2E-C64BECFD4FB4}"/>
          </ac:spMkLst>
        </pc:spChg>
      </pc:sldChg>
      <pc:sldChg chg="modSp add mod">
        <pc:chgData name="Manas Tuwani" userId="5d421215-a11f-4a6e-90ca-e8ac2213fab6" providerId="ADAL" clId="{99747957-5F69-459D-8826-005AD1109032}" dt="2022-07-18T17:34:42.344" v="55" actId="33524"/>
        <pc:sldMkLst>
          <pc:docMk/>
          <pc:sldMk cId="1030687014" sldId="266"/>
        </pc:sldMkLst>
        <pc:spChg chg="mod">
          <ac:chgData name="Manas Tuwani" userId="5d421215-a11f-4a6e-90ca-e8ac2213fab6" providerId="ADAL" clId="{99747957-5F69-459D-8826-005AD1109032}" dt="2022-07-18T17:34:42.344" v="55" actId="33524"/>
          <ac:spMkLst>
            <pc:docMk/>
            <pc:sldMk cId="1030687014" sldId="266"/>
            <ac:spMk id="3" creationId="{4263EFBD-F01B-1D32-ED2E-C64BECFD4FB4}"/>
          </ac:spMkLst>
        </pc:spChg>
      </pc:sldChg>
      <pc:sldChg chg="addSp delSp modSp add mod setBg">
        <pc:chgData name="Manas Tuwani" userId="5d421215-a11f-4a6e-90ca-e8ac2213fab6" providerId="ADAL" clId="{99747957-5F69-459D-8826-005AD1109032}" dt="2022-07-18T17:36:55.028" v="77" actId="20577"/>
        <pc:sldMkLst>
          <pc:docMk/>
          <pc:sldMk cId="3293686589" sldId="267"/>
        </pc:sldMkLst>
        <pc:spChg chg="mod ord">
          <ac:chgData name="Manas Tuwani" userId="5d421215-a11f-4a6e-90ca-e8ac2213fab6" providerId="ADAL" clId="{99747957-5F69-459D-8826-005AD1109032}" dt="2022-07-18T17:36:55.028" v="77" actId="20577"/>
          <ac:spMkLst>
            <pc:docMk/>
            <pc:sldMk cId="3293686589" sldId="267"/>
            <ac:spMk id="2" creationId="{269F2F76-ABE6-F854-DFEE-07322958A700}"/>
          </ac:spMkLst>
        </pc:spChg>
        <pc:spChg chg="del mod">
          <ac:chgData name="Manas Tuwani" userId="5d421215-a11f-4a6e-90ca-e8ac2213fab6" providerId="ADAL" clId="{99747957-5F69-459D-8826-005AD1109032}" dt="2022-07-18T17:35:57.018" v="61" actId="22"/>
          <ac:spMkLst>
            <pc:docMk/>
            <pc:sldMk cId="3293686589" sldId="267"/>
            <ac:spMk id="3" creationId="{4263EFBD-F01B-1D32-ED2E-C64BECFD4FB4}"/>
          </ac:spMkLst>
        </pc:spChg>
        <pc:spChg chg="add del">
          <ac:chgData name="Manas Tuwani" userId="5d421215-a11f-4a6e-90ca-e8ac2213fab6" providerId="ADAL" clId="{99747957-5F69-459D-8826-005AD1109032}" dt="2022-07-18T17:36:19.740" v="67" actId="26606"/>
          <ac:spMkLst>
            <pc:docMk/>
            <pc:sldMk cId="3293686589" sldId="267"/>
            <ac:spMk id="9" creationId="{DAFBC2B2-09BE-315B-6242-3A727D8BC553}"/>
          </ac:spMkLst>
        </pc:spChg>
        <pc:spChg chg="add del">
          <ac:chgData name="Manas Tuwani" userId="5d421215-a11f-4a6e-90ca-e8ac2213fab6" providerId="ADAL" clId="{99747957-5F69-459D-8826-005AD1109032}" dt="2022-07-18T17:36:06.296" v="63" actId="26606"/>
          <ac:spMkLst>
            <pc:docMk/>
            <pc:sldMk cId="3293686589" sldId="267"/>
            <ac:spMk id="12" creationId="{7F57BEA8-497D-4AA8-8A18-BDCD696B25FE}"/>
          </ac:spMkLst>
        </pc:spChg>
        <pc:spChg chg="add del">
          <ac:chgData name="Manas Tuwani" userId="5d421215-a11f-4a6e-90ca-e8ac2213fab6" providerId="ADAL" clId="{99747957-5F69-459D-8826-005AD1109032}" dt="2022-07-18T17:36:16.793" v="65" actId="26606"/>
          <ac:spMkLst>
            <pc:docMk/>
            <pc:sldMk cId="3293686589" sldId="267"/>
            <ac:spMk id="18" creationId="{A4AC5506-6312-4701-8D3C-40187889A947}"/>
          </ac:spMkLst>
        </pc:spChg>
        <pc:spChg chg="add del">
          <ac:chgData name="Manas Tuwani" userId="5d421215-a11f-4a6e-90ca-e8ac2213fab6" providerId="ADAL" clId="{99747957-5F69-459D-8826-005AD1109032}" dt="2022-07-18T17:36:19.740" v="67" actId="26606"/>
          <ac:spMkLst>
            <pc:docMk/>
            <pc:sldMk cId="3293686589" sldId="267"/>
            <ac:spMk id="20" creationId="{32AEEBC8-9D30-42EF-95F2-386C2653FBF0}"/>
          </ac:spMkLst>
        </pc:spChg>
        <pc:spChg chg="add del">
          <ac:chgData name="Manas Tuwani" userId="5d421215-a11f-4a6e-90ca-e8ac2213fab6" providerId="ADAL" clId="{99747957-5F69-459D-8826-005AD1109032}" dt="2022-07-18T17:36:19.740" v="67" actId="26606"/>
          <ac:spMkLst>
            <pc:docMk/>
            <pc:sldMk cId="3293686589" sldId="267"/>
            <ac:spMk id="21" creationId="{2E92FA66-67D7-4CB4-94D3-E643A9AD4757}"/>
          </ac:spMkLst>
        </pc:spChg>
        <pc:spChg chg="add del">
          <ac:chgData name="Manas Tuwani" userId="5d421215-a11f-4a6e-90ca-e8ac2213fab6" providerId="ADAL" clId="{99747957-5F69-459D-8826-005AD1109032}" dt="2022-07-18T17:36:20.443" v="69" actId="26606"/>
          <ac:spMkLst>
            <pc:docMk/>
            <pc:sldMk cId="3293686589" sldId="267"/>
            <ac:spMk id="23" creationId="{D7A453D2-15D8-4403-815F-291FA16340D9}"/>
          </ac:spMkLst>
        </pc:spChg>
        <pc:spChg chg="add del">
          <ac:chgData name="Manas Tuwani" userId="5d421215-a11f-4a6e-90ca-e8ac2213fab6" providerId="ADAL" clId="{99747957-5F69-459D-8826-005AD1109032}" dt="2022-07-18T17:36:20.443" v="69" actId="26606"/>
          <ac:spMkLst>
            <pc:docMk/>
            <pc:sldMk cId="3293686589" sldId="267"/>
            <ac:spMk id="24" creationId="{B8114C98-A349-4111-A123-E8EAB86ABE30}"/>
          </ac:spMkLst>
        </pc:spChg>
        <pc:spChg chg="add del">
          <ac:chgData name="Manas Tuwani" userId="5d421215-a11f-4a6e-90ca-e8ac2213fab6" providerId="ADAL" clId="{99747957-5F69-459D-8826-005AD1109032}" dt="2022-07-18T17:36:20.443" v="69" actId="26606"/>
          <ac:spMkLst>
            <pc:docMk/>
            <pc:sldMk cId="3293686589" sldId="267"/>
            <ac:spMk id="25" creationId="{8161EA6B-09CA-445B-AB0D-8DF76FA92DEF}"/>
          </ac:spMkLst>
        </pc:spChg>
        <pc:spChg chg="add del">
          <ac:chgData name="Manas Tuwani" userId="5d421215-a11f-4a6e-90ca-e8ac2213fab6" providerId="ADAL" clId="{99747957-5F69-459D-8826-005AD1109032}" dt="2022-07-18T17:36:20.443" v="69" actId="26606"/>
          <ac:spMkLst>
            <pc:docMk/>
            <pc:sldMk cId="3293686589" sldId="267"/>
            <ac:spMk id="38" creationId="{E2D3D3F2-ABBB-4453-B1C5-1BEBF7E4DD56}"/>
          </ac:spMkLst>
        </pc:spChg>
        <pc:spChg chg="add del">
          <ac:chgData name="Manas Tuwani" userId="5d421215-a11f-4a6e-90ca-e8ac2213fab6" providerId="ADAL" clId="{99747957-5F69-459D-8826-005AD1109032}" dt="2022-07-18T17:36:20.443" v="69" actId="26606"/>
          <ac:spMkLst>
            <pc:docMk/>
            <pc:sldMk cId="3293686589" sldId="267"/>
            <ac:spMk id="46" creationId="{E0DB16D7-ED57-806E-495D-5142EBFD7DA7}"/>
          </ac:spMkLst>
        </pc:spChg>
        <pc:spChg chg="add del">
          <ac:chgData name="Manas Tuwani" userId="5d421215-a11f-4a6e-90ca-e8ac2213fab6" providerId="ADAL" clId="{99747957-5F69-459D-8826-005AD1109032}" dt="2022-07-18T17:36:21.604" v="71" actId="26606"/>
          <ac:spMkLst>
            <pc:docMk/>
            <pc:sldMk cId="3293686589" sldId="267"/>
            <ac:spMk id="48" creationId="{A3E4B6F7-4A72-E12A-8983-E49EA19545B9}"/>
          </ac:spMkLst>
        </pc:spChg>
        <pc:spChg chg="add del">
          <ac:chgData name="Manas Tuwani" userId="5d421215-a11f-4a6e-90ca-e8ac2213fab6" providerId="ADAL" clId="{99747957-5F69-459D-8826-005AD1109032}" dt="2022-07-18T17:36:33.859" v="76" actId="26606"/>
          <ac:spMkLst>
            <pc:docMk/>
            <pc:sldMk cId="3293686589" sldId="267"/>
            <ac:spMk id="50" creationId="{058A14AF-9FB5-4CC7-BA35-E8E85D3EDF0E}"/>
          </ac:spMkLst>
        </pc:spChg>
        <pc:spChg chg="add del">
          <ac:chgData name="Manas Tuwani" userId="5d421215-a11f-4a6e-90ca-e8ac2213fab6" providerId="ADAL" clId="{99747957-5F69-459D-8826-005AD1109032}" dt="2022-07-18T17:36:33.859" v="76" actId="26606"/>
          <ac:spMkLst>
            <pc:docMk/>
            <pc:sldMk cId="3293686589" sldId="267"/>
            <ac:spMk id="51" creationId="{3A9A4357-BD1D-4622-A4FE-766E6AB8DE84}"/>
          </ac:spMkLst>
        </pc:spChg>
        <pc:spChg chg="add del">
          <ac:chgData name="Manas Tuwani" userId="5d421215-a11f-4a6e-90ca-e8ac2213fab6" providerId="ADAL" clId="{99747957-5F69-459D-8826-005AD1109032}" dt="2022-07-18T17:36:33.859" v="76" actId="26606"/>
          <ac:spMkLst>
            <pc:docMk/>
            <pc:sldMk cId="3293686589" sldId="267"/>
            <ac:spMk id="52" creationId="{E659831F-0D9A-4C63-9EBB-8435B85A440F}"/>
          </ac:spMkLst>
        </pc:spChg>
        <pc:spChg chg="add del mod">
          <ac:chgData name="Manas Tuwani" userId="5d421215-a11f-4a6e-90ca-e8ac2213fab6" providerId="ADAL" clId="{99747957-5F69-459D-8826-005AD1109032}" dt="2022-07-18T17:36:26.619" v="74" actId="478"/>
          <ac:spMkLst>
            <pc:docMk/>
            <pc:sldMk cId="3293686589" sldId="267"/>
            <ac:spMk id="53" creationId="{2B3A20CE-D4AC-1F4E-D967-E82072BC8E3C}"/>
          </ac:spMkLst>
        </pc:spChg>
        <pc:spChg chg="add del">
          <ac:chgData name="Manas Tuwani" userId="5d421215-a11f-4a6e-90ca-e8ac2213fab6" providerId="ADAL" clId="{99747957-5F69-459D-8826-005AD1109032}" dt="2022-07-18T17:36:33.859" v="76" actId="26606"/>
          <ac:spMkLst>
            <pc:docMk/>
            <pc:sldMk cId="3293686589" sldId="267"/>
            <ac:spMk id="54" creationId="{E6995CE5-F890-4ABA-82A2-26507CE8D2A3}"/>
          </ac:spMkLst>
        </pc:spChg>
        <pc:spChg chg="add">
          <ac:chgData name="Manas Tuwani" userId="5d421215-a11f-4a6e-90ca-e8ac2213fab6" providerId="ADAL" clId="{99747957-5F69-459D-8826-005AD1109032}" dt="2022-07-18T17:36:33.859" v="76" actId="26606"/>
          <ac:spMkLst>
            <pc:docMk/>
            <pc:sldMk cId="3293686589" sldId="267"/>
            <ac:spMk id="59" creationId="{6753252F-4873-4F63-801D-CC719279A7D5}"/>
          </ac:spMkLst>
        </pc:spChg>
        <pc:spChg chg="add">
          <ac:chgData name="Manas Tuwani" userId="5d421215-a11f-4a6e-90ca-e8ac2213fab6" providerId="ADAL" clId="{99747957-5F69-459D-8826-005AD1109032}" dt="2022-07-18T17:36:33.859" v="76" actId="26606"/>
          <ac:spMkLst>
            <pc:docMk/>
            <pc:sldMk cId="3293686589" sldId="267"/>
            <ac:spMk id="61" creationId="{047C8CCB-F95D-4249-92DD-651249D3535A}"/>
          </ac:spMkLst>
        </pc:spChg>
        <pc:grpChg chg="add del">
          <ac:chgData name="Manas Tuwani" userId="5d421215-a11f-4a6e-90ca-e8ac2213fab6" providerId="ADAL" clId="{99747957-5F69-459D-8826-005AD1109032}" dt="2022-07-18T17:36:20.443" v="69" actId="26606"/>
          <ac:grpSpMkLst>
            <pc:docMk/>
            <pc:sldMk cId="3293686589" sldId="267"/>
            <ac:grpSpMk id="26" creationId="{670FB431-AE18-414D-92F4-1D12D1991152}"/>
          </ac:grpSpMkLst>
        </pc:grpChg>
        <pc:grpChg chg="add del">
          <ac:chgData name="Manas Tuwani" userId="5d421215-a11f-4a6e-90ca-e8ac2213fab6" providerId="ADAL" clId="{99747957-5F69-459D-8826-005AD1109032}" dt="2022-07-18T17:36:20.443" v="69" actId="26606"/>
          <ac:grpSpMkLst>
            <pc:docMk/>
            <pc:sldMk cId="3293686589" sldId="267"/>
            <ac:grpSpMk id="31" creationId="{1EA1DAFF-CECA-492F-BFA1-22C64956B8D9}"/>
          </ac:grpSpMkLst>
        </pc:grpChg>
        <pc:grpChg chg="add del">
          <ac:chgData name="Manas Tuwani" userId="5d421215-a11f-4a6e-90ca-e8ac2213fab6" providerId="ADAL" clId="{99747957-5F69-459D-8826-005AD1109032}" dt="2022-07-18T17:36:20.443" v="69" actId="26606"/>
          <ac:grpSpMkLst>
            <pc:docMk/>
            <pc:sldMk cId="3293686589" sldId="267"/>
            <ac:grpSpMk id="32" creationId="{AF19A774-30A5-488B-9BAF-629C6440294E}"/>
          </ac:grpSpMkLst>
        </pc:grpChg>
        <pc:grpChg chg="add del">
          <ac:chgData name="Manas Tuwani" userId="5d421215-a11f-4a6e-90ca-e8ac2213fab6" providerId="ADAL" clId="{99747957-5F69-459D-8826-005AD1109032}" dt="2022-07-18T17:36:20.443" v="69" actId="26606"/>
          <ac:grpSpMkLst>
            <pc:docMk/>
            <pc:sldMk cId="3293686589" sldId="267"/>
            <ac:grpSpMk id="40" creationId="{8214E4A5-A0D2-42C4-8D14-D2A7E495F041}"/>
          </ac:grpSpMkLst>
        </pc:grpChg>
        <pc:picChg chg="add mod ord">
          <ac:chgData name="Manas Tuwani" userId="5d421215-a11f-4a6e-90ca-e8ac2213fab6" providerId="ADAL" clId="{99747957-5F69-459D-8826-005AD1109032}" dt="2022-07-18T17:36:33.859" v="76" actId="26606"/>
          <ac:picMkLst>
            <pc:docMk/>
            <pc:sldMk cId="3293686589" sldId="267"/>
            <ac:picMk id="5" creationId="{DAB9DD4A-1DE0-291A-A3A7-C4287A4CEE9A}"/>
          </ac:picMkLst>
        </pc:picChg>
        <pc:cxnChg chg="add del">
          <ac:chgData name="Manas Tuwani" userId="5d421215-a11f-4a6e-90ca-e8ac2213fab6" providerId="ADAL" clId="{99747957-5F69-459D-8826-005AD1109032}" dt="2022-07-18T17:36:06.296" v="63" actId="26606"/>
          <ac:cxnSpMkLst>
            <pc:docMk/>
            <pc:sldMk cId="3293686589" sldId="267"/>
            <ac:cxnSpMk id="10" creationId="{D2E961F1-4A28-4A5F-BBD4-6E400E5E6C75}"/>
          </ac:cxnSpMkLst>
        </pc:cxnChg>
        <pc:cxnChg chg="add del">
          <ac:chgData name="Manas Tuwani" userId="5d421215-a11f-4a6e-90ca-e8ac2213fab6" providerId="ADAL" clId="{99747957-5F69-459D-8826-005AD1109032}" dt="2022-07-18T17:36:06.296" v="63" actId="26606"/>
          <ac:cxnSpMkLst>
            <pc:docMk/>
            <pc:sldMk cId="3293686589" sldId="267"/>
            <ac:cxnSpMk id="14" creationId="{A82415D3-DDE5-4D63-8CB3-23A5EC581B27}"/>
          </ac:cxnSpMkLst>
        </pc:cxnChg>
        <pc:cxnChg chg="add del">
          <ac:chgData name="Manas Tuwani" userId="5d421215-a11f-4a6e-90ca-e8ac2213fab6" providerId="ADAL" clId="{99747957-5F69-459D-8826-005AD1109032}" dt="2022-07-18T17:36:06.296" v="63" actId="26606"/>
          <ac:cxnSpMkLst>
            <pc:docMk/>
            <pc:sldMk cId="3293686589" sldId="267"/>
            <ac:cxnSpMk id="16" creationId="{AD7193FB-6AE6-4B3B-8F89-56B55DD63B4D}"/>
          </ac:cxnSpMkLst>
        </pc:cxnChg>
      </pc:sldChg>
      <pc:sldChg chg="modSp new mod">
        <pc:chgData name="Manas Tuwani" userId="5d421215-a11f-4a6e-90ca-e8ac2213fab6" providerId="ADAL" clId="{99747957-5F69-459D-8826-005AD1109032}" dt="2022-07-18T17:37:57.607" v="88" actId="27636"/>
        <pc:sldMkLst>
          <pc:docMk/>
          <pc:sldMk cId="2670694462" sldId="268"/>
        </pc:sldMkLst>
        <pc:spChg chg="mod">
          <ac:chgData name="Manas Tuwani" userId="5d421215-a11f-4a6e-90ca-e8ac2213fab6" providerId="ADAL" clId="{99747957-5F69-459D-8826-005AD1109032}" dt="2022-07-18T17:37:23.298" v="79"/>
          <ac:spMkLst>
            <pc:docMk/>
            <pc:sldMk cId="2670694462" sldId="268"/>
            <ac:spMk id="2" creationId="{6B08E434-7573-C5C9-CF9F-E8BE631452FE}"/>
          </ac:spMkLst>
        </pc:spChg>
        <pc:spChg chg="mod">
          <ac:chgData name="Manas Tuwani" userId="5d421215-a11f-4a6e-90ca-e8ac2213fab6" providerId="ADAL" clId="{99747957-5F69-459D-8826-005AD1109032}" dt="2022-07-18T17:37:57.607" v="88" actId="27636"/>
          <ac:spMkLst>
            <pc:docMk/>
            <pc:sldMk cId="2670694462" sldId="268"/>
            <ac:spMk id="3" creationId="{DD4F2DF2-B5DF-8891-1F33-1386C7CF24E5}"/>
          </ac:spMkLst>
        </pc:spChg>
      </pc:sldChg>
      <pc:sldChg chg="modSp new mod">
        <pc:chgData name="Manas Tuwani" userId="5d421215-a11f-4a6e-90ca-e8ac2213fab6" providerId="ADAL" clId="{99747957-5F69-459D-8826-005AD1109032}" dt="2022-07-18T17:41:36.667" v="94" actId="27636"/>
        <pc:sldMkLst>
          <pc:docMk/>
          <pc:sldMk cId="1250974683" sldId="269"/>
        </pc:sldMkLst>
        <pc:spChg chg="mod">
          <ac:chgData name="Manas Tuwani" userId="5d421215-a11f-4a6e-90ca-e8ac2213fab6" providerId="ADAL" clId="{99747957-5F69-459D-8826-005AD1109032}" dt="2022-07-18T17:41:36.667" v="94" actId="27636"/>
          <ac:spMkLst>
            <pc:docMk/>
            <pc:sldMk cId="1250974683" sldId="269"/>
            <ac:spMk id="2" creationId="{819D578B-149A-51D5-4970-92274AECB72C}"/>
          </ac:spMkLst>
        </pc:spChg>
        <pc:spChg chg="mod">
          <ac:chgData name="Manas Tuwani" userId="5d421215-a11f-4a6e-90ca-e8ac2213fab6" providerId="ADAL" clId="{99747957-5F69-459D-8826-005AD1109032}" dt="2022-07-18T17:41:33.883" v="92" actId="20577"/>
          <ac:spMkLst>
            <pc:docMk/>
            <pc:sldMk cId="1250974683" sldId="269"/>
            <ac:spMk id="3" creationId="{A2B20C7F-E864-818D-9ADC-7A1C293FA111}"/>
          </ac:spMkLst>
        </pc:spChg>
      </pc:sldChg>
      <pc:sldChg chg="modSp add mod">
        <pc:chgData name="Manas Tuwani" userId="5d421215-a11f-4a6e-90ca-e8ac2213fab6" providerId="ADAL" clId="{99747957-5F69-459D-8826-005AD1109032}" dt="2022-07-18T17:47:36.837" v="105" actId="6549"/>
        <pc:sldMkLst>
          <pc:docMk/>
          <pc:sldMk cId="0" sldId="270"/>
        </pc:sldMkLst>
        <pc:spChg chg="mod">
          <ac:chgData name="Manas Tuwani" userId="5d421215-a11f-4a6e-90ca-e8ac2213fab6" providerId="ADAL" clId="{99747957-5F69-459D-8826-005AD1109032}" dt="2022-07-18T17:47:36.837" v="105" actId="6549"/>
          <ac:spMkLst>
            <pc:docMk/>
            <pc:sldMk cId="0" sldId="270"/>
            <ac:spMk id="54" creationId="{00000000-0000-0000-0000-000000000000}"/>
          </ac:spMkLst>
        </pc:spChg>
      </pc:sldChg>
    </pc:docChg>
  </pc:docChgLst>
  <pc:docChgLst>
    <pc:chgData name="Manas Tuwani" userId="5d421215-a11f-4a6e-90ca-e8ac2213fab6" providerId="ADAL" clId="{1D925046-01D7-40CB-92B3-F50E961763B2}"/>
    <pc:docChg chg="modSld">
      <pc:chgData name="Manas Tuwani" userId="5d421215-a11f-4a6e-90ca-e8ac2213fab6" providerId="ADAL" clId="{1D925046-01D7-40CB-92B3-F50E961763B2}" dt="2023-10-18T02:28:00.173" v="2" actId="20577"/>
      <pc:docMkLst>
        <pc:docMk/>
      </pc:docMkLst>
      <pc:sldChg chg="modSp mod">
        <pc:chgData name="Manas Tuwani" userId="5d421215-a11f-4a6e-90ca-e8ac2213fab6" providerId="ADAL" clId="{1D925046-01D7-40CB-92B3-F50E961763B2}" dt="2023-10-18T02:28:00.173" v="2" actId="20577"/>
        <pc:sldMkLst>
          <pc:docMk/>
          <pc:sldMk cId="911934616" sldId="259"/>
        </pc:sldMkLst>
        <pc:spChg chg="mod">
          <ac:chgData name="Manas Tuwani" userId="5d421215-a11f-4a6e-90ca-e8ac2213fab6" providerId="ADAL" clId="{1D925046-01D7-40CB-92B3-F50E961763B2}" dt="2023-10-18T02:28:00.173" v="2" actId="20577"/>
          <ac:spMkLst>
            <pc:docMk/>
            <pc:sldMk cId="911934616" sldId="259"/>
            <ac:spMk id="3" creationId="{C41B4552-B31E-DF4D-BFB9-0913778A43FB}"/>
          </ac:spMkLst>
        </pc:spChg>
      </pc:sldChg>
    </pc:docChg>
  </pc:docChgLst>
  <pc:docChgLst>
    <pc:chgData name="Manas Tuwani" userId="5d421215-a11f-4a6e-90ca-e8ac2213fab6" providerId="ADAL" clId="{04F3DA66-9E32-4DA2-A5E1-569ABD624DEF}"/>
    <pc:docChg chg="custSel modSld">
      <pc:chgData name="Manas Tuwani" userId="5d421215-a11f-4a6e-90ca-e8ac2213fab6" providerId="ADAL" clId="{04F3DA66-9E32-4DA2-A5E1-569ABD624DEF}" dt="2022-12-25T07:31:50.991" v="0" actId="313"/>
      <pc:docMkLst>
        <pc:docMk/>
      </pc:docMkLst>
      <pc:sldChg chg="modSp mod">
        <pc:chgData name="Manas Tuwani" userId="5d421215-a11f-4a6e-90ca-e8ac2213fab6" providerId="ADAL" clId="{04F3DA66-9E32-4DA2-A5E1-569ABD624DEF}" dt="2022-12-25T07:31:50.991" v="0" actId="313"/>
        <pc:sldMkLst>
          <pc:docMk/>
          <pc:sldMk cId="86162305" sldId="264"/>
        </pc:sldMkLst>
        <pc:spChg chg="mod">
          <ac:chgData name="Manas Tuwani" userId="5d421215-a11f-4a6e-90ca-e8ac2213fab6" providerId="ADAL" clId="{04F3DA66-9E32-4DA2-A5E1-569ABD624DEF}" dt="2022-12-25T07:31:50.991" v="0" actId="313"/>
          <ac:spMkLst>
            <pc:docMk/>
            <pc:sldMk cId="86162305" sldId="264"/>
            <ac:spMk id="3" creationId="{4A5E9805-8651-4C5B-D03C-4045174F15A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EE5E4B-C4E3-480B-AD36-101AD7506EC7}" type="datetimeFigureOut">
              <a:rPr lang="en-IN" smtClean="0"/>
              <a:pPr/>
              <a:t>18-03-2025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40A3F6-0A24-4437-BC60-1D8AB900D2E4}" type="slidenum">
              <a:rPr lang="en-IN" smtClean="0"/>
              <a:pPr/>
              <a:t>‹#›</a:t>
            </a:fld>
            <a:endParaRPr lang="en-IN"/>
          </a:p>
        </p:txBody>
      </p:sp>
    </p:spTree>
    <p:extLst>
      <p:ext uri="{BB962C8B-B14F-4D97-AF65-F5344CB8AC3E}">
        <p14:creationId xmlns="" xmlns:p14="http://schemas.microsoft.com/office/powerpoint/2010/main" val="257713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01cf3a0884_0_0:notes"/>
          <p:cNvSpPr txBox="1">
            <a:spLocks noGrp="1"/>
          </p:cNvSpPr>
          <p:nvPr>
            <p:ph type="body" idx="1"/>
          </p:nvPr>
        </p:nvSpPr>
        <p:spPr>
          <a:xfrm>
            <a:off x="425450" y="4419601"/>
            <a:ext cx="6186600" cy="418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5"/>
              <a:buFont typeface="Helvetica Neue"/>
              <a:buNone/>
            </a:pPr>
            <a:r>
              <a:rPr lang="en-IN" sz="1100"/>
              <a:t>Title - Fira Sans, 50pt</a:t>
            </a:r>
            <a:endParaRPr sz="1100"/>
          </a:p>
          <a:p>
            <a:pPr marL="0" marR="0" lvl="0" indent="0" algn="l" rtl="0">
              <a:lnSpc>
                <a:spcPct val="100000"/>
              </a:lnSpc>
              <a:spcBef>
                <a:spcPts val="0"/>
              </a:spcBef>
              <a:spcAft>
                <a:spcPts val="0"/>
              </a:spcAft>
              <a:buClr>
                <a:schemeClr val="dk1"/>
              </a:buClr>
              <a:buSzPts val="225"/>
              <a:buFont typeface="Helvetica Neue"/>
              <a:buNone/>
            </a:pPr>
            <a:r>
              <a:rPr lang="en-IN" sz="1100"/>
              <a:t>Subtitle - Fira Sans, 16pt</a:t>
            </a:r>
            <a:endParaRPr sz="1100"/>
          </a:p>
        </p:txBody>
      </p:sp>
      <p:sp>
        <p:nvSpPr>
          <p:cNvPr id="48" name="Google Shape;48;g101cf3a0884_0_0:notes"/>
          <p:cNvSpPr>
            <a:spLocks noGrp="1" noRot="1" noChangeAspect="1"/>
          </p:cNvSpPr>
          <p:nvPr>
            <p:ph type="sldImg" idx="2"/>
          </p:nvPr>
        </p:nvSpPr>
        <p:spPr>
          <a:xfrm>
            <a:off x="409575" y="698500"/>
            <a:ext cx="6200775" cy="34893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F2B074-9567-A747-62FD-FDE3776B46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9D1EC3CF-AF0A-EC51-FF8D-27FBD6D19A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BD1DDE11-97AC-6293-B456-41DAE553CFE4}"/>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5" name="Footer Placeholder 4">
            <a:extLst>
              <a:ext uri="{FF2B5EF4-FFF2-40B4-BE49-F238E27FC236}">
                <a16:creationId xmlns="" xmlns:a16="http://schemas.microsoft.com/office/drawing/2014/main" id="{C3195380-1341-CEA2-5D6C-BD3E9E8785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4000008-20EA-5DDA-F5B3-781E8533BD25}"/>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1548207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9C5FA0-4E44-D1F9-944A-020A0A9BBC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9675693-E912-80C1-C352-BC8FBCAC2C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129E9B1-4FF6-F3D8-8479-7C25D6F3BDD7}"/>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5" name="Footer Placeholder 4">
            <a:extLst>
              <a:ext uri="{FF2B5EF4-FFF2-40B4-BE49-F238E27FC236}">
                <a16:creationId xmlns="" xmlns:a16="http://schemas.microsoft.com/office/drawing/2014/main" id="{4917BB1D-222E-AFDD-473C-DFCC4E91CA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D1D4F52-1AA3-96F6-C5A5-3EB76916CE74}"/>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3891799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09374F-84DF-2A57-1560-429F617117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09DA8A5-08E9-BAB9-2BC0-81E78436E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F061CF3-1F2A-A65E-A994-36B0F9B7573D}"/>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5" name="Footer Placeholder 4">
            <a:extLst>
              <a:ext uri="{FF2B5EF4-FFF2-40B4-BE49-F238E27FC236}">
                <a16:creationId xmlns="" xmlns:a16="http://schemas.microsoft.com/office/drawing/2014/main" id="{6B847EAC-FE35-82B8-0CAF-6408B5EAF0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71A8DD7-4187-A128-8971-22117D858A21}"/>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113021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A7FC27-BFEA-95FC-AD86-E810E75B07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8580DAA-8FEE-DBDB-45CF-FA50EA0761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1C4713F3-DCEC-BECE-1448-102F9A39D6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D1BA8173-AD0C-E9BB-B948-A2D7E92C00FB}"/>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6" name="Footer Placeholder 5">
            <a:extLst>
              <a:ext uri="{FF2B5EF4-FFF2-40B4-BE49-F238E27FC236}">
                <a16:creationId xmlns="" xmlns:a16="http://schemas.microsoft.com/office/drawing/2014/main" id="{817377E8-0C0E-2902-0A1D-08F62DE257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D513B0FD-5397-9F1E-B3E3-8BA33FBBA127}"/>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1835136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2D48BF-5DD1-9423-1D5A-D641EDE47D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D1D2CC0-5DEE-D257-EC01-B7F37A7EEB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29BD104-CF90-FB1E-6E11-2D8CB831AA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2C03BB2A-32A5-A7F7-74BB-1A0C61924F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73F327C7-7E9B-E450-815E-303333D3CA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469A2E71-014F-C900-BBC7-D75D5E8A22BC}"/>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8" name="Footer Placeholder 7">
            <a:extLst>
              <a:ext uri="{FF2B5EF4-FFF2-40B4-BE49-F238E27FC236}">
                <a16:creationId xmlns="" xmlns:a16="http://schemas.microsoft.com/office/drawing/2014/main" id="{4AECA33B-D995-0B79-4473-2F89F64EA90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1D96E7FC-BF65-7FEE-800A-A15B59ED05E4}"/>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112331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5820EA-4CCF-9CC5-46D1-416680586B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86C3D2C-4B98-56EF-10C1-F5CFF7DEC42C}"/>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4" name="Footer Placeholder 3">
            <a:extLst>
              <a:ext uri="{FF2B5EF4-FFF2-40B4-BE49-F238E27FC236}">
                <a16:creationId xmlns="" xmlns:a16="http://schemas.microsoft.com/office/drawing/2014/main" id="{F89AB422-CC53-7584-F072-4D5E6B2232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EA7BEC1E-20C1-699B-D8A5-686417C99A80}"/>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294677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A4C4D30-DFCE-0B66-16AC-20483CEDD1DC}"/>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3" name="Footer Placeholder 2">
            <a:extLst>
              <a:ext uri="{FF2B5EF4-FFF2-40B4-BE49-F238E27FC236}">
                <a16:creationId xmlns="" xmlns:a16="http://schemas.microsoft.com/office/drawing/2014/main" id="{BE33F7EA-B22A-74B2-C320-3BB120D905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B4AECCCA-757F-1099-BBF0-4C35A9E1AAB7}"/>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1530072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287CFF-9CB1-C0B7-5027-EBF7D366E9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1C7C2CA-9FE8-BE99-10EB-79BF1790C0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625CF767-2AA8-B05A-1C80-2BFB3894E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DEC9812-3490-6C58-C08D-096FD4AA9FEF}"/>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6" name="Footer Placeholder 5">
            <a:extLst>
              <a:ext uri="{FF2B5EF4-FFF2-40B4-BE49-F238E27FC236}">
                <a16:creationId xmlns="" xmlns:a16="http://schemas.microsoft.com/office/drawing/2014/main" id="{6E5358D6-E275-314C-D2D5-C4D2AF8700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9EC6687F-8281-0677-AF95-57C3D4FAA6E3}"/>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2441403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05634C-78FA-4D66-AC4C-81102123B6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12CD71DC-B74D-E23C-1365-BCE6E68D76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7032C566-4C0F-F260-1CDE-5CB515B276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93C26A6-A565-912E-9518-26409B0E04DB}"/>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6" name="Footer Placeholder 5">
            <a:extLst>
              <a:ext uri="{FF2B5EF4-FFF2-40B4-BE49-F238E27FC236}">
                <a16:creationId xmlns="" xmlns:a16="http://schemas.microsoft.com/office/drawing/2014/main" id="{FDF37150-4BD9-4A43-70E8-C80DF69912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1C5640D-86D5-8045-6F32-4DC0FF614EA2}"/>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1016088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742DF8-F02B-7C62-B907-5DFBDB10EE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9D5D2A57-3A33-ABF0-E458-8FBAB3605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8476103-C76F-9837-B5A6-7287684E05A3}"/>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5" name="Footer Placeholder 4">
            <a:extLst>
              <a:ext uri="{FF2B5EF4-FFF2-40B4-BE49-F238E27FC236}">
                <a16:creationId xmlns="" xmlns:a16="http://schemas.microsoft.com/office/drawing/2014/main" id="{1779EEBF-28FD-93DA-F47E-B0F206BC37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2853C64-5B71-ED22-9FEE-E176D06D7FAE}"/>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3764638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EE2F59E-5DB0-23B7-A635-5541D40014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0DC62835-BFBF-F5BE-CC5D-3605DAFC7E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59D142E-9B14-8FEF-07DD-F43F49707327}"/>
              </a:ext>
            </a:extLst>
          </p:cNvPr>
          <p:cNvSpPr>
            <a:spLocks noGrp="1"/>
          </p:cNvSpPr>
          <p:nvPr>
            <p:ph type="dt" sz="half" idx="10"/>
          </p:nvPr>
        </p:nvSpPr>
        <p:spPr/>
        <p:txBody>
          <a:bodyPr/>
          <a:lstStyle/>
          <a:p>
            <a:fld id="{E6CF12B3-4CE8-45B8-9D91-3BB479790DFC}" type="datetimeFigureOut">
              <a:rPr lang="en-IN" smtClean="0"/>
              <a:pPr/>
              <a:t>18-03-2025</a:t>
            </a:fld>
            <a:endParaRPr lang="en-IN"/>
          </a:p>
        </p:txBody>
      </p:sp>
      <p:sp>
        <p:nvSpPr>
          <p:cNvPr id="5" name="Footer Placeholder 4">
            <a:extLst>
              <a:ext uri="{FF2B5EF4-FFF2-40B4-BE49-F238E27FC236}">
                <a16:creationId xmlns="" xmlns:a16="http://schemas.microsoft.com/office/drawing/2014/main" id="{D071E7A4-7060-F867-1081-A71C7180E8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9214531-8D81-21DF-444D-CBD79911A5EE}"/>
              </a:ext>
            </a:extLst>
          </p:cNvPr>
          <p:cNvSpPr>
            <a:spLocks noGrp="1"/>
          </p:cNvSpPr>
          <p:nvPr>
            <p:ph type="sldNum" sz="quarter" idx="12"/>
          </p:nvPr>
        </p:nvSpPr>
        <p:spPr/>
        <p:txBody>
          <a:body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3553814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chemeClr val="dk1"/>
        </a:solidFill>
        <a:effectLst/>
      </p:bgPr>
    </p:bg>
    <p:spTree>
      <p:nvGrpSpPr>
        <p:cNvPr id="1" name="Shape 44"/>
        <p:cNvGrpSpPr/>
        <p:nvPr/>
      </p:nvGrpSpPr>
      <p:grpSpPr>
        <a:xfrm>
          <a:off x="0" y="0"/>
          <a:ext cx="0" cy="0"/>
          <a:chOff x="0" y="0"/>
          <a:chExt cx="0" cy="0"/>
        </a:xfrm>
      </p:grpSpPr>
      <p:sp>
        <p:nvSpPr>
          <p:cNvPr id="45" name="Google Shape;45;g101cf3a0884_0_58"/>
          <p:cNvSpPr txBox="1">
            <a:spLocks noGrp="1"/>
          </p:cNvSpPr>
          <p:nvPr>
            <p:ph type="body" idx="1"/>
          </p:nvPr>
        </p:nvSpPr>
        <p:spPr>
          <a:xfrm>
            <a:off x="1408853" y="2167583"/>
            <a:ext cx="9940000" cy="1365200"/>
          </a:xfrm>
          <a:prstGeom prst="rect">
            <a:avLst/>
          </a:prstGeom>
          <a:noFill/>
          <a:ln>
            <a:noFill/>
          </a:ln>
        </p:spPr>
        <p:txBody>
          <a:bodyPr spcFirstLastPara="1" wrap="square" lIns="91425" tIns="91425" rIns="91425" bIns="91425" anchor="t" anchorCtr="0">
            <a:normAutofit/>
          </a:bodyPr>
          <a:lstStyle>
            <a:lvl1pPr marL="609585" marR="0" lvl="0" indent="-304792" algn="l" rtl="0">
              <a:lnSpc>
                <a:spcPct val="100000"/>
              </a:lnSpc>
              <a:spcBef>
                <a:spcPts val="0"/>
              </a:spcBef>
              <a:spcAft>
                <a:spcPts val="0"/>
              </a:spcAft>
              <a:buClr>
                <a:schemeClr val="lt1"/>
              </a:buClr>
              <a:buSzPts val="2880"/>
              <a:buFont typeface="Kanit"/>
              <a:buNone/>
              <a:defRPr sz="4800" i="0" u="none" strike="noStrike" cap="none">
                <a:solidFill>
                  <a:schemeClr val="lt1"/>
                </a:solidFill>
                <a:latin typeface="Kanit"/>
                <a:ea typeface="Kanit"/>
                <a:cs typeface="Kanit"/>
                <a:sym typeface="Kanit"/>
              </a:defRPr>
            </a:lvl1pPr>
            <a:lvl2pPr marL="1219170" marR="0" lvl="1" indent="-304792" algn="l" rtl="0">
              <a:lnSpc>
                <a:spcPct val="100000"/>
              </a:lnSpc>
              <a:spcBef>
                <a:spcPts val="747"/>
              </a:spcBef>
              <a:spcAft>
                <a:spcPts val="0"/>
              </a:spcAft>
              <a:buClr>
                <a:schemeClr val="lt1"/>
              </a:buClr>
              <a:buSzPts val="2240"/>
              <a:buFont typeface="Kanit"/>
              <a:buNone/>
              <a:defRPr sz="3733" i="0" u="none" strike="noStrike" cap="none">
                <a:solidFill>
                  <a:schemeClr val="lt1"/>
                </a:solidFill>
                <a:latin typeface="Kanit"/>
                <a:ea typeface="Kanit"/>
                <a:cs typeface="Kanit"/>
                <a:sym typeface="Kanit"/>
              </a:defRPr>
            </a:lvl2pPr>
            <a:lvl3pPr marL="1828754" marR="0" lvl="2" indent="-304792" algn="l" rtl="0">
              <a:lnSpc>
                <a:spcPct val="100000"/>
              </a:lnSpc>
              <a:spcBef>
                <a:spcPts val="640"/>
              </a:spcBef>
              <a:spcAft>
                <a:spcPts val="0"/>
              </a:spcAft>
              <a:buClr>
                <a:schemeClr val="lt1"/>
              </a:buClr>
              <a:buSzPts val="1920"/>
              <a:buFont typeface="Kanit"/>
              <a:buNone/>
              <a:defRPr sz="3200" i="0" u="none" strike="noStrike" cap="none">
                <a:solidFill>
                  <a:schemeClr val="lt1"/>
                </a:solidFill>
                <a:latin typeface="Kanit"/>
                <a:ea typeface="Kanit"/>
                <a:cs typeface="Kanit"/>
                <a:sym typeface="Kanit"/>
              </a:defRPr>
            </a:lvl3pPr>
            <a:lvl4pPr marL="2438339" marR="0" lvl="3" indent="-304792" algn="l" rtl="0">
              <a:lnSpc>
                <a:spcPct val="100000"/>
              </a:lnSpc>
              <a:spcBef>
                <a:spcPts val="533"/>
              </a:spcBef>
              <a:spcAft>
                <a:spcPts val="0"/>
              </a:spcAft>
              <a:buClr>
                <a:schemeClr val="lt1"/>
              </a:buClr>
              <a:buSzPts val="1600"/>
              <a:buFont typeface="Kanit"/>
              <a:buNone/>
              <a:defRPr sz="2667" i="0" u="none" strike="noStrike" cap="none">
                <a:solidFill>
                  <a:schemeClr val="lt1"/>
                </a:solidFill>
                <a:latin typeface="Kanit"/>
                <a:ea typeface="Kanit"/>
                <a:cs typeface="Kanit"/>
                <a:sym typeface="Kanit"/>
              </a:defRPr>
            </a:lvl4pPr>
            <a:lvl5pPr marL="3047924" marR="0" lvl="4" indent="-304792" algn="l" rtl="0">
              <a:lnSpc>
                <a:spcPct val="100000"/>
              </a:lnSpc>
              <a:spcBef>
                <a:spcPts val="533"/>
              </a:spcBef>
              <a:spcAft>
                <a:spcPts val="0"/>
              </a:spcAft>
              <a:buClr>
                <a:schemeClr val="lt1"/>
              </a:buClr>
              <a:buSzPts val="1600"/>
              <a:buFont typeface="Kanit"/>
              <a:buNone/>
              <a:defRPr sz="2667" i="0" u="none" strike="noStrike" cap="none">
                <a:solidFill>
                  <a:schemeClr val="lt1"/>
                </a:solidFill>
                <a:latin typeface="Kanit"/>
                <a:ea typeface="Kanit"/>
                <a:cs typeface="Kanit"/>
                <a:sym typeface="Kanit"/>
              </a:defRPr>
            </a:lvl5pPr>
            <a:lvl6pPr marL="3657509" marR="0" lvl="5" indent="-474121" algn="l" rtl="0">
              <a:lnSpc>
                <a:spcPct val="100000"/>
              </a:lnSpc>
              <a:spcBef>
                <a:spcPts val="533"/>
              </a:spcBef>
              <a:spcAft>
                <a:spcPts val="0"/>
              </a:spcAft>
              <a:buClr>
                <a:schemeClr val="lt1"/>
              </a:buClr>
              <a:buSzPts val="2000"/>
              <a:buFont typeface="Kanit"/>
              <a:buChar char="•"/>
              <a:defRPr sz="2667" i="0" u="none" strike="noStrike" cap="none">
                <a:solidFill>
                  <a:schemeClr val="lt1"/>
                </a:solidFill>
                <a:latin typeface="Kanit"/>
                <a:ea typeface="Kanit"/>
                <a:cs typeface="Kanit"/>
                <a:sym typeface="Kanit"/>
              </a:defRPr>
            </a:lvl6pPr>
            <a:lvl7pPr marL="4267093" marR="0" lvl="6" indent="-474121" algn="l" rtl="0">
              <a:lnSpc>
                <a:spcPct val="100000"/>
              </a:lnSpc>
              <a:spcBef>
                <a:spcPts val="533"/>
              </a:spcBef>
              <a:spcAft>
                <a:spcPts val="0"/>
              </a:spcAft>
              <a:buClr>
                <a:schemeClr val="lt1"/>
              </a:buClr>
              <a:buSzPts val="2000"/>
              <a:buFont typeface="Kanit"/>
              <a:buChar char="•"/>
              <a:defRPr sz="2667" i="0" u="none" strike="noStrike" cap="none">
                <a:solidFill>
                  <a:schemeClr val="lt1"/>
                </a:solidFill>
                <a:latin typeface="Kanit"/>
                <a:ea typeface="Kanit"/>
                <a:cs typeface="Kanit"/>
                <a:sym typeface="Kanit"/>
              </a:defRPr>
            </a:lvl7pPr>
            <a:lvl8pPr marL="4876678" marR="0" lvl="7" indent="-474121" algn="l" rtl="0">
              <a:lnSpc>
                <a:spcPct val="100000"/>
              </a:lnSpc>
              <a:spcBef>
                <a:spcPts val="533"/>
              </a:spcBef>
              <a:spcAft>
                <a:spcPts val="0"/>
              </a:spcAft>
              <a:buClr>
                <a:schemeClr val="lt1"/>
              </a:buClr>
              <a:buSzPts val="2000"/>
              <a:buFont typeface="Kanit"/>
              <a:buChar char="•"/>
              <a:defRPr sz="2667" i="0" u="none" strike="noStrike" cap="none">
                <a:solidFill>
                  <a:schemeClr val="lt1"/>
                </a:solidFill>
                <a:latin typeface="Kanit"/>
                <a:ea typeface="Kanit"/>
                <a:cs typeface="Kanit"/>
                <a:sym typeface="Kanit"/>
              </a:defRPr>
            </a:lvl8pPr>
            <a:lvl9pPr marL="5486263" marR="0" lvl="8" indent="-474121" algn="l" rtl="0">
              <a:lnSpc>
                <a:spcPct val="100000"/>
              </a:lnSpc>
              <a:spcBef>
                <a:spcPts val="533"/>
              </a:spcBef>
              <a:spcAft>
                <a:spcPts val="0"/>
              </a:spcAft>
              <a:buClr>
                <a:schemeClr val="lt1"/>
              </a:buClr>
              <a:buSzPts val="2000"/>
              <a:buFont typeface="Kanit"/>
              <a:buChar char="•"/>
              <a:defRPr sz="2667" i="0" u="none" strike="noStrike" cap="none">
                <a:solidFill>
                  <a:schemeClr val="lt1"/>
                </a:solidFill>
                <a:latin typeface="Kanit"/>
                <a:ea typeface="Kanit"/>
                <a:cs typeface="Kanit"/>
                <a:sym typeface="Kanit"/>
              </a:defRPr>
            </a:lvl9pPr>
          </a:lstStyle>
          <a:p>
            <a:endParaRPr/>
          </a:p>
        </p:txBody>
      </p:sp>
    </p:spTree>
    <p:extLst>
      <p:ext uri="{BB962C8B-B14F-4D97-AF65-F5344CB8AC3E}">
        <p14:creationId xmlns="" xmlns:p14="http://schemas.microsoft.com/office/powerpoint/2010/main" val="1654149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DA94030-6CE6-8B59-9255-E895D8155E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C850ED9-9D21-46B7-5644-F46C4BAD43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7404D37-D14B-027D-8E53-62734476C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CF12B3-4CE8-45B8-9D91-3BB479790DFC}" type="datetimeFigureOut">
              <a:rPr lang="en-IN" smtClean="0"/>
              <a:pPr/>
              <a:t>18-03-2025</a:t>
            </a:fld>
            <a:endParaRPr lang="en-IN"/>
          </a:p>
        </p:txBody>
      </p:sp>
      <p:sp>
        <p:nvSpPr>
          <p:cNvPr id="5" name="Footer Placeholder 4">
            <a:extLst>
              <a:ext uri="{FF2B5EF4-FFF2-40B4-BE49-F238E27FC236}">
                <a16:creationId xmlns="" xmlns:a16="http://schemas.microsoft.com/office/drawing/2014/main" id="{F0D39CFA-4988-6C16-EABE-CA209EA763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A23B3901-E057-6DB5-3607-EDAE722559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1E23A8-E9C7-4FD9-AAF6-44D4683EC60B}" type="slidenum">
              <a:rPr lang="en-IN" smtClean="0"/>
              <a:pPr/>
              <a:t>‹#›</a:t>
            </a:fld>
            <a:endParaRPr lang="en-IN"/>
          </a:p>
        </p:txBody>
      </p:sp>
    </p:spTree>
    <p:extLst>
      <p:ext uri="{BB962C8B-B14F-4D97-AF65-F5344CB8AC3E}">
        <p14:creationId xmlns="" xmlns:p14="http://schemas.microsoft.com/office/powerpoint/2010/main" val="3671258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101cf3a0884_0_0"/>
          <p:cNvSpPr txBox="1">
            <a:spLocks noGrp="1"/>
          </p:cNvSpPr>
          <p:nvPr>
            <p:ph type="body" idx="1"/>
          </p:nvPr>
        </p:nvSpPr>
        <p:spPr>
          <a:xfrm>
            <a:off x="820701" y="2936394"/>
            <a:ext cx="8940800" cy="984845"/>
          </a:xfrm>
          <a:prstGeom prst="rect">
            <a:avLst/>
          </a:prstGeom>
          <a:noFill/>
          <a:ln>
            <a:noFill/>
          </a:ln>
        </p:spPr>
        <p:txBody>
          <a:bodyPr spcFirstLastPara="1" vert="horz" wrap="square" lIns="121900" tIns="121900" rIns="121900" bIns="121900" rtlCol="0" anchor="t" anchorCtr="0">
            <a:spAutoFit/>
          </a:bodyPr>
          <a:lstStyle/>
          <a:p>
            <a:pPr marL="0" indent="0">
              <a:buSzPts val="900"/>
            </a:pPr>
            <a:r>
              <a:rPr lang="en-IN"/>
              <a:t>Content Title</a:t>
            </a:r>
            <a:endParaRPr/>
          </a:p>
        </p:txBody>
      </p:sp>
      <p:pic>
        <p:nvPicPr>
          <p:cNvPr id="51" name="Google Shape;51;g101cf3a0884_0_0"/>
          <p:cNvPicPr preferRelativeResize="0"/>
          <p:nvPr/>
        </p:nvPicPr>
        <p:blipFill rotWithShape="1">
          <a:blip r:embed="rId3" cstate="print">
            <a:alphaModFix/>
          </a:blip>
          <a:srcRect/>
          <a:stretch/>
        </p:blipFill>
        <p:spPr>
          <a:xfrm>
            <a:off x="0" y="0"/>
            <a:ext cx="3322171" cy="1226333"/>
          </a:xfrm>
          <a:prstGeom prst="rect">
            <a:avLst/>
          </a:prstGeom>
          <a:noFill/>
          <a:ln>
            <a:noFill/>
          </a:ln>
        </p:spPr>
      </p:pic>
      <p:pic>
        <p:nvPicPr>
          <p:cNvPr id="52" name="Google Shape;52;g101cf3a0884_0_0"/>
          <p:cNvPicPr preferRelativeResize="0"/>
          <p:nvPr/>
        </p:nvPicPr>
        <p:blipFill rotWithShape="1">
          <a:blip r:embed="rId4" cstate="print">
            <a:alphaModFix/>
          </a:blip>
          <a:srcRect/>
          <a:stretch/>
        </p:blipFill>
        <p:spPr>
          <a:xfrm>
            <a:off x="-158413" y="-43699"/>
            <a:ext cx="12350413" cy="6940065"/>
          </a:xfrm>
          <a:prstGeom prst="rect">
            <a:avLst/>
          </a:prstGeom>
          <a:noFill/>
          <a:ln>
            <a:noFill/>
          </a:ln>
        </p:spPr>
      </p:pic>
      <p:sp>
        <p:nvSpPr>
          <p:cNvPr id="53" name="Google Shape;53;g101cf3a0884_0_0"/>
          <p:cNvSpPr/>
          <p:nvPr/>
        </p:nvSpPr>
        <p:spPr>
          <a:xfrm>
            <a:off x="690033" y="1226333"/>
            <a:ext cx="5928400" cy="2200000"/>
          </a:xfrm>
          <a:prstGeom prst="rect">
            <a:avLst/>
          </a:prstGeom>
          <a:solidFill>
            <a:schemeClr val="dk1"/>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54" name="Google Shape;54;g101cf3a0884_0_0"/>
          <p:cNvSpPr txBox="1"/>
          <p:nvPr/>
        </p:nvSpPr>
        <p:spPr>
          <a:xfrm>
            <a:off x="341689" y="2524379"/>
            <a:ext cx="9894351" cy="1557374"/>
          </a:xfrm>
          <a:prstGeom prst="rect">
            <a:avLst/>
          </a:prstGeom>
          <a:noFill/>
          <a:ln>
            <a:noFill/>
          </a:ln>
        </p:spPr>
        <p:txBody>
          <a:bodyPr spcFirstLastPara="1" wrap="square" lIns="121900" tIns="121900" rIns="121900" bIns="121900" anchor="ctr" anchorCtr="0">
            <a:spAutoFit/>
          </a:bodyPr>
          <a:lstStyle/>
          <a:p>
            <a:pPr algn="ctr">
              <a:lnSpc>
                <a:spcPct val="90000"/>
              </a:lnSpc>
              <a:buClr>
                <a:schemeClr val="dk1"/>
              </a:buClr>
              <a:buSzPts val="1100"/>
            </a:pPr>
            <a:r>
              <a:rPr lang="en-IN" sz="5333" b="1" dirty="0">
                <a:solidFill>
                  <a:schemeClr val="bg1">
                    <a:lumMod val="95000"/>
                  </a:schemeClr>
                </a:solidFill>
                <a:latin typeface="Fira Sans"/>
                <a:ea typeface="Fira Sans"/>
                <a:cs typeface="Fira Sans"/>
                <a:sym typeface="Fira Sans"/>
              </a:rPr>
              <a:t>“Software Testing”</a:t>
            </a:r>
          </a:p>
          <a:p>
            <a:pPr algn="ctr">
              <a:lnSpc>
                <a:spcPct val="90000"/>
              </a:lnSpc>
              <a:buClr>
                <a:schemeClr val="dk1"/>
              </a:buClr>
              <a:buSzPts val="1100"/>
            </a:pPr>
            <a:endParaRPr lang="en-IN" sz="1467" b="1" dirty="0">
              <a:solidFill>
                <a:schemeClr val="bg1">
                  <a:lumMod val="95000"/>
                </a:schemeClr>
              </a:solidFill>
              <a:latin typeface="Fira Sans"/>
              <a:ea typeface="Fira Sans"/>
              <a:cs typeface="Fira Sans"/>
              <a:sym typeface="Fira Sans"/>
            </a:endParaRPr>
          </a:p>
          <a:p>
            <a:pPr algn="ctr">
              <a:lnSpc>
                <a:spcPct val="90000"/>
              </a:lnSpc>
              <a:buClr>
                <a:schemeClr val="dk1"/>
              </a:buClr>
              <a:buSzPts val="1100"/>
            </a:pPr>
            <a:r>
              <a:rPr lang="en-US" sz="2667" b="1" dirty="0">
                <a:solidFill>
                  <a:srgbClr val="64E688"/>
                </a:solidFill>
                <a:latin typeface="Fira Sans"/>
                <a:ea typeface="Fira Sans"/>
                <a:cs typeface="Fira Sans"/>
                <a:sym typeface="Fira Sans"/>
              </a:rPr>
              <a:t>Miscellaneous Testing Concepts</a:t>
            </a:r>
            <a:endParaRPr sz="2667" b="1" dirty="0">
              <a:solidFill>
                <a:srgbClr val="64E688"/>
              </a:solidFill>
              <a:latin typeface="Fira Sans"/>
              <a:ea typeface="Fira Sans"/>
              <a:cs typeface="Fira Sans"/>
              <a:sym typeface="Fira Sans"/>
            </a:endParaRPr>
          </a:p>
        </p:txBody>
      </p:sp>
      <p:sp>
        <p:nvSpPr>
          <p:cNvPr id="55" name="Google Shape;55;g101cf3a0884_0_0"/>
          <p:cNvSpPr/>
          <p:nvPr/>
        </p:nvSpPr>
        <p:spPr>
          <a:xfrm>
            <a:off x="675933" y="5576533"/>
            <a:ext cx="6745200" cy="574800"/>
          </a:xfrm>
          <a:prstGeom prst="rect">
            <a:avLst/>
          </a:prstGeom>
          <a:solidFill>
            <a:schemeClr val="dk1"/>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57" name="Google Shape;57;g101cf3a0884_0_0"/>
          <p:cNvSpPr/>
          <p:nvPr/>
        </p:nvSpPr>
        <p:spPr>
          <a:xfrm>
            <a:off x="651033" y="695433"/>
            <a:ext cx="3610400" cy="574800"/>
          </a:xfrm>
          <a:prstGeom prst="rect">
            <a:avLst/>
          </a:prstGeom>
          <a:solidFill>
            <a:schemeClr val="dk1"/>
          </a:solidFill>
          <a:ln>
            <a:noFill/>
          </a:ln>
        </p:spPr>
        <p:txBody>
          <a:bodyPr spcFirstLastPara="1" wrap="square" lIns="121900" tIns="121900" rIns="121900" bIns="121900" anchor="ctr" anchorCtr="0">
            <a:noAutofit/>
          </a:bodyPr>
          <a:lstStyle/>
          <a:p>
            <a:pPr>
              <a:buClr>
                <a:srgbClr val="000000"/>
              </a:buClr>
              <a:buSzPts val="1400"/>
            </a:pPr>
            <a:endParaRPr sz="1867">
              <a:solidFill>
                <a:srgbClr val="000000"/>
              </a:solidFill>
              <a:latin typeface="Arial"/>
              <a:ea typeface="Arial"/>
              <a:cs typeface="Arial"/>
              <a:sym typeface="Arial"/>
            </a:endParaRPr>
          </a:p>
        </p:txBody>
      </p:sp>
      <p:sp>
        <p:nvSpPr>
          <p:cNvPr id="58" name="Google Shape;58;g101cf3a0884_0_0"/>
          <p:cNvSpPr txBox="1"/>
          <p:nvPr/>
        </p:nvSpPr>
        <p:spPr>
          <a:xfrm>
            <a:off x="708033" y="651534"/>
            <a:ext cx="8522400" cy="574412"/>
          </a:xfrm>
          <a:prstGeom prst="rect">
            <a:avLst/>
          </a:prstGeom>
          <a:noFill/>
          <a:ln>
            <a:noFill/>
          </a:ln>
        </p:spPr>
        <p:txBody>
          <a:bodyPr spcFirstLastPara="1" wrap="square" lIns="121900" tIns="121900" rIns="121900" bIns="121900" anchor="t" anchorCtr="0">
            <a:spAutoFit/>
          </a:bodyPr>
          <a:lstStyle/>
          <a:p>
            <a:pPr>
              <a:buClr>
                <a:srgbClr val="000000"/>
              </a:buClr>
              <a:buSzPts val="1600"/>
            </a:pPr>
            <a:r>
              <a:rPr lang="en-IN" sz="2133">
                <a:solidFill>
                  <a:srgbClr val="FFFFFF"/>
                </a:solidFill>
                <a:latin typeface="Fira Sans"/>
                <a:ea typeface="Fira Sans"/>
                <a:cs typeface="Fira Sans"/>
                <a:sym typeface="Fira Sans"/>
              </a:rPr>
              <a:t>QA Automation Engineer</a:t>
            </a:r>
            <a:endParaRPr sz="2133">
              <a:solidFill>
                <a:srgbClr val="FFFFFF"/>
              </a:solidFill>
              <a:latin typeface="Fira Sans"/>
              <a:ea typeface="Fira Sans"/>
              <a:cs typeface="Fira Sans"/>
              <a:sym typeface="Fira San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9F2F76-ABE6-F854-DFEE-07322958A700}"/>
              </a:ext>
            </a:extLst>
          </p:cNvPr>
          <p:cNvSpPr>
            <a:spLocks noGrp="1"/>
          </p:cNvSpPr>
          <p:nvPr>
            <p:ph type="title"/>
          </p:nvPr>
        </p:nvSpPr>
        <p:spPr/>
        <p:txBody>
          <a:bodyPr/>
          <a:lstStyle/>
          <a:p>
            <a:r>
              <a:rPr lang="en-IN" b="1" i="0" dirty="0">
                <a:solidFill>
                  <a:srgbClr val="222222"/>
                </a:solidFill>
                <a:effectLst/>
                <a:latin typeface="Source Sans Pro" panose="020B0503030403020204" pitchFamily="34" charset="0"/>
              </a:rPr>
              <a:t>Boundary Value Analysis Testing</a:t>
            </a:r>
            <a:br>
              <a:rPr lang="en-IN" b="1" i="0" dirty="0">
                <a:solidFill>
                  <a:srgbClr val="222222"/>
                </a:solidFill>
                <a:effectLst/>
                <a:latin typeface="Source Sans Pro" panose="020B0503030403020204" pitchFamily="34" charset="0"/>
              </a:rPr>
            </a:br>
            <a:endParaRPr lang="en-IN" dirty="0"/>
          </a:p>
        </p:txBody>
      </p:sp>
      <p:sp>
        <p:nvSpPr>
          <p:cNvPr id="3" name="Content Placeholder 2">
            <a:extLst>
              <a:ext uri="{FF2B5EF4-FFF2-40B4-BE49-F238E27FC236}">
                <a16:creationId xmlns="" xmlns:a16="http://schemas.microsoft.com/office/drawing/2014/main" id="{4263EFBD-F01B-1D32-ED2E-C64BECFD4FB4}"/>
              </a:ext>
            </a:extLst>
          </p:cNvPr>
          <p:cNvSpPr>
            <a:spLocks noGrp="1"/>
          </p:cNvSpPr>
          <p:nvPr>
            <p:ph idx="1"/>
          </p:nvPr>
        </p:nvSpPr>
        <p:spPr>
          <a:xfrm>
            <a:off x="838200" y="1455938"/>
            <a:ext cx="10515600" cy="4721025"/>
          </a:xfrm>
        </p:spPr>
        <p:txBody>
          <a:bodyPr>
            <a:normAutofit/>
          </a:bodyPr>
          <a:lstStyle/>
          <a:p>
            <a:pPr marL="0" indent="0" algn="just">
              <a:buNone/>
            </a:pPr>
            <a:r>
              <a:rPr lang="en-US" b="0" i="0" dirty="0">
                <a:solidFill>
                  <a:srgbClr val="333333"/>
                </a:solidFill>
                <a:effectLst/>
                <a:latin typeface="inter-regular"/>
              </a:rPr>
              <a:t>Boundary value analysis is one of the widely used case design technique for black box testing. It is used to test boundary values because the input values near the boundary have higher chances of error.</a:t>
            </a:r>
          </a:p>
          <a:p>
            <a:pPr marL="0" indent="0" algn="just">
              <a:buNone/>
            </a:pPr>
            <a:r>
              <a:rPr lang="en-US" b="0" i="0" dirty="0">
                <a:solidFill>
                  <a:srgbClr val="333333"/>
                </a:solidFill>
                <a:effectLst/>
                <a:latin typeface="inter-regular"/>
              </a:rPr>
              <a:t>Whenever we do the testing by boundary value analysis, the tester focuses on, while entering boundary value whether the software is producing correct output or not.</a:t>
            </a:r>
          </a:p>
          <a:p>
            <a:pPr marL="0" indent="0" algn="l">
              <a:buNone/>
            </a:pPr>
            <a:endParaRPr lang="en-US" dirty="0">
              <a:solidFill>
                <a:srgbClr val="222222"/>
              </a:solidFill>
              <a:latin typeface="Source Sans Pro" panose="020B0503030403020204" pitchFamily="34" charset="0"/>
            </a:endParaRPr>
          </a:p>
          <a:p>
            <a:pPr marL="0" indent="0">
              <a:buNone/>
            </a:pPr>
            <a:endParaRPr lang="en-IN" dirty="0"/>
          </a:p>
        </p:txBody>
      </p:sp>
    </p:spTree>
    <p:extLst>
      <p:ext uri="{BB962C8B-B14F-4D97-AF65-F5344CB8AC3E}">
        <p14:creationId xmlns="" xmlns:p14="http://schemas.microsoft.com/office/powerpoint/2010/main" val="39406114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9F2F76-ABE6-F854-DFEE-07322958A700}"/>
              </a:ext>
            </a:extLst>
          </p:cNvPr>
          <p:cNvSpPr>
            <a:spLocks noGrp="1"/>
          </p:cNvSpPr>
          <p:nvPr>
            <p:ph type="title"/>
          </p:nvPr>
        </p:nvSpPr>
        <p:spPr/>
        <p:txBody>
          <a:bodyPr/>
          <a:lstStyle/>
          <a:p>
            <a:r>
              <a:rPr lang="en-IN" b="1" i="0" dirty="0">
                <a:solidFill>
                  <a:srgbClr val="222222"/>
                </a:solidFill>
                <a:effectLst/>
                <a:latin typeface="Source Sans Pro" panose="020B0503030403020204" pitchFamily="34" charset="0"/>
              </a:rPr>
              <a:t>Boundary Value Analysis Testing</a:t>
            </a:r>
            <a:br>
              <a:rPr lang="en-IN" b="1" i="0" dirty="0">
                <a:solidFill>
                  <a:srgbClr val="222222"/>
                </a:solidFill>
                <a:effectLst/>
                <a:latin typeface="Source Sans Pro" panose="020B0503030403020204" pitchFamily="34" charset="0"/>
              </a:rPr>
            </a:br>
            <a:endParaRPr lang="en-IN" dirty="0"/>
          </a:p>
        </p:txBody>
      </p:sp>
      <p:sp>
        <p:nvSpPr>
          <p:cNvPr id="3" name="Content Placeholder 2">
            <a:extLst>
              <a:ext uri="{FF2B5EF4-FFF2-40B4-BE49-F238E27FC236}">
                <a16:creationId xmlns="" xmlns:a16="http://schemas.microsoft.com/office/drawing/2014/main" id="{4263EFBD-F01B-1D32-ED2E-C64BECFD4FB4}"/>
              </a:ext>
            </a:extLst>
          </p:cNvPr>
          <p:cNvSpPr>
            <a:spLocks noGrp="1"/>
          </p:cNvSpPr>
          <p:nvPr>
            <p:ph idx="1"/>
          </p:nvPr>
        </p:nvSpPr>
        <p:spPr>
          <a:xfrm>
            <a:off x="838200" y="1455938"/>
            <a:ext cx="10515600" cy="4721025"/>
          </a:xfrm>
        </p:spPr>
        <p:txBody>
          <a:bodyPr>
            <a:normAutofit fontScale="70000" lnSpcReduction="20000"/>
          </a:bodyPr>
          <a:lstStyle/>
          <a:p>
            <a:pPr marL="0" indent="0" algn="l">
              <a:buNone/>
            </a:pPr>
            <a:r>
              <a:rPr lang="en-US" b="0" i="0" dirty="0">
                <a:solidFill>
                  <a:srgbClr val="222222"/>
                </a:solidFill>
                <a:effectLst/>
                <a:latin typeface="Source Sans Pro" panose="020B0503030403020204" pitchFamily="34" charset="0"/>
              </a:rPr>
              <a:t>Boundary value testing is the process of testing between extreme ends or boundaries between partitions of the input values.</a:t>
            </a:r>
          </a:p>
          <a:p>
            <a:pPr marL="0" indent="0" algn="l">
              <a:buNone/>
            </a:pPr>
            <a:endParaRPr lang="en-US" b="0" i="0" dirty="0">
              <a:solidFill>
                <a:srgbClr val="222222"/>
              </a:solidFill>
              <a:effectLst/>
              <a:latin typeface="Source Sans Pro" panose="020B0503030403020204" pitchFamily="34" charset="0"/>
            </a:endParaRPr>
          </a:p>
          <a:p>
            <a:pPr algn="l">
              <a:buFont typeface="Arial" panose="020B0604020202020204" pitchFamily="34" charset="0"/>
              <a:buChar char="•"/>
            </a:pPr>
            <a:r>
              <a:rPr lang="en-US" b="0" i="0" dirty="0">
                <a:solidFill>
                  <a:srgbClr val="222222"/>
                </a:solidFill>
                <a:effectLst/>
                <a:latin typeface="Source Sans Pro" panose="020B0503030403020204" pitchFamily="34" charset="0"/>
              </a:rPr>
              <a:t>So, these extreme ends like Start- End, Lower- Upper, Maximum-Minimum, Just Inside-Just Outside values are called boundary values and the testing is called “boundary testing”.</a:t>
            </a:r>
          </a:p>
          <a:p>
            <a:pPr marL="0" indent="0" algn="l">
              <a:buNone/>
            </a:pPr>
            <a:endParaRPr lang="en-US" b="0" i="0" dirty="0">
              <a:solidFill>
                <a:srgbClr val="222222"/>
              </a:solidFill>
              <a:effectLst/>
              <a:latin typeface="Source Sans Pro" panose="020B0503030403020204" pitchFamily="34" charset="0"/>
            </a:endParaRP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The basic idea in normal boundary value testing is to select input variable values at their:</a:t>
            </a:r>
          </a:p>
          <a:p>
            <a:pPr marL="0" indent="0" algn="l">
              <a:buNone/>
            </a:pPr>
            <a:endParaRPr lang="en-US" b="0" i="0" dirty="0">
              <a:solidFill>
                <a:srgbClr val="222222"/>
              </a:solidFill>
              <a:effectLst/>
              <a:latin typeface="Source Sans Pro" panose="020B0503030403020204" pitchFamily="34" charset="0"/>
            </a:endParaRPr>
          </a:p>
          <a:p>
            <a:pPr algn="l">
              <a:buFont typeface="+mj-lt"/>
              <a:buAutoNum type="arabicPeriod"/>
            </a:pPr>
            <a:r>
              <a:rPr lang="en-US" b="0" i="0" dirty="0">
                <a:solidFill>
                  <a:srgbClr val="222222"/>
                </a:solidFill>
                <a:effectLst/>
                <a:latin typeface="Source Sans Pro" panose="020B0503030403020204" pitchFamily="34" charset="0"/>
              </a:rPr>
              <a:t>Minimum</a:t>
            </a:r>
          </a:p>
          <a:p>
            <a:pPr algn="l">
              <a:buFont typeface="+mj-lt"/>
              <a:buAutoNum type="arabicPeriod"/>
            </a:pPr>
            <a:r>
              <a:rPr lang="en-US" b="0" i="0" dirty="0">
                <a:solidFill>
                  <a:srgbClr val="222222"/>
                </a:solidFill>
                <a:effectLst/>
                <a:latin typeface="Source Sans Pro" panose="020B0503030403020204" pitchFamily="34" charset="0"/>
              </a:rPr>
              <a:t>Just above the minimum</a:t>
            </a:r>
          </a:p>
          <a:p>
            <a:pPr algn="l">
              <a:buFont typeface="+mj-lt"/>
              <a:buAutoNum type="arabicPeriod"/>
            </a:pPr>
            <a:r>
              <a:rPr lang="en-US" b="0" i="0" dirty="0">
                <a:solidFill>
                  <a:srgbClr val="222222"/>
                </a:solidFill>
                <a:effectLst/>
                <a:latin typeface="Source Sans Pro" panose="020B0503030403020204" pitchFamily="34" charset="0"/>
              </a:rPr>
              <a:t>A nominal value</a:t>
            </a:r>
          </a:p>
          <a:p>
            <a:pPr algn="l">
              <a:buFont typeface="+mj-lt"/>
              <a:buAutoNum type="arabicPeriod"/>
            </a:pPr>
            <a:r>
              <a:rPr lang="en-US" b="0" i="0" dirty="0">
                <a:solidFill>
                  <a:srgbClr val="222222"/>
                </a:solidFill>
                <a:effectLst/>
                <a:latin typeface="Source Sans Pro" panose="020B0503030403020204" pitchFamily="34" charset="0"/>
              </a:rPr>
              <a:t>Just below the maximum</a:t>
            </a:r>
          </a:p>
          <a:p>
            <a:pPr algn="l">
              <a:buFont typeface="+mj-lt"/>
              <a:buAutoNum type="arabicPeriod"/>
            </a:pPr>
            <a:r>
              <a:rPr lang="en-US" b="0" i="0" dirty="0">
                <a:solidFill>
                  <a:srgbClr val="222222"/>
                </a:solidFill>
                <a:effectLst/>
                <a:latin typeface="Source Sans Pro" panose="020B0503030403020204" pitchFamily="34" charset="0"/>
              </a:rPr>
              <a:t>Maximum</a:t>
            </a:r>
          </a:p>
          <a:p>
            <a:pPr marL="0" indent="0">
              <a:buNone/>
            </a:pPr>
            <a:endParaRPr lang="en-IN" dirty="0"/>
          </a:p>
        </p:txBody>
      </p:sp>
    </p:spTree>
    <p:extLst>
      <p:ext uri="{BB962C8B-B14F-4D97-AF65-F5344CB8AC3E}">
        <p14:creationId xmlns="" xmlns:p14="http://schemas.microsoft.com/office/powerpoint/2010/main" val="1030687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 xmlns:a16="http://schemas.microsoft.com/office/drawing/2014/main" id="{6753252F-4873-4F63-801D-CC719279A7D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 xmlns:a16="http://schemas.microsoft.com/office/drawing/2014/main" id="{047C8CCB-F95D-4249-92DD-651249D3535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2013557" cy="6858000"/>
          </a:xfrm>
          <a:prstGeom prst="rect">
            <a:avLst/>
          </a:prstGeom>
          <a:solidFill>
            <a:srgbClr val="957C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269F2F76-ABE6-F854-DFEE-07322958A70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i="0" kern="1200" dirty="0">
                <a:solidFill>
                  <a:srgbClr val="FFFFFF"/>
                </a:solidFill>
                <a:effectLst/>
                <a:latin typeface="+mj-lt"/>
                <a:ea typeface="+mj-ea"/>
                <a:cs typeface="+mj-cs"/>
              </a:rPr>
              <a:t>Boundary Value Analysis</a:t>
            </a:r>
            <a:br>
              <a:rPr lang="en-US" sz="2600" b="1" i="0" kern="1200" dirty="0">
                <a:solidFill>
                  <a:srgbClr val="FFFFFF"/>
                </a:solidFill>
                <a:effectLst/>
                <a:latin typeface="+mj-lt"/>
                <a:ea typeface="+mj-ea"/>
                <a:cs typeface="+mj-cs"/>
              </a:rPr>
            </a:br>
            <a:endParaRPr lang="en-US" sz="2600" kern="1200" dirty="0">
              <a:solidFill>
                <a:srgbClr val="FFFFFF"/>
              </a:solidFill>
              <a:latin typeface="+mj-lt"/>
              <a:ea typeface="+mj-ea"/>
              <a:cs typeface="+mj-cs"/>
            </a:endParaRPr>
          </a:p>
        </p:txBody>
      </p:sp>
      <p:pic>
        <p:nvPicPr>
          <p:cNvPr id="5" name="Content Placeholder 4">
            <a:extLst>
              <a:ext uri="{FF2B5EF4-FFF2-40B4-BE49-F238E27FC236}">
                <a16:creationId xmlns="" xmlns:a16="http://schemas.microsoft.com/office/drawing/2014/main" id="{DAB9DD4A-1DE0-291A-A3A7-C4287A4CEE9A}"/>
              </a:ext>
            </a:extLst>
          </p:cNvPr>
          <p:cNvPicPr>
            <a:picLocks noChangeAspect="1"/>
          </p:cNvPicPr>
          <p:nvPr/>
        </p:nvPicPr>
        <p:blipFill>
          <a:blip r:embed="rId2" cstate="print"/>
          <a:stretch>
            <a:fillRect/>
          </a:stretch>
        </p:blipFill>
        <p:spPr>
          <a:xfrm>
            <a:off x="4038600" y="2313135"/>
            <a:ext cx="7188199" cy="2228341"/>
          </a:xfrm>
          <a:prstGeom prst="rect">
            <a:avLst/>
          </a:prstGeom>
        </p:spPr>
      </p:pic>
    </p:spTree>
    <p:extLst>
      <p:ext uri="{BB962C8B-B14F-4D97-AF65-F5344CB8AC3E}">
        <p14:creationId xmlns="" xmlns:p14="http://schemas.microsoft.com/office/powerpoint/2010/main" val="32936865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08E434-7573-C5C9-CF9F-E8BE631452FE}"/>
              </a:ext>
            </a:extLst>
          </p:cNvPr>
          <p:cNvSpPr>
            <a:spLocks noGrp="1"/>
          </p:cNvSpPr>
          <p:nvPr>
            <p:ph type="title"/>
          </p:nvPr>
        </p:nvSpPr>
        <p:spPr/>
        <p:txBody>
          <a:bodyPr/>
          <a:lstStyle/>
          <a:p>
            <a:r>
              <a:rPr lang="en-IN" b="1" i="0" dirty="0">
                <a:solidFill>
                  <a:srgbClr val="222222"/>
                </a:solidFill>
                <a:effectLst/>
                <a:latin typeface="Source Sans Pro" panose="020B0503030403020204" pitchFamily="34" charset="0"/>
              </a:rPr>
              <a:t>Equivalence Partitioning</a:t>
            </a:r>
            <a:br>
              <a:rPr lang="en-IN" b="1" i="0" dirty="0">
                <a:solidFill>
                  <a:srgbClr val="222222"/>
                </a:solidFill>
                <a:effectLst/>
                <a:latin typeface="Source Sans Pro" panose="020B0503030403020204" pitchFamily="34" charset="0"/>
              </a:rPr>
            </a:br>
            <a:endParaRPr lang="en-IN" dirty="0"/>
          </a:p>
        </p:txBody>
      </p:sp>
      <p:sp>
        <p:nvSpPr>
          <p:cNvPr id="3" name="Content Placeholder 2">
            <a:extLst>
              <a:ext uri="{FF2B5EF4-FFF2-40B4-BE49-F238E27FC236}">
                <a16:creationId xmlns="" xmlns:a16="http://schemas.microsoft.com/office/drawing/2014/main" id="{DD4F2DF2-B5DF-8891-1F33-1386C7CF24E5}"/>
              </a:ext>
            </a:extLst>
          </p:cNvPr>
          <p:cNvSpPr>
            <a:spLocks noGrp="1"/>
          </p:cNvSpPr>
          <p:nvPr>
            <p:ph idx="1"/>
          </p:nvPr>
        </p:nvSpPr>
        <p:spPr/>
        <p:txBody>
          <a:bodyPr>
            <a:normAutofit fontScale="92500" lnSpcReduction="20000"/>
          </a:bodyPr>
          <a:lstStyle/>
          <a:p>
            <a:pPr marL="0" indent="0" algn="l">
              <a:buNone/>
            </a:pPr>
            <a:r>
              <a:rPr lang="en-US" i="0" dirty="0">
                <a:solidFill>
                  <a:srgbClr val="222222"/>
                </a:solidFill>
                <a:effectLst/>
                <a:latin typeface="Source Sans Pro" panose="020B0503030403020204" pitchFamily="34" charset="0"/>
              </a:rPr>
              <a:t>Equivalence Partitioning</a:t>
            </a:r>
            <a:r>
              <a:rPr lang="en-US" b="0" i="0" dirty="0">
                <a:solidFill>
                  <a:srgbClr val="222222"/>
                </a:solidFill>
                <a:effectLst/>
                <a:latin typeface="Source Sans Pro" panose="020B0503030403020204" pitchFamily="34" charset="0"/>
              </a:rPr>
              <a:t> or Equivalence Class Partitioning is type of black box testing technique which can be applied to all levels of </a:t>
            </a:r>
            <a:r>
              <a:rPr lang="en-US" b="0" i="0" u="none" strike="noStrike" dirty="0">
                <a:solidFill>
                  <a:srgbClr val="222222"/>
                </a:solidFill>
                <a:effectLst/>
                <a:latin typeface="Source Sans Pro" panose="020B0503030403020204" pitchFamily="34" charset="0"/>
              </a:rPr>
              <a:t>software testing</a:t>
            </a:r>
            <a:r>
              <a:rPr lang="en-US" b="0" i="0" dirty="0">
                <a:solidFill>
                  <a:srgbClr val="222222"/>
                </a:solidFill>
                <a:effectLst/>
                <a:latin typeface="Source Sans Pro" panose="020B0503030403020204" pitchFamily="34" charset="0"/>
              </a:rPr>
              <a:t> like unit, integration, system, etc. In this technique, input data units are divided into equivalent partitions that can be used to derive test cases which reduces time required for testing because of small number of test cases.</a:t>
            </a:r>
          </a:p>
          <a:p>
            <a:pPr marL="0" indent="0" algn="l">
              <a:buNone/>
            </a:pPr>
            <a:endParaRPr lang="en-US" b="0" i="0" dirty="0">
              <a:solidFill>
                <a:srgbClr val="222222"/>
              </a:solidFill>
              <a:effectLst/>
              <a:latin typeface="Source Sans Pro" panose="020B0503030403020204" pitchFamily="34" charset="0"/>
            </a:endParaRPr>
          </a:p>
          <a:p>
            <a:pPr marL="0" indent="0" algn="l">
              <a:buNone/>
            </a:pPr>
            <a:endParaRPr lang="en-US" b="0" i="0" dirty="0">
              <a:solidFill>
                <a:srgbClr val="222222"/>
              </a:solidFill>
              <a:effectLst/>
              <a:latin typeface="Source Sans Pro" panose="020B0503030403020204" pitchFamily="34" charset="0"/>
            </a:endParaRPr>
          </a:p>
          <a:p>
            <a:pPr algn="l">
              <a:buFont typeface="Arial" panose="020B0604020202020204" pitchFamily="34" charset="0"/>
              <a:buChar char="•"/>
            </a:pPr>
            <a:r>
              <a:rPr lang="en-US" b="0" i="0" dirty="0">
                <a:solidFill>
                  <a:srgbClr val="222222"/>
                </a:solidFill>
                <a:effectLst/>
                <a:latin typeface="Source Sans Pro" panose="020B0503030403020204" pitchFamily="34" charset="0"/>
              </a:rPr>
              <a:t>It divides the input data of software into different equivalence data classes.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You can apply this technique, where there is a range in the input field.</a:t>
            </a:r>
          </a:p>
          <a:p>
            <a:pPr marL="0" indent="0">
              <a:buNone/>
            </a:pPr>
            <a:endParaRPr lang="en-IN" dirty="0"/>
          </a:p>
        </p:txBody>
      </p:sp>
    </p:spTree>
    <p:extLst>
      <p:ext uri="{BB962C8B-B14F-4D97-AF65-F5344CB8AC3E}">
        <p14:creationId xmlns="" xmlns:p14="http://schemas.microsoft.com/office/powerpoint/2010/main" val="26706944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9D578B-149A-51D5-4970-92274AECB72C}"/>
              </a:ext>
            </a:extLst>
          </p:cNvPr>
          <p:cNvSpPr>
            <a:spLocks noGrp="1"/>
          </p:cNvSpPr>
          <p:nvPr>
            <p:ph type="title"/>
          </p:nvPr>
        </p:nvSpPr>
        <p:spPr/>
        <p:txBody>
          <a:bodyPr>
            <a:normAutofit fontScale="90000"/>
          </a:bodyPr>
          <a:lstStyle/>
          <a:p>
            <a:r>
              <a:rPr lang="en-US" b="1" i="0" dirty="0">
                <a:solidFill>
                  <a:srgbClr val="222222"/>
                </a:solidFill>
                <a:effectLst/>
                <a:latin typeface="Source Sans Pro" panose="020B0503030403020204" pitchFamily="34" charset="0"/>
              </a:rPr>
              <a:t>Why Equivalence &amp; Boundary Analysis Testing</a:t>
            </a:r>
            <a:br>
              <a:rPr lang="en-US" b="1" i="0" dirty="0">
                <a:solidFill>
                  <a:srgbClr val="222222"/>
                </a:solidFill>
                <a:effectLst/>
                <a:latin typeface="Source Sans Pro" panose="020B0503030403020204" pitchFamily="34" charset="0"/>
              </a:rPr>
            </a:br>
            <a:endParaRPr lang="en-IN" dirty="0"/>
          </a:p>
        </p:txBody>
      </p:sp>
      <p:sp>
        <p:nvSpPr>
          <p:cNvPr id="3" name="Content Placeholder 2">
            <a:extLst>
              <a:ext uri="{FF2B5EF4-FFF2-40B4-BE49-F238E27FC236}">
                <a16:creationId xmlns="" xmlns:a16="http://schemas.microsoft.com/office/drawing/2014/main" id="{A2B20C7F-E864-818D-9ADC-7A1C293FA111}"/>
              </a:ext>
            </a:extLst>
          </p:cNvPr>
          <p:cNvSpPr>
            <a:spLocks noGrp="1"/>
          </p:cNvSpPr>
          <p:nvPr>
            <p:ph idx="1"/>
          </p:nvPr>
        </p:nvSpPr>
        <p:spPr/>
        <p:txBody>
          <a:bodyPr/>
          <a:lstStyle/>
          <a:p>
            <a:pPr algn="l">
              <a:buFont typeface="+mj-lt"/>
              <a:buAutoNum type="arabicPeriod"/>
            </a:pPr>
            <a:r>
              <a:rPr lang="en-US" b="0" i="0" dirty="0">
                <a:solidFill>
                  <a:srgbClr val="222222"/>
                </a:solidFill>
                <a:effectLst/>
                <a:latin typeface="Source Sans Pro" panose="020B0503030403020204" pitchFamily="34" charset="0"/>
              </a:rPr>
              <a:t>This testing is used to reduce a very large number of test cases to manageable chunks.</a:t>
            </a:r>
          </a:p>
          <a:p>
            <a:pPr algn="l">
              <a:buFont typeface="+mj-lt"/>
              <a:buAutoNum type="arabicPeriod"/>
            </a:pPr>
            <a:r>
              <a:rPr lang="en-US" b="0" i="0" dirty="0">
                <a:solidFill>
                  <a:srgbClr val="222222"/>
                </a:solidFill>
                <a:effectLst/>
                <a:latin typeface="Source Sans Pro" panose="020B0503030403020204" pitchFamily="34" charset="0"/>
              </a:rPr>
              <a:t>Very clear guidelines on determining test cases without compromising on the effectiveness of testing.</a:t>
            </a:r>
          </a:p>
          <a:p>
            <a:pPr algn="l">
              <a:buFont typeface="+mj-lt"/>
              <a:buAutoNum type="arabicPeriod"/>
            </a:pPr>
            <a:r>
              <a:rPr lang="en-US" b="0" i="0" dirty="0">
                <a:solidFill>
                  <a:srgbClr val="222222"/>
                </a:solidFill>
                <a:effectLst/>
                <a:latin typeface="Source Sans Pro" panose="020B0503030403020204" pitchFamily="34" charset="0"/>
              </a:rPr>
              <a:t>Appropriate for calculation-intensive applications with a large number of variables/inputs</a:t>
            </a:r>
          </a:p>
          <a:p>
            <a:pPr marL="0" indent="0">
              <a:buNone/>
            </a:pPr>
            <a:endParaRPr lang="en-IN" dirty="0"/>
          </a:p>
        </p:txBody>
      </p:sp>
    </p:spTree>
    <p:extLst>
      <p:ext uri="{BB962C8B-B14F-4D97-AF65-F5344CB8AC3E}">
        <p14:creationId xmlns="" xmlns:p14="http://schemas.microsoft.com/office/powerpoint/2010/main" val="12509746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269137-C498-FCA9-9C0A-334553AF394A}"/>
              </a:ext>
            </a:extLst>
          </p:cNvPr>
          <p:cNvSpPr>
            <a:spLocks noGrp="1"/>
          </p:cNvSpPr>
          <p:nvPr>
            <p:ph type="title"/>
          </p:nvPr>
        </p:nvSpPr>
        <p:spPr/>
        <p:txBody>
          <a:bodyPr>
            <a:normAutofit/>
          </a:bodyPr>
          <a:lstStyle/>
          <a:p>
            <a:r>
              <a:rPr lang="en-US" sz="3600" b="1" dirty="0"/>
              <a:t>Internationalization Testing (or) Globalization Testing</a:t>
            </a:r>
            <a:endParaRPr lang="en-IN" sz="3600" b="1" dirty="0"/>
          </a:p>
        </p:txBody>
      </p:sp>
      <p:sp>
        <p:nvSpPr>
          <p:cNvPr id="3" name="Content Placeholder 2">
            <a:extLst>
              <a:ext uri="{FF2B5EF4-FFF2-40B4-BE49-F238E27FC236}">
                <a16:creationId xmlns="" xmlns:a16="http://schemas.microsoft.com/office/drawing/2014/main" id="{C41B4552-B31E-DF4D-BFB9-0913778A43FB}"/>
              </a:ext>
            </a:extLst>
          </p:cNvPr>
          <p:cNvSpPr>
            <a:spLocks noGrp="1"/>
          </p:cNvSpPr>
          <p:nvPr>
            <p:ph idx="1"/>
          </p:nvPr>
        </p:nvSpPr>
        <p:spPr>
          <a:xfrm>
            <a:off x="838200" y="2141537"/>
            <a:ext cx="10515600" cy="4351338"/>
          </a:xfrm>
        </p:spPr>
        <p:txBody>
          <a:bodyPr/>
          <a:lstStyle/>
          <a:p>
            <a:pPr marL="0" indent="0">
              <a:buNone/>
            </a:pPr>
            <a:r>
              <a:rPr lang="en-US" dirty="0"/>
              <a:t>Performing the testing on application in different  international languages like French, Spanish, Chinese etc.  is called Internationalization Testing.</a:t>
            </a:r>
          </a:p>
          <a:p>
            <a:pPr marL="0" indent="0">
              <a:buNone/>
            </a:pPr>
            <a:endParaRPr lang="en-US" dirty="0"/>
          </a:p>
          <a:p>
            <a:pPr marL="0" indent="0">
              <a:buNone/>
            </a:pPr>
            <a:r>
              <a:rPr lang="en-US" dirty="0"/>
              <a:t>Note: Internationalization Testing is also called as </a:t>
            </a:r>
            <a:r>
              <a:rPr lang="en-US" b="1" dirty="0"/>
              <a:t>I18N Testing</a:t>
            </a:r>
            <a:endParaRPr lang="en-IN" b="1" dirty="0"/>
          </a:p>
        </p:txBody>
      </p:sp>
    </p:spTree>
    <p:extLst>
      <p:ext uri="{BB962C8B-B14F-4D97-AF65-F5344CB8AC3E}">
        <p14:creationId xmlns="" xmlns:p14="http://schemas.microsoft.com/office/powerpoint/2010/main" val="34648833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269137-C498-FCA9-9C0A-334553AF394A}"/>
              </a:ext>
            </a:extLst>
          </p:cNvPr>
          <p:cNvSpPr>
            <a:spLocks noGrp="1"/>
          </p:cNvSpPr>
          <p:nvPr>
            <p:ph type="title"/>
          </p:nvPr>
        </p:nvSpPr>
        <p:spPr/>
        <p:txBody>
          <a:bodyPr>
            <a:normAutofit/>
          </a:bodyPr>
          <a:lstStyle/>
          <a:p>
            <a:r>
              <a:rPr lang="en-US" sz="3600" b="1" dirty="0"/>
              <a:t>Localization Testing (or) L10N Testing</a:t>
            </a:r>
            <a:endParaRPr lang="en-IN" sz="3600" b="1" dirty="0"/>
          </a:p>
        </p:txBody>
      </p:sp>
      <p:sp>
        <p:nvSpPr>
          <p:cNvPr id="3" name="Content Placeholder 2">
            <a:extLst>
              <a:ext uri="{FF2B5EF4-FFF2-40B4-BE49-F238E27FC236}">
                <a16:creationId xmlns="" xmlns:a16="http://schemas.microsoft.com/office/drawing/2014/main" id="{C41B4552-B31E-DF4D-BFB9-0913778A43FB}"/>
              </a:ext>
            </a:extLst>
          </p:cNvPr>
          <p:cNvSpPr>
            <a:spLocks noGrp="1"/>
          </p:cNvSpPr>
          <p:nvPr>
            <p:ph idx="1"/>
          </p:nvPr>
        </p:nvSpPr>
        <p:spPr>
          <a:xfrm>
            <a:off x="838200" y="2118202"/>
            <a:ext cx="10515600" cy="4351338"/>
          </a:xfrm>
        </p:spPr>
        <p:txBody>
          <a:bodyPr/>
          <a:lstStyle/>
          <a:p>
            <a:pPr marL="0" indent="0">
              <a:buNone/>
            </a:pPr>
            <a:r>
              <a:rPr lang="en-US" dirty="0"/>
              <a:t>Performing the testing on application in different local languages like Telugu, Tamil, </a:t>
            </a:r>
            <a:r>
              <a:rPr lang="en-US" dirty="0" smtClean="0"/>
              <a:t>Kannada </a:t>
            </a:r>
            <a:r>
              <a:rPr lang="en-US" dirty="0"/>
              <a:t>etc. is called Localization Testing.</a:t>
            </a:r>
          </a:p>
          <a:p>
            <a:pPr marL="0" indent="0">
              <a:buNone/>
            </a:pPr>
            <a:endParaRPr lang="en-US" dirty="0"/>
          </a:p>
          <a:p>
            <a:pPr marL="0" indent="0">
              <a:buNone/>
            </a:pPr>
            <a:r>
              <a:rPr lang="en-US" dirty="0"/>
              <a:t>Note:</a:t>
            </a:r>
          </a:p>
          <a:p>
            <a:pPr marL="0" indent="0">
              <a:buNone/>
            </a:pPr>
            <a:endParaRPr lang="en-US" sz="800" dirty="0"/>
          </a:p>
          <a:p>
            <a:pPr>
              <a:buFont typeface="Wingdings" panose="05000000000000000000" pitchFamily="2" charset="2"/>
              <a:buChar char="Ø"/>
            </a:pPr>
            <a:r>
              <a:rPr lang="en-US" dirty="0"/>
              <a:t> Localization Testing is also called as </a:t>
            </a:r>
            <a:r>
              <a:rPr lang="en-US" b="1" dirty="0"/>
              <a:t>L10N Testing</a:t>
            </a:r>
          </a:p>
          <a:p>
            <a:pPr>
              <a:buFont typeface="Wingdings" panose="05000000000000000000" pitchFamily="2" charset="2"/>
              <a:buChar char="Ø"/>
            </a:pPr>
            <a:r>
              <a:rPr lang="en-US" b="1" dirty="0"/>
              <a:t> </a:t>
            </a:r>
            <a:r>
              <a:rPr lang="en-US" dirty="0"/>
              <a:t>The  Pre-condition to perform both I18N and L10N Testing are we should know those languages [Read, write, understand and speak]</a:t>
            </a:r>
          </a:p>
          <a:p>
            <a:pPr marL="0" indent="0">
              <a:buNone/>
            </a:pPr>
            <a:endParaRPr lang="en-IN" b="1" dirty="0"/>
          </a:p>
        </p:txBody>
      </p:sp>
    </p:spTree>
    <p:extLst>
      <p:ext uri="{BB962C8B-B14F-4D97-AF65-F5344CB8AC3E}">
        <p14:creationId xmlns="" xmlns:p14="http://schemas.microsoft.com/office/powerpoint/2010/main" val="9119346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615D14-3092-6FFB-5802-4046F7EBB910}"/>
              </a:ext>
            </a:extLst>
          </p:cNvPr>
          <p:cNvSpPr>
            <a:spLocks noGrp="1"/>
          </p:cNvSpPr>
          <p:nvPr>
            <p:ph type="title"/>
          </p:nvPr>
        </p:nvSpPr>
        <p:spPr/>
        <p:txBody>
          <a:bodyPr/>
          <a:lstStyle/>
          <a:p>
            <a:r>
              <a:rPr lang="en-US" b="1" dirty="0"/>
              <a:t>Security Testing</a:t>
            </a:r>
            <a:endParaRPr lang="en-IN" b="1" dirty="0"/>
          </a:p>
        </p:txBody>
      </p:sp>
      <p:sp>
        <p:nvSpPr>
          <p:cNvPr id="3" name="Content Placeholder 2">
            <a:extLst>
              <a:ext uri="{FF2B5EF4-FFF2-40B4-BE49-F238E27FC236}">
                <a16:creationId xmlns="" xmlns:a16="http://schemas.microsoft.com/office/drawing/2014/main" id="{B30E5669-626B-E5FF-60CB-20410452CEA4}"/>
              </a:ext>
            </a:extLst>
          </p:cNvPr>
          <p:cNvSpPr>
            <a:spLocks noGrp="1"/>
          </p:cNvSpPr>
          <p:nvPr>
            <p:ph idx="1"/>
          </p:nvPr>
        </p:nvSpPr>
        <p:spPr/>
        <p:txBody>
          <a:bodyPr/>
          <a:lstStyle/>
          <a:p>
            <a:pPr marL="0" indent="0">
              <a:buNone/>
            </a:pPr>
            <a:r>
              <a:rPr lang="en-US" dirty="0"/>
              <a:t>Validating the security of application with respect to </a:t>
            </a:r>
            <a:r>
              <a:rPr lang="en-US" b="1" dirty="0"/>
              <a:t>Authentication</a:t>
            </a:r>
            <a:r>
              <a:rPr lang="en-US" dirty="0"/>
              <a:t> and</a:t>
            </a:r>
            <a:r>
              <a:rPr lang="en-US" b="1" dirty="0"/>
              <a:t> Authorization </a:t>
            </a:r>
            <a:r>
              <a:rPr lang="en-US" dirty="0"/>
              <a:t>is called Security Testing.</a:t>
            </a:r>
          </a:p>
          <a:p>
            <a:pPr marL="0" indent="0">
              <a:buNone/>
            </a:pPr>
            <a:endParaRPr lang="en-US" dirty="0"/>
          </a:p>
          <a:p>
            <a:pPr marL="0" indent="0">
              <a:buNone/>
            </a:pPr>
            <a:endParaRPr lang="en-IN" dirty="0"/>
          </a:p>
        </p:txBody>
      </p:sp>
    </p:spTree>
    <p:extLst>
      <p:ext uri="{BB962C8B-B14F-4D97-AF65-F5344CB8AC3E}">
        <p14:creationId xmlns="" xmlns:p14="http://schemas.microsoft.com/office/powerpoint/2010/main" val="37409162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 xmlns:a16="http://schemas.microsoft.com/office/drawing/2014/main" id="{FF81F8D5-515A-45DC-B296-30AB11F2C1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90464369-70FA-42AF-948F-80664CA7BFE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151E0C98-8D90-91A5-C62C-D02966123949}"/>
              </a:ext>
            </a:extLst>
          </p:cNvPr>
          <p:cNvSpPr>
            <a:spLocks noGrp="1"/>
          </p:cNvSpPr>
          <p:nvPr>
            <p:ph type="title"/>
          </p:nvPr>
        </p:nvSpPr>
        <p:spPr>
          <a:xfrm>
            <a:off x="581646" y="349664"/>
            <a:ext cx="5845571" cy="1638377"/>
          </a:xfrm>
        </p:spPr>
        <p:txBody>
          <a:bodyPr anchor="b">
            <a:normAutofit/>
          </a:bodyPr>
          <a:lstStyle/>
          <a:p>
            <a:r>
              <a:rPr lang="en-US" sz="4800" b="1" u="sng"/>
              <a:t>Authentication</a:t>
            </a:r>
            <a:endParaRPr lang="en-IN" sz="4800" b="1" u="sng"/>
          </a:p>
        </p:txBody>
      </p:sp>
      <p:sp>
        <p:nvSpPr>
          <p:cNvPr id="3" name="Content Placeholder 2">
            <a:extLst>
              <a:ext uri="{FF2B5EF4-FFF2-40B4-BE49-F238E27FC236}">
                <a16:creationId xmlns="" xmlns:a16="http://schemas.microsoft.com/office/drawing/2014/main" id="{54D187C8-5A74-90F3-AE9E-4C6B12642F92}"/>
              </a:ext>
            </a:extLst>
          </p:cNvPr>
          <p:cNvSpPr>
            <a:spLocks noGrp="1"/>
          </p:cNvSpPr>
          <p:nvPr>
            <p:ph idx="1"/>
          </p:nvPr>
        </p:nvSpPr>
        <p:spPr>
          <a:xfrm>
            <a:off x="587988" y="2620641"/>
            <a:ext cx="5837750" cy="3023702"/>
          </a:xfrm>
        </p:spPr>
        <p:txBody>
          <a:bodyPr anchor="ctr">
            <a:normAutofit/>
          </a:bodyPr>
          <a:lstStyle/>
          <a:p>
            <a:pPr marL="0" indent="0">
              <a:buNone/>
            </a:pPr>
            <a:r>
              <a:rPr lang="en-US" sz="2000" dirty="0"/>
              <a:t>Verifying whether the application is accepting the valid user and rejecting the invalid user or not is called Authentication.</a:t>
            </a:r>
            <a:endParaRPr lang="en-IN" sz="2000" dirty="0"/>
          </a:p>
        </p:txBody>
      </p:sp>
      <p:sp>
        <p:nvSpPr>
          <p:cNvPr id="18" name="Rectangle 17">
            <a:extLst>
              <a:ext uri="{FF2B5EF4-FFF2-40B4-BE49-F238E27FC236}">
                <a16:creationId xmlns="" xmlns:a16="http://schemas.microsoft.com/office/drawing/2014/main" id="{A6604B49-AD5C-4590-B051-06C8222ECD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 xmlns:a16="http://schemas.microsoft.com/office/drawing/2014/main" id="{CC552A98-EF7D-4D42-AB69-066B786AB55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7215447"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fingerprint in black and white">
            <a:extLst>
              <a:ext uri="{FF2B5EF4-FFF2-40B4-BE49-F238E27FC236}">
                <a16:creationId xmlns="" xmlns:a16="http://schemas.microsoft.com/office/drawing/2014/main" id="{BC886C49-DD8D-B6FD-33E2-81C0815F718D}"/>
              </a:ext>
            </a:extLst>
          </p:cNvPr>
          <p:cNvPicPr>
            <a:picLocks noChangeAspect="1"/>
          </p:cNvPicPr>
          <p:nvPr/>
        </p:nvPicPr>
        <p:blipFill rotWithShape="1">
          <a:blip r:embed="rId2" cstate="print"/>
          <a:srcRect l="19461" r="27727"/>
          <a:stretch/>
        </p:blipFill>
        <p:spPr>
          <a:xfrm>
            <a:off x="7421373" y="627954"/>
            <a:ext cx="4235516" cy="5353373"/>
          </a:xfrm>
          <a:prstGeom prst="rect">
            <a:avLst/>
          </a:prstGeom>
        </p:spPr>
      </p:pic>
      <p:sp>
        <p:nvSpPr>
          <p:cNvPr id="22" name="Rectangle 21">
            <a:extLst>
              <a:ext uri="{FF2B5EF4-FFF2-40B4-BE49-F238E27FC236}">
                <a16:creationId xmlns="" xmlns:a16="http://schemas.microsoft.com/office/drawing/2014/main" id="{A648176E-454C-437C-B0FC-9B82FCF32B2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6413907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BF61EA3-B236-439E-9C0B-340980D56BE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CFF5B6E5-E76E-DF5E-E2C1-3181456BFB4C}"/>
              </a:ext>
            </a:extLst>
          </p:cNvPr>
          <p:cNvSpPr>
            <a:spLocks noGrp="1"/>
          </p:cNvSpPr>
          <p:nvPr>
            <p:ph type="title"/>
          </p:nvPr>
        </p:nvSpPr>
        <p:spPr>
          <a:xfrm>
            <a:off x="808638" y="386930"/>
            <a:ext cx="9236700" cy="1188950"/>
          </a:xfrm>
        </p:spPr>
        <p:txBody>
          <a:bodyPr anchor="b">
            <a:normAutofit/>
          </a:bodyPr>
          <a:lstStyle/>
          <a:p>
            <a:r>
              <a:rPr lang="en-US" sz="5400" b="1" u="sng"/>
              <a:t>Authorization</a:t>
            </a:r>
            <a:endParaRPr lang="en-IN" sz="5400" b="1" u="sng"/>
          </a:p>
        </p:txBody>
      </p:sp>
      <p:grpSp>
        <p:nvGrpSpPr>
          <p:cNvPr id="10" name="Group 9">
            <a:extLst>
              <a:ext uri="{FF2B5EF4-FFF2-40B4-BE49-F238E27FC236}">
                <a16:creationId xmlns="" xmlns:a16="http://schemas.microsoft.com/office/drawing/2014/main" id="{28FAF094-D087-493F-8DF9-A486C2D6BBA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 xmlns:a16="http://schemas.microsoft.com/office/drawing/2014/main" id="{8D7C88D8-5509-4514-925A-9CE148E5CBD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7275593D-F75E-4426-AE3E-2CDEFD228D2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7DB684BC-7649-66B8-FDCA-E8A2D9E6328E}"/>
              </a:ext>
            </a:extLst>
          </p:cNvPr>
          <p:cNvSpPr>
            <a:spLocks noGrp="1"/>
          </p:cNvSpPr>
          <p:nvPr>
            <p:ph idx="1"/>
          </p:nvPr>
        </p:nvSpPr>
        <p:spPr>
          <a:xfrm>
            <a:off x="793660" y="2599509"/>
            <a:ext cx="10143668" cy="3435531"/>
          </a:xfrm>
        </p:spPr>
        <p:txBody>
          <a:bodyPr anchor="ctr">
            <a:normAutofit/>
          </a:bodyPr>
          <a:lstStyle/>
          <a:p>
            <a:pPr marL="0" indent="0">
              <a:buNone/>
            </a:pPr>
            <a:r>
              <a:rPr lang="en-US" sz="2400" dirty="0"/>
              <a:t>Verifying whether the application is providing the right permission to right users or not is called Authorization.</a:t>
            </a:r>
          </a:p>
          <a:p>
            <a:pPr marL="0" indent="0">
              <a:buNone/>
            </a:pPr>
            <a:endParaRPr lang="en-US" sz="2400" dirty="0"/>
          </a:p>
          <a:p>
            <a:pPr marL="0" indent="0">
              <a:buNone/>
            </a:pPr>
            <a:r>
              <a:rPr lang="en-US" sz="2400" dirty="0"/>
              <a:t>Example: Both Agent and Customer is able to login the online ticket booking application. Agent can be able to book maximum 20 tickets and customer can be able to book maximum 5 tickets.</a:t>
            </a:r>
            <a:endParaRPr lang="en-IN" sz="2400" dirty="0"/>
          </a:p>
        </p:txBody>
      </p:sp>
    </p:spTree>
    <p:extLst>
      <p:ext uri="{BB962C8B-B14F-4D97-AF65-F5344CB8AC3E}">
        <p14:creationId xmlns="" xmlns:p14="http://schemas.microsoft.com/office/powerpoint/2010/main" val="6737549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 xmlns:a16="http://schemas.microsoft.com/office/drawing/2014/main" id="{5526D790-B139-8CA9-3FFA-15993F5B308B}"/>
              </a:ext>
            </a:extLst>
          </p:cNvPr>
          <p:cNvGraphicFramePr>
            <a:graphicFrameLocks noGrp="1"/>
          </p:cNvGraphicFramePr>
          <p:nvPr>
            <p:ph idx="1"/>
            <p:extLst>
              <p:ext uri="{D42A27DB-BD31-4B8C-83A1-F6EECF244321}">
                <p14:modId xmlns="" xmlns:p14="http://schemas.microsoft.com/office/powerpoint/2010/main" val="2469140647"/>
              </p:ext>
            </p:extLst>
          </p:nvPr>
        </p:nvGraphicFramePr>
        <p:xfrm>
          <a:off x="838200" y="1825624"/>
          <a:ext cx="10515600" cy="3324375"/>
        </p:xfrm>
        <a:graphic>
          <a:graphicData uri="http://schemas.openxmlformats.org/drawingml/2006/table">
            <a:tbl>
              <a:tblPr firstRow="1" bandRow="1">
                <a:tableStyleId>{5C22544A-7EE6-4342-B048-85BDC9FD1C3A}</a:tableStyleId>
              </a:tblPr>
              <a:tblGrid>
                <a:gridCol w="5257800">
                  <a:extLst>
                    <a:ext uri="{9D8B030D-6E8A-4147-A177-3AD203B41FA5}">
                      <a16:colId xmlns="" xmlns:a16="http://schemas.microsoft.com/office/drawing/2014/main" val="2745594093"/>
                    </a:ext>
                  </a:extLst>
                </a:gridCol>
                <a:gridCol w="5257800">
                  <a:extLst>
                    <a:ext uri="{9D8B030D-6E8A-4147-A177-3AD203B41FA5}">
                      <a16:colId xmlns="" xmlns:a16="http://schemas.microsoft.com/office/drawing/2014/main" val="322246613"/>
                    </a:ext>
                  </a:extLst>
                </a:gridCol>
              </a:tblGrid>
              <a:tr h="664875">
                <a:tc>
                  <a:txBody>
                    <a:bodyPr/>
                    <a:lstStyle/>
                    <a:p>
                      <a:pPr algn="ctr"/>
                      <a:r>
                        <a:rPr lang="en-US" dirty="0"/>
                        <a:t>Authentication</a:t>
                      </a:r>
                      <a:endParaRPr lang="en-IN" dirty="0"/>
                    </a:p>
                  </a:txBody>
                  <a:tcPr/>
                </a:tc>
                <a:tc>
                  <a:txBody>
                    <a:bodyPr/>
                    <a:lstStyle/>
                    <a:p>
                      <a:pPr algn="ctr"/>
                      <a:r>
                        <a:rPr lang="en-US" dirty="0"/>
                        <a:t>Authorization</a:t>
                      </a:r>
                      <a:endParaRPr lang="en-IN" dirty="0"/>
                    </a:p>
                  </a:txBody>
                  <a:tcPr/>
                </a:tc>
                <a:extLst>
                  <a:ext uri="{0D108BD9-81ED-4DB2-BD59-A6C34878D82A}">
                    <a16:rowId xmlns="" xmlns:a16="http://schemas.microsoft.com/office/drawing/2014/main" val="2077363518"/>
                  </a:ext>
                </a:extLst>
              </a:tr>
              <a:tr h="664875">
                <a:tc>
                  <a:txBody>
                    <a:bodyPr/>
                    <a:lstStyle/>
                    <a:p>
                      <a:r>
                        <a:rPr lang="en-US" dirty="0"/>
                        <a:t>Valid Agent can be able to login</a:t>
                      </a:r>
                      <a:endParaRPr lang="en-IN" dirty="0"/>
                    </a:p>
                  </a:txBody>
                  <a:tcPr/>
                </a:tc>
                <a:tc>
                  <a:txBody>
                    <a:bodyPr/>
                    <a:lstStyle/>
                    <a:p>
                      <a:r>
                        <a:rPr lang="en-US" dirty="0"/>
                        <a:t>Agent Can be Able to book 20 ticket</a:t>
                      </a:r>
                      <a:endParaRPr lang="en-IN" dirty="0"/>
                    </a:p>
                  </a:txBody>
                  <a:tcPr/>
                </a:tc>
                <a:extLst>
                  <a:ext uri="{0D108BD9-81ED-4DB2-BD59-A6C34878D82A}">
                    <a16:rowId xmlns="" xmlns:a16="http://schemas.microsoft.com/office/drawing/2014/main" val="1998663449"/>
                  </a:ext>
                </a:extLst>
              </a:tr>
              <a:tr h="664875">
                <a:tc>
                  <a:txBody>
                    <a:bodyPr/>
                    <a:lstStyle/>
                    <a:p>
                      <a:r>
                        <a:rPr lang="en-US" dirty="0"/>
                        <a:t>Valid Customer can be able to login</a:t>
                      </a:r>
                      <a:endParaRPr lang="en-IN" dirty="0"/>
                    </a:p>
                  </a:txBody>
                  <a:tcPr/>
                </a:tc>
                <a:tc>
                  <a:txBody>
                    <a:bodyPr/>
                    <a:lstStyle/>
                    <a:p>
                      <a:r>
                        <a:rPr lang="en-US" dirty="0"/>
                        <a:t>Customer can able to book 5 tickets</a:t>
                      </a:r>
                      <a:endParaRPr lang="en-IN" dirty="0"/>
                    </a:p>
                  </a:txBody>
                  <a:tcPr/>
                </a:tc>
                <a:extLst>
                  <a:ext uri="{0D108BD9-81ED-4DB2-BD59-A6C34878D82A}">
                    <a16:rowId xmlns="" xmlns:a16="http://schemas.microsoft.com/office/drawing/2014/main" val="4186064232"/>
                  </a:ext>
                </a:extLst>
              </a:tr>
              <a:tr h="664875">
                <a:tc>
                  <a:txBody>
                    <a:bodyPr/>
                    <a:lstStyle/>
                    <a:p>
                      <a:r>
                        <a:rPr lang="en-US" dirty="0"/>
                        <a:t>Invalid Agent can not login</a:t>
                      </a:r>
                      <a:endParaRPr lang="en-IN" dirty="0"/>
                    </a:p>
                  </a:txBody>
                  <a:tcPr/>
                </a:tc>
                <a:tc>
                  <a:txBody>
                    <a:bodyPr/>
                    <a:lstStyle/>
                    <a:p>
                      <a:r>
                        <a:rPr lang="en-US" dirty="0"/>
                        <a:t>Agent can not able to book more than 20 tickets</a:t>
                      </a:r>
                      <a:endParaRPr lang="en-IN" dirty="0"/>
                    </a:p>
                  </a:txBody>
                  <a:tcPr/>
                </a:tc>
                <a:extLst>
                  <a:ext uri="{0D108BD9-81ED-4DB2-BD59-A6C34878D82A}">
                    <a16:rowId xmlns="" xmlns:a16="http://schemas.microsoft.com/office/drawing/2014/main" val="2497123613"/>
                  </a:ext>
                </a:extLst>
              </a:tr>
              <a:tr h="664875">
                <a:tc>
                  <a:txBody>
                    <a:bodyPr/>
                    <a:lstStyle/>
                    <a:p>
                      <a:r>
                        <a:rPr lang="en-US" dirty="0"/>
                        <a:t>Invalid customer can not login</a:t>
                      </a:r>
                      <a:endParaRPr lang="en-IN" dirty="0"/>
                    </a:p>
                  </a:txBody>
                  <a:tcPr/>
                </a:tc>
                <a:tc>
                  <a:txBody>
                    <a:bodyPr/>
                    <a:lstStyle/>
                    <a:p>
                      <a:r>
                        <a:rPr lang="en-US" dirty="0"/>
                        <a:t>Customer can not able to book more than 5 tickets</a:t>
                      </a:r>
                      <a:endParaRPr lang="en-IN" dirty="0"/>
                    </a:p>
                  </a:txBody>
                  <a:tcPr/>
                </a:tc>
                <a:extLst>
                  <a:ext uri="{0D108BD9-81ED-4DB2-BD59-A6C34878D82A}">
                    <a16:rowId xmlns="" xmlns:a16="http://schemas.microsoft.com/office/drawing/2014/main" val="2055594169"/>
                  </a:ext>
                </a:extLst>
              </a:tr>
            </a:tbl>
          </a:graphicData>
        </a:graphic>
      </p:graphicFrame>
    </p:spTree>
    <p:extLst>
      <p:ext uri="{BB962C8B-B14F-4D97-AF65-F5344CB8AC3E}">
        <p14:creationId xmlns="" xmlns:p14="http://schemas.microsoft.com/office/powerpoint/2010/main" val="14309454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BF3A18-D2F7-3855-0A84-8400888B72B4}"/>
              </a:ext>
            </a:extLst>
          </p:cNvPr>
          <p:cNvSpPr>
            <a:spLocks noGrp="1"/>
          </p:cNvSpPr>
          <p:nvPr>
            <p:ph type="title"/>
          </p:nvPr>
        </p:nvSpPr>
        <p:spPr/>
        <p:txBody>
          <a:bodyPr>
            <a:normAutofit/>
          </a:bodyPr>
          <a:lstStyle/>
          <a:p>
            <a:r>
              <a:rPr lang="en-US" sz="4000" b="1" dirty="0"/>
              <a:t>Exploratory Testing</a:t>
            </a:r>
            <a:endParaRPr lang="en-IN" sz="4000" b="1" dirty="0"/>
          </a:p>
        </p:txBody>
      </p:sp>
      <p:sp>
        <p:nvSpPr>
          <p:cNvPr id="3" name="Content Placeholder 2">
            <a:extLst>
              <a:ext uri="{FF2B5EF4-FFF2-40B4-BE49-F238E27FC236}">
                <a16:creationId xmlns="" xmlns:a16="http://schemas.microsoft.com/office/drawing/2014/main" id="{4A5E9805-8651-4C5B-D03C-4045174F15A5}"/>
              </a:ext>
            </a:extLst>
          </p:cNvPr>
          <p:cNvSpPr>
            <a:spLocks noGrp="1"/>
          </p:cNvSpPr>
          <p:nvPr>
            <p:ph idx="1"/>
          </p:nvPr>
        </p:nvSpPr>
        <p:spPr/>
        <p:txBody>
          <a:bodyPr/>
          <a:lstStyle/>
          <a:p>
            <a:pPr marL="0" indent="0">
              <a:buNone/>
            </a:pPr>
            <a:r>
              <a:rPr lang="en-US" dirty="0"/>
              <a:t>Performing testing on the software application </a:t>
            </a:r>
            <a:r>
              <a:rPr lang="en-US" dirty="0" err="1"/>
              <a:t>Parallelly</a:t>
            </a:r>
            <a:r>
              <a:rPr lang="en-US"/>
              <a:t> </a:t>
            </a:r>
            <a:r>
              <a:rPr lang="en-US" smtClean="0"/>
              <a:t>by </a:t>
            </a:r>
            <a:r>
              <a:rPr lang="en-US" dirty="0"/>
              <a:t>learning domain knowledge is called Exploratory Testing. We are performing Exploratory Testing in project only when the resource is shifting from one domain to another domain.</a:t>
            </a:r>
            <a:endParaRPr lang="en-IN" dirty="0"/>
          </a:p>
        </p:txBody>
      </p:sp>
    </p:spTree>
    <p:extLst>
      <p:ext uri="{BB962C8B-B14F-4D97-AF65-F5344CB8AC3E}">
        <p14:creationId xmlns="" xmlns:p14="http://schemas.microsoft.com/office/powerpoint/2010/main" val="861623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531</Words>
  <Application>Microsoft Office PowerPoint</Application>
  <PresentationFormat>Custom</PresentationFormat>
  <Paragraphs>64</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Boundary Value Analysis Testing </vt:lpstr>
      <vt:lpstr>Boundary Value Analysis Testing </vt:lpstr>
      <vt:lpstr>Boundary Value Analysis </vt:lpstr>
      <vt:lpstr>Equivalence Partitioning </vt:lpstr>
      <vt:lpstr>Why Equivalence &amp; Boundary Analysis Testing </vt:lpstr>
      <vt:lpstr>Internationalization Testing (or) Globalization Testing</vt:lpstr>
      <vt:lpstr>Localization Testing (or) L10N Testing</vt:lpstr>
      <vt:lpstr>Security Testing</vt:lpstr>
      <vt:lpstr>Authentication</vt:lpstr>
      <vt:lpstr>Authorization</vt:lpstr>
      <vt:lpstr>Slide 12</vt:lpstr>
      <vt:lpstr>Exploratory Testing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4</cp:revision>
  <dcterms:created xsi:type="dcterms:W3CDTF">2022-07-18T10:48:30Z</dcterms:created>
  <dcterms:modified xsi:type="dcterms:W3CDTF">2025-03-18T02:28:20Z</dcterms:modified>
</cp:coreProperties>
</file>