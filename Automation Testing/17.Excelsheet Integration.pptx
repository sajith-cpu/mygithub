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7" r:id="rId3"/>
    <p:sldId id="258" r:id="rId4"/>
    <p:sldId id="259" r:id="rId5"/>
    <p:sldId id="278" r:id="rId6"/>
    <p:sldId id="274" r:id="rId7"/>
    <p:sldId id="262" r:id="rId8"/>
    <p:sldId id="273" r:id="rId9"/>
    <p:sldId id="276" r:id="rId10"/>
    <p:sldId id="275" r:id="rId11"/>
    <p:sldId id="263" r:id="rId12"/>
    <p:sldId id="264" r:id="rId13"/>
    <p:sldId id="265" r:id="rId14"/>
    <p:sldId id="277"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D53EA0D9-F14F-4082-B0AC-0694DD884E6D}"/>
    <pc:docChg chg="modSld">
      <pc:chgData name="Manas Tuwani" userId="5d421215-a11f-4a6e-90ca-e8ac2213fab6" providerId="ADAL" clId="{D53EA0D9-F14F-4082-B0AC-0694DD884E6D}" dt="2023-04-28T02:13:21.843" v="1" actId="5793"/>
      <pc:docMkLst>
        <pc:docMk/>
      </pc:docMkLst>
      <pc:sldChg chg="modSp mod">
        <pc:chgData name="Manas Tuwani" userId="5d421215-a11f-4a6e-90ca-e8ac2213fab6" providerId="ADAL" clId="{D53EA0D9-F14F-4082-B0AC-0694DD884E6D}" dt="2023-04-28T02:13:21.843" v="1" actId="5793"/>
        <pc:sldMkLst>
          <pc:docMk/>
          <pc:sldMk cId="3629023550" sldId="264"/>
        </pc:sldMkLst>
        <pc:spChg chg="mod">
          <ac:chgData name="Manas Tuwani" userId="5d421215-a11f-4a6e-90ca-e8ac2213fab6" providerId="ADAL" clId="{D53EA0D9-F14F-4082-B0AC-0694DD884E6D}" dt="2023-04-28T02:13:21.843" v="1" actId="5793"/>
          <ac:spMkLst>
            <pc:docMk/>
            <pc:sldMk cId="3629023550" sldId="264"/>
            <ac:spMk id="3" creationId="{7ADCEA72-C66F-D877-F7C5-F0C71EAECE5B}"/>
          </ac:spMkLst>
        </pc:spChg>
      </pc:sldChg>
    </pc:docChg>
  </pc:docChgLst>
  <pc:docChgLst>
    <pc:chgData name="Manas Tuwani" userId="5d421215-a11f-4a6e-90ca-e8ac2213fab6" providerId="ADAL" clId="{A348C610-85B7-4948-8B5D-B7608C907F5B}"/>
    <pc:docChg chg="undo custSel addSld delSld modSld">
      <pc:chgData name="Manas Tuwani" userId="5d421215-a11f-4a6e-90ca-e8ac2213fab6" providerId="ADAL" clId="{A348C610-85B7-4948-8B5D-B7608C907F5B}" dt="2022-08-28T13:24:59.661" v="84" actId="47"/>
      <pc:docMkLst>
        <pc:docMk/>
      </pc:docMkLst>
      <pc:sldChg chg="del">
        <pc:chgData name="Manas Tuwani" userId="5d421215-a11f-4a6e-90ca-e8ac2213fab6" providerId="ADAL" clId="{A348C610-85B7-4948-8B5D-B7608C907F5B}" dt="2022-08-28T13:24:59.661" v="84" actId="47"/>
        <pc:sldMkLst>
          <pc:docMk/>
          <pc:sldMk cId="1641588984" sldId="256"/>
        </pc:sldMkLst>
      </pc:sldChg>
      <pc:sldChg chg="modSp mod">
        <pc:chgData name="Manas Tuwani" userId="5d421215-a11f-4a6e-90ca-e8ac2213fab6" providerId="ADAL" clId="{A348C610-85B7-4948-8B5D-B7608C907F5B}" dt="2022-08-28T09:59:25.933" v="0" actId="14100"/>
        <pc:sldMkLst>
          <pc:docMk/>
          <pc:sldMk cId="3122375788" sldId="259"/>
        </pc:sldMkLst>
        <pc:spChg chg="mod">
          <ac:chgData name="Manas Tuwani" userId="5d421215-a11f-4a6e-90ca-e8ac2213fab6" providerId="ADAL" clId="{A348C610-85B7-4948-8B5D-B7608C907F5B}" dt="2022-08-28T09:59:25.933" v="0" actId="14100"/>
          <ac:spMkLst>
            <pc:docMk/>
            <pc:sldMk cId="3122375788" sldId="259"/>
            <ac:spMk id="3" creationId="{42BD1827-5EA5-3DD8-E3B2-C4A4610376F1}"/>
          </ac:spMkLst>
        </pc:spChg>
      </pc:sldChg>
      <pc:sldChg chg="addSp modSp new mod setBg">
        <pc:chgData name="Manas Tuwani" userId="5d421215-a11f-4a6e-90ca-e8ac2213fab6" providerId="ADAL" clId="{A348C610-85B7-4948-8B5D-B7608C907F5B}" dt="2022-08-28T13:17:17.046" v="3" actId="26606"/>
        <pc:sldMkLst>
          <pc:docMk/>
          <pc:sldMk cId="4162021494" sldId="260"/>
        </pc:sldMkLst>
        <pc:spChg chg="add">
          <ac:chgData name="Manas Tuwani" userId="5d421215-a11f-4a6e-90ca-e8ac2213fab6" providerId="ADAL" clId="{A348C610-85B7-4948-8B5D-B7608C907F5B}" dt="2022-08-28T13:17:17.046" v="3" actId="26606"/>
          <ac:spMkLst>
            <pc:docMk/>
            <pc:sldMk cId="4162021494" sldId="260"/>
            <ac:spMk id="8" creationId="{F3060C83-F051-4F0E-ABAD-AA0DFC48B218}"/>
          </ac:spMkLst>
        </pc:spChg>
        <pc:spChg chg="add">
          <ac:chgData name="Manas Tuwani" userId="5d421215-a11f-4a6e-90ca-e8ac2213fab6" providerId="ADAL" clId="{A348C610-85B7-4948-8B5D-B7608C907F5B}" dt="2022-08-28T13:17:17.046" v="3" actId="26606"/>
          <ac:spMkLst>
            <pc:docMk/>
            <pc:sldMk cId="4162021494" sldId="260"/>
            <ac:spMk id="10" creationId="{83C98ABE-055B-441F-B07E-44F97F083C39}"/>
          </ac:spMkLst>
        </pc:spChg>
        <pc:spChg chg="add">
          <ac:chgData name="Manas Tuwani" userId="5d421215-a11f-4a6e-90ca-e8ac2213fab6" providerId="ADAL" clId="{A348C610-85B7-4948-8B5D-B7608C907F5B}" dt="2022-08-28T13:17:17.046" v="3" actId="26606"/>
          <ac:spMkLst>
            <pc:docMk/>
            <pc:sldMk cId="4162021494" sldId="260"/>
            <ac:spMk id="12" creationId="{29FDB030-9B49-4CED-8CCD-4D99382388AC}"/>
          </ac:spMkLst>
        </pc:spChg>
        <pc:spChg chg="add">
          <ac:chgData name="Manas Tuwani" userId="5d421215-a11f-4a6e-90ca-e8ac2213fab6" providerId="ADAL" clId="{A348C610-85B7-4948-8B5D-B7608C907F5B}" dt="2022-08-28T13:17:17.046" v="3" actId="26606"/>
          <ac:spMkLst>
            <pc:docMk/>
            <pc:sldMk cId="4162021494" sldId="260"/>
            <ac:spMk id="14" creationId="{3783CA14-24A1-485C-8B30-D6A5D87987AD}"/>
          </ac:spMkLst>
        </pc:spChg>
        <pc:spChg chg="add">
          <ac:chgData name="Manas Tuwani" userId="5d421215-a11f-4a6e-90ca-e8ac2213fab6" providerId="ADAL" clId="{A348C610-85B7-4948-8B5D-B7608C907F5B}" dt="2022-08-28T13:17:17.046" v="3" actId="26606"/>
          <ac:spMkLst>
            <pc:docMk/>
            <pc:sldMk cId="4162021494" sldId="260"/>
            <ac:spMk id="16" creationId="{9A97C86A-04D6-40F7-AE84-31AB43E6A846}"/>
          </ac:spMkLst>
        </pc:spChg>
        <pc:spChg chg="add">
          <ac:chgData name="Manas Tuwani" userId="5d421215-a11f-4a6e-90ca-e8ac2213fab6" providerId="ADAL" clId="{A348C610-85B7-4948-8B5D-B7608C907F5B}" dt="2022-08-28T13:17:17.046" v="3" actId="26606"/>
          <ac:spMkLst>
            <pc:docMk/>
            <pc:sldMk cId="4162021494" sldId="260"/>
            <ac:spMk id="18" creationId="{FF9F2414-84E8-453E-B1F3-389FDE8192D9}"/>
          </ac:spMkLst>
        </pc:spChg>
        <pc:spChg chg="add">
          <ac:chgData name="Manas Tuwani" userId="5d421215-a11f-4a6e-90ca-e8ac2213fab6" providerId="ADAL" clId="{A348C610-85B7-4948-8B5D-B7608C907F5B}" dt="2022-08-28T13:17:17.046" v="3" actId="26606"/>
          <ac:spMkLst>
            <pc:docMk/>
            <pc:sldMk cId="4162021494" sldId="260"/>
            <ac:spMk id="20" creationId="{3ECA69A1-7536-43AC-85EF-C7106179F5ED}"/>
          </ac:spMkLst>
        </pc:spChg>
        <pc:picChg chg="add mod">
          <ac:chgData name="Manas Tuwani" userId="5d421215-a11f-4a6e-90ca-e8ac2213fab6" providerId="ADAL" clId="{A348C610-85B7-4948-8B5D-B7608C907F5B}" dt="2022-08-28T13:17:17.046" v="3" actId="26606"/>
          <ac:picMkLst>
            <pc:docMk/>
            <pc:sldMk cId="4162021494" sldId="260"/>
            <ac:picMk id="3" creationId="{6BA22454-E6FA-AEAB-E2BD-0D4524862875}"/>
          </ac:picMkLst>
        </pc:picChg>
      </pc:sldChg>
      <pc:sldChg chg="addSp modSp new mod setBg">
        <pc:chgData name="Manas Tuwani" userId="5d421215-a11f-4a6e-90ca-e8ac2213fab6" providerId="ADAL" clId="{A348C610-85B7-4948-8B5D-B7608C907F5B}" dt="2022-08-28T13:18:26.062" v="13" actId="1076"/>
        <pc:sldMkLst>
          <pc:docMk/>
          <pc:sldMk cId="1598507899" sldId="261"/>
        </pc:sldMkLst>
        <pc:spChg chg="add">
          <ac:chgData name="Manas Tuwani" userId="5d421215-a11f-4a6e-90ca-e8ac2213fab6" providerId="ADAL" clId="{A348C610-85B7-4948-8B5D-B7608C907F5B}" dt="2022-08-28T13:18:06.311" v="6" actId="26606"/>
          <ac:spMkLst>
            <pc:docMk/>
            <pc:sldMk cId="1598507899" sldId="261"/>
            <ac:spMk id="8" creationId="{F3060C83-F051-4F0E-ABAD-AA0DFC48B218}"/>
          </ac:spMkLst>
        </pc:spChg>
        <pc:spChg chg="add">
          <ac:chgData name="Manas Tuwani" userId="5d421215-a11f-4a6e-90ca-e8ac2213fab6" providerId="ADAL" clId="{A348C610-85B7-4948-8B5D-B7608C907F5B}" dt="2022-08-28T13:18:06.311" v="6" actId="26606"/>
          <ac:spMkLst>
            <pc:docMk/>
            <pc:sldMk cId="1598507899" sldId="261"/>
            <ac:spMk id="10" creationId="{83C98ABE-055B-441F-B07E-44F97F083C39}"/>
          </ac:spMkLst>
        </pc:spChg>
        <pc:spChg chg="add">
          <ac:chgData name="Manas Tuwani" userId="5d421215-a11f-4a6e-90ca-e8ac2213fab6" providerId="ADAL" clId="{A348C610-85B7-4948-8B5D-B7608C907F5B}" dt="2022-08-28T13:18:06.311" v="6" actId="26606"/>
          <ac:spMkLst>
            <pc:docMk/>
            <pc:sldMk cId="1598507899" sldId="261"/>
            <ac:spMk id="12" creationId="{29FDB030-9B49-4CED-8CCD-4D99382388AC}"/>
          </ac:spMkLst>
        </pc:spChg>
        <pc:spChg chg="add">
          <ac:chgData name="Manas Tuwani" userId="5d421215-a11f-4a6e-90ca-e8ac2213fab6" providerId="ADAL" clId="{A348C610-85B7-4948-8B5D-B7608C907F5B}" dt="2022-08-28T13:18:06.311" v="6" actId="26606"/>
          <ac:spMkLst>
            <pc:docMk/>
            <pc:sldMk cId="1598507899" sldId="261"/>
            <ac:spMk id="14" creationId="{3783CA14-24A1-485C-8B30-D6A5D87987AD}"/>
          </ac:spMkLst>
        </pc:spChg>
        <pc:spChg chg="add">
          <ac:chgData name="Manas Tuwani" userId="5d421215-a11f-4a6e-90ca-e8ac2213fab6" providerId="ADAL" clId="{A348C610-85B7-4948-8B5D-B7608C907F5B}" dt="2022-08-28T13:18:06.311" v="6" actId="26606"/>
          <ac:spMkLst>
            <pc:docMk/>
            <pc:sldMk cId="1598507899" sldId="261"/>
            <ac:spMk id="16" creationId="{9A97C86A-04D6-40F7-AE84-31AB43E6A846}"/>
          </ac:spMkLst>
        </pc:spChg>
        <pc:spChg chg="add">
          <ac:chgData name="Manas Tuwani" userId="5d421215-a11f-4a6e-90ca-e8ac2213fab6" providerId="ADAL" clId="{A348C610-85B7-4948-8B5D-B7608C907F5B}" dt="2022-08-28T13:18:06.311" v="6" actId="26606"/>
          <ac:spMkLst>
            <pc:docMk/>
            <pc:sldMk cId="1598507899" sldId="261"/>
            <ac:spMk id="18" creationId="{FF9F2414-84E8-453E-B1F3-389FDE8192D9}"/>
          </ac:spMkLst>
        </pc:spChg>
        <pc:spChg chg="add">
          <ac:chgData name="Manas Tuwani" userId="5d421215-a11f-4a6e-90ca-e8ac2213fab6" providerId="ADAL" clId="{A348C610-85B7-4948-8B5D-B7608C907F5B}" dt="2022-08-28T13:18:06.311" v="6" actId="26606"/>
          <ac:spMkLst>
            <pc:docMk/>
            <pc:sldMk cId="1598507899" sldId="261"/>
            <ac:spMk id="20" creationId="{3ECA69A1-7536-43AC-85EF-C7106179F5ED}"/>
          </ac:spMkLst>
        </pc:spChg>
        <pc:picChg chg="add mod">
          <ac:chgData name="Manas Tuwani" userId="5d421215-a11f-4a6e-90ca-e8ac2213fab6" providerId="ADAL" clId="{A348C610-85B7-4948-8B5D-B7608C907F5B}" dt="2022-08-28T13:18:26.062" v="13" actId="1076"/>
          <ac:picMkLst>
            <pc:docMk/>
            <pc:sldMk cId="1598507899" sldId="261"/>
            <ac:picMk id="3" creationId="{3B39F091-9FF0-AD73-C45A-02746A2C7285}"/>
          </ac:picMkLst>
        </pc:picChg>
      </pc:sldChg>
      <pc:sldChg chg="addSp modSp new mod setBg">
        <pc:chgData name="Manas Tuwani" userId="5d421215-a11f-4a6e-90ca-e8ac2213fab6" providerId="ADAL" clId="{A348C610-85B7-4948-8B5D-B7608C907F5B}" dt="2022-08-28T13:19:17.403" v="22" actId="14100"/>
        <pc:sldMkLst>
          <pc:docMk/>
          <pc:sldMk cId="1028871295" sldId="262"/>
        </pc:sldMkLst>
        <pc:spChg chg="add">
          <ac:chgData name="Manas Tuwani" userId="5d421215-a11f-4a6e-90ca-e8ac2213fab6" providerId="ADAL" clId="{A348C610-85B7-4948-8B5D-B7608C907F5B}" dt="2022-08-28T13:18:58.889" v="16" actId="26606"/>
          <ac:spMkLst>
            <pc:docMk/>
            <pc:sldMk cId="1028871295" sldId="262"/>
            <ac:spMk id="8" creationId="{F3060C83-F051-4F0E-ABAD-AA0DFC48B218}"/>
          </ac:spMkLst>
        </pc:spChg>
        <pc:spChg chg="add">
          <ac:chgData name="Manas Tuwani" userId="5d421215-a11f-4a6e-90ca-e8ac2213fab6" providerId="ADAL" clId="{A348C610-85B7-4948-8B5D-B7608C907F5B}" dt="2022-08-28T13:18:58.889" v="16" actId="26606"/>
          <ac:spMkLst>
            <pc:docMk/>
            <pc:sldMk cId="1028871295" sldId="262"/>
            <ac:spMk id="10" creationId="{83C98ABE-055B-441F-B07E-44F97F083C39}"/>
          </ac:spMkLst>
        </pc:spChg>
        <pc:spChg chg="add">
          <ac:chgData name="Manas Tuwani" userId="5d421215-a11f-4a6e-90ca-e8ac2213fab6" providerId="ADAL" clId="{A348C610-85B7-4948-8B5D-B7608C907F5B}" dt="2022-08-28T13:18:58.889" v="16" actId="26606"/>
          <ac:spMkLst>
            <pc:docMk/>
            <pc:sldMk cId="1028871295" sldId="262"/>
            <ac:spMk id="12" creationId="{29FDB030-9B49-4CED-8CCD-4D99382388AC}"/>
          </ac:spMkLst>
        </pc:spChg>
        <pc:spChg chg="add">
          <ac:chgData name="Manas Tuwani" userId="5d421215-a11f-4a6e-90ca-e8ac2213fab6" providerId="ADAL" clId="{A348C610-85B7-4948-8B5D-B7608C907F5B}" dt="2022-08-28T13:18:58.889" v="16" actId="26606"/>
          <ac:spMkLst>
            <pc:docMk/>
            <pc:sldMk cId="1028871295" sldId="262"/>
            <ac:spMk id="14" creationId="{3783CA14-24A1-485C-8B30-D6A5D87987AD}"/>
          </ac:spMkLst>
        </pc:spChg>
        <pc:spChg chg="add">
          <ac:chgData name="Manas Tuwani" userId="5d421215-a11f-4a6e-90ca-e8ac2213fab6" providerId="ADAL" clId="{A348C610-85B7-4948-8B5D-B7608C907F5B}" dt="2022-08-28T13:18:58.889" v="16" actId="26606"/>
          <ac:spMkLst>
            <pc:docMk/>
            <pc:sldMk cId="1028871295" sldId="262"/>
            <ac:spMk id="16" creationId="{9A97C86A-04D6-40F7-AE84-31AB43E6A846}"/>
          </ac:spMkLst>
        </pc:spChg>
        <pc:spChg chg="add">
          <ac:chgData name="Manas Tuwani" userId="5d421215-a11f-4a6e-90ca-e8ac2213fab6" providerId="ADAL" clId="{A348C610-85B7-4948-8B5D-B7608C907F5B}" dt="2022-08-28T13:18:58.889" v="16" actId="26606"/>
          <ac:spMkLst>
            <pc:docMk/>
            <pc:sldMk cId="1028871295" sldId="262"/>
            <ac:spMk id="18" creationId="{FF9F2414-84E8-453E-B1F3-389FDE8192D9}"/>
          </ac:spMkLst>
        </pc:spChg>
        <pc:spChg chg="add">
          <ac:chgData name="Manas Tuwani" userId="5d421215-a11f-4a6e-90ca-e8ac2213fab6" providerId="ADAL" clId="{A348C610-85B7-4948-8B5D-B7608C907F5B}" dt="2022-08-28T13:18:58.889" v="16" actId="26606"/>
          <ac:spMkLst>
            <pc:docMk/>
            <pc:sldMk cId="1028871295" sldId="262"/>
            <ac:spMk id="20" creationId="{3ECA69A1-7536-43AC-85EF-C7106179F5ED}"/>
          </ac:spMkLst>
        </pc:spChg>
        <pc:picChg chg="add mod">
          <ac:chgData name="Manas Tuwani" userId="5d421215-a11f-4a6e-90ca-e8ac2213fab6" providerId="ADAL" clId="{A348C610-85B7-4948-8B5D-B7608C907F5B}" dt="2022-08-28T13:19:17.403" v="22" actId="14100"/>
          <ac:picMkLst>
            <pc:docMk/>
            <pc:sldMk cId="1028871295" sldId="262"/>
            <ac:picMk id="3" creationId="{77898699-63C0-2B9E-F8E4-7FA7BC66F87E}"/>
          </ac:picMkLst>
        </pc:picChg>
      </pc:sldChg>
      <pc:sldChg chg="addSp modSp new mod setBg">
        <pc:chgData name="Manas Tuwani" userId="5d421215-a11f-4a6e-90ca-e8ac2213fab6" providerId="ADAL" clId="{A348C610-85B7-4948-8B5D-B7608C907F5B}" dt="2022-08-28T13:20:05.189" v="27" actId="14100"/>
        <pc:sldMkLst>
          <pc:docMk/>
          <pc:sldMk cId="3348036540" sldId="263"/>
        </pc:sldMkLst>
        <pc:spChg chg="add">
          <ac:chgData name="Manas Tuwani" userId="5d421215-a11f-4a6e-90ca-e8ac2213fab6" providerId="ADAL" clId="{A348C610-85B7-4948-8B5D-B7608C907F5B}" dt="2022-08-28T13:19:59.072" v="25" actId="26606"/>
          <ac:spMkLst>
            <pc:docMk/>
            <pc:sldMk cId="3348036540" sldId="263"/>
            <ac:spMk id="8" creationId="{F3060C83-F051-4F0E-ABAD-AA0DFC48B218}"/>
          </ac:spMkLst>
        </pc:spChg>
        <pc:spChg chg="add">
          <ac:chgData name="Manas Tuwani" userId="5d421215-a11f-4a6e-90ca-e8ac2213fab6" providerId="ADAL" clId="{A348C610-85B7-4948-8B5D-B7608C907F5B}" dt="2022-08-28T13:19:59.072" v="25" actId="26606"/>
          <ac:spMkLst>
            <pc:docMk/>
            <pc:sldMk cId="3348036540" sldId="263"/>
            <ac:spMk id="10" creationId="{83C98ABE-055B-441F-B07E-44F97F083C39}"/>
          </ac:spMkLst>
        </pc:spChg>
        <pc:spChg chg="add">
          <ac:chgData name="Manas Tuwani" userId="5d421215-a11f-4a6e-90ca-e8ac2213fab6" providerId="ADAL" clId="{A348C610-85B7-4948-8B5D-B7608C907F5B}" dt="2022-08-28T13:19:59.072" v="25" actId="26606"/>
          <ac:spMkLst>
            <pc:docMk/>
            <pc:sldMk cId="3348036540" sldId="263"/>
            <ac:spMk id="12" creationId="{29FDB030-9B49-4CED-8CCD-4D99382388AC}"/>
          </ac:spMkLst>
        </pc:spChg>
        <pc:spChg chg="add">
          <ac:chgData name="Manas Tuwani" userId="5d421215-a11f-4a6e-90ca-e8ac2213fab6" providerId="ADAL" clId="{A348C610-85B7-4948-8B5D-B7608C907F5B}" dt="2022-08-28T13:19:59.072" v="25" actId="26606"/>
          <ac:spMkLst>
            <pc:docMk/>
            <pc:sldMk cId="3348036540" sldId="263"/>
            <ac:spMk id="14" creationId="{3783CA14-24A1-485C-8B30-D6A5D87987AD}"/>
          </ac:spMkLst>
        </pc:spChg>
        <pc:spChg chg="add">
          <ac:chgData name="Manas Tuwani" userId="5d421215-a11f-4a6e-90ca-e8ac2213fab6" providerId="ADAL" clId="{A348C610-85B7-4948-8B5D-B7608C907F5B}" dt="2022-08-28T13:19:59.072" v="25" actId="26606"/>
          <ac:spMkLst>
            <pc:docMk/>
            <pc:sldMk cId="3348036540" sldId="263"/>
            <ac:spMk id="16" creationId="{9A97C86A-04D6-40F7-AE84-31AB43E6A846}"/>
          </ac:spMkLst>
        </pc:spChg>
        <pc:spChg chg="add">
          <ac:chgData name="Manas Tuwani" userId="5d421215-a11f-4a6e-90ca-e8ac2213fab6" providerId="ADAL" clId="{A348C610-85B7-4948-8B5D-B7608C907F5B}" dt="2022-08-28T13:19:59.072" v="25" actId="26606"/>
          <ac:spMkLst>
            <pc:docMk/>
            <pc:sldMk cId="3348036540" sldId="263"/>
            <ac:spMk id="18" creationId="{FF9F2414-84E8-453E-B1F3-389FDE8192D9}"/>
          </ac:spMkLst>
        </pc:spChg>
        <pc:spChg chg="add">
          <ac:chgData name="Manas Tuwani" userId="5d421215-a11f-4a6e-90ca-e8ac2213fab6" providerId="ADAL" clId="{A348C610-85B7-4948-8B5D-B7608C907F5B}" dt="2022-08-28T13:19:59.072" v="25" actId="26606"/>
          <ac:spMkLst>
            <pc:docMk/>
            <pc:sldMk cId="3348036540" sldId="263"/>
            <ac:spMk id="20" creationId="{3ECA69A1-7536-43AC-85EF-C7106179F5ED}"/>
          </ac:spMkLst>
        </pc:spChg>
        <pc:picChg chg="add mod">
          <ac:chgData name="Manas Tuwani" userId="5d421215-a11f-4a6e-90ca-e8ac2213fab6" providerId="ADAL" clId="{A348C610-85B7-4948-8B5D-B7608C907F5B}" dt="2022-08-28T13:20:05.189" v="27" actId="14100"/>
          <ac:picMkLst>
            <pc:docMk/>
            <pc:sldMk cId="3348036540" sldId="263"/>
            <ac:picMk id="3" creationId="{A2CFFA85-6871-25F6-14F8-FF7C4DB99040}"/>
          </ac:picMkLst>
        </pc:picChg>
      </pc:sldChg>
      <pc:sldChg chg="addSp delSp modSp new mod setBg">
        <pc:chgData name="Manas Tuwani" userId="5d421215-a11f-4a6e-90ca-e8ac2213fab6" providerId="ADAL" clId="{A348C610-85B7-4948-8B5D-B7608C907F5B}" dt="2022-08-28T13:21:30.177" v="51" actId="1076"/>
        <pc:sldMkLst>
          <pc:docMk/>
          <pc:sldMk cId="3629023550" sldId="264"/>
        </pc:sldMkLst>
        <pc:spChg chg="add mod">
          <ac:chgData name="Manas Tuwani" userId="5d421215-a11f-4a6e-90ca-e8ac2213fab6" providerId="ADAL" clId="{A348C610-85B7-4948-8B5D-B7608C907F5B}" dt="2022-08-28T13:21:30.177" v="51" actId="1076"/>
          <ac:spMkLst>
            <pc:docMk/>
            <pc:sldMk cId="3629023550" sldId="264"/>
            <ac:spMk id="3" creationId="{7ADCEA72-C66F-D877-F7C5-F0C71EAECE5B}"/>
          </ac:spMkLst>
        </pc:spChg>
        <pc:spChg chg="add del">
          <ac:chgData name="Manas Tuwani" userId="5d421215-a11f-4a6e-90ca-e8ac2213fab6" providerId="ADAL" clId="{A348C610-85B7-4948-8B5D-B7608C907F5B}" dt="2022-08-28T13:20:54.198" v="33" actId="26606"/>
          <ac:spMkLst>
            <pc:docMk/>
            <pc:sldMk cId="3629023550" sldId="264"/>
            <ac:spMk id="8" creationId="{2B566528-1B12-4246-9431-5C2D7D081168}"/>
          </ac:spMkLst>
        </pc:spChg>
        <pc:spChg chg="add del">
          <ac:chgData name="Manas Tuwani" userId="5d421215-a11f-4a6e-90ca-e8ac2213fab6" providerId="ADAL" clId="{A348C610-85B7-4948-8B5D-B7608C907F5B}" dt="2022-08-28T13:20:54.198" v="33" actId="26606"/>
          <ac:spMkLst>
            <pc:docMk/>
            <pc:sldMk cId="3629023550" sldId="264"/>
            <ac:spMk id="10" creationId="{2E80C965-DB6D-4F81-9E9E-B027384D0BD6}"/>
          </ac:spMkLst>
        </pc:spChg>
        <pc:spChg chg="add del">
          <ac:chgData name="Manas Tuwani" userId="5d421215-a11f-4a6e-90ca-e8ac2213fab6" providerId="ADAL" clId="{A348C610-85B7-4948-8B5D-B7608C907F5B}" dt="2022-08-28T13:20:54.198" v="33" actId="26606"/>
          <ac:spMkLst>
            <pc:docMk/>
            <pc:sldMk cId="3629023550" sldId="264"/>
            <ac:spMk id="12" creationId="{A580F890-B085-4E95-96AA-55AEBEC5CE6E}"/>
          </ac:spMkLst>
        </pc:spChg>
        <pc:spChg chg="add del">
          <ac:chgData name="Manas Tuwani" userId="5d421215-a11f-4a6e-90ca-e8ac2213fab6" providerId="ADAL" clId="{A348C610-85B7-4948-8B5D-B7608C907F5B}" dt="2022-08-28T13:20:54.198" v="33" actId="26606"/>
          <ac:spMkLst>
            <pc:docMk/>
            <pc:sldMk cId="3629023550" sldId="264"/>
            <ac:spMk id="14" creationId="{D3F51FEB-38FB-4F6C-9F7B-2F2AFAB65463}"/>
          </ac:spMkLst>
        </pc:spChg>
        <pc:spChg chg="add del">
          <ac:chgData name="Manas Tuwani" userId="5d421215-a11f-4a6e-90ca-e8ac2213fab6" providerId="ADAL" clId="{A348C610-85B7-4948-8B5D-B7608C907F5B}" dt="2022-08-28T13:20:54.198" v="33" actId="26606"/>
          <ac:spMkLst>
            <pc:docMk/>
            <pc:sldMk cId="3629023550" sldId="264"/>
            <ac:spMk id="16" creationId="{1E547BA6-BAE0-43BB-A7CA-60F69CE252F0}"/>
          </ac:spMkLst>
        </pc:spChg>
        <pc:spChg chg="add del">
          <ac:chgData name="Manas Tuwani" userId="5d421215-a11f-4a6e-90ca-e8ac2213fab6" providerId="ADAL" clId="{A348C610-85B7-4948-8B5D-B7608C907F5B}" dt="2022-08-28T13:21:18.350" v="46" actId="26606"/>
          <ac:spMkLst>
            <pc:docMk/>
            <pc:sldMk cId="3629023550" sldId="264"/>
            <ac:spMk id="18" creationId="{1B15ED52-F352-441B-82BF-E0EA34836D08}"/>
          </ac:spMkLst>
        </pc:spChg>
        <pc:spChg chg="add del">
          <ac:chgData name="Manas Tuwani" userId="5d421215-a11f-4a6e-90ca-e8ac2213fab6" providerId="ADAL" clId="{A348C610-85B7-4948-8B5D-B7608C907F5B}" dt="2022-08-28T13:21:18.350" v="46" actId="26606"/>
          <ac:spMkLst>
            <pc:docMk/>
            <pc:sldMk cId="3629023550" sldId="264"/>
            <ac:spMk id="19" creationId="{3B2E3793-BFE6-45A2-9B7B-E18844431C99}"/>
          </ac:spMkLst>
        </pc:spChg>
        <pc:spChg chg="add del">
          <ac:chgData name="Manas Tuwani" userId="5d421215-a11f-4a6e-90ca-e8ac2213fab6" providerId="ADAL" clId="{A348C610-85B7-4948-8B5D-B7608C907F5B}" dt="2022-08-28T13:21:18.350" v="46" actId="26606"/>
          <ac:spMkLst>
            <pc:docMk/>
            <pc:sldMk cId="3629023550" sldId="264"/>
            <ac:spMk id="20" creationId="{BC4C4868-CB8F-4AF9-9CDB-8108F2C19B67}"/>
          </ac:spMkLst>
        </pc:spChg>
        <pc:spChg chg="add del">
          <ac:chgData name="Manas Tuwani" userId="5d421215-a11f-4a6e-90ca-e8ac2213fab6" providerId="ADAL" clId="{A348C610-85B7-4948-8B5D-B7608C907F5B}" dt="2022-08-28T13:21:18.350" v="46" actId="26606"/>
          <ac:spMkLst>
            <pc:docMk/>
            <pc:sldMk cId="3629023550" sldId="264"/>
            <ac:spMk id="21" creationId="{375E0459-6403-40CD-989D-56A4407CA12E}"/>
          </ac:spMkLst>
        </pc:spChg>
        <pc:spChg chg="add del">
          <ac:chgData name="Manas Tuwani" userId="5d421215-a11f-4a6e-90ca-e8ac2213fab6" providerId="ADAL" clId="{A348C610-85B7-4948-8B5D-B7608C907F5B}" dt="2022-08-28T13:21:18.350" v="46" actId="26606"/>
          <ac:spMkLst>
            <pc:docMk/>
            <pc:sldMk cId="3629023550" sldId="264"/>
            <ac:spMk id="22" creationId="{53E5B1A8-3AC9-4BD1-9BBC-78CA94F2D1BA}"/>
          </ac:spMkLst>
        </pc:spChg>
        <pc:spChg chg="add">
          <ac:chgData name="Manas Tuwani" userId="5d421215-a11f-4a6e-90ca-e8ac2213fab6" providerId="ADAL" clId="{A348C610-85B7-4948-8B5D-B7608C907F5B}" dt="2022-08-28T13:21:18.350" v="46" actId="26606"/>
          <ac:spMkLst>
            <pc:docMk/>
            <pc:sldMk cId="3629023550" sldId="264"/>
            <ac:spMk id="28" creationId="{04812C46-200A-4DEB-A05E-3ED6C68C2387}"/>
          </ac:spMkLst>
        </pc:spChg>
        <pc:spChg chg="add">
          <ac:chgData name="Manas Tuwani" userId="5d421215-a11f-4a6e-90ca-e8ac2213fab6" providerId="ADAL" clId="{A348C610-85B7-4948-8B5D-B7608C907F5B}" dt="2022-08-28T13:21:18.350" v="46" actId="26606"/>
          <ac:spMkLst>
            <pc:docMk/>
            <pc:sldMk cId="3629023550" sldId="264"/>
            <ac:spMk id="30" creationId="{D1EA859B-E555-4109-94F3-6700E046E008}"/>
          </ac:spMkLst>
        </pc:spChg>
        <pc:picChg chg="add">
          <ac:chgData name="Manas Tuwani" userId="5d421215-a11f-4a6e-90ca-e8ac2213fab6" providerId="ADAL" clId="{A348C610-85B7-4948-8B5D-B7608C907F5B}" dt="2022-08-28T13:21:18.350" v="46" actId="26606"/>
          <ac:picMkLst>
            <pc:docMk/>
            <pc:sldMk cId="3629023550" sldId="264"/>
            <ac:picMk id="24" creationId="{5192EF84-B5A2-B415-DB67-15B1A348D64D}"/>
          </ac:picMkLst>
        </pc:picChg>
      </pc:sldChg>
      <pc:sldChg chg="addSp delSp modSp new mod setBg">
        <pc:chgData name="Manas Tuwani" userId="5d421215-a11f-4a6e-90ca-e8ac2213fab6" providerId="ADAL" clId="{A348C610-85B7-4948-8B5D-B7608C907F5B}" dt="2022-08-28T13:23:32.349" v="69" actId="1076"/>
        <pc:sldMkLst>
          <pc:docMk/>
          <pc:sldMk cId="1704604340" sldId="265"/>
        </pc:sldMkLst>
        <pc:spChg chg="add del">
          <ac:chgData name="Manas Tuwani" userId="5d421215-a11f-4a6e-90ca-e8ac2213fab6" providerId="ADAL" clId="{A348C610-85B7-4948-8B5D-B7608C907F5B}" dt="2022-08-28T13:22:44.461" v="57" actId="26606"/>
          <ac:spMkLst>
            <pc:docMk/>
            <pc:sldMk cId="1704604340" sldId="265"/>
            <ac:spMk id="10" creationId="{2F19B711-C590-44D1-9AA8-9F143B0ED58A}"/>
          </ac:spMkLst>
        </pc:spChg>
        <pc:spChg chg="add del">
          <ac:chgData name="Manas Tuwani" userId="5d421215-a11f-4a6e-90ca-e8ac2213fab6" providerId="ADAL" clId="{A348C610-85B7-4948-8B5D-B7608C907F5B}" dt="2022-08-28T13:22:44.461" v="57" actId="26606"/>
          <ac:spMkLst>
            <pc:docMk/>
            <pc:sldMk cId="1704604340" sldId="265"/>
            <ac:spMk id="12" creationId="{C0C79CF2-6A1C-4636-84CE-ABB2BE191D23}"/>
          </ac:spMkLst>
        </pc:spChg>
        <pc:spChg chg="add del">
          <ac:chgData name="Manas Tuwani" userId="5d421215-a11f-4a6e-90ca-e8ac2213fab6" providerId="ADAL" clId="{A348C610-85B7-4948-8B5D-B7608C907F5B}" dt="2022-08-28T13:22:44.461" v="57" actId="26606"/>
          <ac:spMkLst>
            <pc:docMk/>
            <pc:sldMk cId="1704604340" sldId="265"/>
            <ac:spMk id="14" creationId="{7A5D17DF-AD65-402C-A95C-F13C770C9FCD}"/>
          </ac:spMkLst>
        </pc:spChg>
        <pc:picChg chg="add mod">
          <ac:chgData name="Manas Tuwani" userId="5d421215-a11f-4a6e-90ca-e8ac2213fab6" providerId="ADAL" clId="{A348C610-85B7-4948-8B5D-B7608C907F5B}" dt="2022-08-28T13:23:21.788" v="67" actId="14100"/>
          <ac:picMkLst>
            <pc:docMk/>
            <pc:sldMk cId="1704604340" sldId="265"/>
            <ac:picMk id="3" creationId="{8E6E13E4-87B9-CC1F-EA10-B8266EC2F567}"/>
          </ac:picMkLst>
        </pc:picChg>
        <pc:picChg chg="add mod">
          <ac:chgData name="Manas Tuwani" userId="5d421215-a11f-4a6e-90ca-e8ac2213fab6" providerId="ADAL" clId="{A348C610-85B7-4948-8B5D-B7608C907F5B}" dt="2022-08-28T13:23:32.349" v="69" actId="1076"/>
          <ac:picMkLst>
            <pc:docMk/>
            <pc:sldMk cId="1704604340" sldId="265"/>
            <ac:picMk id="5" creationId="{C67482F1-FB75-FAD1-A6A0-4A1075D085BC}"/>
          </ac:picMkLst>
        </pc:picChg>
      </pc:sldChg>
      <pc:sldChg chg="addSp delSp modSp new mod setBg">
        <pc:chgData name="Manas Tuwani" userId="5d421215-a11f-4a6e-90ca-e8ac2213fab6" providerId="ADAL" clId="{A348C610-85B7-4948-8B5D-B7608C907F5B}" dt="2022-08-28T13:24:35.143" v="82" actId="1076"/>
        <pc:sldMkLst>
          <pc:docMk/>
          <pc:sldMk cId="1002834085" sldId="266"/>
        </pc:sldMkLst>
        <pc:spChg chg="mod">
          <ac:chgData name="Manas Tuwani" userId="5d421215-a11f-4a6e-90ca-e8ac2213fab6" providerId="ADAL" clId="{A348C610-85B7-4948-8B5D-B7608C907F5B}" dt="2022-08-28T13:24:35.143" v="82" actId="1076"/>
          <ac:spMkLst>
            <pc:docMk/>
            <pc:sldMk cId="1002834085" sldId="266"/>
            <ac:spMk id="2" creationId="{F7A0032D-F6DD-5FD0-AE5C-7CC0E6642EE7}"/>
          </ac:spMkLst>
        </pc:spChg>
        <pc:spChg chg="mod">
          <ac:chgData name="Manas Tuwani" userId="5d421215-a11f-4a6e-90ca-e8ac2213fab6" providerId="ADAL" clId="{A348C610-85B7-4948-8B5D-B7608C907F5B}" dt="2022-08-28T13:24:27.285" v="79" actId="26606"/>
          <ac:spMkLst>
            <pc:docMk/>
            <pc:sldMk cId="1002834085" sldId="266"/>
            <ac:spMk id="3" creationId="{5953D9FD-41F7-CE36-C932-949DCD0F08C3}"/>
          </ac:spMkLst>
        </pc:spChg>
        <pc:spChg chg="add del">
          <ac:chgData name="Manas Tuwani" userId="5d421215-a11f-4a6e-90ca-e8ac2213fab6" providerId="ADAL" clId="{A348C610-85B7-4948-8B5D-B7608C907F5B}" dt="2022-08-28T13:24:27.280" v="78" actId="26606"/>
          <ac:spMkLst>
            <pc:docMk/>
            <pc:sldMk cId="1002834085" sldId="266"/>
            <ac:spMk id="8" creationId="{AC17DE74-01C9-4859-B65A-85CF999E8580}"/>
          </ac:spMkLst>
        </pc:spChg>
        <pc:spChg chg="add del">
          <ac:chgData name="Manas Tuwani" userId="5d421215-a11f-4a6e-90ca-e8ac2213fab6" providerId="ADAL" clId="{A348C610-85B7-4948-8B5D-B7608C907F5B}" dt="2022-08-28T13:24:27.280" v="78" actId="26606"/>
          <ac:spMkLst>
            <pc:docMk/>
            <pc:sldMk cId="1002834085" sldId="266"/>
            <ac:spMk id="10" creationId="{068C0432-0E90-4CC1-8CD3-D44A90DF07EF}"/>
          </ac:spMkLst>
        </pc:spChg>
        <pc:spChg chg="add">
          <ac:chgData name="Manas Tuwani" userId="5d421215-a11f-4a6e-90ca-e8ac2213fab6" providerId="ADAL" clId="{A348C610-85B7-4948-8B5D-B7608C907F5B}" dt="2022-08-28T13:24:27.285" v="79" actId="26606"/>
          <ac:spMkLst>
            <pc:docMk/>
            <pc:sldMk cId="1002834085" sldId="266"/>
            <ac:spMk id="12" creationId="{AC8F6C8C-AB5A-4548-942D-E3FD40ACBC49}"/>
          </ac:spMkLst>
        </pc:spChg>
        <pc:spChg chg="add">
          <ac:chgData name="Manas Tuwani" userId="5d421215-a11f-4a6e-90ca-e8ac2213fab6" providerId="ADAL" clId="{A348C610-85B7-4948-8B5D-B7608C907F5B}" dt="2022-08-28T13:24:27.285" v="79" actId="26606"/>
          <ac:spMkLst>
            <pc:docMk/>
            <pc:sldMk cId="1002834085" sldId="266"/>
            <ac:spMk id="13" creationId="{979E27D9-03C7-44E2-9FF8-15D0C8506AF7}"/>
          </ac:spMkLst>
        </pc:spChg>
        <pc:spChg chg="add">
          <ac:chgData name="Manas Tuwani" userId="5d421215-a11f-4a6e-90ca-e8ac2213fab6" providerId="ADAL" clId="{A348C610-85B7-4948-8B5D-B7608C907F5B}" dt="2022-08-28T13:24:27.285" v="79" actId="26606"/>
          <ac:spMkLst>
            <pc:docMk/>
            <pc:sldMk cId="1002834085" sldId="266"/>
            <ac:spMk id="14" creationId="{EEBF1590-3B36-48EE-A89D-3B6F3CB256AB}"/>
          </ac:spMkLst>
        </pc:spChg>
      </pc:sldChg>
      <pc:sldChg chg="add">
        <pc:chgData name="Manas Tuwani" userId="5d421215-a11f-4a6e-90ca-e8ac2213fab6" providerId="ADAL" clId="{A348C610-85B7-4948-8B5D-B7608C907F5B}" dt="2022-08-28T13:24:57.148" v="83"/>
        <pc:sldMkLst>
          <pc:docMk/>
          <pc:sldMk cId="2356061780" sldId="272"/>
        </pc:sldMkLst>
      </pc:sldChg>
    </pc:docChg>
  </pc:docChgLst>
  <pc:docChgLst>
    <pc:chgData name="Manas Tuwani" userId="5d421215-a11f-4a6e-90ca-e8ac2213fab6" providerId="ADAL" clId="{29BFA43D-53E0-48E0-8E40-E3F826D6E8FA}"/>
    <pc:docChg chg="modSld">
      <pc:chgData name="Manas Tuwani" userId="5d421215-a11f-4a6e-90ca-e8ac2213fab6" providerId="ADAL" clId="{29BFA43D-53E0-48E0-8E40-E3F826D6E8FA}" dt="2023-02-08T14:49:39.748" v="130" actId="20577"/>
      <pc:docMkLst>
        <pc:docMk/>
      </pc:docMkLst>
      <pc:sldChg chg="modSp mod">
        <pc:chgData name="Manas Tuwani" userId="5d421215-a11f-4a6e-90ca-e8ac2213fab6" providerId="ADAL" clId="{29BFA43D-53E0-48E0-8E40-E3F826D6E8FA}" dt="2023-01-05T02:19:48.322" v="59" actId="20577"/>
        <pc:sldMkLst>
          <pc:docMk/>
          <pc:sldMk cId="2321769869" sldId="257"/>
        </pc:sldMkLst>
        <pc:spChg chg="mod">
          <ac:chgData name="Manas Tuwani" userId="5d421215-a11f-4a6e-90ca-e8ac2213fab6" providerId="ADAL" clId="{29BFA43D-53E0-48E0-8E40-E3F826D6E8FA}" dt="2023-01-05T02:19:48.322" v="59" actId="20577"/>
          <ac:spMkLst>
            <pc:docMk/>
            <pc:sldMk cId="2321769869" sldId="257"/>
            <ac:spMk id="3" creationId="{0C4875AA-B984-332F-880D-C46DB97AC2BA}"/>
          </ac:spMkLst>
        </pc:spChg>
      </pc:sldChg>
      <pc:sldChg chg="modSp mod">
        <pc:chgData name="Manas Tuwani" userId="5d421215-a11f-4a6e-90ca-e8ac2213fab6" providerId="ADAL" clId="{29BFA43D-53E0-48E0-8E40-E3F826D6E8FA}" dt="2023-01-05T02:19:37.287" v="50" actId="20577"/>
        <pc:sldMkLst>
          <pc:docMk/>
          <pc:sldMk cId="3122375788" sldId="259"/>
        </pc:sldMkLst>
        <pc:spChg chg="mod">
          <ac:chgData name="Manas Tuwani" userId="5d421215-a11f-4a6e-90ca-e8ac2213fab6" providerId="ADAL" clId="{29BFA43D-53E0-48E0-8E40-E3F826D6E8FA}" dt="2023-01-05T02:19:37.287" v="50" actId="20577"/>
          <ac:spMkLst>
            <pc:docMk/>
            <pc:sldMk cId="3122375788" sldId="259"/>
            <ac:spMk id="3" creationId="{42BD1827-5EA5-3DD8-E3B2-C4A4610376F1}"/>
          </ac:spMkLst>
        </pc:spChg>
      </pc:sldChg>
      <pc:sldChg chg="modSp mod">
        <pc:chgData name="Manas Tuwani" userId="5d421215-a11f-4a6e-90ca-e8ac2213fab6" providerId="ADAL" clId="{29BFA43D-53E0-48E0-8E40-E3F826D6E8FA}" dt="2023-02-08T14:49:39.748" v="130" actId="20577"/>
        <pc:sldMkLst>
          <pc:docMk/>
          <pc:sldMk cId="1002834085" sldId="266"/>
        </pc:sldMkLst>
        <pc:spChg chg="mod">
          <ac:chgData name="Manas Tuwani" userId="5d421215-a11f-4a6e-90ca-e8ac2213fab6" providerId="ADAL" clId="{29BFA43D-53E0-48E0-8E40-E3F826D6E8FA}" dt="2023-02-08T14:49:39.748" v="130" actId="20577"/>
          <ac:spMkLst>
            <pc:docMk/>
            <pc:sldMk cId="1002834085" sldId="266"/>
            <ac:spMk id="3" creationId="{5953D9FD-41F7-CE36-C932-949DCD0F08C3}"/>
          </ac:spMkLst>
        </pc:spChg>
      </pc:sldChg>
    </pc:docChg>
  </pc:docChgLst>
  <pc:docChgLst>
    <pc:chgData name="Manas Tuwani" userId="5d421215-a11f-4a6e-90ca-e8ac2213fab6" providerId="ADAL" clId="{04F89C27-4F70-4F36-961B-F58E073ADAA8}"/>
    <pc:docChg chg="undo custSel addSld modSld sldOrd">
      <pc:chgData name="Manas Tuwani" userId="5d421215-a11f-4a6e-90ca-e8ac2213fab6" providerId="ADAL" clId="{04F89C27-4F70-4F36-961B-F58E073ADAA8}" dt="2024-01-22T03:21:12.483" v="30" actId="20577"/>
      <pc:docMkLst>
        <pc:docMk/>
      </pc:docMkLst>
      <pc:sldChg chg="modSp mod">
        <pc:chgData name="Manas Tuwani" userId="5d421215-a11f-4a6e-90ca-e8ac2213fab6" providerId="ADAL" clId="{04F89C27-4F70-4F36-961B-F58E073ADAA8}" dt="2024-01-22T03:21:12.483" v="30" actId="20577"/>
        <pc:sldMkLst>
          <pc:docMk/>
          <pc:sldMk cId="3122375788" sldId="259"/>
        </pc:sldMkLst>
        <pc:spChg chg="mod">
          <ac:chgData name="Manas Tuwani" userId="5d421215-a11f-4a6e-90ca-e8ac2213fab6" providerId="ADAL" clId="{04F89C27-4F70-4F36-961B-F58E073ADAA8}" dt="2024-01-22T03:21:12.483" v="30" actId="20577"/>
          <ac:spMkLst>
            <pc:docMk/>
            <pc:sldMk cId="3122375788" sldId="259"/>
            <ac:spMk id="3" creationId="{42BD1827-5EA5-3DD8-E3B2-C4A4610376F1}"/>
          </ac:spMkLst>
        </pc:spChg>
      </pc:sldChg>
      <pc:sldChg chg="addSp delSp modSp mod ord">
        <pc:chgData name="Manas Tuwani" userId="5d421215-a11f-4a6e-90ca-e8ac2213fab6" providerId="ADAL" clId="{04F89C27-4F70-4F36-961B-F58E073ADAA8}" dt="2024-01-18T14:11:12.583" v="11"/>
        <pc:sldMkLst>
          <pc:docMk/>
          <pc:sldMk cId="274829055" sldId="275"/>
        </pc:sldMkLst>
        <pc:spChg chg="del">
          <ac:chgData name="Manas Tuwani" userId="5d421215-a11f-4a6e-90ca-e8ac2213fab6" providerId="ADAL" clId="{04F89C27-4F70-4F36-961B-F58E073ADAA8}" dt="2024-01-18T14:10:29.962" v="2" actId="26606"/>
          <ac:spMkLst>
            <pc:docMk/>
            <pc:sldMk cId="274829055" sldId="275"/>
            <ac:spMk id="8" creationId="{F3060C83-F051-4F0E-ABAD-AA0DFC48B218}"/>
          </ac:spMkLst>
        </pc:spChg>
        <pc:spChg chg="del">
          <ac:chgData name="Manas Tuwani" userId="5d421215-a11f-4a6e-90ca-e8ac2213fab6" providerId="ADAL" clId="{04F89C27-4F70-4F36-961B-F58E073ADAA8}" dt="2024-01-18T14:10:29.962" v="2" actId="26606"/>
          <ac:spMkLst>
            <pc:docMk/>
            <pc:sldMk cId="274829055" sldId="275"/>
            <ac:spMk id="10" creationId="{83C98ABE-055B-441F-B07E-44F97F083C39}"/>
          </ac:spMkLst>
        </pc:spChg>
        <pc:spChg chg="del">
          <ac:chgData name="Manas Tuwani" userId="5d421215-a11f-4a6e-90ca-e8ac2213fab6" providerId="ADAL" clId="{04F89C27-4F70-4F36-961B-F58E073ADAA8}" dt="2024-01-18T14:10:29.962" v="2" actId="26606"/>
          <ac:spMkLst>
            <pc:docMk/>
            <pc:sldMk cId="274829055" sldId="275"/>
            <ac:spMk id="12" creationId="{29FDB030-9B49-4CED-8CCD-4D99382388AC}"/>
          </ac:spMkLst>
        </pc:spChg>
        <pc:spChg chg="del">
          <ac:chgData name="Manas Tuwani" userId="5d421215-a11f-4a6e-90ca-e8ac2213fab6" providerId="ADAL" clId="{04F89C27-4F70-4F36-961B-F58E073ADAA8}" dt="2024-01-18T14:10:29.962" v="2" actId="26606"/>
          <ac:spMkLst>
            <pc:docMk/>
            <pc:sldMk cId="274829055" sldId="275"/>
            <ac:spMk id="14" creationId="{3783CA14-24A1-485C-8B30-D6A5D87987AD}"/>
          </ac:spMkLst>
        </pc:spChg>
        <pc:spChg chg="del">
          <ac:chgData name="Manas Tuwani" userId="5d421215-a11f-4a6e-90ca-e8ac2213fab6" providerId="ADAL" clId="{04F89C27-4F70-4F36-961B-F58E073ADAA8}" dt="2024-01-18T14:10:29.962" v="2" actId="26606"/>
          <ac:spMkLst>
            <pc:docMk/>
            <pc:sldMk cId="274829055" sldId="275"/>
            <ac:spMk id="16" creationId="{9A97C86A-04D6-40F7-AE84-31AB43E6A846}"/>
          </ac:spMkLst>
        </pc:spChg>
        <pc:spChg chg="del">
          <ac:chgData name="Manas Tuwani" userId="5d421215-a11f-4a6e-90ca-e8ac2213fab6" providerId="ADAL" clId="{04F89C27-4F70-4F36-961B-F58E073ADAA8}" dt="2024-01-18T14:10:29.962" v="2" actId="26606"/>
          <ac:spMkLst>
            <pc:docMk/>
            <pc:sldMk cId="274829055" sldId="275"/>
            <ac:spMk id="18" creationId="{FF9F2414-84E8-453E-B1F3-389FDE8192D9}"/>
          </ac:spMkLst>
        </pc:spChg>
        <pc:spChg chg="del">
          <ac:chgData name="Manas Tuwani" userId="5d421215-a11f-4a6e-90ca-e8ac2213fab6" providerId="ADAL" clId="{04F89C27-4F70-4F36-961B-F58E073ADAA8}" dt="2024-01-18T14:10:29.962" v="2" actId="26606"/>
          <ac:spMkLst>
            <pc:docMk/>
            <pc:sldMk cId="274829055" sldId="275"/>
            <ac:spMk id="20" creationId="{3ECA69A1-7536-43AC-85EF-C7106179F5ED}"/>
          </ac:spMkLst>
        </pc:spChg>
        <pc:spChg chg="add">
          <ac:chgData name="Manas Tuwani" userId="5d421215-a11f-4a6e-90ca-e8ac2213fab6" providerId="ADAL" clId="{04F89C27-4F70-4F36-961B-F58E073ADAA8}" dt="2024-01-18T14:10:29.962" v="2" actId="26606"/>
          <ac:spMkLst>
            <pc:docMk/>
            <pc:sldMk cId="274829055" sldId="275"/>
            <ac:spMk id="25" creationId="{F3060C83-F051-4F0E-ABAD-AA0DFC48B218}"/>
          </ac:spMkLst>
        </pc:spChg>
        <pc:spChg chg="add">
          <ac:chgData name="Manas Tuwani" userId="5d421215-a11f-4a6e-90ca-e8ac2213fab6" providerId="ADAL" clId="{04F89C27-4F70-4F36-961B-F58E073ADAA8}" dt="2024-01-18T14:10:29.962" v="2" actId="26606"/>
          <ac:spMkLst>
            <pc:docMk/>
            <pc:sldMk cId="274829055" sldId="275"/>
            <ac:spMk id="27" creationId="{83C98ABE-055B-441F-B07E-44F97F083C39}"/>
          </ac:spMkLst>
        </pc:spChg>
        <pc:spChg chg="add">
          <ac:chgData name="Manas Tuwani" userId="5d421215-a11f-4a6e-90ca-e8ac2213fab6" providerId="ADAL" clId="{04F89C27-4F70-4F36-961B-F58E073ADAA8}" dt="2024-01-18T14:10:29.962" v="2" actId="26606"/>
          <ac:spMkLst>
            <pc:docMk/>
            <pc:sldMk cId="274829055" sldId="275"/>
            <ac:spMk id="29" creationId="{29FDB030-9B49-4CED-8CCD-4D99382388AC}"/>
          </ac:spMkLst>
        </pc:spChg>
        <pc:spChg chg="add">
          <ac:chgData name="Manas Tuwani" userId="5d421215-a11f-4a6e-90ca-e8ac2213fab6" providerId="ADAL" clId="{04F89C27-4F70-4F36-961B-F58E073ADAA8}" dt="2024-01-18T14:10:29.962" v="2" actId="26606"/>
          <ac:spMkLst>
            <pc:docMk/>
            <pc:sldMk cId="274829055" sldId="275"/>
            <ac:spMk id="31" creationId="{3783CA14-24A1-485C-8B30-D6A5D87987AD}"/>
          </ac:spMkLst>
        </pc:spChg>
        <pc:spChg chg="add">
          <ac:chgData name="Manas Tuwani" userId="5d421215-a11f-4a6e-90ca-e8ac2213fab6" providerId="ADAL" clId="{04F89C27-4F70-4F36-961B-F58E073ADAA8}" dt="2024-01-18T14:10:29.962" v="2" actId="26606"/>
          <ac:spMkLst>
            <pc:docMk/>
            <pc:sldMk cId="274829055" sldId="275"/>
            <ac:spMk id="33" creationId="{9A97C86A-04D6-40F7-AE84-31AB43E6A846}"/>
          </ac:spMkLst>
        </pc:spChg>
        <pc:spChg chg="add">
          <ac:chgData name="Manas Tuwani" userId="5d421215-a11f-4a6e-90ca-e8ac2213fab6" providerId="ADAL" clId="{04F89C27-4F70-4F36-961B-F58E073ADAA8}" dt="2024-01-18T14:10:29.962" v="2" actId="26606"/>
          <ac:spMkLst>
            <pc:docMk/>
            <pc:sldMk cId="274829055" sldId="275"/>
            <ac:spMk id="35" creationId="{FF9F2414-84E8-453E-B1F3-389FDE8192D9}"/>
          </ac:spMkLst>
        </pc:spChg>
        <pc:spChg chg="add">
          <ac:chgData name="Manas Tuwani" userId="5d421215-a11f-4a6e-90ca-e8ac2213fab6" providerId="ADAL" clId="{04F89C27-4F70-4F36-961B-F58E073ADAA8}" dt="2024-01-18T14:10:29.962" v="2" actId="26606"/>
          <ac:spMkLst>
            <pc:docMk/>
            <pc:sldMk cId="274829055" sldId="275"/>
            <ac:spMk id="37" creationId="{3ECA69A1-7536-43AC-85EF-C7106179F5ED}"/>
          </ac:spMkLst>
        </pc:spChg>
        <pc:picChg chg="del">
          <ac:chgData name="Manas Tuwani" userId="5d421215-a11f-4a6e-90ca-e8ac2213fab6" providerId="ADAL" clId="{04F89C27-4F70-4F36-961B-F58E073ADAA8}" dt="2024-01-18T14:10:13.913" v="0" actId="478"/>
          <ac:picMkLst>
            <pc:docMk/>
            <pc:sldMk cId="274829055" sldId="275"/>
            <ac:picMk id="3" creationId="{89D7BF12-BEF2-F216-1401-EC2060B9BDEB}"/>
          </ac:picMkLst>
        </pc:picChg>
        <pc:picChg chg="add mod">
          <ac:chgData name="Manas Tuwani" userId="5d421215-a11f-4a6e-90ca-e8ac2213fab6" providerId="ADAL" clId="{04F89C27-4F70-4F36-961B-F58E073ADAA8}" dt="2024-01-18T14:10:29.962" v="2" actId="26606"/>
          <ac:picMkLst>
            <pc:docMk/>
            <pc:sldMk cId="274829055" sldId="275"/>
            <ac:picMk id="4" creationId="{B9F66C99-3AE0-00EC-C1CC-D8A4764D6C6E}"/>
          </ac:picMkLst>
        </pc:picChg>
      </pc:sldChg>
      <pc:sldChg chg="addSp delSp modSp new mod setBg">
        <pc:chgData name="Manas Tuwani" userId="5d421215-a11f-4a6e-90ca-e8ac2213fab6" providerId="ADAL" clId="{04F89C27-4F70-4F36-961B-F58E073ADAA8}" dt="2024-01-18T14:11:08.492" v="9" actId="962"/>
        <pc:sldMkLst>
          <pc:docMk/>
          <pc:sldMk cId="2772320453" sldId="276"/>
        </pc:sldMkLst>
        <pc:spChg chg="add del">
          <ac:chgData name="Manas Tuwani" userId="5d421215-a11f-4a6e-90ca-e8ac2213fab6" providerId="ADAL" clId="{04F89C27-4F70-4F36-961B-F58E073ADAA8}" dt="2024-01-18T14:11:02.202" v="6" actId="26606"/>
          <ac:spMkLst>
            <pc:docMk/>
            <pc:sldMk cId="2772320453" sldId="276"/>
            <ac:spMk id="8" creationId="{86FF76B9-219D-4469-AF87-0236D29032F1}"/>
          </ac:spMkLst>
        </pc:spChg>
        <pc:spChg chg="add del">
          <ac:chgData name="Manas Tuwani" userId="5d421215-a11f-4a6e-90ca-e8ac2213fab6" providerId="ADAL" clId="{04F89C27-4F70-4F36-961B-F58E073ADAA8}" dt="2024-01-18T14:11:02.202" v="6" actId="26606"/>
          <ac:spMkLst>
            <pc:docMk/>
            <pc:sldMk cId="2772320453" sldId="276"/>
            <ac:spMk id="14" creationId="{2E80C965-DB6D-4F81-9E9E-B027384D0BD6}"/>
          </ac:spMkLst>
        </pc:spChg>
        <pc:spChg chg="add del">
          <ac:chgData name="Manas Tuwani" userId="5d421215-a11f-4a6e-90ca-e8ac2213fab6" providerId="ADAL" clId="{04F89C27-4F70-4F36-961B-F58E073ADAA8}" dt="2024-01-18T14:11:02.202" v="6" actId="26606"/>
          <ac:spMkLst>
            <pc:docMk/>
            <pc:sldMk cId="2772320453" sldId="276"/>
            <ac:spMk id="16" creationId="{633C5E46-DAC5-4661-9C87-22B08E2A512F}"/>
          </ac:spMkLst>
        </pc:spChg>
        <pc:spChg chg="add">
          <ac:chgData name="Manas Tuwani" userId="5d421215-a11f-4a6e-90ca-e8ac2213fab6" providerId="ADAL" clId="{04F89C27-4F70-4F36-961B-F58E073ADAA8}" dt="2024-01-18T14:11:02.218" v="7" actId="26606"/>
          <ac:spMkLst>
            <pc:docMk/>
            <pc:sldMk cId="2772320453" sldId="276"/>
            <ac:spMk id="18" creationId="{FF9F2414-84E8-453E-B1F3-389FDE8192D9}"/>
          </ac:spMkLst>
        </pc:spChg>
        <pc:spChg chg="add">
          <ac:chgData name="Manas Tuwani" userId="5d421215-a11f-4a6e-90ca-e8ac2213fab6" providerId="ADAL" clId="{04F89C27-4F70-4F36-961B-F58E073ADAA8}" dt="2024-01-18T14:11:02.218" v="7" actId="26606"/>
          <ac:spMkLst>
            <pc:docMk/>
            <pc:sldMk cId="2772320453" sldId="276"/>
            <ac:spMk id="19" creationId="{F3060C83-F051-4F0E-ABAD-AA0DFC48B218}"/>
          </ac:spMkLst>
        </pc:spChg>
        <pc:spChg chg="add">
          <ac:chgData name="Manas Tuwani" userId="5d421215-a11f-4a6e-90ca-e8ac2213fab6" providerId="ADAL" clId="{04F89C27-4F70-4F36-961B-F58E073ADAA8}" dt="2024-01-18T14:11:02.218" v="7" actId="26606"/>
          <ac:spMkLst>
            <pc:docMk/>
            <pc:sldMk cId="2772320453" sldId="276"/>
            <ac:spMk id="20" creationId="{3ECA69A1-7536-43AC-85EF-C7106179F5ED}"/>
          </ac:spMkLst>
        </pc:spChg>
        <pc:spChg chg="add">
          <ac:chgData name="Manas Tuwani" userId="5d421215-a11f-4a6e-90ca-e8ac2213fab6" providerId="ADAL" clId="{04F89C27-4F70-4F36-961B-F58E073ADAA8}" dt="2024-01-18T14:11:02.218" v="7" actId="26606"/>
          <ac:spMkLst>
            <pc:docMk/>
            <pc:sldMk cId="2772320453" sldId="276"/>
            <ac:spMk id="21" creationId="{83C98ABE-055B-441F-B07E-44F97F083C39}"/>
          </ac:spMkLst>
        </pc:spChg>
        <pc:spChg chg="add">
          <ac:chgData name="Manas Tuwani" userId="5d421215-a11f-4a6e-90ca-e8ac2213fab6" providerId="ADAL" clId="{04F89C27-4F70-4F36-961B-F58E073ADAA8}" dt="2024-01-18T14:11:02.218" v="7" actId="26606"/>
          <ac:spMkLst>
            <pc:docMk/>
            <pc:sldMk cId="2772320453" sldId="276"/>
            <ac:spMk id="22" creationId="{29FDB030-9B49-4CED-8CCD-4D99382388AC}"/>
          </ac:spMkLst>
        </pc:spChg>
        <pc:spChg chg="add">
          <ac:chgData name="Manas Tuwani" userId="5d421215-a11f-4a6e-90ca-e8ac2213fab6" providerId="ADAL" clId="{04F89C27-4F70-4F36-961B-F58E073ADAA8}" dt="2024-01-18T14:11:02.218" v="7" actId="26606"/>
          <ac:spMkLst>
            <pc:docMk/>
            <pc:sldMk cId="2772320453" sldId="276"/>
            <ac:spMk id="23" creationId="{3783CA14-24A1-485C-8B30-D6A5D87987AD}"/>
          </ac:spMkLst>
        </pc:spChg>
        <pc:spChg chg="add">
          <ac:chgData name="Manas Tuwani" userId="5d421215-a11f-4a6e-90ca-e8ac2213fab6" providerId="ADAL" clId="{04F89C27-4F70-4F36-961B-F58E073ADAA8}" dt="2024-01-18T14:11:02.218" v="7" actId="26606"/>
          <ac:spMkLst>
            <pc:docMk/>
            <pc:sldMk cId="2772320453" sldId="276"/>
            <ac:spMk id="24" creationId="{9A97C86A-04D6-40F7-AE84-31AB43E6A846}"/>
          </ac:spMkLst>
        </pc:spChg>
        <pc:grpChg chg="add del">
          <ac:chgData name="Manas Tuwani" userId="5d421215-a11f-4a6e-90ca-e8ac2213fab6" providerId="ADAL" clId="{04F89C27-4F70-4F36-961B-F58E073ADAA8}" dt="2024-01-18T14:11:02.202" v="6" actId="26606"/>
          <ac:grpSpMkLst>
            <pc:docMk/>
            <pc:sldMk cId="2772320453" sldId="276"/>
            <ac:grpSpMk id="10" creationId="{DB88BD78-87E1-424D-B479-C37D8E41B12E}"/>
          </ac:grpSpMkLst>
        </pc:grpChg>
        <pc:picChg chg="add mod">
          <ac:chgData name="Manas Tuwani" userId="5d421215-a11f-4a6e-90ca-e8ac2213fab6" providerId="ADAL" clId="{04F89C27-4F70-4F36-961B-F58E073ADAA8}" dt="2024-01-18T14:11:08.492" v="9" actId="962"/>
          <ac:picMkLst>
            <pc:docMk/>
            <pc:sldMk cId="2772320453" sldId="276"/>
            <ac:picMk id="3" creationId="{6F14A472-DF51-A77D-5E4C-4AAD1C9BEB58}"/>
          </ac:picMkLst>
        </pc:picChg>
      </pc:sldChg>
      <pc:sldChg chg="addSp new mod">
        <pc:chgData name="Manas Tuwani" userId="5d421215-a11f-4a6e-90ca-e8ac2213fab6" providerId="ADAL" clId="{04F89C27-4F70-4F36-961B-F58E073ADAA8}" dt="2024-01-18T14:19:48.017" v="13" actId="22"/>
        <pc:sldMkLst>
          <pc:docMk/>
          <pc:sldMk cId="3362074012" sldId="277"/>
        </pc:sldMkLst>
        <pc:picChg chg="add">
          <ac:chgData name="Manas Tuwani" userId="5d421215-a11f-4a6e-90ca-e8ac2213fab6" providerId="ADAL" clId="{04F89C27-4F70-4F36-961B-F58E073ADAA8}" dt="2024-01-18T14:19:48.017" v="13" actId="22"/>
          <ac:picMkLst>
            <pc:docMk/>
            <pc:sldMk cId="3362074012" sldId="277"/>
            <ac:picMk id="3" creationId="{FD99E60B-BC08-1F45-A250-BEE2E1880C89}"/>
          </ac:picMkLst>
        </pc:picChg>
      </pc:sldChg>
    </pc:docChg>
  </pc:docChgLst>
  <pc:docChgLst>
    <pc:chgData name="Manas Tuwani" userId="5d421215-a11f-4a6e-90ca-e8ac2213fab6" providerId="ADAL" clId="{AE846C96-D711-4103-812F-D4F5BB285A41}"/>
    <pc:docChg chg="custSel addSld delSld modSld">
      <pc:chgData name="Manas Tuwani" userId="5d421215-a11f-4a6e-90ca-e8ac2213fab6" providerId="ADAL" clId="{AE846C96-D711-4103-812F-D4F5BB285A41}" dt="2023-07-30T06:33:36.550" v="11" actId="27614"/>
      <pc:docMkLst>
        <pc:docMk/>
      </pc:docMkLst>
      <pc:sldChg chg="addSp modSp mod">
        <pc:chgData name="Manas Tuwani" userId="5d421215-a11f-4a6e-90ca-e8ac2213fab6" providerId="ADAL" clId="{AE846C96-D711-4103-812F-D4F5BB285A41}" dt="2023-07-26T02:59:37.928" v="6" actId="14100"/>
        <pc:sldMkLst>
          <pc:docMk/>
          <pc:sldMk cId="3122375788" sldId="259"/>
        </pc:sldMkLst>
        <pc:picChg chg="add mod">
          <ac:chgData name="Manas Tuwani" userId="5d421215-a11f-4a6e-90ca-e8ac2213fab6" providerId="ADAL" clId="{AE846C96-D711-4103-812F-D4F5BB285A41}" dt="2023-07-26T02:59:37.928" v="6" actId="14100"/>
          <ac:picMkLst>
            <pc:docMk/>
            <pc:sldMk cId="3122375788" sldId="259"/>
            <ac:picMk id="5" creationId="{176598CB-77B2-5252-ABFA-DDF312A082FB}"/>
          </ac:picMkLst>
        </pc:picChg>
      </pc:sldChg>
      <pc:sldChg chg="del">
        <pc:chgData name="Manas Tuwani" userId="5d421215-a11f-4a6e-90ca-e8ac2213fab6" providerId="ADAL" clId="{AE846C96-D711-4103-812F-D4F5BB285A41}" dt="2023-07-26T12:59:15.469" v="7" actId="47"/>
        <pc:sldMkLst>
          <pc:docMk/>
          <pc:sldMk cId="4162021494" sldId="260"/>
        </pc:sldMkLst>
      </pc:sldChg>
      <pc:sldChg chg="addSp modSp new mod setBg">
        <pc:chgData name="Manas Tuwani" userId="5d421215-a11f-4a6e-90ca-e8ac2213fab6" providerId="ADAL" clId="{AE846C96-D711-4103-812F-D4F5BB285A41}" dt="2023-07-30T06:33:36.550" v="11" actId="27614"/>
        <pc:sldMkLst>
          <pc:docMk/>
          <pc:sldMk cId="274829055" sldId="275"/>
        </pc:sldMkLst>
        <pc:spChg chg="add">
          <ac:chgData name="Manas Tuwani" userId="5d421215-a11f-4a6e-90ca-e8ac2213fab6" providerId="ADAL" clId="{AE846C96-D711-4103-812F-D4F5BB285A41}" dt="2023-07-30T06:33:33.211" v="10" actId="26606"/>
          <ac:spMkLst>
            <pc:docMk/>
            <pc:sldMk cId="274829055" sldId="275"/>
            <ac:spMk id="8" creationId="{F3060C83-F051-4F0E-ABAD-AA0DFC48B218}"/>
          </ac:spMkLst>
        </pc:spChg>
        <pc:spChg chg="add">
          <ac:chgData name="Manas Tuwani" userId="5d421215-a11f-4a6e-90ca-e8ac2213fab6" providerId="ADAL" clId="{AE846C96-D711-4103-812F-D4F5BB285A41}" dt="2023-07-30T06:33:33.211" v="10" actId="26606"/>
          <ac:spMkLst>
            <pc:docMk/>
            <pc:sldMk cId="274829055" sldId="275"/>
            <ac:spMk id="10" creationId="{83C98ABE-055B-441F-B07E-44F97F083C39}"/>
          </ac:spMkLst>
        </pc:spChg>
        <pc:spChg chg="add">
          <ac:chgData name="Manas Tuwani" userId="5d421215-a11f-4a6e-90ca-e8ac2213fab6" providerId="ADAL" clId="{AE846C96-D711-4103-812F-D4F5BB285A41}" dt="2023-07-30T06:33:33.211" v="10" actId="26606"/>
          <ac:spMkLst>
            <pc:docMk/>
            <pc:sldMk cId="274829055" sldId="275"/>
            <ac:spMk id="12" creationId="{29FDB030-9B49-4CED-8CCD-4D99382388AC}"/>
          </ac:spMkLst>
        </pc:spChg>
        <pc:spChg chg="add">
          <ac:chgData name="Manas Tuwani" userId="5d421215-a11f-4a6e-90ca-e8ac2213fab6" providerId="ADAL" clId="{AE846C96-D711-4103-812F-D4F5BB285A41}" dt="2023-07-30T06:33:33.211" v="10" actId="26606"/>
          <ac:spMkLst>
            <pc:docMk/>
            <pc:sldMk cId="274829055" sldId="275"/>
            <ac:spMk id="14" creationId="{3783CA14-24A1-485C-8B30-D6A5D87987AD}"/>
          </ac:spMkLst>
        </pc:spChg>
        <pc:spChg chg="add">
          <ac:chgData name="Manas Tuwani" userId="5d421215-a11f-4a6e-90ca-e8ac2213fab6" providerId="ADAL" clId="{AE846C96-D711-4103-812F-D4F5BB285A41}" dt="2023-07-30T06:33:33.211" v="10" actId="26606"/>
          <ac:spMkLst>
            <pc:docMk/>
            <pc:sldMk cId="274829055" sldId="275"/>
            <ac:spMk id="16" creationId="{9A97C86A-04D6-40F7-AE84-31AB43E6A846}"/>
          </ac:spMkLst>
        </pc:spChg>
        <pc:spChg chg="add">
          <ac:chgData name="Manas Tuwani" userId="5d421215-a11f-4a6e-90ca-e8ac2213fab6" providerId="ADAL" clId="{AE846C96-D711-4103-812F-D4F5BB285A41}" dt="2023-07-30T06:33:33.211" v="10" actId="26606"/>
          <ac:spMkLst>
            <pc:docMk/>
            <pc:sldMk cId="274829055" sldId="275"/>
            <ac:spMk id="18" creationId="{FF9F2414-84E8-453E-B1F3-389FDE8192D9}"/>
          </ac:spMkLst>
        </pc:spChg>
        <pc:spChg chg="add">
          <ac:chgData name="Manas Tuwani" userId="5d421215-a11f-4a6e-90ca-e8ac2213fab6" providerId="ADAL" clId="{AE846C96-D711-4103-812F-D4F5BB285A41}" dt="2023-07-30T06:33:33.211" v="10" actId="26606"/>
          <ac:spMkLst>
            <pc:docMk/>
            <pc:sldMk cId="274829055" sldId="275"/>
            <ac:spMk id="20" creationId="{3ECA69A1-7536-43AC-85EF-C7106179F5ED}"/>
          </ac:spMkLst>
        </pc:spChg>
        <pc:picChg chg="add mod">
          <ac:chgData name="Manas Tuwani" userId="5d421215-a11f-4a6e-90ca-e8ac2213fab6" providerId="ADAL" clId="{AE846C96-D711-4103-812F-D4F5BB285A41}" dt="2023-07-30T06:33:36.550" v="11" actId="27614"/>
          <ac:picMkLst>
            <pc:docMk/>
            <pc:sldMk cId="274829055" sldId="275"/>
            <ac:picMk id="3" creationId="{89D7BF12-BEF2-F216-1401-EC2060B9BDEB}"/>
          </ac:picMkLst>
        </pc:picChg>
      </pc:sldChg>
    </pc:docChg>
  </pc:docChgLst>
  <pc:docChgLst>
    <pc:chgData name="Manas Tuwani" userId="5d421215-a11f-4a6e-90ca-e8ac2213fab6" providerId="ADAL" clId="{972AE0A1-FD64-4E82-87AE-461CB826AB87}"/>
    <pc:docChg chg="custSel addSld modSld">
      <pc:chgData name="Manas Tuwani" userId="5d421215-a11f-4a6e-90ca-e8ac2213fab6" providerId="ADAL" clId="{972AE0A1-FD64-4E82-87AE-461CB826AB87}" dt="2022-12-10T14:48:35.488" v="22" actId="26606"/>
      <pc:docMkLst>
        <pc:docMk/>
      </pc:docMkLst>
      <pc:sldChg chg="modSp mod">
        <pc:chgData name="Manas Tuwani" userId="5d421215-a11f-4a6e-90ca-e8ac2213fab6" providerId="ADAL" clId="{972AE0A1-FD64-4E82-87AE-461CB826AB87}" dt="2022-12-10T13:27:29.907" v="19" actId="20577"/>
        <pc:sldMkLst>
          <pc:docMk/>
          <pc:sldMk cId="2321769869" sldId="257"/>
        </pc:sldMkLst>
        <pc:spChg chg="mod">
          <ac:chgData name="Manas Tuwani" userId="5d421215-a11f-4a6e-90ca-e8ac2213fab6" providerId="ADAL" clId="{972AE0A1-FD64-4E82-87AE-461CB826AB87}" dt="2022-12-10T13:27:29.907" v="19" actId="20577"/>
          <ac:spMkLst>
            <pc:docMk/>
            <pc:sldMk cId="2321769869" sldId="257"/>
            <ac:spMk id="2" creationId="{B62700B0-1791-F133-3715-BFAC4E838DE4}"/>
          </ac:spMkLst>
        </pc:spChg>
        <pc:spChg chg="mod">
          <ac:chgData name="Manas Tuwani" userId="5d421215-a11f-4a6e-90ca-e8ac2213fab6" providerId="ADAL" clId="{972AE0A1-FD64-4E82-87AE-461CB826AB87}" dt="2022-12-10T13:26:34.527" v="8" actId="14100"/>
          <ac:spMkLst>
            <pc:docMk/>
            <pc:sldMk cId="2321769869" sldId="257"/>
            <ac:spMk id="3" creationId="{0C4875AA-B984-332F-880D-C46DB97AC2BA}"/>
          </ac:spMkLst>
        </pc:spChg>
      </pc:sldChg>
      <pc:sldChg chg="modSp mod">
        <pc:chgData name="Manas Tuwani" userId="5d421215-a11f-4a6e-90ca-e8ac2213fab6" providerId="ADAL" clId="{972AE0A1-FD64-4E82-87AE-461CB826AB87}" dt="2022-12-10T13:26:16.777" v="6" actId="1076"/>
        <pc:sldMkLst>
          <pc:docMk/>
          <pc:sldMk cId="2980325830" sldId="258"/>
        </pc:sldMkLst>
        <pc:spChg chg="mod">
          <ac:chgData name="Manas Tuwani" userId="5d421215-a11f-4a6e-90ca-e8ac2213fab6" providerId="ADAL" clId="{972AE0A1-FD64-4E82-87AE-461CB826AB87}" dt="2022-12-10T13:26:16.777" v="6" actId="1076"/>
          <ac:spMkLst>
            <pc:docMk/>
            <pc:sldMk cId="2980325830" sldId="258"/>
            <ac:spMk id="3" creationId="{44393763-80DC-FA4C-2E56-92CB3C1E73A8}"/>
          </ac:spMkLst>
        </pc:spChg>
      </pc:sldChg>
      <pc:sldChg chg="addSp modSp new mod setBg">
        <pc:chgData name="Manas Tuwani" userId="5d421215-a11f-4a6e-90ca-e8ac2213fab6" providerId="ADAL" clId="{972AE0A1-FD64-4E82-87AE-461CB826AB87}" dt="2022-12-10T14:48:35.488" v="22" actId="26606"/>
        <pc:sldMkLst>
          <pc:docMk/>
          <pc:sldMk cId="3564830930" sldId="273"/>
        </pc:sldMkLst>
        <pc:spChg chg="add">
          <ac:chgData name="Manas Tuwani" userId="5d421215-a11f-4a6e-90ca-e8ac2213fab6" providerId="ADAL" clId="{972AE0A1-FD64-4E82-87AE-461CB826AB87}" dt="2022-12-10T14:48:35.488" v="22" actId="26606"/>
          <ac:spMkLst>
            <pc:docMk/>
            <pc:sldMk cId="3564830930" sldId="273"/>
            <ac:spMk id="8" creationId="{F3060C83-F051-4F0E-ABAD-AA0DFC48B218}"/>
          </ac:spMkLst>
        </pc:spChg>
        <pc:spChg chg="add">
          <ac:chgData name="Manas Tuwani" userId="5d421215-a11f-4a6e-90ca-e8ac2213fab6" providerId="ADAL" clId="{972AE0A1-FD64-4E82-87AE-461CB826AB87}" dt="2022-12-10T14:48:35.488" v="22" actId="26606"/>
          <ac:spMkLst>
            <pc:docMk/>
            <pc:sldMk cId="3564830930" sldId="273"/>
            <ac:spMk id="10" creationId="{83C98ABE-055B-441F-B07E-44F97F083C39}"/>
          </ac:spMkLst>
        </pc:spChg>
        <pc:spChg chg="add">
          <ac:chgData name="Manas Tuwani" userId="5d421215-a11f-4a6e-90ca-e8ac2213fab6" providerId="ADAL" clId="{972AE0A1-FD64-4E82-87AE-461CB826AB87}" dt="2022-12-10T14:48:35.488" v="22" actId="26606"/>
          <ac:spMkLst>
            <pc:docMk/>
            <pc:sldMk cId="3564830930" sldId="273"/>
            <ac:spMk id="12" creationId="{29FDB030-9B49-4CED-8CCD-4D99382388AC}"/>
          </ac:spMkLst>
        </pc:spChg>
        <pc:spChg chg="add">
          <ac:chgData name="Manas Tuwani" userId="5d421215-a11f-4a6e-90ca-e8ac2213fab6" providerId="ADAL" clId="{972AE0A1-FD64-4E82-87AE-461CB826AB87}" dt="2022-12-10T14:48:35.488" v="22" actId="26606"/>
          <ac:spMkLst>
            <pc:docMk/>
            <pc:sldMk cId="3564830930" sldId="273"/>
            <ac:spMk id="14" creationId="{3783CA14-24A1-485C-8B30-D6A5D87987AD}"/>
          </ac:spMkLst>
        </pc:spChg>
        <pc:spChg chg="add">
          <ac:chgData name="Manas Tuwani" userId="5d421215-a11f-4a6e-90ca-e8ac2213fab6" providerId="ADAL" clId="{972AE0A1-FD64-4E82-87AE-461CB826AB87}" dt="2022-12-10T14:48:35.488" v="22" actId="26606"/>
          <ac:spMkLst>
            <pc:docMk/>
            <pc:sldMk cId="3564830930" sldId="273"/>
            <ac:spMk id="16" creationId="{9A97C86A-04D6-40F7-AE84-31AB43E6A846}"/>
          </ac:spMkLst>
        </pc:spChg>
        <pc:spChg chg="add">
          <ac:chgData name="Manas Tuwani" userId="5d421215-a11f-4a6e-90ca-e8ac2213fab6" providerId="ADAL" clId="{972AE0A1-FD64-4E82-87AE-461CB826AB87}" dt="2022-12-10T14:48:35.488" v="22" actId="26606"/>
          <ac:spMkLst>
            <pc:docMk/>
            <pc:sldMk cId="3564830930" sldId="273"/>
            <ac:spMk id="18" creationId="{FF9F2414-84E8-453E-B1F3-389FDE8192D9}"/>
          </ac:spMkLst>
        </pc:spChg>
        <pc:spChg chg="add">
          <ac:chgData name="Manas Tuwani" userId="5d421215-a11f-4a6e-90ca-e8ac2213fab6" providerId="ADAL" clId="{972AE0A1-FD64-4E82-87AE-461CB826AB87}" dt="2022-12-10T14:48:35.488" v="22" actId="26606"/>
          <ac:spMkLst>
            <pc:docMk/>
            <pc:sldMk cId="3564830930" sldId="273"/>
            <ac:spMk id="20" creationId="{3ECA69A1-7536-43AC-85EF-C7106179F5ED}"/>
          </ac:spMkLst>
        </pc:spChg>
        <pc:picChg chg="add mod">
          <ac:chgData name="Manas Tuwani" userId="5d421215-a11f-4a6e-90ca-e8ac2213fab6" providerId="ADAL" clId="{972AE0A1-FD64-4E82-87AE-461CB826AB87}" dt="2022-12-10T14:48:35.488" v="22" actId="26606"/>
          <ac:picMkLst>
            <pc:docMk/>
            <pc:sldMk cId="3564830930" sldId="273"/>
            <ac:picMk id="3" creationId="{7BA18157-B2FB-4E2D-9476-F20EC77B309B}"/>
          </ac:picMkLst>
        </pc:picChg>
      </pc:sldChg>
    </pc:docChg>
  </pc:docChgLst>
  <pc:docChgLst>
    <pc:chgData name="Manas Tuwani" userId="5d421215-a11f-4a6e-90ca-e8ac2213fab6" providerId="ADAL" clId="{C29187CE-E6CC-4B61-AD18-5248935C049B}"/>
    <pc:docChg chg="custSel addSld modSld">
      <pc:chgData name="Manas Tuwani" userId="5d421215-a11f-4a6e-90ca-e8ac2213fab6" providerId="ADAL" clId="{C29187CE-E6CC-4B61-AD18-5248935C049B}" dt="2024-02-27T16:20:41.924" v="4" actId="962"/>
      <pc:docMkLst>
        <pc:docMk/>
      </pc:docMkLst>
      <pc:sldChg chg="addSp modSp new mod setBg">
        <pc:chgData name="Manas Tuwani" userId="5d421215-a11f-4a6e-90ca-e8ac2213fab6" providerId="ADAL" clId="{C29187CE-E6CC-4B61-AD18-5248935C049B}" dt="2024-02-27T16:20:41.924" v="4" actId="962"/>
        <pc:sldMkLst>
          <pc:docMk/>
          <pc:sldMk cId="2005637647" sldId="278"/>
        </pc:sldMkLst>
        <pc:spChg chg="add">
          <ac:chgData name="Manas Tuwani" userId="5d421215-a11f-4a6e-90ca-e8ac2213fab6" providerId="ADAL" clId="{C29187CE-E6CC-4B61-AD18-5248935C049B}" dt="2024-02-27T16:20:38.152" v="2" actId="26606"/>
          <ac:spMkLst>
            <pc:docMk/>
            <pc:sldMk cId="2005637647" sldId="278"/>
            <ac:spMk id="8" creationId="{F3060C83-F051-4F0E-ABAD-AA0DFC48B218}"/>
          </ac:spMkLst>
        </pc:spChg>
        <pc:spChg chg="add">
          <ac:chgData name="Manas Tuwani" userId="5d421215-a11f-4a6e-90ca-e8ac2213fab6" providerId="ADAL" clId="{C29187CE-E6CC-4B61-AD18-5248935C049B}" dt="2024-02-27T16:20:38.152" v="2" actId="26606"/>
          <ac:spMkLst>
            <pc:docMk/>
            <pc:sldMk cId="2005637647" sldId="278"/>
            <ac:spMk id="10" creationId="{83C98ABE-055B-441F-B07E-44F97F083C39}"/>
          </ac:spMkLst>
        </pc:spChg>
        <pc:spChg chg="add">
          <ac:chgData name="Manas Tuwani" userId="5d421215-a11f-4a6e-90ca-e8ac2213fab6" providerId="ADAL" clId="{C29187CE-E6CC-4B61-AD18-5248935C049B}" dt="2024-02-27T16:20:38.152" v="2" actId="26606"/>
          <ac:spMkLst>
            <pc:docMk/>
            <pc:sldMk cId="2005637647" sldId="278"/>
            <ac:spMk id="12" creationId="{29FDB030-9B49-4CED-8CCD-4D99382388AC}"/>
          </ac:spMkLst>
        </pc:spChg>
        <pc:spChg chg="add">
          <ac:chgData name="Manas Tuwani" userId="5d421215-a11f-4a6e-90ca-e8ac2213fab6" providerId="ADAL" clId="{C29187CE-E6CC-4B61-AD18-5248935C049B}" dt="2024-02-27T16:20:38.152" v="2" actId="26606"/>
          <ac:spMkLst>
            <pc:docMk/>
            <pc:sldMk cId="2005637647" sldId="278"/>
            <ac:spMk id="14" creationId="{3783CA14-24A1-485C-8B30-D6A5D87987AD}"/>
          </ac:spMkLst>
        </pc:spChg>
        <pc:spChg chg="add">
          <ac:chgData name="Manas Tuwani" userId="5d421215-a11f-4a6e-90ca-e8ac2213fab6" providerId="ADAL" clId="{C29187CE-E6CC-4B61-AD18-5248935C049B}" dt="2024-02-27T16:20:38.152" v="2" actId="26606"/>
          <ac:spMkLst>
            <pc:docMk/>
            <pc:sldMk cId="2005637647" sldId="278"/>
            <ac:spMk id="16" creationId="{9A97C86A-04D6-40F7-AE84-31AB43E6A846}"/>
          </ac:spMkLst>
        </pc:spChg>
        <pc:spChg chg="add">
          <ac:chgData name="Manas Tuwani" userId="5d421215-a11f-4a6e-90ca-e8ac2213fab6" providerId="ADAL" clId="{C29187CE-E6CC-4B61-AD18-5248935C049B}" dt="2024-02-27T16:20:38.152" v="2" actId="26606"/>
          <ac:spMkLst>
            <pc:docMk/>
            <pc:sldMk cId="2005637647" sldId="278"/>
            <ac:spMk id="18" creationId="{FF9F2414-84E8-453E-B1F3-389FDE8192D9}"/>
          </ac:spMkLst>
        </pc:spChg>
        <pc:spChg chg="add">
          <ac:chgData name="Manas Tuwani" userId="5d421215-a11f-4a6e-90ca-e8ac2213fab6" providerId="ADAL" clId="{C29187CE-E6CC-4B61-AD18-5248935C049B}" dt="2024-02-27T16:20:38.152" v="2" actId="26606"/>
          <ac:spMkLst>
            <pc:docMk/>
            <pc:sldMk cId="2005637647" sldId="278"/>
            <ac:spMk id="20" creationId="{3ECA69A1-7536-43AC-85EF-C7106179F5ED}"/>
          </ac:spMkLst>
        </pc:spChg>
        <pc:picChg chg="add mod">
          <ac:chgData name="Manas Tuwani" userId="5d421215-a11f-4a6e-90ca-e8ac2213fab6" providerId="ADAL" clId="{C29187CE-E6CC-4B61-AD18-5248935C049B}" dt="2024-02-27T16:20:41.924" v="4" actId="962"/>
          <ac:picMkLst>
            <pc:docMk/>
            <pc:sldMk cId="2005637647" sldId="278"/>
            <ac:picMk id="3" creationId="{436E43E4-E497-667F-89EC-8664138E7B1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1EF754-E828-F029-CF90-1F10CFD225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1B217818-B82E-6227-1315-AC21BE1228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3084BC70-4E5B-66CA-9942-CE2DC3FA93A5}"/>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5" name="Footer Placeholder 4">
            <a:extLst>
              <a:ext uri="{FF2B5EF4-FFF2-40B4-BE49-F238E27FC236}">
                <a16:creationId xmlns="" xmlns:a16="http://schemas.microsoft.com/office/drawing/2014/main" id="{86593EBB-0150-587C-5D1C-01A5919375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B8AA5723-42A0-6531-EF45-CF55B0F7373C}"/>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1619645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851CF77-233F-ED6B-C03F-1A5F7AB4C8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32D9674D-CF7E-5BA2-1D46-AC6FF4BFD2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B9E8B27-4232-C47C-FE73-5D34DF1D193B}"/>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5" name="Footer Placeholder 4">
            <a:extLst>
              <a:ext uri="{FF2B5EF4-FFF2-40B4-BE49-F238E27FC236}">
                <a16:creationId xmlns="" xmlns:a16="http://schemas.microsoft.com/office/drawing/2014/main" id="{F773001E-E030-5743-C621-D332DECAF0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1022A31-68E8-D924-B145-E899470C6145}"/>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810361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093796-18D3-2172-8FEB-6B334E314D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5BDC61BF-F1BE-509D-58BF-73584AE29F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D7439BC5-8E3F-22C6-19C1-74F56A7ED06E}"/>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5" name="Footer Placeholder 4">
            <a:extLst>
              <a:ext uri="{FF2B5EF4-FFF2-40B4-BE49-F238E27FC236}">
                <a16:creationId xmlns="" xmlns:a16="http://schemas.microsoft.com/office/drawing/2014/main" id="{A8D1C05C-84CB-FB73-A417-7A43967CC1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149911B7-9D7F-21C1-838F-DEAED1F966AB}"/>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2025810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A08983-CD9E-36BD-F5F7-9431E5CBB7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5D40E28B-FE26-A9BA-D51B-043E71DF58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672C0A31-CE71-724C-C4D7-FE7411A144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9D177D53-C8F5-2C8C-65CF-8DEC7407B064}"/>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6" name="Footer Placeholder 5">
            <a:extLst>
              <a:ext uri="{FF2B5EF4-FFF2-40B4-BE49-F238E27FC236}">
                <a16:creationId xmlns="" xmlns:a16="http://schemas.microsoft.com/office/drawing/2014/main" id="{9E768DD8-E756-D9D6-841C-5C75C0BADB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5489C079-FDA6-2971-30FF-2E059A92059E}"/>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678097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5C51E3-A87B-EA72-0413-11F54412436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A8F7BEB4-EEDB-BC26-BDEE-3FF2050C16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8094A676-1B63-9E86-08EA-B22F32D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E8174C1A-7AB8-835B-A115-3CE6CD6B7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467074F1-C3AE-8D3D-42C2-FE0F255590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139FC709-C35F-9627-3B43-60A424B45E04}"/>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8" name="Footer Placeholder 7">
            <a:extLst>
              <a:ext uri="{FF2B5EF4-FFF2-40B4-BE49-F238E27FC236}">
                <a16:creationId xmlns="" xmlns:a16="http://schemas.microsoft.com/office/drawing/2014/main" id="{79F39CF2-5D81-1C2F-9D65-7F1D3051771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54286ECA-BA01-59F6-07AC-BBC84A48ED22}"/>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3793957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90D5E78-E11B-B0F9-6654-A98D5E9098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ED2C9FED-1638-C49D-5D48-DCEE541DC15F}"/>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4" name="Footer Placeholder 3">
            <a:extLst>
              <a:ext uri="{FF2B5EF4-FFF2-40B4-BE49-F238E27FC236}">
                <a16:creationId xmlns="" xmlns:a16="http://schemas.microsoft.com/office/drawing/2014/main" id="{1F218978-8580-D616-388E-074785DDF0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295EC66D-B004-C1B1-50C5-A11A97972DFE}"/>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2206031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3AB4987-514D-CCAB-1FD9-D80DA70328AD}"/>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3" name="Footer Placeholder 2">
            <a:extLst>
              <a:ext uri="{FF2B5EF4-FFF2-40B4-BE49-F238E27FC236}">
                <a16:creationId xmlns="" xmlns:a16="http://schemas.microsoft.com/office/drawing/2014/main" id="{F6DAD9A5-588B-8E70-32BB-9E5C0CCDD45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4458FFE7-AA3A-C070-C4E8-E3DA1EFA37F0}"/>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3494737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2763B6-8B75-01EB-90A7-06DA7C8429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9E8497A-293B-3B94-FC06-61030F4C36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9E93FD90-05E2-DC6A-07AB-6CA216C7A9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DB722B93-7AA4-F13D-C309-0074744434D5}"/>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6" name="Footer Placeholder 5">
            <a:extLst>
              <a:ext uri="{FF2B5EF4-FFF2-40B4-BE49-F238E27FC236}">
                <a16:creationId xmlns="" xmlns:a16="http://schemas.microsoft.com/office/drawing/2014/main" id="{EC8F6068-C083-413C-D886-1AB9F0898A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63999E71-95C6-84DD-FD1F-10CCED8250B2}"/>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4287315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CFF9CE-ABFF-B95E-51C0-D198FD7BAD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23EDF759-45F6-25FD-A81E-205D81D158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76C23556-9AB6-AB4F-B086-811063634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F844FF4-822B-41AF-83B9-DCDCF743D6A4}"/>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6" name="Footer Placeholder 5">
            <a:extLst>
              <a:ext uri="{FF2B5EF4-FFF2-40B4-BE49-F238E27FC236}">
                <a16:creationId xmlns="" xmlns:a16="http://schemas.microsoft.com/office/drawing/2014/main" id="{3DECA80E-A06C-E30D-E793-4CA73C0B4B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127FDEBE-3594-A1C9-0087-FE0133A9E79E}"/>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2167798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AB67CC-3398-88E2-6A54-4F84D5AFB0A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D80BC48B-E108-B5B4-8D54-3F7D3EC45A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F7D679E-6364-15B2-97E8-6C220E41434A}"/>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5" name="Footer Placeholder 4">
            <a:extLst>
              <a:ext uri="{FF2B5EF4-FFF2-40B4-BE49-F238E27FC236}">
                <a16:creationId xmlns="" xmlns:a16="http://schemas.microsoft.com/office/drawing/2014/main" id="{7466EE4D-6445-82E3-073D-F68E2A2741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1F687E0-7B48-D20E-0760-0FE791CC0585}"/>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3988065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35A6A49D-04DC-5715-BE4C-91AB09728D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2BB59046-43E5-4111-1CBE-570DD28146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4E4C3E4-15CE-2B3D-0082-90D2E3846920}"/>
              </a:ext>
            </a:extLst>
          </p:cNvPr>
          <p:cNvSpPr>
            <a:spLocks noGrp="1"/>
          </p:cNvSpPr>
          <p:nvPr>
            <p:ph type="dt" sz="half" idx="10"/>
          </p:nvPr>
        </p:nvSpPr>
        <p:spPr/>
        <p:txBody>
          <a:bodyPr/>
          <a:lstStyle/>
          <a:p>
            <a:fld id="{91FFA950-800B-4FD5-9381-A265646525CB}" type="datetimeFigureOut">
              <a:rPr lang="en-IN" smtClean="0"/>
              <a:pPr/>
              <a:t>04-10-2025</a:t>
            </a:fld>
            <a:endParaRPr lang="en-IN"/>
          </a:p>
        </p:txBody>
      </p:sp>
      <p:sp>
        <p:nvSpPr>
          <p:cNvPr id="5" name="Footer Placeholder 4">
            <a:extLst>
              <a:ext uri="{FF2B5EF4-FFF2-40B4-BE49-F238E27FC236}">
                <a16:creationId xmlns="" xmlns:a16="http://schemas.microsoft.com/office/drawing/2014/main" id="{9716F665-FB23-38F8-9669-FD18A3AEB7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6037B41F-0F34-68E9-705D-B36DE0D139F5}"/>
              </a:ext>
            </a:extLst>
          </p:cNvPr>
          <p:cNvSpPr>
            <a:spLocks noGrp="1"/>
          </p:cNvSpPr>
          <p:nvPr>
            <p:ph type="sldNum" sz="quarter" idx="12"/>
          </p:nvPr>
        </p:nvSpPr>
        <p:spPr/>
        <p:txBody>
          <a:body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3500788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A78E2DA1-37D8-1EB1-4176-F68ABF2D82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3B9063E-57CF-4AAC-A853-4D1EA9D387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A1A34EBF-FBAD-728D-0F6D-96508B48B9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FFA950-800B-4FD5-9381-A265646525CB}" type="datetimeFigureOut">
              <a:rPr lang="en-IN" smtClean="0"/>
              <a:pPr/>
              <a:t>04-10-2025</a:t>
            </a:fld>
            <a:endParaRPr lang="en-IN"/>
          </a:p>
        </p:txBody>
      </p:sp>
      <p:sp>
        <p:nvSpPr>
          <p:cNvPr id="5" name="Footer Placeholder 4">
            <a:extLst>
              <a:ext uri="{FF2B5EF4-FFF2-40B4-BE49-F238E27FC236}">
                <a16:creationId xmlns="" xmlns:a16="http://schemas.microsoft.com/office/drawing/2014/main" id="{357ACF85-B69B-85F2-004C-8D51ABE19E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C57DD276-4440-4803-59DD-C7B6F1ACE3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F13A10-12C4-4A2D-A5C6-CC4C9405CC4C}" type="slidenum">
              <a:rPr lang="en-IN" smtClean="0"/>
              <a:pPr/>
              <a:t>‹#›</a:t>
            </a:fld>
            <a:endParaRPr lang="en-IN"/>
          </a:p>
        </p:txBody>
      </p:sp>
    </p:spTree>
    <p:extLst>
      <p:ext uri="{BB962C8B-B14F-4D97-AF65-F5344CB8AC3E}">
        <p14:creationId xmlns="" xmlns:p14="http://schemas.microsoft.com/office/powerpoint/2010/main" val="3130806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mvnrepository.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351585" y="476673"/>
            <a:ext cx="7344815" cy="4680521"/>
          </a:xfrm>
          <a:prstGeom prst="rect">
            <a:avLst/>
          </a:prstGeom>
        </p:spPr>
      </p:pic>
      <p:sp>
        <p:nvSpPr>
          <p:cNvPr id="5" name="Rectangle 4"/>
          <p:cNvSpPr/>
          <p:nvPr/>
        </p:nvSpPr>
        <p:spPr>
          <a:xfrm>
            <a:off x="2135560" y="4941169"/>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 xmlns:p14="http://schemas.microsoft.com/office/powerpoint/2010/main" val="23560617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2B566528-1B12-4246-9431-5C2D7D08116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B62700B0-1791-F133-3715-BFAC4E838DE4}"/>
              </a:ext>
            </a:extLst>
          </p:cNvPr>
          <p:cNvSpPr>
            <a:spLocks noGrp="1"/>
          </p:cNvSpPr>
          <p:nvPr>
            <p:ph type="title"/>
          </p:nvPr>
        </p:nvSpPr>
        <p:spPr>
          <a:xfrm>
            <a:off x="670705" y="647244"/>
            <a:ext cx="10905066" cy="1135737"/>
          </a:xfrm>
        </p:spPr>
        <p:txBody>
          <a:bodyPr>
            <a:normAutofit/>
          </a:bodyPr>
          <a:lstStyle/>
          <a:p>
            <a:r>
              <a:rPr lang="en-US" sz="3600" b="1" dirty="0"/>
              <a:t>DATA DRIVEN TESTING</a:t>
            </a:r>
            <a:r>
              <a:rPr lang="en-US" sz="3600" dirty="0"/>
              <a:t/>
            </a:r>
            <a:br>
              <a:rPr lang="en-US" sz="3600" dirty="0"/>
            </a:br>
            <a:endParaRPr lang="en-IN" sz="3600" dirty="0"/>
          </a:p>
        </p:txBody>
      </p:sp>
      <p:sp>
        <p:nvSpPr>
          <p:cNvPr id="3" name="Content Placeholder 2">
            <a:extLst>
              <a:ext uri="{FF2B5EF4-FFF2-40B4-BE49-F238E27FC236}">
                <a16:creationId xmlns="" xmlns:a16="http://schemas.microsoft.com/office/drawing/2014/main" id="{0C4875AA-B984-332F-880D-C46DB97AC2BA}"/>
              </a:ext>
            </a:extLst>
          </p:cNvPr>
          <p:cNvSpPr>
            <a:spLocks noGrp="1"/>
          </p:cNvSpPr>
          <p:nvPr>
            <p:ph idx="1"/>
          </p:nvPr>
        </p:nvSpPr>
        <p:spPr>
          <a:xfrm>
            <a:off x="643467" y="1782981"/>
            <a:ext cx="10400354" cy="4393982"/>
          </a:xfrm>
        </p:spPr>
        <p:txBody>
          <a:bodyPr>
            <a:normAutofit/>
          </a:bodyPr>
          <a:lstStyle/>
          <a:p>
            <a:pPr marL="0" indent="0">
              <a:buNone/>
            </a:pPr>
            <a:endParaRPr lang="en-US" sz="2000" dirty="0"/>
          </a:p>
          <a:p>
            <a:pPr marL="0" indent="0">
              <a:buNone/>
            </a:pPr>
            <a:r>
              <a:rPr lang="en-US" sz="2000" dirty="0"/>
              <a:t>Execute same test script for one/more number of times by passing the data from different sources is called Data Driven Testing. We are performing Data Driven Testing in Selenium in 3 different ways. That mean we can test scripts by passing data from three different sources.</a:t>
            </a:r>
          </a:p>
          <a:p>
            <a:pPr marL="0" indent="0">
              <a:buNone/>
            </a:pPr>
            <a:endParaRPr lang="en-US" sz="2000" dirty="0"/>
          </a:p>
          <a:p>
            <a:pPr marL="0" indent="0">
              <a:buNone/>
            </a:pPr>
            <a:r>
              <a:rPr lang="en-US" sz="2000" dirty="0"/>
              <a:t>1. From Excel</a:t>
            </a:r>
          </a:p>
          <a:p>
            <a:pPr marL="0" indent="0">
              <a:buNone/>
            </a:pPr>
            <a:r>
              <a:rPr lang="en-US" sz="2000" dirty="0"/>
              <a:t>2. From Notepad</a:t>
            </a:r>
          </a:p>
          <a:p>
            <a:pPr marL="0" indent="0">
              <a:buNone/>
            </a:pPr>
            <a:r>
              <a:rPr lang="en-US" sz="2000" dirty="0"/>
              <a:t>3. From Console</a:t>
            </a:r>
            <a:endParaRPr lang="en-IN" sz="2000" dirty="0"/>
          </a:p>
        </p:txBody>
      </p:sp>
      <p:sp>
        <p:nvSpPr>
          <p:cNvPr id="10" name="Rectangle 9">
            <a:extLst>
              <a:ext uri="{FF2B5EF4-FFF2-40B4-BE49-F238E27FC236}">
                <a16:creationId xmlns="" xmlns:a16="http://schemas.microsoft.com/office/drawing/2014/main" id="{2E80C965-DB6D-4F81-9E9E-B027384D0BD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 xmlns:a16="http://schemas.microsoft.com/office/drawing/2014/main" id="{A580F890-B085-4E95-96AA-55AEBEC5CE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 xmlns:a16="http://schemas.microsoft.com/office/drawing/2014/main" id="{D3F51FEB-38FB-4F6C-9F7B-2F2AFAB6546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 xmlns:a16="http://schemas.microsoft.com/office/drawing/2014/main" id="{1E547BA6-BAE0-43BB-A7CA-60F69CE252F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 xmlns:p14="http://schemas.microsoft.com/office/powerpoint/2010/main" val="23217698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2B566528-1B12-4246-9431-5C2D7D08116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 xmlns:a16="http://schemas.microsoft.com/office/drawing/2014/main" id="{44393763-80DC-FA4C-2E56-92CB3C1E73A8}"/>
              </a:ext>
            </a:extLst>
          </p:cNvPr>
          <p:cNvSpPr>
            <a:spLocks noGrp="1"/>
          </p:cNvSpPr>
          <p:nvPr>
            <p:ph idx="1"/>
          </p:nvPr>
        </p:nvSpPr>
        <p:spPr>
          <a:xfrm>
            <a:off x="643467" y="1415051"/>
            <a:ext cx="10905066" cy="4393982"/>
          </a:xfrm>
        </p:spPr>
        <p:txBody>
          <a:bodyPr>
            <a:normAutofit/>
          </a:bodyPr>
          <a:lstStyle/>
          <a:p>
            <a:pPr marL="0" indent="0">
              <a:buNone/>
            </a:pPr>
            <a:r>
              <a:rPr lang="en-US" b="1" dirty="0"/>
              <a:t>Note:</a:t>
            </a:r>
          </a:p>
          <a:p>
            <a:pPr marL="0" indent="0">
              <a:buNone/>
            </a:pPr>
            <a:endParaRPr lang="en-US" sz="2000" b="1" dirty="0"/>
          </a:p>
          <a:p>
            <a:pPr marL="0" indent="0">
              <a:buNone/>
            </a:pPr>
            <a:r>
              <a:rPr lang="en-US" sz="2000" dirty="0"/>
              <a:t>In Data Driven Testing we are not changing any logic or code in script. We are just passing data from other sources.</a:t>
            </a:r>
          </a:p>
          <a:p>
            <a:pPr marL="0" indent="0">
              <a:buNone/>
            </a:pPr>
            <a:r>
              <a:rPr lang="en-US" sz="2000" dirty="0"/>
              <a:t>From Excel: In this we are executing test scripts by passing data from Excel file.</a:t>
            </a:r>
          </a:p>
          <a:p>
            <a:pPr marL="0" indent="0">
              <a:buNone/>
            </a:pPr>
            <a:r>
              <a:rPr lang="en-US" sz="2000" dirty="0"/>
              <a:t>For reading data from Excel file, we need to configure either JXL.jar file or POI.jar file with Eclipse. It’s not mandatory to use both files, in every project we are using either one of these file to read data from Excel</a:t>
            </a:r>
          </a:p>
          <a:p>
            <a:pPr marL="0" indent="0">
              <a:buNone/>
            </a:pPr>
            <a:endParaRPr lang="en-US" sz="2000" dirty="0"/>
          </a:p>
          <a:p>
            <a:pPr marL="0" indent="0">
              <a:buNone/>
            </a:pPr>
            <a:r>
              <a:rPr lang="en-US" sz="2000" dirty="0"/>
              <a:t>JXL.jar file doesn’t support latest xlsx file. Before reading data we need to save as the </a:t>
            </a:r>
            <a:r>
              <a:rPr lang="en-US" sz="2000"/>
              <a:t>latest </a:t>
            </a:r>
            <a:r>
              <a:rPr lang="en-US" sz="2000" smtClean="0"/>
              <a:t> Excel file </a:t>
            </a:r>
            <a:r>
              <a:rPr lang="en-US" sz="2000" dirty="0"/>
              <a:t>into 97-2003 (.</a:t>
            </a:r>
            <a:r>
              <a:rPr lang="en-US" sz="2000" dirty="0" err="1"/>
              <a:t>xls</a:t>
            </a:r>
            <a:r>
              <a:rPr lang="en-US" sz="2000" dirty="0"/>
              <a:t>) format</a:t>
            </a:r>
            <a:endParaRPr lang="en-IN" sz="2000" dirty="0"/>
          </a:p>
        </p:txBody>
      </p:sp>
      <p:sp>
        <p:nvSpPr>
          <p:cNvPr id="10" name="Rectangle 9">
            <a:extLst>
              <a:ext uri="{FF2B5EF4-FFF2-40B4-BE49-F238E27FC236}">
                <a16:creationId xmlns="" xmlns:a16="http://schemas.microsoft.com/office/drawing/2014/main" id="{2E80C965-DB6D-4F81-9E9E-B027384D0BD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 xmlns:a16="http://schemas.microsoft.com/office/drawing/2014/main" id="{A580F890-B085-4E95-96AA-55AEBEC5CE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 xmlns:a16="http://schemas.microsoft.com/office/drawing/2014/main" id="{D3F51FEB-38FB-4F6C-9F7B-2F2AFAB6546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 xmlns:a16="http://schemas.microsoft.com/office/drawing/2014/main" id="{1E547BA6-BAE0-43BB-A7CA-60F69CE252F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 xmlns:p14="http://schemas.microsoft.com/office/powerpoint/2010/main" val="29803258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2B566528-1B12-4246-9431-5C2D7D08116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579AA232-C817-5BDC-3F75-CF71563E93BB}"/>
              </a:ext>
            </a:extLst>
          </p:cNvPr>
          <p:cNvSpPr>
            <a:spLocks noGrp="1"/>
          </p:cNvSpPr>
          <p:nvPr>
            <p:ph type="title"/>
          </p:nvPr>
        </p:nvSpPr>
        <p:spPr>
          <a:xfrm>
            <a:off x="643467" y="321734"/>
            <a:ext cx="10905066" cy="1135737"/>
          </a:xfrm>
        </p:spPr>
        <p:txBody>
          <a:bodyPr>
            <a:normAutofit/>
          </a:bodyPr>
          <a:lstStyle/>
          <a:p>
            <a:r>
              <a:rPr lang="en-IN" sz="3600" b="1" dirty="0"/>
              <a:t>Configuring JXL.jar file</a:t>
            </a:r>
            <a:r>
              <a:rPr lang="en-IN" sz="3600" dirty="0"/>
              <a:t/>
            </a:r>
            <a:br>
              <a:rPr lang="en-IN" sz="3600" dirty="0"/>
            </a:br>
            <a:endParaRPr lang="en-IN" sz="3600" dirty="0"/>
          </a:p>
        </p:txBody>
      </p:sp>
      <p:sp>
        <p:nvSpPr>
          <p:cNvPr id="3" name="Content Placeholder 2">
            <a:extLst>
              <a:ext uri="{FF2B5EF4-FFF2-40B4-BE49-F238E27FC236}">
                <a16:creationId xmlns="" xmlns:a16="http://schemas.microsoft.com/office/drawing/2014/main" id="{42BD1827-5EA5-3DD8-E3B2-C4A4610376F1}"/>
              </a:ext>
            </a:extLst>
          </p:cNvPr>
          <p:cNvSpPr>
            <a:spLocks noGrp="1"/>
          </p:cNvSpPr>
          <p:nvPr>
            <p:ph idx="1"/>
          </p:nvPr>
        </p:nvSpPr>
        <p:spPr>
          <a:xfrm>
            <a:off x="643467" y="1782981"/>
            <a:ext cx="10905066" cy="4393982"/>
          </a:xfrm>
        </p:spPr>
        <p:txBody>
          <a:bodyPr>
            <a:normAutofit/>
          </a:bodyPr>
          <a:lstStyle/>
          <a:p>
            <a:pPr marL="0" indent="0">
              <a:buNone/>
            </a:pPr>
            <a:r>
              <a:rPr lang="en-IN" sz="2000" dirty="0"/>
              <a:t>1. Download jxl.jar file -&gt; Open eclipse -&gt; Right Click on Referenced Libraries -&gt; </a:t>
            </a:r>
            <a:r>
              <a:rPr lang="en-IN" sz="2000" dirty="0" err="1"/>
              <a:t>BuildPath</a:t>
            </a:r>
            <a:r>
              <a:rPr lang="en-IN" sz="2000" dirty="0"/>
              <a:t> -&gt; Configure Build Path -&gt; Click on Add External Jars Button -&gt; Browse jxl.jar -&gt;Click on Apply -&gt; Click </a:t>
            </a:r>
            <a:r>
              <a:rPr lang="en-IN" sz="2000"/>
              <a:t>on Apply and Close</a:t>
            </a:r>
            <a:endParaRPr lang="en-IN" sz="2000" dirty="0"/>
          </a:p>
          <a:p>
            <a:pPr marL="0" indent="0">
              <a:buNone/>
            </a:pPr>
            <a:endParaRPr lang="en-IN" sz="2000" dirty="0"/>
          </a:p>
          <a:p>
            <a:pPr marL="0" indent="0">
              <a:buNone/>
            </a:pPr>
            <a:endParaRPr lang="en-IN" sz="2000" dirty="0"/>
          </a:p>
          <a:p>
            <a:pPr marL="0" indent="0">
              <a:buNone/>
            </a:pPr>
            <a:r>
              <a:rPr lang="en-IN" sz="2000" dirty="0"/>
              <a:t>2. Download it from Maven repository: </a:t>
            </a:r>
            <a:r>
              <a:rPr lang="en-IN" sz="2000" dirty="0">
                <a:hlinkClick r:id="rId2"/>
              </a:rPr>
              <a:t>https://mvnrepository.com/</a:t>
            </a:r>
            <a:endParaRPr lang="en-IN" sz="2000" dirty="0"/>
          </a:p>
        </p:txBody>
      </p:sp>
      <p:sp>
        <p:nvSpPr>
          <p:cNvPr id="10" name="Rectangle 9">
            <a:extLst>
              <a:ext uri="{FF2B5EF4-FFF2-40B4-BE49-F238E27FC236}">
                <a16:creationId xmlns="" xmlns:a16="http://schemas.microsoft.com/office/drawing/2014/main" id="{2E80C965-DB6D-4F81-9E9E-B027384D0BD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 xmlns:a16="http://schemas.microsoft.com/office/drawing/2014/main" id="{A580F890-B085-4E95-96AA-55AEBEC5CE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 xmlns:a16="http://schemas.microsoft.com/office/drawing/2014/main" id="{D3F51FEB-38FB-4F6C-9F7B-2F2AFAB6546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 xmlns:a16="http://schemas.microsoft.com/office/drawing/2014/main" id="{1E547BA6-BAE0-43BB-A7CA-60F69CE252F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 xmlns:a16="http://schemas.microsoft.com/office/drawing/2014/main" id="{176598CB-77B2-5252-ABFA-DDF312A082FB}"/>
              </a:ext>
            </a:extLst>
          </p:cNvPr>
          <p:cNvPicPr>
            <a:picLocks noChangeAspect="1"/>
          </p:cNvPicPr>
          <p:nvPr/>
        </p:nvPicPr>
        <p:blipFill>
          <a:blip r:embed="rId3" cstate="print"/>
          <a:stretch>
            <a:fillRect/>
          </a:stretch>
        </p:blipFill>
        <p:spPr>
          <a:xfrm>
            <a:off x="8201891" y="2484581"/>
            <a:ext cx="3256684" cy="4221273"/>
          </a:xfrm>
          <a:prstGeom prst="rect">
            <a:avLst/>
          </a:prstGeom>
        </p:spPr>
      </p:pic>
    </p:spTree>
    <p:extLst>
      <p:ext uri="{BB962C8B-B14F-4D97-AF65-F5344CB8AC3E}">
        <p14:creationId xmlns="" xmlns:p14="http://schemas.microsoft.com/office/powerpoint/2010/main" val="31223757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 xmlns:a16="http://schemas.microsoft.com/office/drawing/2014/main" id="{436E43E4-E497-667F-89EC-8664138E7B1E}"/>
              </a:ext>
            </a:extLst>
          </p:cNvPr>
          <p:cNvPicPr>
            <a:picLocks noChangeAspect="1"/>
          </p:cNvPicPr>
          <p:nvPr/>
        </p:nvPicPr>
        <p:blipFill>
          <a:blip r:embed="rId2" cstate="print"/>
          <a:stretch>
            <a:fillRect/>
          </a:stretch>
        </p:blipFill>
        <p:spPr>
          <a:xfrm>
            <a:off x="1143942" y="643467"/>
            <a:ext cx="9904116" cy="5571065"/>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0056376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Graphical user interface, text, application&#10;&#10;Description automatically generated">
            <a:extLst>
              <a:ext uri="{FF2B5EF4-FFF2-40B4-BE49-F238E27FC236}">
                <a16:creationId xmlns="" xmlns:a16="http://schemas.microsoft.com/office/drawing/2014/main" id="{28FAD8DD-CDE8-1665-414D-15914644A25E}"/>
              </a:ext>
            </a:extLst>
          </p:cNvPr>
          <p:cNvPicPr>
            <a:picLocks noChangeAspect="1"/>
          </p:cNvPicPr>
          <p:nvPr/>
        </p:nvPicPr>
        <p:blipFill>
          <a:blip r:embed="rId2" cstate="print"/>
          <a:stretch>
            <a:fillRect/>
          </a:stretch>
        </p:blipFill>
        <p:spPr>
          <a:xfrm>
            <a:off x="1143942" y="643467"/>
            <a:ext cx="9904116" cy="5571065"/>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42516309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 xmlns:a16="http://schemas.microsoft.com/office/drawing/2014/main" id="{77898699-63C0-2B9E-F8E4-7FA7BC66F87E}"/>
              </a:ext>
            </a:extLst>
          </p:cNvPr>
          <p:cNvPicPr>
            <a:picLocks noChangeAspect="1"/>
          </p:cNvPicPr>
          <p:nvPr/>
        </p:nvPicPr>
        <p:blipFill>
          <a:blip r:embed="rId2" cstate="print"/>
          <a:stretch>
            <a:fillRect/>
          </a:stretch>
        </p:blipFill>
        <p:spPr>
          <a:xfrm>
            <a:off x="2428650" y="20633"/>
            <a:ext cx="6562950" cy="6263689"/>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0288712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 xmlns:a16="http://schemas.microsoft.com/office/drawing/2014/main" id="{7BA18157-B2FB-4E2D-9476-F20EC77B309B}"/>
              </a:ext>
            </a:extLst>
          </p:cNvPr>
          <p:cNvPicPr>
            <a:picLocks noChangeAspect="1"/>
          </p:cNvPicPr>
          <p:nvPr/>
        </p:nvPicPr>
        <p:blipFill>
          <a:blip r:embed="rId2" cstate="print"/>
          <a:stretch>
            <a:fillRect/>
          </a:stretch>
        </p:blipFill>
        <p:spPr>
          <a:xfrm>
            <a:off x="1143942" y="643467"/>
            <a:ext cx="9904116" cy="5571065"/>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5648309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 xmlns:a16="http://schemas.microsoft.com/office/drawing/2014/main" id="{6F14A472-DF51-A77D-5E4C-4AAD1C9BEB58}"/>
              </a:ext>
            </a:extLst>
          </p:cNvPr>
          <p:cNvPicPr>
            <a:picLocks noChangeAspect="1"/>
          </p:cNvPicPr>
          <p:nvPr/>
        </p:nvPicPr>
        <p:blipFill>
          <a:blip r:embed="rId2" cstate="print"/>
          <a:stretch>
            <a:fillRect/>
          </a:stretch>
        </p:blipFill>
        <p:spPr>
          <a:xfrm>
            <a:off x="1143942" y="643467"/>
            <a:ext cx="9904116" cy="5571065"/>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7723204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Isosceles Triangle 34">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 xmlns:a16="http://schemas.microsoft.com/office/drawing/2014/main" id="{B9F66C99-3AE0-00EC-C1CC-D8A4764D6C6E}"/>
              </a:ext>
            </a:extLst>
          </p:cNvPr>
          <p:cNvPicPr>
            <a:picLocks noChangeAspect="1"/>
          </p:cNvPicPr>
          <p:nvPr/>
        </p:nvPicPr>
        <p:blipFill>
          <a:blip r:embed="rId2" cstate="print"/>
          <a:stretch>
            <a:fillRect/>
          </a:stretch>
        </p:blipFill>
        <p:spPr>
          <a:xfrm>
            <a:off x="1143942" y="643467"/>
            <a:ext cx="9904116" cy="5571065"/>
          </a:xfrm>
          <a:prstGeom prst="rect">
            <a:avLst/>
          </a:prstGeom>
          <a:ln>
            <a:noFill/>
          </a:ln>
        </p:spPr>
      </p:pic>
      <p:sp>
        <p:nvSpPr>
          <p:cNvPr id="37" name="Isosceles Triangle 36">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748290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 xmlns:a16="http://schemas.microsoft.com/office/drawing/2014/main" id="{A2CFFA85-6871-25F6-14F8-FF7C4DB99040}"/>
              </a:ext>
            </a:extLst>
          </p:cNvPr>
          <p:cNvPicPr>
            <a:picLocks noChangeAspect="1"/>
          </p:cNvPicPr>
          <p:nvPr/>
        </p:nvPicPr>
        <p:blipFill>
          <a:blip r:embed="rId2" cstate="print"/>
          <a:stretch>
            <a:fillRect/>
          </a:stretch>
        </p:blipFill>
        <p:spPr>
          <a:xfrm>
            <a:off x="2428650" y="133351"/>
            <a:ext cx="6711647" cy="6081182"/>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33480365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 xmlns:a16="http://schemas.microsoft.com/office/drawing/2014/main" id="{04812C46-200A-4DEB-A05E-3ED6C68C238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Calculator and folders">
            <a:extLst>
              <a:ext uri="{FF2B5EF4-FFF2-40B4-BE49-F238E27FC236}">
                <a16:creationId xmlns="" xmlns:a16="http://schemas.microsoft.com/office/drawing/2014/main" id="{5192EF84-B5A2-B415-DB67-15B1A348D64D}"/>
              </a:ext>
            </a:extLst>
          </p:cNvPr>
          <p:cNvPicPr>
            <a:picLocks noChangeAspect="1"/>
          </p:cNvPicPr>
          <p:nvPr/>
        </p:nvPicPr>
        <p:blipFill rotWithShape="1">
          <a:blip r:embed="rId2" cstate="print"/>
          <a:srcRect r="3416" b="-1"/>
          <a:stretch/>
        </p:blipFill>
        <p:spPr>
          <a:xfrm>
            <a:off x="1" y="10"/>
            <a:ext cx="9669642" cy="6857990"/>
          </a:xfrm>
          <a:prstGeom prst="rect">
            <a:avLst/>
          </a:prstGeom>
        </p:spPr>
      </p:pic>
      <p:sp>
        <p:nvSpPr>
          <p:cNvPr id="30" name="Rectangle 29">
            <a:extLst>
              <a:ext uri="{FF2B5EF4-FFF2-40B4-BE49-F238E27FC236}">
                <a16:creationId xmlns="" xmlns:a16="http://schemas.microsoft.com/office/drawing/2014/main" id="{D1EA859B-E555-4109-94F3-6700E046E0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 xmlns:a16="http://schemas.microsoft.com/office/drawing/2014/main" id="{7ADCEA72-C66F-D877-F7C5-F0C71EAECE5B}"/>
              </a:ext>
            </a:extLst>
          </p:cNvPr>
          <p:cNvSpPr txBox="1"/>
          <p:nvPr/>
        </p:nvSpPr>
        <p:spPr>
          <a:xfrm>
            <a:off x="7181851" y="2472301"/>
            <a:ext cx="5010149" cy="3742762"/>
          </a:xfrm>
          <a:prstGeom prst="rect">
            <a:avLst/>
          </a:prstGeom>
        </p:spPr>
        <p:txBody>
          <a:bodyPr vert="horz" lIns="91440" tIns="45720" rIns="91440" bIns="45720" rtlCol="0">
            <a:normAutofit/>
          </a:bodyPr>
          <a:lstStyle/>
          <a:p>
            <a:pPr>
              <a:lnSpc>
                <a:spcPct val="90000"/>
              </a:lnSpc>
              <a:spcAft>
                <a:spcPts val="600"/>
              </a:spcAft>
            </a:pPr>
            <a:r>
              <a:rPr lang="en-US" sz="2000" b="1" dirty="0"/>
              <a:t>Writing Data into Excel:</a:t>
            </a:r>
          </a:p>
          <a:p>
            <a:pPr>
              <a:lnSpc>
                <a:spcPct val="90000"/>
              </a:lnSpc>
              <a:spcAft>
                <a:spcPts val="600"/>
              </a:spcAft>
            </a:pPr>
            <a:r>
              <a:rPr lang="en-US" sz="2000" dirty="0"/>
              <a:t>We are using this option to write output into excel</a:t>
            </a:r>
          </a:p>
          <a:p>
            <a:pPr>
              <a:lnSpc>
                <a:spcPct val="90000"/>
              </a:lnSpc>
              <a:spcAft>
                <a:spcPts val="600"/>
              </a:spcAft>
            </a:pPr>
            <a:endParaRPr lang="en-US" sz="2000" dirty="0"/>
          </a:p>
        </p:txBody>
      </p:sp>
    </p:spTree>
    <p:extLst>
      <p:ext uri="{BB962C8B-B14F-4D97-AF65-F5344CB8AC3E}">
        <p14:creationId xmlns="" xmlns:p14="http://schemas.microsoft.com/office/powerpoint/2010/main" val="36290235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8E6E13E4-87B9-CC1F-EA10-B8266EC2F567}"/>
              </a:ext>
            </a:extLst>
          </p:cNvPr>
          <p:cNvPicPr>
            <a:picLocks noChangeAspect="1"/>
          </p:cNvPicPr>
          <p:nvPr/>
        </p:nvPicPr>
        <p:blipFill>
          <a:blip r:embed="rId2" cstate="print"/>
          <a:stretch>
            <a:fillRect/>
          </a:stretch>
        </p:blipFill>
        <p:spPr>
          <a:xfrm>
            <a:off x="3333750" y="248239"/>
            <a:ext cx="5735192" cy="4399961"/>
          </a:xfrm>
          <a:prstGeom prst="rect">
            <a:avLst/>
          </a:prstGeom>
        </p:spPr>
      </p:pic>
      <p:pic>
        <p:nvPicPr>
          <p:cNvPr id="5" name="Picture 4">
            <a:extLst>
              <a:ext uri="{FF2B5EF4-FFF2-40B4-BE49-F238E27FC236}">
                <a16:creationId xmlns="" xmlns:a16="http://schemas.microsoft.com/office/drawing/2014/main" id="{C67482F1-FB75-FAD1-A6A0-4A1075D085BC}"/>
              </a:ext>
            </a:extLst>
          </p:cNvPr>
          <p:cNvPicPr>
            <a:picLocks noChangeAspect="1"/>
          </p:cNvPicPr>
          <p:nvPr/>
        </p:nvPicPr>
        <p:blipFill>
          <a:blip r:embed="rId3" cstate="print"/>
          <a:stretch>
            <a:fillRect/>
          </a:stretch>
        </p:blipFill>
        <p:spPr>
          <a:xfrm>
            <a:off x="3395662" y="4622103"/>
            <a:ext cx="5611367" cy="2235897"/>
          </a:xfrm>
          <a:prstGeom prst="rect">
            <a:avLst/>
          </a:prstGeom>
        </p:spPr>
      </p:pic>
    </p:spTree>
    <p:extLst>
      <p:ext uri="{BB962C8B-B14F-4D97-AF65-F5344CB8AC3E}">
        <p14:creationId xmlns="" xmlns:p14="http://schemas.microsoft.com/office/powerpoint/2010/main" val="17046043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FD99E60B-BC08-1F45-A250-BEE2E1880C89}"/>
              </a:ext>
            </a:extLst>
          </p:cNvPr>
          <p:cNvPicPr>
            <a:picLocks noChangeAspect="1"/>
          </p:cNvPicPr>
          <p:nvPr/>
        </p:nvPicPr>
        <p:blipFill>
          <a:blip r:embed="rId2" cstate="print"/>
          <a:stretch>
            <a:fillRect/>
          </a:stretch>
        </p:blipFill>
        <p:spPr>
          <a:xfrm>
            <a:off x="0" y="0"/>
            <a:ext cx="12192000" cy="6858000"/>
          </a:xfrm>
          <a:prstGeom prst="rect">
            <a:avLst/>
          </a:prstGeom>
        </p:spPr>
      </p:pic>
    </p:spTree>
    <p:extLst>
      <p:ext uri="{BB962C8B-B14F-4D97-AF65-F5344CB8AC3E}">
        <p14:creationId xmlns="" xmlns:p14="http://schemas.microsoft.com/office/powerpoint/2010/main" val="33620740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 xmlns:a16="http://schemas.microsoft.com/office/drawing/2014/main" id="{979E27D9-03C7-44E2-9FF8-15D0C8506AF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F7A0032D-F6DD-5FD0-AE5C-7CC0E6642EE7}"/>
              </a:ext>
            </a:extLst>
          </p:cNvPr>
          <p:cNvSpPr>
            <a:spLocks noGrp="1"/>
          </p:cNvSpPr>
          <p:nvPr>
            <p:ph type="title"/>
          </p:nvPr>
        </p:nvSpPr>
        <p:spPr>
          <a:xfrm>
            <a:off x="1136397" y="644896"/>
            <a:ext cx="9688296" cy="1642969"/>
          </a:xfrm>
        </p:spPr>
        <p:txBody>
          <a:bodyPr anchor="b">
            <a:normAutofit/>
          </a:bodyPr>
          <a:lstStyle/>
          <a:p>
            <a:r>
              <a:rPr lang="en-US" sz="4000" b="1" u="sng" dirty="0"/>
              <a:t>FAQ’s:</a:t>
            </a:r>
            <a:br>
              <a:rPr lang="en-US" sz="4000" b="1" u="sng" dirty="0"/>
            </a:br>
            <a:endParaRPr lang="en-IN" sz="4000" b="1" u="sng" dirty="0"/>
          </a:p>
        </p:txBody>
      </p:sp>
      <p:sp>
        <p:nvSpPr>
          <p:cNvPr id="3" name="Content Placeholder 2">
            <a:extLst>
              <a:ext uri="{FF2B5EF4-FFF2-40B4-BE49-F238E27FC236}">
                <a16:creationId xmlns="" xmlns:a16="http://schemas.microsoft.com/office/drawing/2014/main" id="{5953D9FD-41F7-CE36-C932-949DCD0F08C3}"/>
              </a:ext>
            </a:extLst>
          </p:cNvPr>
          <p:cNvSpPr>
            <a:spLocks noGrp="1"/>
          </p:cNvSpPr>
          <p:nvPr>
            <p:ph idx="1"/>
          </p:nvPr>
        </p:nvSpPr>
        <p:spPr>
          <a:xfrm>
            <a:off x="1136397" y="2418409"/>
            <a:ext cx="9688296" cy="3454358"/>
          </a:xfrm>
        </p:spPr>
        <p:txBody>
          <a:bodyPr anchor="t">
            <a:normAutofit/>
          </a:bodyPr>
          <a:lstStyle/>
          <a:p>
            <a:pPr marL="0" indent="0">
              <a:buNone/>
            </a:pPr>
            <a:r>
              <a:rPr lang="en-US" sz="2000" dirty="0"/>
              <a:t>1. What is Data Driven Testing</a:t>
            </a:r>
          </a:p>
          <a:p>
            <a:pPr marL="0" indent="0">
              <a:buNone/>
            </a:pPr>
            <a:r>
              <a:rPr lang="en-US" sz="2000" dirty="0"/>
              <a:t>2. How we are connecting to excel</a:t>
            </a:r>
          </a:p>
          <a:p>
            <a:pPr marL="0" indent="0">
              <a:buNone/>
            </a:pPr>
            <a:r>
              <a:rPr lang="en-US" sz="2000" dirty="0"/>
              <a:t>3. Which jar file you are using to read data from excel</a:t>
            </a:r>
          </a:p>
          <a:p>
            <a:pPr marL="0" indent="0">
              <a:buNone/>
            </a:pPr>
            <a:r>
              <a:rPr lang="en-US" sz="2000" dirty="0"/>
              <a:t>4. What is syntax for reading specific cell value in excel</a:t>
            </a:r>
          </a:p>
          <a:p>
            <a:pPr marL="0" indent="0">
              <a:buNone/>
            </a:pPr>
            <a:r>
              <a:rPr lang="en-US" sz="2000" dirty="0"/>
              <a:t>5. Diff between </a:t>
            </a:r>
            <a:r>
              <a:rPr lang="en-US" sz="2000" dirty="0" err="1"/>
              <a:t>FileInputStream</a:t>
            </a:r>
            <a:r>
              <a:rPr lang="en-US" sz="2000" dirty="0"/>
              <a:t> and </a:t>
            </a:r>
            <a:r>
              <a:rPr lang="en-US" sz="2000" dirty="0" err="1"/>
              <a:t>FileOutputStream</a:t>
            </a:r>
            <a:r>
              <a:rPr lang="en-US" sz="2000"/>
              <a:t> class?</a:t>
            </a:r>
            <a:endParaRPr lang="en-US" sz="2000" dirty="0"/>
          </a:p>
        </p:txBody>
      </p:sp>
      <p:sp>
        <p:nvSpPr>
          <p:cNvPr id="14" name="Rectangle 9">
            <a:extLst>
              <a:ext uri="{FF2B5EF4-FFF2-40B4-BE49-F238E27FC236}">
                <a16:creationId xmlns="" xmlns:a16="http://schemas.microsoft.com/office/drawing/2014/main" id="{EEBF1590-3B36-48EE-A89D-3B6F3CB256A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AC8F6C8C-AB5A-4548-942D-E3FD40ACBC4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10028340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807</TotalTime>
  <Words>303</Words>
  <Application>Microsoft Office PowerPoint</Application>
  <PresentationFormat>Custom</PresentationFormat>
  <Paragraphs>29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DATA DRIVEN TESTING </vt:lpstr>
      <vt:lpstr>Slide 3</vt:lpstr>
      <vt:lpstr>Configuring JXL.jar file </vt:lpstr>
      <vt:lpstr>Slide 5</vt:lpstr>
      <vt:lpstr>Slide 6</vt:lpstr>
      <vt:lpstr>Slide 7</vt:lpstr>
      <vt:lpstr>Slide 8</vt:lpstr>
      <vt:lpstr>Slide 9</vt:lpstr>
      <vt:lpstr>Slide 10</vt:lpstr>
      <vt:lpstr>Slide 11</vt:lpstr>
      <vt:lpstr>Slide 12</vt:lpstr>
      <vt:lpstr>Slide 13</vt:lpstr>
      <vt:lpstr>Slide 14</vt:lpstr>
      <vt:lpstr>FAQ’s: </vt:lpstr>
    </vt:vector>
  </TitlesOfParts>
  <Company>Operative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5</cp:revision>
  <dcterms:created xsi:type="dcterms:W3CDTF">2022-08-28T05:26:18Z</dcterms:created>
  <dcterms:modified xsi:type="dcterms:W3CDTF">2025-10-04T14:21:57Z</dcterms:modified>
</cp:coreProperties>
</file>