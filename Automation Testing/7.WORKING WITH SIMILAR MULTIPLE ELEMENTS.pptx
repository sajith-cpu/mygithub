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57" r:id="rId3"/>
    <p:sldId id="258" r:id="rId4"/>
    <p:sldId id="259" r:id="rId5"/>
    <p:sldId id="260" r:id="rId6"/>
    <p:sldId id="261" r:id="rId7"/>
    <p:sldId id="275" r:id="rId8"/>
    <p:sldId id="274" r:id="rId9"/>
    <p:sldId id="27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10D7A4-4336-42DB-87A6-835D775A3A44}" v="2" dt="2024-10-24T15:24:17.3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E7580337-604D-434E-8296-80A179E26900}"/>
    <pc:docChg chg="custSel addSld modSld">
      <pc:chgData name="Manas Tuwani" userId="5d421215-a11f-4a6e-90ca-e8ac2213fab6" providerId="ADAL" clId="{E7580337-604D-434E-8296-80A179E26900}" dt="2023-12-17T06:00:50.917" v="63" actId="22"/>
      <pc:docMkLst>
        <pc:docMk/>
      </pc:docMkLst>
      <pc:sldChg chg="addSp delSp modSp new mod setBg">
        <pc:chgData name="Manas Tuwani" userId="5d421215-a11f-4a6e-90ca-e8ac2213fab6" providerId="ADAL" clId="{E7580337-604D-434E-8296-80A179E26900}" dt="2023-12-09T07:49:37.467" v="61" actId="1076"/>
        <pc:sldMkLst>
          <pc:docMk/>
          <pc:sldMk cId="1407242187" sldId="274"/>
        </pc:sldMkLst>
        <pc:spChg chg="add mod">
          <ac:chgData name="Manas Tuwani" userId="5d421215-a11f-4a6e-90ca-e8ac2213fab6" providerId="ADAL" clId="{E7580337-604D-434E-8296-80A179E26900}" dt="2023-12-09T07:49:24.823" v="60" actId="20577"/>
          <ac:spMkLst>
            <pc:docMk/>
            <pc:sldMk cId="1407242187" sldId="274"/>
            <ac:spMk id="2" creationId="{8C37F7D3-2001-6BA4-6ECE-652221D54DEE}"/>
          </ac:spMkLst>
        </pc:spChg>
        <pc:spChg chg="del mod">
          <ac:chgData name="Manas Tuwani" userId="5d421215-a11f-4a6e-90ca-e8ac2213fab6" providerId="ADAL" clId="{E7580337-604D-434E-8296-80A179E26900}" dt="2023-12-09T07:48:28.309" v="2" actId="22"/>
          <ac:spMkLst>
            <pc:docMk/>
            <pc:sldMk cId="1407242187" sldId="274"/>
            <ac:spMk id="3" creationId="{2A9B0EBE-4799-C12E-6F52-75C67AE5CBCB}"/>
          </ac:spMkLst>
        </pc:spChg>
        <pc:spChg chg="del mod replId">
          <ac:chgData name="Manas Tuwani" userId="5d421215-a11f-4a6e-90ca-e8ac2213fab6" providerId="ADAL" clId="{E7580337-604D-434E-8296-80A179E26900}" dt="2023-12-09T07:49:14.678" v="58" actId="26606"/>
          <ac:spMkLst>
            <pc:docMk/>
            <pc:sldMk cId="1407242187" sldId="274"/>
            <ac:spMk id="7" creationId="{A6C0D992-7D03-6E27-902E-ABD6473800F5}"/>
          </ac:spMkLst>
        </pc:spChg>
        <pc:spChg chg="add">
          <ac:chgData name="Manas Tuwani" userId="5d421215-a11f-4a6e-90ca-e8ac2213fab6" providerId="ADAL" clId="{E7580337-604D-434E-8296-80A179E26900}" dt="2023-12-09T07:49:14.678" v="58" actId="26606"/>
          <ac:spMkLst>
            <pc:docMk/>
            <pc:sldMk cId="1407242187" sldId="274"/>
            <ac:spMk id="10" creationId="{A4AC5506-6312-4701-8D3C-40187889A947}"/>
          </ac:spMkLst>
        </pc:spChg>
        <pc:picChg chg="add mod">
          <ac:chgData name="Manas Tuwani" userId="5d421215-a11f-4a6e-90ca-e8ac2213fab6" providerId="ADAL" clId="{E7580337-604D-434E-8296-80A179E26900}" dt="2023-12-09T07:49:37.467" v="61" actId="1076"/>
          <ac:picMkLst>
            <pc:docMk/>
            <pc:sldMk cId="1407242187" sldId="274"/>
            <ac:picMk id="5" creationId="{ACD5F6B3-63B2-8BCB-EDFC-BAC31AE5A0A7}"/>
          </ac:picMkLst>
        </pc:picChg>
        <pc:picChg chg="add del mod ord replId">
          <ac:chgData name="Manas Tuwani" userId="5d421215-a11f-4a6e-90ca-e8ac2213fab6" providerId="ADAL" clId="{E7580337-604D-434E-8296-80A179E26900}" dt="2023-12-09T07:49:14.678" v="58" actId="26606"/>
          <ac:picMkLst>
            <pc:docMk/>
            <pc:sldMk cId="1407242187" sldId="274"/>
            <ac:picMk id="8" creationId="{385DB38D-976A-37BD-9A09-52640116D73C}"/>
          </ac:picMkLst>
        </pc:picChg>
      </pc:sldChg>
      <pc:sldChg chg="addSp new mod">
        <pc:chgData name="Manas Tuwani" userId="5d421215-a11f-4a6e-90ca-e8ac2213fab6" providerId="ADAL" clId="{E7580337-604D-434E-8296-80A179E26900}" dt="2023-12-17T06:00:50.917" v="63" actId="22"/>
        <pc:sldMkLst>
          <pc:docMk/>
          <pc:sldMk cId="3331965995" sldId="275"/>
        </pc:sldMkLst>
        <pc:picChg chg="add">
          <ac:chgData name="Manas Tuwani" userId="5d421215-a11f-4a6e-90ca-e8ac2213fab6" providerId="ADAL" clId="{E7580337-604D-434E-8296-80A179E26900}" dt="2023-12-17T06:00:50.917" v="63" actId="22"/>
          <ac:picMkLst>
            <pc:docMk/>
            <pc:sldMk cId="3331965995" sldId="275"/>
            <ac:picMk id="3" creationId="{E41D92C2-7FB5-F71E-E633-794643E71512}"/>
          </ac:picMkLst>
        </pc:picChg>
      </pc:sldChg>
    </pc:docChg>
  </pc:docChgLst>
  <pc:docChgLst>
    <pc:chgData name="Manas Tuwani" userId="5d421215-a11f-4a6e-90ca-e8ac2213fab6" providerId="ADAL" clId="{901CCAD4-3121-458F-9C35-E06EE78E1515}"/>
    <pc:docChg chg="modSld sldOrd">
      <pc:chgData name="Manas Tuwani" userId="5d421215-a11f-4a6e-90ca-e8ac2213fab6" providerId="ADAL" clId="{901CCAD4-3121-458F-9C35-E06EE78E1515}" dt="2023-07-22T06:49:11.557" v="1"/>
      <pc:docMkLst>
        <pc:docMk/>
      </pc:docMkLst>
      <pc:sldChg chg="ord">
        <pc:chgData name="Manas Tuwani" userId="5d421215-a11f-4a6e-90ca-e8ac2213fab6" providerId="ADAL" clId="{901CCAD4-3121-458F-9C35-E06EE78E1515}" dt="2023-07-22T06:49:11.557" v="1"/>
        <pc:sldMkLst>
          <pc:docMk/>
          <pc:sldMk cId="2952645051" sldId="257"/>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5BEDF-5081-6A97-D576-A9F4DE320E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6802930-24F5-9721-C933-B86BB654F2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A62633E-8778-4621-65DA-39F0B9BF38EA}"/>
              </a:ext>
            </a:extLst>
          </p:cNvPr>
          <p:cNvSpPr>
            <a:spLocks noGrp="1"/>
          </p:cNvSpPr>
          <p:nvPr>
            <p:ph type="dt" sz="half" idx="10"/>
          </p:nvPr>
        </p:nvSpPr>
        <p:spPr/>
        <p:txBody>
          <a:bodyPr/>
          <a:lstStyle/>
          <a:p>
            <a:fld id="{8A0D0E77-A7B2-4AE6-BA82-F5BA2B0B9614}" type="datetimeFigureOut">
              <a:rPr lang="en-IN" smtClean="0"/>
              <a:t>24-10-2024</a:t>
            </a:fld>
            <a:endParaRPr lang="en-IN"/>
          </a:p>
        </p:txBody>
      </p:sp>
      <p:sp>
        <p:nvSpPr>
          <p:cNvPr id="5" name="Footer Placeholder 4">
            <a:extLst>
              <a:ext uri="{FF2B5EF4-FFF2-40B4-BE49-F238E27FC236}">
                <a16:creationId xmlns:a16="http://schemas.microsoft.com/office/drawing/2014/main" id="{451FEF78-3E60-8F8D-22D5-53173C25AD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5EB119-647E-5701-6A72-C1B0B4A21B5B}"/>
              </a:ext>
            </a:extLst>
          </p:cNvPr>
          <p:cNvSpPr>
            <a:spLocks noGrp="1"/>
          </p:cNvSpPr>
          <p:nvPr>
            <p:ph type="sldNum" sz="quarter" idx="12"/>
          </p:nvPr>
        </p:nvSpPr>
        <p:spPr/>
        <p:txBody>
          <a:bodyPr/>
          <a:lstStyle/>
          <a:p>
            <a:fld id="{BC23A631-5577-45CE-86AD-28B4DF42DEA1}" type="slidenum">
              <a:rPr lang="en-IN" smtClean="0"/>
              <a:t>‹#›</a:t>
            </a:fld>
            <a:endParaRPr lang="en-IN"/>
          </a:p>
        </p:txBody>
      </p:sp>
    </p:spTree>
    <p:extLst>
      <p:ext uri="{BB962C8B-B14F-4D97-AF65-F5344CB8AC3E}">
        <p14:creationId xmlns:p14="http://schemas.microsoft.com/office/powerpoint/2010/main" val="1514585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EC0C4-ADCC-47C8-E481-640B157D6EE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8A6D349-4143-2713-7E3D-5274274EEA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C3F194-84F3-9C1D-1FFD-E596DD3B1EBF}"/>
              </a:ext>
            </a:extLst>
          </p:cNvPr>
          <p:cNvSpPr>
            <a:spLocks noGrp="1"/>
          </p:cNvSpPr>
          <p:nvPr>
            <p:ph type="dt" sz="half" idx="10"/>
          </p:nvPr>
        </p:nvSpPr>
        <p:spPr/>
        <p:txBody>
          <a:bodyPr/>
          <a:lstStyle/>
          <a:p>
            <a:fld id="{8A0D0E77-A7B2-4AE6-BA82-F5BA2B0B9614}" type="datetimeFigureOut">
              <a:rPr lang="en-IN" smtClean="0"/>
              <a:t>24-10-2024</a:t>
            </a:fld>
            <a:endParaRPr lang="en-IN"/>
          </a:p>
        </p:txBody>
      </p:sp>
      <p:sp>
        <p:nvSpPr>
          <p:cNvPr id="5" name="Footer Placeholder 4">
            <a:extLst>
              <a:ext uri="{FF2B5EF4-FFF2-40B4-BE49-F238E27FC236}">
                <a16:creationId xmlns:a16="http://schemas.microsoft.com/office/drawing/2014/main" id="{1DDD1B58-431A-4641-B22D-56FC089CB3F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4B4BA2-FE12-BEDB-4E97-122A5F67A29B}"/>
              </a:ext>
            </a:extLst>
          </p:cNvPr>
          <p:cNvSpPr>
            <a:spLocks noGrp="1"/>
          </p:cNvSpPr>
          <p:nvPr>
            <p:ph type="sldNum" sz="quarter" idx="12"/>
          </p:nvPr>
        </p:nvSpPr>
        <p:spPr/>
        <p:txBody>
          <a:bodyPr/>
          <a:lstStyle/>
          <a:p>
            <a:fld id="{BC23A631-5577-45CE-86AD-28B4DF42DEA1}" type="slidenum">
              <a:rPr lang="en-IN" smtClean="0"/>
              <a:t>‹#›</a:t>
            </a:fld>
            <a:endParaRPr lang="en-IN"/>
          </a:p>
        </p:txBody>
      </p:sp>
    </p:spTree>
    <p:extLst>
      <p:ext uri="{BB962C8B-B14F-4D97-AF65-F5344CB8AC3E}">
        <p14:creationId xmlns:p14="http://schemas.microsoft.com/office/powerpoint/2010/main" val="181773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4571B-3358-256E-B640-C9E948103FD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EA9D019-3676-F732-29DF-1A06692221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73C07D9-11AC-16EA-D83B-430F25CFF775}"/>
              </a:ext>
            </a:extLst>
          </p:cNvPr>
          <p:cNvSpPr>
            <a:spLocks noGrp="1"/>
          </p:cNvSpPr>
          <p:nvPr>
            <p:ph type="dt" sz="half" idx="10"/>
          </p:nvPr>
        </p:nvSpPr>
        <p:spPr/>
        <p:txBody>
          <a:bodyPr/>
          <a:lstStyle/>
          <a:p>
            <a:fld id="{8A0D0E77-A7B2-4AE6-BA82-F5BA2B0B9614}" type="datetimeFigureOut">
              <a:rPr lang="en-IN" smtClean="0"/>
              <a:t>24-10-2024</a:t>
            </a:fld>
            <a:endParaRPr lang="en-IN"/>
          </a:p>
        </p:txBody>
      </p:sp>
      <p:sp>
        <p:nvSpPr>
          <p:cNvPr id="5" name="Footer Placeholder 4">
            <a:extLst>
              <a:ext uri="{FF2B5EF4-FFF2-40B4-BE49-F238E27FC236}">
                <a16:creationId xmlns:a16="http://schemas.microsoft.com/office/drawing/2014/main" id="{FC41F125-CF53-6413-172B-4583043CE3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2247AB-C66E-05A1-3F08-70FADB943DC2}"/>
              </a:ext>
            </a:extLst>
          </p:cNvPr>
          <p:cNvSpPr>
            <a:spLocks noGrp="1"/>
          </p:cNvSpPr>
          <p:nvPr>
            <p:ph type="sldNum" sz="quarter" idx="12"/>
          </p:nvPr>
        </p:nvSpPr>
        <p:spPr/>
        <p:txBody>
          <a:bodyPr/>
          <a:lstStyle/>
          <a:p>
            <a:fld id="{BC23A631-5577-45CE-86AD-28B4DF42DEA1}" type="slidenum">
              <a:rPr lang="en-IN" smtClean="0"/>
              <a:t>‹#›</a:t>
            </a:fld>
            <a:endParaRPr lang="en-IN"/>
          </a:p>
        </p:txBody>
      </p:sp>
    </p:spTree>
    <p:extLst>
      <p:ext uri="{BB962C8B-B14F-4D97-AF65-F5344CB8AC3E}">
        <p14:creationId xmlns:p14="http://schemas.microsoft.com/office/powerpoint/2010/main" val="2715502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9D82D-E7F5-B717-F332-A3672A91DC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9B2751A-FD53-DAB1-A9FC-7BB3F658F1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8168256-55F8-4AF8-7273-CBDC21EC57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EAFAC54-39AD-54E5-D1C1-A38D7C81C156}"/>
              </a:ext>
            </a:extLst>
          </p:cNvPr>
          <p:cNvSpPr>
            <a:spLocks noGrp="1"/>
          </p:cNvSpPr>
          <p:nvPr>
            <p:ph type="dt" sz="half" idx="10"/>
          </p:nvPr>
        </p:nvSpPr>
        <p:spPr/>
        <p:txBody>
          <a:bodyPr/>
          <a:lstStyle/>
          <a:p>
            <a:fld id="{8A0D0E77-A7B2-4AE6-BA82-F5BA2B0B9614}" type="datetimeFigureOut">
              <a:rPr lang="en-IN" smtClean="0"/>
              <a:t>24-10-2024</a:t>
            </a:fld>
            <a:endParaRPr lang="en-IN"/>
          </a:p>
        </p:txBody>
      </p:sp>
      <p:sp>
        <p:nvSpPr>
          <p:cNvPr id="6" name="Footer Placeholder 5">
            <a:extLst>
              <a:ext uri="{FF2B5EF4-FFF2-40B4-BE49-F238E27FC236}">
                <a16:creationId xmlns:a16="http://schemas.microsoft.com/office/drawing/2014/main" id="{45A7B471-F0AC-421B-7253-63BFF858DC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A24C8C-E049-320C-E458-CC6F92930961}"/>
              </a:ext>
            </a:extLst>
          </p:cNvPr>
          <p:cNvSpPr>
            <a:spLocks noGrp="1"/>
          </p:cNvSpPr>
          <p:nvPr>
            <p:ph type="sldNum" sz="quarter" idx="12"/>
          </p:nvPr>
        </p:nvSpPr>
        <p:spPr/>
        <p:txBody>
          <a:bodyPr/>
          <a:lstStyle/>
          <a:p>
            <a:fld id="{BC23A631-5577-45CE-86AD-28B4DF42DEA1}" type="slidenum">
              <a:rPr lang="en-IN" smtClean="0"/>
              <a:t>‹#›</a:t>
            </a:fld>
            <a:endParaRPr lang="en-IN"/>
          </a:p>
        </p:txBody>
      </p:sp>
    </p:spTree>
    <p:extLst>
      <p:ext uri="{BB962C8B-B14F-4D97-AF65-F5344CB8AC3E}">
        <p14:creationId xmlns:p14="http://schemas.microsoft.com/office/powerpoint/2010/main" val="397821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CC409-ADF3-E643-052D-3D3747648C4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02CDA58-5821-6282-4FF4-67524EA43C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28F5B3-74F5-17B5-B1C9-C49BECA69F9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58C46F5-408C-4892-CF2D-2D40DF356D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E7038B-F618-813E-67EC-F3E3F6A069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861A288-3CD3-2569-D4FE-634707BAC64D}"/>
              </a:ext>
            </a:extLst>
          </p:cNvPr>
          <p:cNvSpPr>
            <a:spLocks noGrp="1"/>
          </p:cNvSpPr>
          <p:nvPr>
            <p:ph type="dt" sz="half" idx="10"/>
          </p:nvPr>
        </p:nvSpPr>
        <p:spPr/>
        <p:txBody>
          <a:bodyPr/>
          <a:lstStyle/>
          <a:p>
            <a:fld id="{8A0D0E77-A7B2-4AE6-BA82-F5BA2B0B9614}" type="datetimeFigureOut">
              <a:rPr lang="en-IN" smtClean="0"/>
              <a:t>24-10-2024</a:t>
            </a:fld>
            <a:endParaRPr lang="en-IN"/>
          </a:p>
        </p:txBody>
      </p:sp>
      <p:sp>
        <p:nvSpPr>
          <p:cNvPr id="8" name="Footer Placeholder 7">
            <a:extLst>
              <a:ext uri="{FF2B5EF4-FFF2-40B4-BE49-F238E27FC236}">
                <a16:creationId xmlns:a16="http://schemas.microsoft.com/office/drawing/2014/main" id="{2AB16550-E41A-23C9-2C8D-55CDC71C5CB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ED1C5B7-9126-085E-9E75-EA9326DCB787}"/>
              </a:ext>
            </a:extLst>
          </p:cNvPr>
          <p:cNvSpPr>
            <a:spLocks noGrp="1"/>
          </p:cNvSpPr>
          <p:nvPr>
            <p:ph type="sldNum" sz="quarter" idx="12"/>
          </p:nvPr>
        </p:nvSpPr>
        <p:spPr/>
        <p:txBody>
          <a:bodyPr/>
          <a:lstStyle/>
          <a:p>
            <a:fld id="{BC23A631-5577-45CE-86AD-28B4DF42DEA1}" type="slidenum">
              <a:rPr lang="en-IN" smtClean="0"/>
              <a:t>‹#›</a:t>
            </a:fld>
            <a:endParaRPr lang="en-IN"/>
          </a:p>
        </p:txBody>
      </p:sp>
    </p:spTree>
    <p:extLst>
      <p:ext uri="{BB962C8B-B14F-4D97-AF65-F5344CB8AC3E}">
        <p14:creationId xmlns:p14="http://schemas.microsoft.com/office/powerpoint/2010/main" val="2899712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7F069-C57D-BFB0-4701-64C17B65F7E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BFB5394-B6C5-0BBA-0793-807017BAC345}"/>
              </a:ext>
            </a:extLst>
          </p:cNvPr>
          <p:cNvSpPr>
            <a:spLocks noGrp="1"/>
          </p:cNvSpPr>
          <p:nvPr>
            <p:ph type="dt" sz="half" idx="10"/>
          </p:nvPr>
        </p:nvSpPr>
        <p:spPr/>
        <p:txBody>
          <a:bodyPr/>
          <a:lstStyle/>
          <a:p>
            <a:fld id="{8A0D0E77-A7B2-4AE6-BA82-F5BA2B0B9614}" type="datetimeFigureOut">
              <a:rPr lang="en-IN" smtClean="0"/>
              <a:t>24-10-2024</a:t>
            </a:fld>
            <a:endParaRPr lang="en-IN"/>
          </a:p>
        </p:txBody>
      </p:sp>
      <p:sp>
        <p:nvSpPr>
          <p:cNvPr id="4" name="Footer Placeholder 3">
            <a:extLst>
              <a:ext uri="{FF2B5EF4-FFF2-40B4-BE49-F238E27FC236}">
                <a16:creationId xmlns:a16="http://schemas.microsoft.com/office/drawing/2014/main" id="{AAC86D4E-96C1-FA40-C729-3940D06AEEC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78482FB-3BF9-E65A-8EA5-CE5E8EAA50C4}"/>
              </a:ext>
            </a:extLst>
          </p:cNvPr>
          <p:cNvSpPr>
            <a:spLocks noGrp="1"/>
          </p:cNvSpPr>
          <p:nvPr>
            <p:ph type="sldNum" sz="quarter" idx="12"/>
          </p:nvPr>
        </p:nvSpPr>
        <p:spPr/>
        <p:txBody>
          <a:bodyPr/>
          <a:lstStyle/>
          <a:p>
            <a:fld id="{BC23A631-5577-45CE-86AD-28B4DF42DEA1}" type="slidenum">
              <a:rPr lang="en-IN" smtClean="0"/>
              <a:t>‹#›</a:t>
            </a:fld>
            <a:endParaRPr lang="en-IN"/>
          </a:p>
        </p:txBody>
      </p:sp>
    </p:spTree>
    <p:extLst>
      <p:ext uri="{BB962C8B-B14F-4D97-AF65-F5344CB8AC3E}">
        <p14:creationId xmlns:p14="http://schemas.microsoft.com/office/powerpoint/2010/main" val="2087665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C6468A-DDFB-4FCB-F371-E3B8A03122A4}"/>
              </a:ext>
            </a:extLst>
          </p:cNvPr>
          <p:cNvSpPr>
            <a:spLocks noGrp="1"/>
          </p:cNvSpPr>
          <p:nvPr>
            <p:ph type="dt" sz="half" idx="10"/>
          </p:nvPr>
        </p:nvSpPr>
        <p:spPr/>
        <p:txBody>
          <a:bodyPr/>
          <a:lstStyle/>
          <a:p>
            <a:fld id="{8A0D0E77-A7B2-4AE6-BA82-F5BA2B0B9614}" type="datetimeFigureOut">
              <a:rPr lang="en-IN" smtClean="0"/>
              <a:t>24-10-2024</a:t>
            </a:fld>
            <a:endParaRPr lang="en-IN"/>
          </a:p>
        </p:txBody>
      </p:sp>
      <p:sp>
        <p:nvSpPr>
          <p:cNvPr id="3" name="Footer Placeholder 2">
            <a:extLst>
              <a:ext uri="{FF2B5EF4-FFF2-40B4-BE49-F238E27FC236}">
                <a16:creationId xmlns:a16="http://schemas.microsoft.com/office/drawing/2014/main" id="{0CD1B7B4-0A09-5C9D-8A60-55DFBDE14A8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A877851-2C3B-11D9-8A2B-A40BF70278BE}"/>
              </a:ext>
            </a:extLst>
          </p:cNvPr>
          <p:cNvSpPr>
            <a:spLocks noGrp="1"/>
          </p:cNvSpPr>
          <p:nvPr>
            <p:ph type="sldNum" sz="quarter" idx="12"/>
          </p:nvPr>
        </p:nvSpPr>
        <p:spPr/>
        <p:txBody>
          <a:bodyPr/>
          <a:lstStyle/>
          <a:p>
            <a:fld id="{BC23A631-5577-45CE-86AD-28B4DF42DEA1}" type="slidenum">
              <a:rPr lang="en-IN" smtClean="0"/>
              <a:t>‹#›</a:t>
            </a:fld>
            <a:endParaRPr lang="en-IN"/>
          </a:p>
        </p:txBody>
      </p:sp>
    </p:spTree>
    <p:extLst>
      <p:ext uri="{BB962C8B-B14F-4D97-AF65-F5344CB8AC3E}">
        <p14:creationId xmlns:p14="http://schemas.microsoft.com/office/powerpoint/2010/main" val="335776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251CB-703E-1679-7E33-6780E609D1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220B079-3480-5DD6-247D-94A64213DC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5A3C71F-E5FB-4B72-ED7C-343E7C4438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85EC29-1C1C-759D-BF78-2DD49F39480D}"/>
              </a:ext>
            </a:extLst>
          </p:cNvPr>
          <p:cNvSpPr>
            <a:spLocks noGrp="1"/>
          </p:cNvSpPr>
          <p:nvPr>
            <p:ph type="dt" sz="half" idx="10"/>
          </p:nvPr>
        </p:nvSpPr>
        <p:spPr/>
        <p:txBody>
          <a:bodyPr/>
          <a:lstStyle/>
          <a:p>
            <a:fld id="{8A0D0E77-A7B2-4AE6-BA82-F5BA2B0B9614}" type="datetimeFigureOut">
              <a:rPr lang="en-IN" smtClean="0"/>
              <a:t>24-10-2024</a:t>
            </a:fld>
            <a:endParaRPr lang="en-IN"/>
          </a:p>
        </p:txBody>
      </p:sp>
      <p:sp>
        <p:nvSpPr>
          <p:cNvPr id="6" name="Footer Placeholder 5">
            <a:extLst>
              <a:ext uri="{FF2B5EF4-FFF2-40B4-BE49-F238E27FC236}">
                <a16:creationId xmlns:a16="http://schemas.microsoft.com/office/drawing/2014/main" id="{79EE617B-FE4B-3910-C18F-1F320B6926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05E081-70E4-FB17-3901-04700436D7CB}"/>
              </a:ext>
            </a:extLst>
          </p:cNvPr>
          <p:cNvSpPr>
            <a:spLocks noGrp="1"/>
          </p:cNvSpPr>
          <p:nvPr>
            <p:ph type="sldNum" sz="quarter" idx="12"/>
          </p:nvPr>
        </p:nvSpPr>
        <p:spPr/>
        <p:txBody>
          <a:bodyPr/>
          <a:lstStyle/>
          <a:p>
            <a:fld id="{BC23A631-5577-45CE-86AD-28B4DF42DEA1}" type="slidenum">
              <a:rPr lang="en-IN" smtClean="0"/>
              <a:t>‹#›</a:t>
            </a:fld>
            <a:endParaRPr lang="en-IN"/>
          </a:p>
        </p:txBody>
      </p:sp>
    </p:spTree>
    <p:extLst>
      <p:ext uri="{BB962C8B-B14F-4D97-AF65-F5344CB8AC3E}">
        <p14:creationId xmlns:p14="http://schemas.microsoft.com/office/powerpoint/2010/main" val="494289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12236-835A-CA6C-5ECD-5B366C54EA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EED6BBE-9B49-9585-764B-CA4FF4890F9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4E2A689-4CBF-0386-EC2C-14B5100703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1DEE92-BF1F-8C8A-25FE-E8189F4732A5}"/>
              </a:ext>
            </a:extLst>
          </p:cNvPr>
          <p:cNvSpPr>
            <a:spLocks noGrp="1"/>
          </p:cNvSpPr>
          <p:nvPr>
            <p:ph type="dt" sz="half" idx="10"/>
          </p:nvPr>
        </p:nvSpPr>
        <p:spPr/>
        <p:txBody>
          <a:bodyPr/>
          <a:lstStyle/>
          <a:p>
            <a:fld id="{8A0D0E77-A7B2-4AE6-BA82-F5BA2B0B9614}" type="datetimeFigureOut">
              <a:rPr lang="en-IN" smtClean="0"/>
              <a:t>24-10-2024</a:t>
            </a:fld>
            <a:endParaRPr lang="en-IN"/>
          </a:p>
        </p:txBody>
      </p:sp>
      <p:sp>
        <p:nvSpPr>
          <p:cNvPr id="6" name="Footer Placeholder 5">
            <a:extLst>
              <a:ext uri="{FF2B5EF4-FFF2-40B4-BE49-F238E27FC236}">
                <a16:creationId xmlns:a16="http://schemas.microsoft.com/office/drawing/2014/main" id="{D7B5F86F-E00C-204F-1568-780D836AD9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113DE9-D461-A691-4DAA-203117D98CCB}"/>
              </a:ext>
            </a:extLst>
          </p:cNvPr>
          <p:cNvSpPr>
            <a:spLocks noGrp="1"/>
          </p:cNvSpPr>
          <p:nvPr>
            <p:ph type="sldNum" sz="quarter" idx="12"/>
          </p:nvPr>
        </p:nvSpPr>
        <p:spPr/>
        <p:txBody>
          <a:bodyPr/>
          <a:lstStyle/>
          <a:p>
            <a:fld id="{BC23A631-5577-45CE-86AD-28B4DF42DEA1}" type="slidenum">
              <a:rPr lang="en-IN" smtClean="0"/>
              <a:t>‹#›</a:t>
            </a:fld>
            <a:endParaRPr lang="en-IN"/>
          </a:p>
        </p:txBody>
      </p:sp>
    </p:spTree>
    <p:extLst>
      <p:ext uri="{BB962C8B-B14F-4D97-AF65-F5344CB8AC3E}">
        <p14:creationId xmlns:p14="http://schemas.microsoft.com/office/powerpoint/2010/main" val="559427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0C76C-88FC-C04A-A836-5CEF4788EAA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35712F0-D3C5-2F75-9627-C0C6CF2CF5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333248-11A7-80C4-53A4-4EB75D0259F4}"/>
              </a:ext>
            </a:extLst>
          </p:cNvPr>
          <p:cNvSpPr>
            <a:spLocks noGrp="1"/>
          </p:cNvSpPr>
          <p:nvPr>
            <p:ph type="dt" sz="half" idx="10"/>
          </p:nvPr>
        </p:nvSpPr>
        <p:spPr/>
        <p:txBody>
          <a:bodyPr/>
          <a:lstStyle/>
          <a:p>
            <a:fld id="{8A0D0E77-A7B2-4AE6-BA82-F5BA2B0B9614}" type="datetimeFigureOut">
              <a:rPr lang="en-IN" smtClean="0"/>
              <a:t>24-10-2024</a:t>
            </a:fld>
            <a:endParaRPr lang="en-IN"/>
          </a:p>
        </p:txBody>
      </p:sp>
      <p:sp>
        <p:nvSpPr>
          <p:cNvPr id="5" name="Footer Placeholder 4">
            <a:extLst>
              <a:ext uri="{FF2B5EF4-FFF2-40B4-BE49-F238E27FC236}">
                <a16:creationId xmlns:a16="http://schemas.microsoft.com/office/drawing/2014/main" id="{8590A7B2-A109-A568-6D61-E94B5DAEB0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C77931-A103-AA72-9097-E2EB49B1B20C}"/>
              </a:ext>
            </a:extLst>
          </p:cNvPr>
          <p:cNvSpPr>
            <a:spLocks noGrp="1"/>
          </p:cNvSpPr>
          <p:nvPr>
            <p:ph type="sldNum" sz="quarter" idx="12"/>
          </p:nvPr>
        </p:nvSpPr>
        <p:spPr/>
        <p:txBody>
          <a:bodyPr/>
          <a:lstStyle/>
          <a:p>
            <a:fld id="{BC23A631-5577-45CE-86AD-28B4DF42DEA1}" type="slidenum">
              <a:rPr lang="en-IN" smtClean="0"/>
              <a:t>‹#›</a:t>
            </a:fld>
            <a:endParaRPr lang="en-IN"/>
          </a:p>
        </p:txBody>
      </p:sp>
    </p:spTree>
    <p:extLst>
      <p:ext uri="{BB962C8B-B14F-4D97-AF65-F5344CB8AC3E}">
        <p14:creationId xmlns:p14="http://schemas.microsoft.com/office/powerpoint/2010/main" val="4055345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A2B3C21-624A-FD3D-9CAF-BE17F62D95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A5207A-7DDF-3790-99CD-04595CE615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9AF9EF-FB4A-1FBB-43AD-059EC6D7026B}"/>
              </a:ext>
            </a:extLst>
          </p:cNvPr>
          <p:cNvSpPr>
            <a:spLocks noGrp="1"/>
          </p:cNvSpPr>
          <p:nvPr>
            <p:ph type="dt" sz="half" idx="10"/>
          </p:nvPr>
        </p:nvSpPr>
        <p:spPr/>
        <p:txBody>
          <a:bodyPr/>
          <a:lstStyle/>
          <a:p>
            <a:fld id="{8A0D0E77-A7B2-4AE6-BA82-F5BA2B0B9614}" type="datetimeFigureOut">
              <a:rPr lang="en-IN" smtClean="0"/>
              <a:t>24-10-2024</a:t>
            </a:fld>
            <a:endParaRPr lang="en-IN"/>
          </a:p>
        </p:txBody>
      </p:sp>
      <p:sp>
        <p:nvSpPr>
          <p:cNvPr id="5" name="Footer Placeholder 4">
            <a:extLst>
              <a:ext uri="{FF2B5EF4-FFF2-40B4-BE49-F238E27FC236}">
                <a16:creationId xmlns:a16="http://schemas.microsoft.com/office/drawing/2014/main" id="{7D7A89D6-AFE3-FF14-28D8-346998F7FA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061FFE-DEB1-61CE-EB61-1230882916A7}"/>
              </a:ext>
            </a:extLst>
          </p:cNvPr>
          <p:cNvSpPr>
            <a:spLocks noGrp="1"/>
          </p:cNvSpPr>
          <p:nvPr>
            <p:ph type="sldNum" sz="quarter" idx="12"/>
          </p:nvPr>
        </p:nvSpPr>
        <p:spPr/>
        <p:txBody>
          <a:bodyPr/>
          <a:lstStyle/>
          <a:p>
            <a:fld id="{BC23A631-5577-45CE-86AD-28B4DF42DEA1}" type="slidenum">
              <a:rPr lang="en-IN" smtClean="0"/>
              <a:t>‹#›</a:t>
            </a:fld>
            <a:endParaRPr lang="en-IN"/>
          </a:p>
        </p:txBody>
      </p:sp>
    </p:spTree>
    <p:extLst>
      <p:ext uri="{BB962C8B-B14F-4D97-AF65-F5344CB8AC3E}">
        <p14:creationId xmlns:p14="http://schemas.microsoft.com/office/powerpoint/2010/main" val="2632701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834BF6-AC2C-7CDC-2596-9EA6E967C8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C8AB9C-9933-297C-B39A-54F00C571A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B6D6790-BEAF-95C9-6E6B-71CCB9EF58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0D0E77-A7B2-4AE6-BA82-F5BA2B0B9614}" type="datetimeFigureOut">
              <a:rPr lang="en-IN" smtClean="0"/>
              <a:t>24-10-2024</a:t>
            </a:fld>
            <a:endParaRPr lang="en-IN"/>
          </a:p>
        </p:txBody>
      </p:sp>
      <p:sp>
        <p:nvSpPr>
          <p:cNvPr id="5" name="Footer Placeholder 4">
            <a:extLst>
              <a:ext uri="{FF2B5EF4-FFF2-40B4-BE49-F238E27FC236}">
                <a16:creationId xmlns:a16="http://schemas.microsoft.com/office/drawing/2014/main" id="{A9A34051-2AE2-BC9B-2FE4-E6D5C52F7A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F599B1A-3F75-82FB-0A0F-ED02CE4B8F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23A631-5577-45CE-86AD-28B4DF42DEA1}" type="slidenum">
              <a:rPr lang="en-IN" smtClean="0"/>
              <a:t>‹#›</a:t>
            </a:fld>
            <a:endParaRPr lang="en-IN"/>
          </a:p>
        </p:txBody>
      </p:sp>
    </p:spTree>
    <p:extLst>
      <p:ext uri="{BB962C8B-B14F-4D97-AF65-F5344CB8AC3E}">
        <p14:creationId xmlns:p14="http://schemas.microsoft.com/office/powerpoint/2010/main" val="24632164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1585" y="476673"/>
            <a:ext cx="7344815" cy="4680521"/>
          </a:xfrm>
          <a:prstGeom prst="rect">
            <a:avLst/>
          </a:prstGeom>
        </p:spPr>
      </p:pic>
      <p:sp>
        <p:nvSpPr>
          <p:cNvPr id="5" name="Rectangle 4"/>
          <p:cNvSpPr/>
          <p:nvPr/>
        </p:nvSpPr>
        <p:spPr>
          <a:xfrm>
            <a:off x="2135560" y="4941169"/>
            <a:ext cx="5328592" cy="1138773"/>
          </a:xfrm>
          <a:prstGeom prst="rect">
            <a:avLst/>
          </a:prstGeom>
          <a:ln w="12700">
            <a:noFill/>
          </a:ln>
        </p:spPr>
        <p:txBody>
          <a:bodyPr wrap="square">
            <a:spAutoFit/>
          </a:bodyPr>
          <a:lstStyle/>
          <a:p>
            <a:r>
              <a:rPr lang="en-IN" sz="3600" b="1" dirty="0">
                <a:solidFill>
                  <a:schemeClr val="tx2">
                    <a:lumMod val="75000"/>
                  </a:schemeClr>
                </a:solidFill>
                <a:latin typeface="Baskerville Old Face" panose="02020602080505020303" pitchFamily="18" charset="0"/>
              </a:rPr>
              <a:t>Automation Testing</a:t>
            </a:r>
          </a:p>
          <a:p>
            <a:r>
              <a:rPr lang="en-IN" sz="3200" b="1" dirty="0">
                <a:solidFill>
                  <a:schemeClr val="tx2">
                    <a:lumMod val="75000"/>
                  </a:schemeClr>
                </a:solidFill>
                <a:latin typeface="Baskerville Old Face" panose="02020602080505020303" pitchFamily="18" charset="0"/>
              </a:rPr>
              <a:t>          </a:t>
            </a:r>
            <a:r>
              <a:rPr lang="en-IN" sz="2600" b="1" dirty="0">
                <a:solidFill>
                  <a:srgbClr val="FF0000"/>
                </a:solidFill>
                <a:latin typeface="Baskerville Old Face" panose="02020602080505020303" pitchFamily="18" charset="0"/>
              </a:rPr>
              <a:t>By- Manas </a:t>
            </a:r>
          </a:p>
        </p:txBody>
      </p:sp>
    </p:spTree>
    <p:extLst>
      <p:ext uri="{BB962C8B-B14F-4D97-AF65-F5344CB8AC3E}">
        <p14:creationId xmlns:p14="http://schemas.microsoft.com/office/powerpoint/2010/main" val="2356061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9B96F-6E4C-6795-9ADB-E7A2B7096A3B}"/>
              </a:ext>
            </a:extLst>
          </p:cNvPr>
          <p:cNvSpPr>
            <a:spLocks noGrp="1"/>
          </p:cNvSpPr>
          <p:nvPr>
            <p:ph type="title"/>
          </p:nvPr>
        </p:nvSpPr>
        <p:spPr>
          <a:xfrm>
            <a:off x="838200" y="18255"/>
            <a:ext cx="10515600" cy="1325563"/>
          </a:xfrm>
        </p:spPr>
        <p:txBody>
          <a:bodyPr>
            <a:normAutofit/>
          </a:bodyPr>
          <a:lstStyle/>
          <a:p>
            <a:pPr algn="ctr"/>
            <a:r>
              <a:rPr lang="en-US" sz="3600" b="1" u="sng" dirty="0"/>
              <a:t>WORKING WITH SIMILAR MULTIPLE ELEMENTS</a:t>
            </a:r>
            <a:endParaRPr lang="en-IN" sz="3600" b="1" u="sng" dirty="0"/>
          </a:p>
        </p:txBody>
      </p:sp>
      <p:sp>
        <p:nvSpPr>
          <p:cNvPr id="3" name="Content Placeholder 2">
            <a:extLst>
              <a:ext uri="{FF2B5EF4-FFF2-40B4-BE49-F238E27FC236}">
                <a16:creationId xmlns:a16="http://schemas.microsoft.com/office/drawing/2014/main" id="{BAF84E89-0163-7AFB-1CF3-AC0E368C3322}"/>
              </a:ext>
            </a:extLst>
          </p:cNvPr>
          <p:cNvSpPr>
            <a:spLocks noGrp="1"/>
          </p:cNvSpPr>
          <p:nvPr>
            <p:ph idx="1"/>
          </p:nvPr>
        </p:nvSpPr>
        <p:spPr>
          <a:xfrm>
            <a:off x="909221" y="1420426"/>
            <a:ext cx="10241132" cy="5042517"/>
          </a:xfrm>
        </p:spPr>
        <p:txBody>
          <a:bodyPr>
            <a:normAutofit fontScale="92500" lnSpcReduction="10000"/>
          </a:bodyPr>
          <a:lstStyle/>
          <a:p>
            <a:pPr marL="0" indent="0">
              <a:buNone/>
            </a:pPr>
            <a:r>
              <a:rPr lang="en-US" dirty="0"/>
              <a:t>For identifying one element in application, we are using “</a:t>
            </a:r>
            <a:r>
              <a:rPr lang="en-US" dirty="0" err="1"/>
              <a:t>findelement</a:t>
            </a:r>
            <a:r>
              <a:rPr lang="en-US" dirty="0"/>
              <a:t>” method based on unique locator of the element. For working on multiple elements, we need to identify them by using “findElements” method based on common locators. All identified elements will be stored into list&lt;WebElement&gt; collection.</a:t>
            </a:r>
          </a:p>
          <a:p>
            <a:pPr marL="0" indent="0">
              <a:buNone/>
            </a:pPr>
            <a:endParaRPr lang="en-US" dirty="0"/>
          </a:p>
          <a:p>
            <a:pPr marL="0" indent="0">
              <a:buNone/>
            </a:pPr>
            <a:r>
              <a:rPr lang="en-US" b="1" dirty="0"/>
              <a:t>Note:</a:t>
            </a:r>
          </a:p>
          <a:p>
            <a:pPr marL="0" indent="0">
              <a:buNone/>
            </a:pPr>
            <a:r>
              <a:rPr lang="en-US" dirty="0"/>
              <a:t>For similar elements like (Buttons, Links, Images, check-boxes), Tag name is the common locator.</a:t>
            </a:r>
          </a:p>
          <a:p>
            <a:pPr marL="0" indent="0">
              <a:buNone/>
            </a:pPr>
            <a:endParaRPr lang="en-US" dirty="0"/>
          </a:p>
          <a:p>
            <a:pPr marL="0" indent="0">
              <a:buNone/>
            </a:pPr>
            <a:r>
              <a:rPr lang="en-IN" b="1" dirty="0"/>
              <a:t>Syntax:</a:t>
            </a:r>
          </a:p>
          <a:p>
            <a:pPr marL="0" indent="0">
              <a:buNone/>
            </a:pPr>
            <a:r>
              <a:rPr lang="en-IN" dirty="0"/>
              <a:t>List&lt;WebElement&gt; var = driver. findelements(by. tagname(“Value”));</a:t>
            </a:r>
          </a:p>
          <a:p>
            <a:pPr marL="0" indent="0">
              <a:buNone/>
            </a:pPr>
            <a:endParaRPr lang="en-IN" dirty="0"/>
          </a:p>
        </p:txBody>
      </p:sp>
    </p:spTree>
    <p:extLst>
      <p:ext uri="{BB962C8B-B14F-4D97-AF65-F5344CB8AC3E}">
        <p14:creationId xmlns:p14="http://schemas.microsoft.com/office/powerpoint/2010/main" val="2952645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1" name="Freeform: Shape 10">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DEC6C6BC-1AC5-93EF-2BC6-8DFB424AED61}"/>
              </a:ext>
            </a:extLst>
          </p:cNvPr>
          <p:cNvPicPr>
            <a:picLocks noChangeAspect="1"/>
          </p:cNvPicPr>
          <p:nvPr/>
        </p:nvPicPr>
        <p:blipFill>
          <a:blip r:embed="rId2"/>
          <a:stretch>
            <a:fillRect/>
          </a:stretch>
        </p:blipFill>
        <p:spPr>
          <a:xfrm>
            <a:off x="1622815" y="190500"/>
            <a:ext cx="7559286" cy="5664201"/>
          </a:xfrm>
          <a:prstGeom prst="rect">
            <a:avLst/>
          </a:prstGeom>
          <a:ln>
            <a:noFill/>
          </a:ln>
        </p:spPr>
      </p:pic>
      <p:pic>
        <p:nvPicPr>
          <p:cNvPr id="5" name="Picture 4">
            <a:extLst>
              <a:ext uri="{FF2B5EF4-FFF2-40B4-BE49-F238E27FC236}">
                <a16:creationId xmlns:a16="http://schemas.microsoft.com/office/drawing/2014/main" id="{8F3DB657-6777-695A-B704-20E251B879C0}"/>
              </a:ext>
            </a:extLst>
          </p:cNvPr>
          <p:cNvPicPr>
            <a:picLocks noChangeAspect="1"/>
          </p:cNvPicPr>
          <p:nvPr/>
        </p:nvPicPr>
        <p:blipFill>
          <a:blip r:embed="rId3"/>
          <a:stretch>
            <a:fillRect/>
          </a:stretch>
        </p:blipFill>
        <p:spPr>
          <a:xfrm>
            <a:off x="6599069" y="1420428"/>
            <a:ext cx="5592931" cy="2814221"/>
          </a:xfrm>
          <a:prstGeom prst="rect">
            <a:avLst/>
          </a:prstGeom>
        </p:spPr>
      </p:pic>
    </p:spTree>
    <p:extLst>
      <p:ext uri="{BB962C8B-B14F-4D97-AF65-F5344CB8AC3E}">
        <p14:creationId xmlns:p14="http://schemas.microsoft.com/office/powerpoint/2010/main" val="1623274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1" name="Freeform: Shape 10">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42472D04-5624-9E60-1C6D-C554917A6557}"/>
              </a:ext>
            </a:extLst>
          </p:cNvPr>
          <p:cNvPicPr>
            <a:picLocks noChangeAspect="1"/>
          </p:cNvPicPr>
          <p:nvPr/>
        </p:nvPicPr>
        <p:blipFill>
          <a:blip r:embed="rId2"/>
          <a:stretch>
            <a:fillRect/>
          </a:stretch>
        </p:blipFill>
        <p:spPr>
          <a:xfrm>
            <a:off x="1436414" y="62901"/>
            <a:ext cx="7092915" cy="6100233"/>
          </a:xfrm>
          <a:prstGeom prst="rect">
            <a:avLst/>
          </a:prstGeom>
          <a:ln>
            <a:noFill/>
          </a:ln>
        </p:spPr>
      </p:pic>
      <p:pic>
        <p:nvPicPr>
          <p:cNvPr id="5" name="Picture 4">
            <a:extLst>
              <a:ext uri="{FF2B5EF4-FFF2-40B4-BE49-F238E27FC236}">
                <a16:creationId xmlns:a16="http://schemas.microsoft.com/office/drawing/2014/main" id="{D512F871-F8FE-24ED-88CA-D8101EC5368F}"/>
              </a:ext>
            </a:extLst>
          </p:cNvPr>
          <p:cNvPicPr>
            <a:picLocks noChangeAspect="1"/>
          </p:cNvPicPr>
          <p:nvPr/>
        </p:nvPicPr>
        <p:blipFill>
          <a:blip r:embed="rId3"/>
          <a:stretch>
            <a:fillRect/>
          </a:stretch>
        </p:blipFill>
        <p:spPr>
          <a:xfrm>
            <a:off x="8424953" y="2323655"/>
            <a:ext cx="3696707" cy="3129108"/>
          </a:xfrm>
          <a:prstGeom prst="rect">
            <a:avLst/>
          </a:prstGeom>
        </p:spPr>
      </p:pic>
    </p:spTree>
    <p:extLst>
      <p:ext uri="{BB962C8B-B14F-4D97-AF65-F5344CB8AC3E}">
        <p14:creationId xmlns:p14="http://schemas.microsoft.com/office/powerpoint/2010/main" val="1383841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20">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22">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24">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6">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8">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1" name="Isosceles Triangle 30">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42721E5A-921C-FDBE-FE09-BDAF1370E21B}"/>
              </a:ext>
            </a:extLst>
          </p:cNvPr>
          <p:cNvPicPr>
            <a:picLocks noChangeAspect="1"/>
          </p:cNvPicPr>
          <p:nvPr/>
        </p:nvPicPr>
        <p:blipFill>
          <a:blip r:embed="rId2"/>
          <a:stretch>
            <a:fillRect/>
          </a:stretch>
        </p:blipFill>
        <p:spPr>
          <a:xfrm>
            <a:off x="2266014" y="288485"/>
            <a:ext cx="7430436" cy="5926047"/>
          </a:xfrm>
          <a:prstGeom prst="rect">
            <a:avLst/>
          </a:prstGeom>
          <a:ln>
            <a:noFill/>
          </a:ln>
        </p:spPr>
      </p:pic>
      <p:sp>
        <p:nvSpPr>
          <p:cNvPr id="33" name="Isosceles Triangle 32">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0759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1" name="Isosceles Triangle 30">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C3806A38-8FA7-4164-8FFC-C3AD56BC0366}"/>
              </a:ext>
            </a:extLst>
          </p:cNvPr>
          <p:cNvPicPr>
            <a:picLocks noChangeAspect="1"/>
          </p:cNvPicPr>
          <p:nvPr/>
        </p:nvPicPr>
        <p:blipFill>
          <a:blip r:embed="rId2"/>
          <a:stretch>
            <a:fillRect/>
          </a:stretch>
        </p:blipFill>
        <p:spPr>
          <a:xfrm>
            <a:off x="1541714" y="544437"/>
            <a:ext cx="7929143" cy="5571064"/>
          </a:xfrm>
          <a:prstGeom prst="rect">
            <a:avLst/>
          </a:prstGeom>
          <a:ln>
            <a:noFill/>
          </a:ln>
        </p:spPr>
      </p:pic>
      <p:sp>
        <p:nvSpPr>
          <p:cNvPr id="33" name="Isosceles Triangle 32">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3BA0752-D604-B084-245B-A779340EB807}"/>
              </a:ext>
            </a:extLst>
          </p:cNvPr>
          <p:cNvPicPr>
            <a:picLocks noChangeAspect="1"/>
          </p:cNvPicPr>
          <p:nvPr/>
        </p:nvPicPr>
        <p:blipFill>
          <a:blip r:embed="rId3"/>
          <a:stretch>
            <a:fillRect/>
          </a:stretch>
        </p:blipFill>
        <p:spPr>
          <a:xfrm>
            <a:off x="6576291" y="1201176"/>
            <a:ext cx="5615709" cy="2530316"/>
          </a:xfrm>
          <a:prstGeom prst="rect">
            <a:avLst/>
          </a:prstGeom>
        </p:spPr>
      </p:pic>
    </p:spTree>
    <p:extLst>
      <p:ext uri="{BB962C8B-B14F-4D97-AF65-F5344CB8AC3E}">
        <p14:creationId xmlns:p14="http://schemas.microsoft.com/office/powerpoint/2010/main" val="407680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1D92C2-7FB5-F71E-E633-794643E7151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331965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37F7D3-2001-6BA4-6ECE-652221D54DEE}"/>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b="1" kern="1200" dirty="0">
                <a:solidFill>
                  <a:schemeClr val="bg1"/>
                </a:solidFill>
                <a:latin typeface="+mj-lt"/>
                <a:ea typeface="+mj-ea"/>
                <a:cs typeface="+mj-cs"/>
              </a:rPr>
              <a:t>findElement() Vs findElements() method</a:t>
            </a:r>
          </a:p>
        </p:txBody>
      </p:sp>
      <p:pic>
        <p:nvPicPr>
          <p:cNvPr id="5" name="Content Placeholder 4">
            <a:extLst>
              <a:ext uri="{FF2B5EF4-FFF2-40B4-BE49-F238E27FC236}">
                <a16:creationId xmlns:a16="http://schemas.microsoft.com/office/drawing/2014/main" id="{ACD5F6B3-63B2-8BCB-EDFC-BAC31AE5A0A7}"/>
              </a:ext>
            </a:extLst>
          </p:cNvPr>
          <p:cNvPicPr>
            <a:picLocks noGrp="1" noChangeAspect="1"/>
          </p:cNvPicPr>
          <p:nvPr>
            <p:ph idx="1"/>
          </p:nvPr>
        </p:nvPicPr>
        <p:blipFill>
          <a:blip r:embed="rId2"/>
          <a:stretch>
            <a:fillRect/>
          </a:stretch>
        </p:blipFill>
        <p:spPr>
          <a:xfrm>
            <a:off x="1240532" y="1820334"/>
            <a:ext cx="9710935" cy="4394199"/>
          </a:xfrm>
          <a:prstGeom prst="rect">
            <a:avLst/>
          </a:prstGeom>
        </p:spPr>
      </p:pic>
    </p:spTree>
    <p:extLst>
      <p:ext uri="{BB962C8B-B14F-4D97-AF65-F5344CB8AC3E}">
        <p14:creationId xmlns:p14="http://schemas.microsoft.com/office/powerpoint/2010/main" val="1407242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76950-E105-C7EE-1EEE-F0E437727EF5}"/>
              </a:ext>
            </a:extLst>
          </p:cNvPr>
          <p:cNvSpPr>
            <a:spLocks noGrp="1"/>
          </p:cNvSpPr>
          <p:nvPr>
            <p:ph type="title"/>
          </p:nvPr>
        </p:nvSpPr>
        <p:spPr/>
        <p:txBody>
          <a:bodyPr/>
          <a:lstStyle/>
          <a:p>
            <a:r>
              <a:rPr lang="en-US" sz="3200" b="1" u="sng" dirty="0"/>
              <a:t>FAQ’s</a:t>
            </a:r>
            <a:br>
              <a:rPr lang="en-US" b="1" dirty="0"/>
            </a:br>
            <a:endParaRPr lang="en-IN" b="1" dirty="0"/>
          </a:p>
        </p:txBody>
      </p:sp>
      <p:sp>
        <p:nvSpPr>
          <p:cNvPr id="3" name="Content Placeholder 2">
            <a:extLst>
              <a:ext uri="{FF2B5EF4-FFF2-40B4-BE49-F238E27FC236}">
                <a16:creationId xmlns:a16="http://schemas.microsoft.com/office/drawing/2014/main" id="{0EEFB08A-69F6-06EA-4689-F200AC2EB212}"/>
              </a:ext>
            </a:extLst>
          </p:cNvPr>
          <p:cNvSpPr>
            <a:spLocks noGrp="1"/>
          </p:cNvSpPr>
          <p:nvPr>
            <p:ph idx="1"/>
          </p:nvPr>
        </p:nvSpPr>
        <p:spPr>
          <a:xfrm>
            <a:off x="838200" y="1488273"/>
            <a:ext cx="10995735" cy="4351338"/>
          </a:xfrm>
        </p:spPr>
        <p:txBody>
          <a:bodyPr/>
          <a:lstStyle/>
          <a:p>
            <a:pPr marL="0" indent="0">
              <a:buNone/>
            </a:pPr>
            <a:r>
              <a:rPr lang="en-US" dirty="0"/>
              <a:t>1. Count number of links in app and print all names of links</a:t>
            </a:r>
          </a:p>
          <a:p>
            <a:pPr marL="0" indent="0">
              <a:buNone/>
            </a:pPr>
            <a:r>
              <a:rPr lang="en-US" dirty="0"/>
              <a:t>2. Verify Number of links should be greater than number of buttons in app</a:t>
            </a:r>
          </a:p>
          <a:p>
            <a:pPr marL="0" indent="0">
              <a:buNone/>
            </a:pPr>
            <a:r>
              <a:rPr lang="en-US" dirty="0"/>
              <a:t>3. What is the difference between “findElement” and “findElements”</a:t>
            </a:r>
          </a:p>
          <a:p>
            <a:pPr marL="0" indent="0">
              <a:buNone/>
            </a:pPr>
            <a:r>
              <a:rPr lang="en-US" dirty="0"/>
              <a:t>4. What is the difference between common and Unique locators</a:t>
            </a:r>
          </a:p>
          <a:p>
            <a:pPr marL="0" indent="0">
              <a:buNone/>
            </a:pPr>
            <a:r>
              <a:rPr lang="en-US" dirty="0"/>
              <a:t>5. Count number of links and export all links to Excel</a:t>
            </a:r>
          </a:p>
          <a:p>
            <a:pPr marL="0" indent="0">
              <a:buNone/>
            </a:pPr>
            <a:r>
              <a:rPr lang="en-US" dirty="0"/>
              <a:t>6. Write a program to count number of links and click on last but one link</a:t>
            </a:r>
            <a:endParaRPr lang="en-IN" dirty="0"/>
          </a:p>
        </p:txBody>
      </p:sp>
    </p:spTree>
    <p:extLst>
      <p:ext uri="{BB962C8B-B14F-4D97-AF65-F5344CB8AC3E}">
        <p14:creationId xmlns:p14="http://schemas.microsoft.com/office/powerpoint/2010/main" val="42597368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TotalTime>
  <Words>198</Words>
  <Application>Microsoft Office PowerPoint</Application>
  <PresentationFormat>Widescreen</PresentationFormat>
  <Paragraphs>18</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Baskerville Old Face</vt:lpstr>
      <vt:lpstr>Calibri</vt:lpstr>
      <vt:lpstr>Calibri Light</vt:lpstr>
      <vt:lpstr>Office Theme</vt:lpstr>
      <vt:lpstr>PowerPoint Presentation</vt:lpstr>
      <vt:lpstr>WORKING WITH SIMILAR MULTIPLE ELEMENTS</vt:lpstr>
      <vt:lpstr>PowerPoint Presentation</vt:lpstr>
      <vt:lpstr>PowerPoint Presentation</vt:lpstr>
      <vt:lpstr>PowerPoint Presentation</vt:lpstr>
      <vt:lpstr>PowerPoint Presentation</vt:lpstr>
      <vt:lpstr>PowerPoint Presentation</vt:lpstr>
      <vt:lpstr>findElement() Vs findElements() method</vt:lpstr>
      <vt:lpstr>FAQ’s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Manas Tuwani</dc:creator>
  <cp:lastModifiedBy>Manas Tuwani</cp:lastModifiedBy>
  <cp:revision>4</cp:revision>
  <dcterms:created xsi:type="dcterms:W3CDTF">2022-05-29T11:56:59Z</dcterms:created>
  <dcterms:modified xsi:type="dcterms:W3CDTF">2024-10-24T15:24:21Z</dcterms:modified>
</cp:coreProperties>
</file>