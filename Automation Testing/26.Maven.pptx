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7" r:id="rId10"/>
    <p:sldId id="269" r:id="rId11"/>
    <p:sldId id="268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301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5d421215-a11f-4a6e-90ca-e8ac2213fab6" providerId="ADAL" clId="{D499B1E4-CE26-402A-ABBB-95F23BDB9CD2}"/>
    <pc:docChg chg="modSld">
      <pc:chgData name="Manas Tuwani" userId="5d421215-a11f-4a6e-90ca-e8ac2213fab6" providerId="ADAL" clId="{D499B1E4-CE26-402A-ABBB-95F23BDB9CD2}" dt="2023-08-19T03:33:15.608" v="1" actId="1076"/>
      <pc:docMkLst>
        <pc:docMk/>
      </pc:docMkLst>
      <pc:sldChg chg="modSp mod">
        <pc:chgData name="Manas Tuwani" userId="5d421215-a11f-4a6e-90ca-e8ac2213fab6" providerId="ADAL" clId="{D499B1E4-CE26-402A-ABBB-95F23BDB9CD2}" dt="2023-08-19T03:33:04.202" v="0" actId="1076"/>
        <pc:sldMkLst>
          <pc:docMk/>
          <pc:sldMk cId="3688383853" sldId="258"/>
        </pc:sldMkLst>
        <pc:spChg chg="mod">
          <ac:chgData name="Manas Tuwani" userId="5d421215-a11f-4a6e-90ca-e8ac2213fab6" providerId="ADAL" clId="{D499B1E4-CE26-402A-ABBB-95F23BDB9CD2}" dt="2023-08-19T03:33:04.202" v="0" actId="1076"/>
          <ac:spMkLst>
            <pc:docMk/>
            <pc:sldMk cId="3688383853" sldId="258"/>
            <ac:spMk id="2" creationId="{ABD96E0A-5BD0-8CD2-204D-FD89846A824D}"/>
          </ac:spMkLst>
        </pc:spChg>
      </pc:sldChg>
      <pc:sldChg chg="modSp mod">
        <pc:chgData name="Manas Tuwani" userId="5d421215-a11f-4a6e-90ca-e8ac2213fab6" providerId="ADAL" clId="{D499B1E4-CE26-402A-ABBB-95F23BDB9CD2}" dt="2023-08-19T03:33:15.608" v="1" actId="1076"/>
        <pc:sldMkLst>
          <pc:docMk/>
          <pc:sldMk cId="224201496" sldId="259"/>
        </pc:sldMkLst>
        <pc:spChg chg="mod">
          <ac:chgData name="Manas Tuwani" userId="5d421215-a11f-4a6e-90ca-e8ac2213fab6" providerId="ADAL" clId="{D499B1E4-CE26-402A-ABBB-95F23BDB9CD2}" dt="2023-08-19T03:33:15.608" v="1" actId="1076"/>
          <ac:spMkLst>
            <pc:docMk/>
            <pc:sldMk cId="224201496" sldId="259"/>
            <ac:spMk id="2" creationId="{D8C8CCB2-617D-1848-9924-2C27EE3A7AEB}"/>
          </ac:spMkLst>
        </pc:spChg>
      </pc:sldChg>
    </pc:docChg>
  </pc:docChgLst>
  <pc:docChgLst>
    <pc:chgData name="Manas Tuwani" userId="5d421215-a11f-4a6e-90ca-e8ac2213fab6" providerId="ADAL" clId="{A070514A-BD2E-4A2A-BE70-24B03FA945E2}"/>
    <pc:docChg chg="addSld modSld">
      <pc:chgData name="Manas Tuwani" userId="5d421215-a11f-4a6e-90ca-e8ac2213fab6" providerId="ADAL" clId="{A070514A-BD2E-4A2A-BE70-24B03FA945E2}" dt="2023-05-05T15:37:47.924" v="1" actId="22"/>
      <pc:docMkLst>
        <pc:docMk/>
      </pc:docMkLst>
      <pc:sldChg chg="addSp new mod">
        <pc:chgData name="Manas Tuwani" userId="5d421215-a11f-4a6e-90ca-e8ac2213fab6" providerId="ADAL" clId="{A070514A-BD2E-4A2A-BE70-24B03FA945E2}" dt="2023-05-05T15:37:47.924" v="1" actId="22"/>
        <pc:sldMkLst>
          <pc:docMk/>
          <pc:sldMk cId="4079535112" sldId="270"/>
        </pc:sldMkLst>
        <pc:picChg chg="add">
          <ac:chgData name="Manas Tuwani" userId="5d421215-a11f-4a6e-90ca-e8ac2213fab6" providerId="ADAL" clId="{A070514A-BD2E-4A2A-BE70-24B03FA945E2}" dt="2023-05-05T15:37:47.924" v="1" actId="22"/>
          <ac:picMkLst>
            <pc:docMk/>
            <pc:sldMk cId="4079535112" sldId="270"/>
            <ac:picMk id="3" creationId="{A8326FAC-E682-8A24-49EC-B2508F2689EC}"/>
          </ac:picMkLst>
        </pc:picChg>
      </pc:sldChg>
    </pc:docChg>
  </pc:docChgLst>
  <pc:docChgLst>
    <pc:chgData name="Manas Tuwani" userId="5d421215-a11f-4a6e-90ca-e8ac2213fab6" providerId="ADAL" clId="{F6443CFD-9045-49BA-85C3-104991A83316}"/>
    <pc:docChg chg="modSld">
      <pc:chgData name="Manas Tuwani" userId="5d421215-a11f-4a6e-90ca-e8ac2213fab6" providerId="ADAL" clId="{F6443CFD-9045-49BA-85C3-104991A83316}" dt="2024-08-29T02:14:28.930" v="2" actId="113"/>
      <pc:docMkLst>
        <pc:docMk/>
      </pc:docMkLst>
      <pc:sldChg chg="modSp mod">
        <pc:chgData name="Manas Tuwani" userId="5d421215-a11f-4a6e-90ca-e8ac2213fab6" providerId="ADAL" clId="{F6443CFD-9045-49BA-85C3-104991A83316}" dt="2024-08-29T02:14:28.930" v="2" actId="113"/>
        <pc:sldMkLst>
          <pc:docMk/>
          <pc:sldMk cId="696170075" sldId="257"/>
        </pc:sldMkLst>
        <pc:spChg chg="mod">
          <ac:chgData name="Manas Tuwani" userId="5d421215-a11f-4a6e-90ca-e8ac2213fab6" providerId="ADAL" clId="{F6443CFD-9045-49BA-85C3-104991A83316}" dt="2024-08-29T02:14:28.930" v="2" actId="113"/>
          <ac:spMkLst>
            <pc:docMk/>
            <pc:sldMk cId="696170075" sldId="257"/>
            <ac:spMk id="3" creationId="{99200FFB-A9CC-DD2C-8B57-52B1F49C1A93}"/>
          </ac:spMkLst>
        </pc:spChg>
      </pc:sldChg>
    </pc:docChg>
  </pc:docChgLst>
  <pc:docChgLst>
    <pc:chgData name="Manas Tuwani" userId="5d421215-a11f-4a6e-90ca-e8ac2213fab6" providerId="ADAL" clId="{9ABC441C-666C-4A2B-9209-3263F7B94B02}"/>
    <pc:docChg chg="custSel addSld modSld">
      <pc:chgData name="Manas Tuwani" userId="5d421215-a11f-4a6e-90ca-e8ac2213fab6" providerId="ADAL" clId="{9ABC441C-666C-4A2B-9209-3263F7B94B02}" dt="2022-09-06T13:23:51.219" v="20" actId="20577"/>
      <pc:docMkLst>
        <pc:docMk/>
      </pc:docMkLst>
      <pc:sldChg chg="modSp mod">
        <pc:chgData name="Manas Tuwani" userId="5d421215-a11f-4a6e-90ca-e8ac2213fab6" providerId="ADAL" clId="{9ABC441C-666C-4A2B-9209-3263F7B94B02}" dt="2022-09-06T13:22:23.454" v="11" actId="20577"/>
        <pc:sldMkLst>
          <pc:docMk/>
          <pc:sldMk cId="696170075" sldId="257"/>
        </pc:sldMkLst>
        <pc:spChg chg="mod">
          <ac:chgData name="Manas Tuwani" userId="5d421215-a11f-4a6e-90ca-e8ac2213fab6" providerId="ADAL" clId="{9ABC441C-666C-4A2B-9209-3263F7B94B02}" dt="2022-09-06T13:22:23.454" v="11" actId="20577"/>
          <ac:spMkLst>
            <pc:docMk/>
            <pc:sldMk cId="696170075" sldId="257"/>
            <ac:spMk id="3" creationId="{99200FFB-A9CC-DD2C-8B57-52B1F49C1A93}"/>
          </ac:spMkLst>
        </pc:spChg>
      </pc:sldChg>
      <pc:sldChg chg="modSp mod">
        <pc:chgData name="Manas Tuwani" userId="5d421215-a11f-4a6e-90ca-e8ac2213fab6" providerId="ADAL" clId="{9ABC441C-666C-4A2B-9209-3263F7B94B02}" dt="2022-09-06T13:23:51.219" v="20" actId="20577"/>
        <pc:sldMkLst>
          <pc:docMk/>
          <pc:sldMk cId="3591170899" sldId="262"/>
        </pc:sldMkLst>
        <pc:graphicFrameChg chg="modGraphic">
          <ac:chgData name="Manas Tuwani" userId="5d421215-a11f-4a6e-90ca-e8ac2213fab6" providerId="ADAL" clId="{9ABC441C-666C-4A2B-9209-3263F7B94B02}" dt="2022-09-06T13:23:51.219" v="20" actId="20577"/>
          <ac:graphicFrameMkLst>
            <pc:docMk/>
            <pc:sldMk cId="3591170899" sldId="262"/>
            <ac:graphicFrameMk id="2" creationId="{7631FF9F-B81C-F76A-6304-27F1185AE2AA}"/>
          </ac:graphicFrameMkLst>
        </pc:graphicFrameChg>
      </pc:sldChg>
      <pc:sldChg chg="addSp modSp new mod setBg">
        <pc:chgData name="Manas Tuwani" userId="5d421215-a11f-4a6e-90ca-e8ac2213fab6" providerId="ADAL" clId="{9ABC441C-666C-4A2B-9209-3263F7B94B02}" dt="2022-09-06T13:04:54.945" v="2" actId="26606"/>
        <pc:sldMkLst>
          <pc:docMk/>
          <pc:sldMk cId="2418043500" sldId="268"/>
        </pc:sldMkLst>
        <pc:spChg chg="add">
          <ac:chgData name="Manas Tuwani" userId="5d421215-a11f-4a6e-90ca-e8ac2213fab6" providerId="ADAL" clId="{9ABC441C-666C-4A2B-9209-3263F7B94B02}" dt="2022-09-06T13:04:54.945" v="2" actId="26606"/>
          <ac:spMkLst>
            <pc:docMk/>
            <pc:sldMk cId="2418043500" sldId="268"/>
            <ac:spMk id="8" creationId="{F3060C83-F051-4F0E-ABAD-AA0DFC48B218}"/>
          </ac:spMkLst>
        </pc:spChg>
        <pc:spChg chg="add">
          <ac:chgData name="Manas Tuwani" userId="5d421215-a11f-4a6e-90ca-e8ac2213fab6" providerId="ADAL" clId="{9ABC441C-666C-4A2B-9209-3263F7B94B02}" dt="2022-09-06T13:04:54.945" v="2" actId="26606"/>
          <ac:spMkLst>
            <pc:docMk/>
            <pc:sldMk cId="2418043500" sldId="268"/>
            <ac:spMk id="10" creationId="{83C98ABE-055B-441F-B07E-44F97F083C39}"/>
          </ac:spMkLst>
        </pc:spChg>
        <pc:spChg chg="add">
          <ac:chgData name="Manas Tuwani" userId="5d421215-a11f-4a6e-90ca-e8ac2213fab6" providerId="ADAL" clId="{9ABC441C-666C-4A2B-9209-3263F7B94B02}" dt="2022-09-06T13:04:54.945" v="2" actId="26606"/>
          <ac:spMkLst>
            <pc:docMk/>
            <pc:sldMk cId="2418043500" sldId="268"/>
            <ac:spMk id="12" creationId="{29FDB030-9B49-4CED-8CCD-4D99382388AC}"/>
          </ac:spMkLst>
        </pc:spChg>
        <pc:spChg chg="add">
          <ac:chgData name="Manas Tuwani" userId="5d421215-a11f-4a6e-90ca-e8ac2213fab6" providerId="ADAL" clId="{9ABC441C-666C-4A2B-9209-3263F7B94B02}" dt="2022-09-06T13:04:54.945" v="2" actId="26606"/>
          <ac:spMkLst>
            <pc:docMk/>
            <pc:sldMk cId="2418043500" sldId="268"/>
            <ac:spMk id="14" creationId="{3783CA14-24A1-485C-8B30-D6A5D87987AD}"/>
          </ac:spMkLst>
        </pc:spChg>
        <pc:spChg chg="add">
          <ac:chgData name="Manas Tuwani" userId="5d421215-a11f-4a6e-90ca-e8ac2213fab6" providerId="ADAL" clId="{9ABC441C-666C-4A2B-9209-3263F7B94B02}" dt="2022-09-06T13:04:54.945" v="2" actId="26606"/>
          <ac:spMkLst>
            <pc:docMk/>
            <pc:sldMk cId="2418043500" sldId="268"/>
            <ac:spMk id="16" creationId="{9A97C86A-04D6-40F7-AE84-31AB43E6A846}"/>
          </ac:spMkLst>
        </pc:spChg>
        <pc:spChg chg="add">
          <ac:chgData name="Manas Tuwani" userId="5d421215-a11f-4a6e-90ca-e8ac2213fab6" providerId="ADAL" clId="{9ABC441C-666C-4A2B-9209-3263F7B94B02}" dt="2022-09-06T13:04:54.945" v="2" actId="26606"/>
          <ac:spMkLst>
            <pc:docMk/>
            <pc:sldMk cId="2418043500" sldId="268"/>
            <ac:spMk id="18" creationId="{FF9F2414-84E8-453E-B1F3-389FDE8192D9}"/>
          </ac:spMkLst>
        </pc:spChg>
        <pc:spChg chg="add">
          <ac:chgData name="Manas Tuwani" userId="5d421215-a11f-4a6e-90ca-e8ac2213fab6" providerId="ADAL" clId="{9ABC441C-666C-4A2B-9209-3263F7B94B02}" dt="2022-09-06T13:04:54.945" v="2" actId="26606"/>
          <ac:spMkLst>
            <pc:docMk/>
            <pc:sldMk cId="2418043500" sldId="268"/>
            <ac:spMk id="20" creationId="{3ECA69A1-7536-43AC-85EF-C7106179F5ED}"/>
          </ac:spMkLst>
        </pc:spChg>
        <pc:picChg chg="add mod">
          <ac:chgData name="Manas Tuwani" userId="5d421215-a11f-4a6e-90ca-e8ac2213fab6" providerId="ADAL" clId="{9ABC441C-666C-4A2B-9209-3263F7B94B02}" dt="2022-09-06T13:04:54.945" v="2" actId="26606"/>
          <ac:picMkLst>
            <pc:docMk/>
            <pc:sldMk cId="2418043500" sldId="268"/>
            <ac:picMk id="3" creationId="{D55BB303-5E0B-1740-5F82-85C7B508D338}"/>
          </ac:picMkLst>
        </pc:picChg>
      </pc:sldChg>
      <pc:sldChg chg="addSp modSp new mod setBg">
        <pc:chgData name="Manas Tuwani" userId="5d421215-a11f-4a6e-90ca-e8ac2213fab6" providerId="ADAL" clId="{9ABC441C-666C-4A2B-9209-3263F7B94B02}" dt="2022-09-06T13:05:56.040" v="5" actId="26606"/>
        <pc:sldMkLst>
          <pc:docMk/>
          <pc:sldMk cId="1328018685" sldId="269"/>
        </pc:sldMkLst>
        <pc:spChg chg="add">
          <ac:chgData name="Manas Tuwani" userId="5d421215-a11f-4a6e-90ca-e8ac2213fab6" providerId="ADAL" clId="{9ABC441C-666C-4A2B-9209-3263F7B94B02}" dt="2022-09-06T13:05:56.040" v="5" actId="26606"/>
          <ac:spMkLst>
            <pc:docMk/>
            <pc:sldMk cId="1328018685" sldId="269"/>
            <ac:spMk id="8" creationId="{86FF76B9-219D-4469-AF87-0236D29032F1}"/>
          </ac:spMkLst>
        </pc:spChg>
        <pc:spChg chg="add">
          <ac:chgData name="Manas Tuwani" userId="5d421215-a11f-4a6e-90ca-e8ac2213fab6" providerId="ADAL" clId="{9ABC441C-666C-4A2B-9209-3263F7B94B02}" dt="2022-09-06T13:05:56.040" v="5" actId="26606"/>
          <ac:spMkLst>
            <pc:docMk/>
            <pc:sldMk cId="1328018685" sldId="269"/>
            <ac:spMk id="14" creationId="{2E80C965-DB6D-4F81-9E9E-B027384D0BD6}"/>
          </ac:spMkLst>
        </pc:spChg>
        <pc:spChg chg="add">
          <ac:chgData name="Manas Tuwani" userId="5d421215-a11f-4a6e-90ca-e8ac2213fab6" providerId="ADAL" clId="{9ABC441C-666C-4A2B-9209-3263F7B94B02}" dt="2022-09-06T13:05:56.040" v="5" actId="26606"/>
          <ac:spMkLst>
            <pc:docMk/>
            <pc:sldMk cId="1328018685" sldId="269"/>
            <ac:spMk id="16" creationId="{633C5E46-DAC5-4661-9C87-22B08E2A512F}"/>
          </ac:spMkLst>
        </pc:spChg>
        <pc:grpChg chg="add">
          <ac:chgData name="Manas Tuwani" userId="5d421215-a11f-4a6e-90ca-e8ac2213fab6" providerId="ADAL" clId="{9ABC441C-666C-4A2B-9209-3263F7B94B02}" dt="2022-09-06T13:05:56.040" v="5" actId="26606"/>
          <ac:grpSpMkLst>
            <pc:docMk/>
            <pc:sldMk cId="1328018685" sldId="269"/>
            <ac:grpSpMk id="10" creationId="{DB88BD78-87E1-424D-B479-C37D8E41B12E}"/>
          </ac:grpSpMkLst>
        </pc:grpChg>
        <pc:picChg chg="add mod">
          <ac:chgData name="Manas Tuwani" userId="5d421215-a11f-4a6e-90ca-e8ac2213fab6" providerId="ADAL" clId="{9ABC441C-666C-4A2B-9209-3263F7B94B02}" dt="2022-09-06T13:05:56.040" v="5" actId="26606"/>
          <ac:picMkLst>
            <pc:docMk/>
            <pc:sldMk cId="1328018685" sldId="269"/>
            <ac:picMk id="3" creationId="{6B85C12F-BD23-70AA-848E-100843FE315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D18EBE-AC88-B171-A9B8-6EFEC69CD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138FBC9-A86C-2067-86D9-5DDF0E8BA3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D294451-C9BA-8619-36FB-0B6F7A888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18786-60AA-4D80-B7A0-F18A0A7955B9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37F60FA-4CA5-DBB6-DFDC-1A758BDDD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F17BBC5-BA33-5BB7-CBD3-9F7A43D3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935-8CDF-4A7F-93E5-96E83FEB69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69188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7462D2-9546-4941-CEF1-E923E1954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7293C2-6133-3ABE-A525-A66A8893E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35D4F22-8A34-D85B-605F-7D737A03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18786-60AA-4D80-B7A0-F18A0A7955B9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E86D4EA-951F-3A40-6CA4-0712315F6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C2017E0-7A6A-4767-2840-F43B0161F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935-8CDF-4A7F-93E5-96E83FEB69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9165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42B77B-A97C-ED97-25FD-2AD61F7E4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4ED23D7-84AA-6AEA-76EC-D1B896D08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4C5BF7-80CF-B56D-19E4-4BB606905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18786-60AA-4D80-B7A0-F18A0A7955B9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2E2B69A-0818-8534-6A60-D3D32BA98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5C98D94-8AB4-BF19-2E2A-B47264318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935-8CDF-4A7F-93E5-96E83FEB69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39929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2CC41C-05EC-A4AC-6ACE-F8F23265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B96F5F-A302-A89F-57CF-226655E45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CA68F39-7949-A927-A158-5B38CF306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8DCDEAE-17AA-61E6-1DB6-A653BDB63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18786-60AA-4D80-B7A0-F18A0A7955B9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A2302E1-384A-5A58-70CE-650FA3BB2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22FEBE4-886D-2D67-D962-F34D745D5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935-8CDF-4A7F-93E5-96E83FEB69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25040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F1C362-86DA-88EA-BFA6-824DD1BEA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B6B0AD1-72B0-4C5F-383E-C43ECC043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66EB7B5-BDDD-26ED-B41E-385326F28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8EB5A6C-883C-0EB3-25FF-B56E7DC0D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D09BEE1-6485-1BBD-4B7D-E57C26FE0C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5601426-C6A6-DACB-2E9C-EF1697371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18786-60AA-4D80-B7A0-F18A0A7955B9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F50D1C1-9BC9-1B20-111F-B8E0B7FC9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375626B3-4587-01F0-CC61-65CBAEFE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935-8CDF-4A7F-93E5-96E83FEB69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4350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D5C5E3-695D-9E04-DDD3-FB015D66D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A59F7B3-9202-0817-A257-EA3ED3C1D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18786-60AA-4D80-B7A0-F18A0A7955B9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00DDC43-D907-EE57-CAC4-EE95AE742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7AA0ACC-4352-4B34-AF75-D1CA57A99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935-8CDF-4A7F-93E5-96E83FEB69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42274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3E8FA9D-CDB0-882D-FB44-BCE5FB438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18786-60AA-4D80-B7A0-F18A0A7955B9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E76523A-B259-BB97-10EC-99FE18FA7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5C09F92-253E-183B-8B36-426DA05BF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935-8CDF-4A7F-93E5-96E83FEB69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36783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5550DB-051E-6B9F-AD72-09405E5F2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B6BDF5-25D3-C1EC-6050-049B440C2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6D07A71-C32B-5923-7C6A-5FA824651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4D364C9-443C-597C-573A-D3A0621B8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18786-60AA-4D80-B7A0-F18A0A7955B9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9C95D67-FB4F-A123-E9BF-CC19E227B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43F66A3-AFE9-8AEB-C957-CE78C624F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935-8CDF-4A7F-93E5-96E83FEB69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45543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67DD4B-2475-E591-7DEF-7EAB53455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C4B3FC6-7BF5-DF10-EB61-00384C3268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20292CD-D2D1-0EB5-CC81-313E40666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6D090BE-E0D3-0E6E-7F98-9A62C4BF6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18786-60AA-4D80-B7A0-F18A0A7955B9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44AD4F3-CA82-FD6D-6305-88102BE5E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5C6D95F-479C-99B1-3E8F-8F047D454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935-8CDF-4A7F-93E5-96E83FEB69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13796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DD8036-DBE4-0BA6-96B5-5897949B9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760E1F8-0DF6-0220-D4E5-EFB079764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2C0151B-D042-D856-F1A3-305CBCB9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18786-60AA-4D80-B7A0-F18A0A7955B9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5A7421E-C2C6-DDFC-4A23-13DBB7959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5BA5DD5-127A-3ACF-CAFC-11569B341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935-8CDF-4A7F-93E5-96E83FEB69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08519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68EA9A1B-D28C-4307-ECA6-EA29F7A69B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15FF2D3-9AE5-95C5-6BE6-42DD890FB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2DBB06B-8427-E138-68A9-1AD102526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18786-60AA-4D80-B7A0-F18A0A7955B9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DF0840C-87AC-F29A-17D4-69C3E6664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F72EC56-46FD-02EA-C293-6D0B357A9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9935-8CDF-4A7F-93E5-96E83FEB69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6315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DA42A65-63C8-D104-F8A1-710454508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4928925-5C33-A85F-9102-96E53CF42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9D59E0B-E81A-307F-A6EE-589B8AC05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18786-60AA-4D80-B7A0-F18A0A7955B9}" type="datetimeFigureOut">
              <a:rPr lang="en-IN" smtClean="0"/>
              <a:pPr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D0EE65E-3095-1A7D-C8BF-F629768398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C8B766C-90EA-4BD4-1534-FC6F4B718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49935-8CDF-4A7F-93E5-96E83FEB69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62257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2D2B266D-3625-4584-A5C3-7D3F672CFF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C463B99A-73EE-4FBB-B7C4-F9F9BCC25C6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11">
            <a:extLst>
              <a:ext uri="{FF2B5EF4-FFF2-40B4-BE49-F238E27FC236}">
                <a16:creationId xmlns:a16="http://schemas.microsoft.com/office/drawing/2014/main" xmlns="" id="{A5D2A5D1-BA0D-47D3-B051-DA7743C46E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xmlns="" id="{C68D7D5D-9E23-9229-81E8-2A02A7FBF5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03818" y="228600"/>
            <a:ext cx="10108163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6614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F26301-338D-D0B0-43CC-12D08880C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610B38"/>
                </a:solidFill>
                <a:effectLst/>
                <a:latin typeface="erdana"/>
              </a:rPr>
              <a:t>MAVEN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200FFB-A9CC-DD2C-8B57-52B1F49C1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26227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300" b="0" i="0" dirty="0">
                <a:solidFill>
                  <a:srgbClr val="333333"/>
                </a:solidFill>
                <a:effectLst/>
              </a:rPr>
              <a:t>Maven is a powerful </a:t>
            </a:r>
            <a:r>
              <a:rPr lang="en-US" sz="2300" b="1" dirty="0">
                <a:solidFill>
                  <a:srgbClr val="333333"/>
                </a:solidFill>
                <a:effectLst/>
              </a:rPr>
              <a:t>build </a:t>
            </a:r>
            <a:r>
              <a:rPr lang="en-US" sz="2300" b="1" dirty="0" smtClean="0">
                <a:solidFill>
                  <a:srgbClr val="333333"/>
                </a:solidFill>
                <a:effectLst/>
              </a:rPr>
              <a:t>automation &amp; dependency management </a:t>
            </a:r>
            <a:r>
              <a:rPr lang="en-US" sz="2300" dirty="0" smtClean="0">
                <a:solidFill>
                  <a:srgbClr val="333333"/>
                </a:solidFill>
                <a:effectLst/>
              </a:rPr>
              <a:t>tool </a:t>
            </a:r>
            <a:r>
              <a:rPr lang="en-US" sz="2300" dirty="0" smtClean="0">
                <a:solidFill>
                  <a:srgbClr val="333333"/>
                </a:solidFill>
              </a:rPr>
              <a:t>used in mainly Java Base project. </a:t>
            </a:r>
            <a:r>
              <a:rPr lang="en-US" sz="2300" b="0" i="0" dirty="0" smtClean="0">
                <a:solidFill>
                  <a:srgbClr val="333333"/>
                </a:solidFill>
                <a:effectLst/>
              </a:rPr>
              <a:t>It </a:t>
            </a:r>
            <a:r>
              <a:rPr lang="en-US" sz="2300" b="0" i="0" dirty="0">
                <a:solidFill>
                  <a:srgbClr val="333333"/>
                </a:solidFill>
                <a:effectLst/>
              </a:rPr>
              <a:t>is used for projects build, dependency and documentation.</a:t>
            </a:r>
          </a:p>
          <a:p>
            <a:pPr marL="0" indent="0">
              <a:buNone/>
            </a:pPr>
            <a:endParaRPr lang="en-US" sz="2300" dirty="0">
              <a:solidFill>
                <a:srgbClr val="333333"/>
              </a:solidFill>
            </a:endParaRPr>
          </a:p>
          <a:p>
            <a:pPr marL="0" indent="0">
              <a:buNone/>
            </a:pPr>
            <a:r>
              <a:rPr lang="en-US" sz="2300" b="0" i="0" dirty="0">
                <a:solidFill>
                  <a:srgbClr val="000000"/>
                </a:solidFill>
                <a:effectLst/>
              </a:rPr>
              <a:t>Apache Maven is a software project management and comprehension tool. Based on the concept of a project object model (POM), Maven can manage a project's build, reporting and documentation from a central piece of information. Using maven, we can build and manage any Java based project</a:t>
            </a:r>
            <a:r>
              <a:rPr lang="en-US" sz="2300" b="0" i="0" dirty="0" smtClean="0">
                <a:solidFill>
                  <a:srgbClr val="000000"/>
                </a:solidFill>
                <a:effectLst/>
                <a:latin typeface="Nunito" panose="020B0604020202020204" pitchFamily="2" charset="0"/>
              </a:rPr>
              <a:t>.</a:t>
            </a:r>
          </a:p>
          <a:p>
            <a:pPr marL="0" indent="0">
              <a:buNone/>
            </a:pPr>
            <a:endParaRPr lang="en-IN" sz="2300" dirty="0" smtClean="0">
              <a:solidFill>
                <a:srgbClr val="000000"/>
              </a:solidFill>
              <a:latin typeface="Nunito" panose="020B0604020202020204" pitchFamily="2" charset="0"/>
            </a:endParaRPr>
          </a:p>
          <a:p>
            <a:pPr marL="0" indent="0">
              <a:buNone/>
            </a:pPr>
            <a:r>
              <a:rPr lang="en-US" sz="2300" dirty="0" smtClean="0"/>
              <a:t>Maven is a build automation and project management tool used mainly for Java projects. It helps developers build, manage, and document software projects easily.</a:t>
            </a:r>
            <a:endParaRPr lang="en-IN" sz="2300" dirty="0"/>
          </a:p>
        </p:txBody>
      </p:sp>
    </p:spTree>
    <p:extLst>
      <p:ext uri="{BB962C8B-B14F-4D97-AF65-F5344CB8AC3E}">
        <p14:creationId xmlns:p14="http://schemas.microsoft.com/office/powerpoint/2010/main" xmlns="" val="696170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D96E0A-5BD0-8CD2-204D-FD89846A8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45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Understanding the problem without Maven</a:t>
            </a:r>
            <a:br>
              <a:rPr lang="en-US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84B74E-B7B9-DC48-1B89-9B28E2698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There are many problems that we face during the project development. They are discussed below:</a:t>
            </a:r>
          </a:p>
          <a:p>
            <a:pPr marL="0" indent="0" algn="just">
              <a:buNone/>
            </a:pP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1) Adding set of Jars in each project: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In case of struts, spring, hibernate frameworks, we need to add set of jar files in each project. It must include all the dependencies of jars also.</a:t>
            </a:r>
          </a:p>
          <a:p>
            <a:pPr marL="0" indent="0" algn="just">
              <a:buNone/>
            </a:pP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2) Creating the right project structure: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We must create the right project structure in servlet, struts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etc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, otherwise it will not be executed.</a:t>
            </a:r>
          </a:p>
          <a:p>
            <a:pPr marL="0" indent="0" algn="just">
              <a:buNone/>
            </a:pP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3) Building and Deploying the project: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We must have to build and deploy the project so that it may work.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688383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C8CCB2-617D-1848-9924-2C27EE3A7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What it does?</a:t>
            </a:r>
            <a:br>
              <a:rPr lang="en-US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F947FF7-06AF-7C0D-B7AE-E07D0CA44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 It makes a project easy to </a:t>
            </a:r>
            <a:r>
              <a:rPr lang="en-US" b="0" i="0" dirty="0" smtClean="0">
                <a:solidFill>
                  <a:srgbClr val="000000"/>
                </a:solidFill>
                <a:effectLst/>
              </a:rPr>
              <a:t>build.</a:t>
            </a:r>
          </a:p>
          <a:p>
            <a:pPr algn="just">
              <a:buFont typeface="+mj-lt"/>
              <a:buAutoNum type="arabicPeriod"/>
            </a:pPr>
            <a:r>
              <a:rPr lang="en-IN" dirty="0" smtClean="0">
                <a:solidFill>
                  <a:srgbClr val="000000"/>
                </a:solidFill>
              </a:rPr>
              <a:t>Centralized the Dependency Management.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pPr algn="just">
              <a:buFont typeface="+mj-lt"/>
              <a:buAutoNum type="arabicPeriod"/>
            </a:pPr>
            <a:r>
              <a:rPr lang="en-US" b="0" i="0" dirty="0" smtClean="0">
                <a:solidFill>
                  <a:srgbClr val="000000"/>
                </a:solidFill>
                <a:effectLst/>
              </a:rPr>
              <a:t>It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provides project information (log document, cross referenced sources, mailing list, dependency list, unit test reports etc.)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 It is easy to migrate for new features of </a:t>
            </a:r>
            <a:r>
              <a:rPr lang="en-US" b="0" i="0" dirty="0" smtClean="0">
                <a:solidFill>
                  <a:srgbClr val="000000"/>
                </a:solidFill>
                <a:effectLst/>
              </a:rPr>
              <a:t>Maven.</a:t>
            </a:r>
            <a:endParaRPr lang="en-US" b="0" i="0" dirty="0" smtClean="0">
              <a:solidFill>
                <a:srgbClr val="000000"/>
              </a:solidFill>
              <a:effectLst/>
            </a:endParaRPr>
          </a:p>
          <a:p>
            <a:pPr>
              <a:buNone/>
            </a:pPr>
            <a:r>
              <a:rPr lang="en-US" dirty="0" smtClean="0"/>
              <a:t>4. Integration with IDEs (Eclipse, IntelliJ, etc.)</a:t>
            </a:r>
          </a:p>
          <a:p>
            <a:pPr>
              <a:buNone/>
            </a:pPr>
            <a:r>
              <a:rPr lang="en-US" dirty="0" smtClean="0"/>
              <a:t>5. Works well with CI/CD tools like </a:t>
            </a:r>
            <a:r>
              <a:rPr lang="en-US" dirty="0" smtClean="0"/>
              <a:t>Jenkins.</a:t>
            </a:r>
            <a:endParaRPr lang="en-US" dirty="0" smtClean="0"/>
          </a:p>
          <a:p>
            <a:pPr algn="just">
              <a:buFont typeface="+mj-lt"/>
              <a:buAutoNum type="arabicPeriod"/>
            </a:pPr>
            <a:endParaRPr lang="en-US" b="0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24201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7D31CE-FBD0-F93B-760D-E825144D3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344" y="681037"/>
            <a:ext cx="10515600" cy="1325563"/>
          </a:xfrm>
        </p:spPr>
        <p:txBody>
          <a:bodyPr/>
          <a:lstStyle/>
          <a:p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Maven pom.xml file</a:t>
            </a:r>
            <a:br>
              <a:rPr lang="en-US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A53F49E-43C4-7E55-2EAC-FB9FD6393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6600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POM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is an acronym for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Project Object Model</a:t>
            </a:r>
            <a:r>
              <a:rPr lang="en-US" b="0" i="0" dirty="0" smtClean="0">
                <a:solidFill>
                  <a:srgbClr val="333333"/>
                </a:solidFill>
                <a:effectLst/>
                <a:latin typeface="inter-regular"/>
              </a:rPr>
              <a:t>. It is core configuration file in </a:t>
            </a:r>
            <a:r>
              <a:rPr lang="en-US" b="0" i="0" smtClean="0">
                <a:solidFill>
                  <a:srgbClr val="333333"/>
                </a:solidFill>
                <a:effectLst/>
                <a:latin typeface="inter-regular"/>
              </a:rPr>
              <a:t>Maven Project.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pom.xml file contains information of project and configuration information for the maven to build the project such as dependencies, build directory, source directory, test source directory, plugin, goals etc.</a:t>
            </a:r>
          </a:p>
          <a:p>
            <a:pPr marL="0" indent="0" algn="just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Maven reads the pom.xml file, then executes the goal.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088962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7631FF9F-B81C-F76A-6304-27F1185AE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30678230"/>
              </p:ext>
            </p:extLst>
          </p:nvPr>
        </p:nvGraphicFramePr>
        <p:xfrm>
          <a:off x="643467" y="748402"/>
          <a:ext cx="10905066" cy="5648970"/>
        </p:xfrm>
        <a:graphic>
          <a:graphicData uri="http://schemas.openxmlformats.org/drawingml/2006/table">
            <a:tbl>
              <a:tblPr firstRow="1" bandRow="1"/>
              <a:tblGrid>
                <a:gridCol w="4750689">
                  <a:extLst>
                    <a:ext uri="{9D8B030D-6E8A-4147-A177-3AD203B41FA5}">
                      <a16:colId xmlns:a16="http://schemas.microsoft.com/office/drawing/2014/main" xmlns="" val="1928835858"/>
                    </a:ext>
                  </a:extLst>
                </a:gridCol>
                <a:gridCol w="6154377">
                  <a:extLst>
                    <a:ext uri="{9D8B030D-6E8A-4147-A177-3AD203B41FA5}">
                      <a16:colId xmlns:a16="http://schemas.microsoft.com/office/drawing/2014/main" xmlns="" val="101335878"/>
                    </a:ext>
                  </a:extLst>
                </a:gridCol>
              </a:tblGrid>
              <a:tr h="585176">
                <a:tc>
                  <a:txBody>
                    <a:bodyPr/>
                    <a:lstStyle/>
                    <a:p>
                      <a:pPr algn="l" fontAlgn="t"/>
                      <a:r>
                        <a:rPr lang="en-IN" sz="2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Element</a:t>
                      </a:r>
                    </a:p>
                  </a:txBody>
                  <a:tcPr marL="104226" marR="104226" marT="104226" marB="104226">
                    <a:lnL w="7620" cap="flat" cmpd="sng" algn="ctr">
                      <a:solidFill>
                        <a:srgbClr val="4026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26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26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104226" marR="104226" marT="104226" marB="104226">
                    <a:lnL w="7620" cap="flat" cmpd="sng" algn="ctr">
                      <a:solidFill>
                        <a:srgbClr val="4026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4026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4026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88236141"/>
                  </a:ext>
                </a:extLst>
              </a:tr>
              <a:tr h="515694">
                <a:tc>
                  <a:txBody>
                    <a:bodyPr/>
                    <a:lstStyle/>
                    <a:p>
                      <a:pPr algn="just" fontAlgn="t"/>
                      <a:r>
                        <a:rPr lang="en-IN" sz="2100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project</a:t>
                      </a:r>
                      <a:endParaRPr lang="en-IN" sz="210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9485" marR="69485" marT="69485" marB="69485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1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the root element of pom.xml file.</a:t>
                      </a:r>
                    </a:p>
                  </a:txBody>
                  <a:tcPr marL="69485" marR="69485" marT="69485" marB="69485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5225548"/>
                  </a:ext>
                </a:extLst>
              </a:tr>
              <a:tr h="82963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2100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modelVersion</a:t>
                      </a:r>
                      <a:endParaRPr lang="en-IN" sz="210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9485" marR="69485" marT="69485" marB="69485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1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the sub element of project. It specifies the modelVersion. It should be set to 4.0.0.</a:t>
                      </a:r>
                    </a:p>
                  </a:txBody>
                  <a:tcPr marL="69485" marR="69485" marT="69485" marB="69485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61619947"/>
                  </a:ext>
                </a:extLst>
              </a:tr>
              <a:tr h="82963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2100" b="1" dirty="0" err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groupId</a:t>
                      </a:r>
                      <a:endParaRPr lang="en-IN" sz="21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9485" marR="69485" marT="69485" marB="69485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1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the sub element of project. It specifies the id for the project group(package).</a:t>
                      </a:r>
                    </a:p>
                  </a:txBody>
                  <a:tcPr marL="69485" marR="69485" marT="69485" marB="69485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37575070"/>
                  </a:ext>
                </a:extLst>
              </a:tr>
              <a:tr h="1771437">
                <a:tc>
                  <a:txBody>
                    <a:bodyPr/>
                    <a:lstStyle/>
                    <a:p>
                      <a:pPr algn="just" fontAlgn="t"/>
                      <a:r>
                        <a:rPr lang="en-IN" sz="2100" b="1" dirty="0" err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artifactId</a:t>
                      </a:r>
                      <a:endParaRPr lang="en-IN" sz="2100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9485" marR="69485" marT="69485" marB="69485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1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the sub element of project. It specifies the id for the artifact (project). An artifact is something that is either produced or used by a project. Examples of artifacts produced by Maven for a project include: JARs, source and binary distributions, and WARs.</a:t>
                      </a:r>
                    </a:p>
                  </a:txBody>
                  <a:tcPr marL="69485" marR="69485" marT="69485" marB="69485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06406638"/>
                  </a:ext>
                </a:extLst>
              </a:tr>
              <a:tr h="82963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2100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version</a:t>
                      </a:r>
                      <a:endParaRPr lang="en-IN" sz="210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9485" marR="69485" marT="69485" marB="69485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1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 is the sub element of project. It specifies the version of the artifact under given group.</a:t>
                      </a:r>
                    </a:p>
                  </a:txBody>
                  <a:tcPr marL="69485" marR="69485" marT="69485" marB="69485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66941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91170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D795A0B-3867-3E48-F492-AE153CE6376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3467" y="1288880"/>
            <a:ext cx="10905066" cy="4280238"/>
          </a:xfrm>
          <a:prstGeom prst="rect">
            <a:avLst/>
          </a:prstGeom>
          <a:ln>
            <a:noFill/>
          </a:ln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7436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2B566528-1B12-4246-9431-5C2D7D0811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BA22AA-6026-BEB5-8A31-3F8298276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705" y="713127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 b="0" i="0" dirty="0">
                <a:solidFill>
                  <a:srgbClr val="A3301D"/>
                </a:solidFill>
                <a:effectLst/>
                <a:latin typeface="erdana"/>
              </a:rPr>
              <a:t>Maven pom.xml file with additional elements</a:t>
            </a:r>
            <a:r>
              <a:rPr lang="en-US" sz="3600" b="0" i="0" dirty="0">
                <a:effectLst/>
                <a:latin typeface="erdana"/>
              </a:rPr>
              <a:t/>
            </a:r>
            <a:br>
              <a:rPr lang="en-US" sz="3600" b="0" i="0" dirty="0">
                <a:effectLst/>
                <a:latin typeface="erdana"/>
              </a:rPr>
            </a:br>
            <a:endParaRPr lang="en-IN" sz="3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E80C965-DB6D-4F81-9E9E-B027384D0B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xmlns="" id="{A580F890-B085-4E95-96AA-55AEBEC5CE6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xmlns="" id="{D3F51FEB-38FB-4F6C-9F7B-2F2AFAB654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1E547BA6-BAE0-43BB-A7CA-60F69CE252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3CD6D285-032B-09FB-DBA5-4E243F9250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916546959"/>
              </p:ext>
            </p:extLst>
          </p:nvPr>
        </p:nvGraphicFramePr>
        <p:xfrm>
          <a:off x="838200" y="2018620"/>
          <a:ext cx="10515601" cy="4240086"/>
        </p:xfrm>
        <a:graphic>
          <a:graphicData uri="http://schemas.openxmlformats.org/drawingml/2006/table">
            <a:tbl>
              <a:tblPr firstRow="1" bandRow="1"/>
              <a:tblGrid>
                <a:gridCol w="4488771">
                  <a:extLst>
                    <a:ext uri="{9D8B030D-6E8A-4147-A177-3AD203B41FA5}">
                      <a16:colId xmlns:a16="http://schemas.microsoft.com/office/drawing/2014/main" xmlns="" val="4168580911"/>
                    </a:ext>
                  </a:extLst>
                </a:gridCol>
                <a:gridCol w="6026830">
                  <a:extLst>
                    <a:ext uri="{9D8B030D-6E8A-4147-A177-3AD203B41FA5}">
                      <a16:colId xmlns:a16="http://schemas.microsoft.com/office/drawing/2014/main" xmlns="" val="2243732199"/>
                    </a:ext>
                  </a:extLst>
                </a:gridCol>
              </a:tblGrid>
              <a:tr h="583395">
                <a:tc>
                  <a:txBody>
                    <a:bodyPr/>
                    <a:lstStyle/>
                    <a:p>
                      <a:pPr algn="l" fontAlgn="t"/>
                      <a:r>
                        <a:rPr lang="en-IN" sz="2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Element</a:t>
                      </a:r>
                    </a:p>
                  </a:txBody>
                  <a:tcPr marL="109024" marR="109024" marT="109024" marB="109024">
                    <a:lnL w="7620" cap="flat" cmpd="sng" algn="ctr">
                      <a:solidFill>
                        <a:srgbClr val="581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81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81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109024" marR="109024" marT="109024" marB="109024">
                    <a:lnL w="7620" cap="flat" cmpd="sng" algn="ctr">
                      <a:solidFill>
                        <a:srgbClr val="581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81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81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28402283"/>
                  </a:ext>
                </a:extLst>
              </a:tr>
              <a:tr h="510711">
                <a:tc>
                  <a:txBody>
                    <a:bodyPr/>
                    <a:lstStyle/>
                    <a:p>
                      <a:pPr algn="just" fontAlgn="t"/>
                      <a:r>
                        <a:rPr lang="en-IN" sz="2100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packaging</a:t>
                      </a:r>
                      <a:endParaRPr lang="en-IN" sz="210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2682" marR="72682" marT="72682" marB="72682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1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defines packaging type such as jar, war etc.</a:t>
                      </a:r>
                    </a:p>
                  </a:txBody>
                  <a:tcPr marL="72682" marR="72682" marT="72682" marB="72682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08866896"/>
                  </a:ext>
                </a:extLst>
              </a:tr>
              <a:tr h="510711">
                <a:tc>
                  <a:txBody>
                    <a:bodyPr/>
                    <a:lstStyle/>
                    <a:p>
                      <a:pPr algn="just" fontAlgn="t"/>
                      <a:r>
                        <a:rPr lang="en-IN" sz="2100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name</a:t>
                      </a:r>
                      <a:endParaRPr lang="en-IN" sz="210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2682" marR="72682" marT="72682" marB="72682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1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defines name of the maven project.</a:t>
                      </a:r>
                    </a:p>
                  </a:txBody>
                  <a:tcPr marL="72682" marR="72682" marT="72682" marB="72682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53537239"/>
                  </a:ext>
                </a:extLst>
              </a:tr>
              <a:tr h="510711">
                <a:tc>
                  <a:txBody>
                    <a:bodyPr/>
                    <a:lstStyle/>
                    <a:p>
                      <a:pPr algn="just" fontAlgn="t"/>
                      <a:r>
                        <a:rPr lang="en-IN" sz="2100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url</a:t>
                      </a:r>
                      <a:endParaRPr lang="en-IN" sz="210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2682" marR="72682" marT="72682" marB="72682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1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defines url of the project.</a:t>
                      </a:r>
                    </a:p>
                  </a:txBody>
                  <a:tcPr marL="72682" marR="72682" marT="72682" marB="72682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32071011"/>
                  </a:ext>
                </a:extLst>
              </a:tr>
              <a:tr h="510711">
                <a:tc>
                  <a:txBody>
                    <a:bodyPr/>
                    <a:lstStyle/>
                    <a:p>
                      <a:pPr algn="just" fontAlgn="t"/>
                      <a:r>
                        <a:rPr lang="en-IN" sz="2100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dependencies</a:t>
                      </a:r>
                      <a:endParaRPr lang="en-IN" sz="210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2682" marR="72682" marT="72682" marB="72682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1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defines dependencies for this project.</a:t>
                      </a:r>
                    </a:p>
                  </a:txBody>
                  <a:tcPr marL="72682" marR="72682" marT="72682" marB="72682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27994643"/>
                  </a:ext>
                </a:extLst>
              </a:tr>
              <a:tr h="510711">
                <a:tc>
                  <a:txBody>
                    <a:bodyPr/>
                    <a:lstStyle/>
                    <a:p>
                      <a:pPr algn="just" fontAlgn="t"/>
                      <a:r>
                        <a:rPr lang="en-IN" sz="2100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dependency</a:t>
                      </a:r>
                      <a:endParaRPr lang="en-IN" sz="210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2682" marR="72682" marT="72682" marB="72682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1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defines a dependency. It is used inside dependencies.</a:t>
                      </a:r>
                    </a:p>
                  </a:txBody>
                  <a:tcPr marL="72682" marR="72682" marT="72682" marB="72682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80389531"/>
                  </a:ext>
                </a:extLst>
              </a:tr>
              <a:tr h="828403">
                <a:tc>
                  <a:txBody>
                    <a:bodyPr/>
                    <a:lstStyle/>
                    <a:p>
                      <a:pPr algn="just" fontAlgn="t"/>
                      <a:r>
                        <a:rPr lang="en-IN" sz="2100" b="1">
                          <a:solidFill>
                            <a:srgbClr val="333333"/>
                          </a:solidFill>
                          <a:effectLst/>
                          <a:latin typeface="inter-bold"/>
                        </a:rPr>
                        <a:t>scope</a:t>
                      </a:r>
                      <a:endParaRPr lang="en-IN" sz="210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72682" marR="72682" marT="72682" marB="72682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1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defines scope for this maven project. It can be compile, provided, runtime, test and system.</a:t>
                      </a:r>
                    </a:p>
                  </a:txBody>
                  <a:tcPr marL="72682" marR="72682" marT="72682" marB="72682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11436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017911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8D3B191-F893-FA2B-E620-78B9148F5D3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30440" y="643467"/>
            <a:ext cx="9731120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00073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86FF76B9-219D-4469-AF87-0236D29032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DB88BD78-87E1-424D-B479-C37D8E41B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C05EB894-9410-4B20-95E4-7A25101AB8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166E38B6-B050-4340-8E8F-3A971DADC0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2E80C965-DB6D-4F81-9E9E-B027384D0B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xmlns="" id="{633C5E46-DAC5-4661-9C87-22B08E2A51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B85C12F-BD23-70AA-848E-100843FE315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328018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55BB303-5E0B-1740-5F82-85C7B508D33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18043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8326FAC-E682-8A24-49EC-B2508F2689E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79535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314</Words>
  <Application>Microsoft Office PowerPoint</Application>
  <PresentationFormat>Custom</PresentationFormat>
  <Paragraphs>51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MAVEN</vt:lpstr>
      <vt:lpstr>Understanding the problem without Maven </vt:lpstr>
      <vt:lpstr>What it does? </vt:lpstr>
      <vt:lpstr>Maven pom.xml file </vt:lpstr>
      <vt:lpstr>Slide 6</vt:lpstr>
      <vt:lpstr>Slide 7</vt:lpstr>
      <vt:lpstr>Maven pom.xml file with additional elements 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Tuwani</dc:creator>
  <cp:lastModifiedBy>Manas Tuwani</cp:lastModifiedBy>
  <cp:revision>8</cp:revision>
  <dcterms:created xsi:type="dcterms:W3CDTF">2022-06-11T09:24:43Z</dcterms:created>
  <dcterms:modified xsi:type="dcterms:W3CDTF">2025-11-26T18:21:52Z</dcterms:modified>
</cp:coreProperties>
</file>