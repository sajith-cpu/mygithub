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1" r:id="rId2"/>
    <p:sldId id="275" r:id="rId3"/>
    <p:sldId id="257" r:id="rId4"/>
    <p:sldId id="274" r:id="rId5"/>
    <p:sldId id="258" r:id="rId6"/>
    <p:sldId id="259" r:id="rId7"/>
    <p:sldId id="261" r:id="rId8"/>
    <p:sldId id="260" r:id="rId9"/>
    <p:sldId id="262" r:id="rId10"/>
    <p:sldId id="263" r:id="rId11"/>
    <p:sldId id="264" r:id="rId12"/>
    <p:sldId id="267" r:id="rId13"/>
    <p:sldId id="266" r:id="rId14"/>
    <p:sldId id="268" r:id="rId15"/>
    <p:sldId id="269" r:id="rId16"/>
    <p:sldId id="270" r:id="rId17"/>
    <p:sldId id="272"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5E4C394B-D859-4BA3-A675-93FC952BD676}"/>
    <pc:docChg chg="undo custSel addSld modSld">
      <pc:chgData name="Manas Tuwani" userId="5d421215-a11f-4a6e-90ca-e8ac2213fab6" providerId="ADAL" clId="{5E4C394B-D859-4BA3-A675-93FC952BD676}" dt="2022-08-02T09:59:11.145" v="196" actId="1076"/>
      <pc:docMkLst>
        <pc:docMk/>
      </pc:docMkLst>
      <pc:sldChg chg="addSp delSp modSp mod setBg">
        <pc:chgData name="Manas Tuwani" userId="5d421215-a11f-4a6e-90ca-e8ac2213fab6" providerId="ADAL" clId="{5E4C394B-D859-4BA3-A675-93FC952BD676}" dt="2022-08-02T09:53:44.376" v="157" actId="1076"/>
        <pc:sldMkLst>
          <pc:docMk/>
          <pc:sldMk cId="789695131" sldId="257"/>
        </pc:sldMkLst>
        <pc:spChg chg="mod">
          <ac:chgData name="Manas Tuwani" userId="5d421215-a11f-4a6e-90ca-e8ac2213fab6" providerId="ADAL" clId="{5E4C394B-D859-4BA3-A675-93FC952BD676}" dt="2022-08-02T09:53:44.376" v="157" actId="1076"/>
          <ac:spMkLst>
            <pc:docMk/>
            <pc:sldMk cId="789695131" sldId="257"/>
            <ac:spMk id="2" creationId="{00000000-0000-0000-0000-000000000000}"/>
          </ac:spMkLst>
        </pc:spChg>
        <pc:spChg chg="mod">
          <ac:chgData name="Manas Tuwani" userId="5d421215-a11f-4a6e-90ca-e8ac2213fab6" providerId="ADAL" clId="{5E4C394B-D859-4BA3-A675-93FC952BD676}" dt="2022-08-02T09:53:34.459" v="156" actId="1076"/>
          <ac:spMkLst>
            <pc:docMk/>
            <pc:sldMk cId="789695131" sldId="257"/>
            <ac:spMk id="3" creationId="{00000000-0000-0000-0000-000000000000}"/>
          </ac:spMkLst>
        </pc:spChg>
        <pc:spChg chg="add del">
          <ac:chgData name="Manas Tuwani" userId="5d421215-a11f-4a6e-90ca-e8ac2213fab6" providerId="ADAL" clId="{5E4C394B-D859-4BA3-A675-93FC952BD676}" dt="2022-08-02T09:48:10.266" v="80" actId="26606"/>
          <ac:spMkLst>
            <pc:docMk/>
            <pc:sldMk cId="789695131" sldId="257"/>
            <ac:spMk id="8" creationId="{100EDD19-6802-4EC3-95CE-CFFAB042CFD6}"/>
          </ac:spMkLst>
        </pc:spChg>
        <pc:spChg chg="add del">
          <ac:chgData name="Manas Tuwani" userId="5d421215-a11f-4a6e-90ca-e8ac2213fab6" providerId="ADAL" clId="{5E4C394B-D859-4BA3-A675-93FC952BD676}" dt="2022-08-02T09:48:10.266" v="80" actId="26606"/>
          <ac:spMkLst>
            <pc:docMk/>
            <pc:sldMk cId="789695131" sldId="257"/>
            <ac:spMk id="10" creationId="{DB17E863-922E-4C26-BD64-E8FD41D28661}"/>
          </ac:spMkLst>
        </pc:spChg>
        <pc:spChg chg="add del">
          <ac:chgData name="Manas Tuwani" userId="5d421215-a11f-4a6e-90ca-e8ac2213fab6" providerId="ADAL" clId="{5E4C394B-D859-4BA3-A675-93FC952BD676}" dt="2022-08-02T09:48:19.508" v="82" actId="26606"/>
          <ac:spMkLst>
            <pc:docMk/>
            <pc:sldMk cId="789695131" sldId="257"/>
            <ac:spMk id="12" creationId="{CD9FE4EF-C4D8-49A0-B2FF-81D8DB7D8A24}"/>
          </ac:spMkLst>
        </pc:spChg>
        <pc:spChg chg="add del">
          <ac:chgData name="Manas Tuwani" userId="5d421215-a11f-4a6e-90ca-e8ac2213fab6" providerId="ADAL" clId="{5E4C394B-D859-4BA3-A675-93FC952BD676}" dt="2022-08-02T09:48:19.508" v="82" actId="26606"/>
          <ac:spMkLst>
            <pc:docMk/>
            <pc:sldMk cId="789695131" sldId="257"/>
            <ac:spMk id="13" creationId="{09588DA8-065E-4F6F-8EFD-43104AB2E0CF}"/>
          </ac:spMkLst>
        </pc:spChg>
        <pc:spChg chg="add del">
          <ac:chgData name="Manas Tuwani" userId="5d421215-a11f-4a6e-90ca-e8ac2213fab6" providerId="ADAL" clId="{5E4C394B-D859-4BA3-A675-93FC952BD676}" dt="2022-08-02T09:48:19.508" v="82" actId="26606"/>
          <ac:spMkLst>
            <pc:docMk/>
            <pc:sldMk cId="789695131" sldId="257"/>
            <ac:spMk id="14" creationId="{4300840D-0A0B-4512-BACA-B439D5B9C57C}"/>
          </ac:spMkLst>
        </pc:spChg>
        <pc:spChg chg="add del">
          <ac:chgData name="Manas Tuwani" userId="5d421215-a11f-4a6e-90ca-e8ac2213fab6" providerId="ADAL" clId="{5E4C394B-D859-4BA3-A675-93FC952BD676}" dt="2022-08-02T09:48:19.508" v="82" actId="26606"/>
          <ac:spMkLst>
            <pc:docMk/>
            <pc:sldMk cId="789695131" sldId="257"/>
            <ac:spMk id="15" creationId="{C4285719-470E-454C-AF62-8323075F1F5B}"/>
          </ac:spMkLst>
        </pc:spChg>
        <pc:spChg chg="add del">
          <ac:chgData name="Manas Tuwani" userId="5d421215-a11f-4a6e-90ca-e8ac2213fab6" providerId="ADAL" clId="{5E4C394B-D859-4BA3-A675-93FC952BD676}" dt="2022-08-02T09:48:19.508" v="82" actId="26606"/>
          <ac:spMkLst>
            <pc:docMk/>
            <pc:sldMk cId="789695131" sldId="257"/>
            <ac:spMk id="16" creationId="{D2B78728-A580-49A7-84F9-6EF6F583ADE0}"/>
          </ac:spMkLst>
        </pc:spChg>
        <pc:spChg chg="add del">
          <ac:chgData name="Manas Tuwani" userId="5d421215-a11f-4a6e-90ca-e8ac2213fab6" providerId="ADAL" clId="{5E4C394B-D859-4BA3-A675-93FC952BD676}" dt="2022-08-02T09:48:19.508" v="82" actId="26606"/>
          <ac:spMkLst>
            <pc:docMk/>
            <pc:sldMk cId="789695131" sldId="257"/>
            <ac:spMk id="18" creationId="{38FAA1A1-D861-433F-88FA-1E9D6FD31D11}"/>
          </ac:spMkLst>
        </pc:spChg>
        <pc:spChg chg="add del">
          <ac:chgData name="Manas Tuwani" userId="5d421215-a11f-4a6e-90ca-e8ac2213fab6" providerId="ADAL" clId="{5E4C394B-D859-4BA3-A675-93FC952BD676}" dt="2022-08-02T09:48:19.508" v="82" actId="26606"/>
          <ac:spMkLst>
            <pc:docMk/>
            <pc:sldMk cId="789695131" sldId="257"/>
            <ac:spMk id="20" creationId="{8D71EDA1-87BF-4D5D-AB79-F346FD19278A}"/>
          </ac:spMkLst>
        </pc:spChg>
        <pc:spChg chg="add del">
          <ac:chgData name="Manas Tuwani" userId="5d421215-a11f-4a6e-90ca-e8ac2213fab6" providerId="ADAL" clId="{5E4C394B-D859-4BA3-A675-93FC952BD676}" dt="2022-08-02T09:49:39.997" v="99" actId="26606"/>
          <ac:spMkLst>
            <pc:docMk/>
            <pc:sldMk cId="789695131" sldId="257"/>
            <ac:spMk id="22" creationId="{100EDD19-6802-4EC3-95CE-CFFAB042CFD6}"/>
          </ac:spMkLst>
        </pc:spChg>
        <pc:spChg chg="add del">
          <ac:chgData name="Manas Tuwani" userId="5d421215-a11f-4a6e-90ca-e8ac2213fab6" providerId="ADAL" clId="{5E4C394B-D859-4BA3-A675-93FC952BD676}" dt="2022-08-02T09:49:39.997" v="99" actId="26606"/>
          <ac:spMkLst>
            <pc:docMk/>
            <pc:sldMk cId="789695131" sldId="257"/>
            <ac:spMk id="23" creationId="{DB17E863-922E-4C26-BD64-E8FD41D28661}"/>
          </ac:spMkLst>
        </pc:spChg>
        <pc:spChg chg="add">
          <ac:chgData name="Manas Tuwani" userId="5d421215-a11f-4a6e-90ca-e8ac2213fab6" providerId="ADAL" clId="{5E4C394B-D859-4BA3-A675-93FC952BD676}" dt="2022-08-02T09:49:39.997" v="99" actId="26606"/>
          <ac:spMkLst>
            <pc:docMk/>
            <pc:sldMk cId="789695131" sldId="257"/>
            <ac:spMk id="28" creationId="{1B15ED52-F352-441B-82BF-E0EA34836D08}"/>
          </ac:spMkLst>
        </pc:spChg>
        <pc:spChg chg="add">
          <ac:chgData name="Manas Tuwani" userId="5d421215-a11f-4a6e-90ca-e8ac2213fab6" providerId="ADAL" clId="{5E4C394B-D859-4BA3-A675-93FC952BD676}" dt="2022-08-02T09:49:39.997" v="99" actId="26606"/>
          <ac:spMkLst>
            <pc:docMk/>
            <pc:sldMk cId="789695131" sldId="257"/>
            <ac:spMk id="30" creationId="{3B2E3793-BFE6-45A2-9B7B-E18844431C99}"/>
          </ac:spMkLst>
        </pc:spChg>
        <pc:spChg chg="add">
          <ac:chgData name="Manas Tuwani" userId="5d421215-a11f-4a6e-90ca-e8ac2213fab6" providerId="ADAL" clId="{5E4C394B-D859-4BA3-A675-93FC952BD676}" dt="2022-08-02T09:49:39.997" v="99" actId="26606"/>
          <ac:spMkLst>
            <pc:docMk/>
            <pc:sldMk cId="789695131" sldId="257"/>
            <ac:spMk id="32" creationId="{BC4C4868-CB8F-4AF9-9CDB-8108F2C19B67}"/>
          </ac:spMkLst>
        </pc:spChg>
        <pc:spChg chg="add">
          <ac:chgData name="Manas Tuwani" userId="5d421215-a11f-4a6e-90ca-e8ac2213fab6" providerId="ADAL" clId="{5E4C394B-D859-4BA3-A675-93FC952BD676}" dt="2022-08-02T09:49:39.997" v="99" actId="26606"/>
          <ac:spMkLst>
            <pc:docMk/>
            <pc:sldMk cId="789695131" sldId="257"/>
            <ac:spMk id="34" creationId="{375E0459-6403-40CD-989D-56A4407CA12E}"/>
          </ac:spMkLst>
        </pc:spChg>
        <pc:spChg chg="add">
          <ac:chgData name="Manas Tuwani" userId="5d421215-a11f-4a6e-90ca-e8ac2213fab6" providerId="ADAL" clId="{5E4C394B-D859-4BA3-A675-93FC952BD676}" dt="2022-08-02T09:49:39.997" v="99" actId="26606"/>
          <ac:spMkLst>
            <pc:docMk/>
            <pc:sldMk cId="789695131" sldId="257"/>
            <ac:spMk id="36" creationId="{53E5B1A8-3AC9-4BD1-9BBC-78CA94F2D1BA}"/>
          </ac:spMkLst>
        </pc:spChg>
      </pc:sldChg>
      <pc:sldChg chg="addSp modSp mod setBg">
        <pc:chgData name="Manas Tuwani" userId="5d421215-a11f-4a6e-90ca-e8ac2213fab6" providerId="ADAL" clId="{5E4C394B-D859-4BA3-A675-93FC952BD676}" dt="2022-08-02T09:48:54.379" v="88" actId="255"/>
        <pc:sldMkLst>
          <pc:docMk/>
          <pc:sldMk cId="3701412549" sldId="258"/>
        </pc:sldMkLst>
        <pc:spChg chg="mod">
          <ac:chgData name="Manas Tuwani" userId="5d421215-a11f-4a6e-90ca-e8ac2213fab6" providerId="ADAL" clId="{5E4C394B-D859-4BA3-A675-93FC952BD676}" dt="2022-08-02T09:48:54.379" v="88" actId="255"/>
          <ac:spMkLst>
            <pc:docMk/>
            <pc:sldMk cId="3701412549" sldId="258"/>
            <ac:spMk id="3" creationId="{00000000-0000-0000-0000-000000000000}"/>
          </ac:spMkLst>
        </pc:spChg>
        <pc:spChg chg="add">
          <ac:chgData name="Manas Tuwani" userId="5d421215-a11f-4a6e-90ca-e8ac2213fab6" providerId="ADAL" clId="{5E4C394B-D859-4BA3-A675-93FC952BD676}" dt="2022-08-02T09:48:43.246" v="87" actId="26606"/>
          <ac:spMkLst>
            <pc:docMk/>
            <pc:sldMk cId="3701412549" sldId="258"/>
            <ac:spMk id="8" creationId="{979E27D9-03C7-44E2-9FF8-15D0C8506AF7}"/>
          </ac:spMkLst>
        </pc:spChg>
        <pc:spChg chg="add">
          <ac:chgData name="Manas Tuwani" userId="5d421215-a11f-4a6e-90ca-e8ac2213fab6" providerId="ADAL" clId="{5E4C394B-D859-4BA3-A675-93FC952BD676}" dt="2022-08-02T09:48:43.246" v="87" actId="26606"/>
          <ac:spMkLst>
            <pc:docMk/>
            <pc:sldMk cId="3701412549" sldId="258"/>
            <ac:spMk id="10" creationId="{EEBF1590-3B36-48EE-A89D-3B6F3CB256AB}"/>
          </ac:spMkLst>
        </pc:spChg>
        <pc:spChg chg="add">
          <ac:chgData name="Manas Tuwani" userId="5d421215-a11f-4a6e-90ca-e8ac2213fab6" providerId="ADAL" clId="{5E4C394B-D859-4BA3-A675-93FC952BD676}" dt="2022-08-02T09:48:43.246" v="87" actId="26606"/>
          <ac:spMkLst>
            <pc:docMk/>
            <pc:sldMk cId="3701412549" sldId="258"/>
            <ac:spMk id="12" creationId="{AC8F6C8C-AB5A-4548-942D-E3FD40ACBC49}"/>
          </ac:spMkLst>
        </pc:spChg>
      </pc:sldChg>
      <pc:sldChg chg="addSp delSp modSp mod setBg">
        <pc:chgData name="Manas Tuwani" userId="5d421215-a11f-4a6e-90ca-e8ac2213fab6" providerId="ADAL" clId="{5E4C394B-D859-4BA3-A675-93FC952BD676}" dt="2022-08-02T09:49:30.636" v="97" actId="26606"/>
        <pc:sldMkLst>
          <pc:docMk/>
          <pc:sldMk cId="729639168" sldId="259"/>
        </pc:sldMkLst>
        <pc:spChg chg="mod">
          <ac:chgData name="Manas Tuwani" userId="5d421215-a11f-4a6e-90ca-e8ac2213fab6" providerId="ADAL" clId="{5E4C394B-D859-4BA3-A675-93FC952BD676}" dt="2022-08-02T09:49:30.636" v="97" actId="26606"/>
          <ac:spMkLst>
            <pc:docMk/>
            <pc:sldMk cId="729639168" sldId="259"/>
            <ac:spMk id="2" creationId="{00000000-0000-0000-0000-000000000000}"/>
          </ac:spMkLst>
        </pc:spChg>
        <pc:spChg chg="mod">
          <ac:chgData name="Manas Tuwani" userId="5d421215-a11f-4a6e-90ca-e8ac2213fab6" providerId="ADAL" clId="{5E4C394B-D859-4BA3-A675-93FC952BD676}" dt="2022-08-02T09:49:30.636" v="97" actId="26606"/>
          <ac:spMkLst>
            <pc:docMk/>
            <pc:sldMk cId="729639168" sldId="259"/>
            <ac:spMk id="3" creationId="{00000000-0000-0000-0000-000000000000}"/>
          </ac:spMkLst>
        </pc:spChg>
        <pc:spChg chg="add del">
          <ac:chgData name="Manas Tuwani" userId="5d421215-a11f-4a6e-90ca-e8ac2213fab6" providerId="ADAL" clId="{5E4C394B-D859-4BA3-A675-93FC952BD676}" dt="2022-08-02T09:49:30.636" v="97" actId="26606"/>
          <ac:spMkLst>
            <pc:docMk/>
            <pc:sldMk cId="729639168" sldId="259"/>
            <ac:spMk id="8" creationId="{979E27D9-03C7-44E2-9FF8-15D0C8506AF7}"/>
          </ac:spMkLst>
        </pc:spChg>
        <pc:spChg chg="add del">
          <ac:chgData name="Manas Tuwani" userId="5d421215-a11f-4a6e-90ca-e8ac2213fab6" providerId="ADAL" clId="{5E4C394B-D859-4BA3-A675-93FC952BD676}" dt="2022-08-02T09:49:30.636" v="97" actId="26606"/>
          <ac:spMkLst>
            <pc:docMk/>
            <pc:sldMk cId="729639168" sldId="259"/>
            <ac:spMk id="10" creationId="{EEBF1590-3B36-48EE-A89D-3B6F3CB256AB}"/>
          </ac:spMkLst>
        </pc:spChg>
        <pc:spChg chg="add del">
          <ac:chgData name="Manas Tuwani" userId="5d421215-a11f-4a6e-90ca-e8ac2213fab6" providerId="ADAL" clId="{5E4C394B-D859-4BA3-A675-93FC952BD676}" dt="2022-08-02T09:49:30.636" v="97" actId="26606"/>
          <ac:spMkLst>
            <pc:docMk/>
            <pc:sldMk cId="729639168" sldId="259"/>
            <ac:spMk id="12" creationId="{AC8F6C8C-AB5A-4548-942D-E3FD40ACBC49}"/>
          </ac:spMkLst>
        </pc:spChg>
        <pc:spChg chg="add">
          <ac:chgData name="Manas Tuwani" userId="5d421215-a11f-4a6e-90ca-e8ac2213fab6" providerId="ADAL" clId="{5E4C394B-D859-4BA3-A675-93FC952BD676}" dt="2022-08-02T09:49:30.636" v="97" actId="26606"/>
          <ac:spMkLst>
            <pc:docMk/>
            <pc:sldMk cId="729639168" sldId="259"/>
            <ac:spMk id="17" creationId="{1B15ED52-F352-441B-82BF-E0EA34836D08}"/>
          </ac:spMkLst>
        </pc:spChg>
        <pc:spChg chg="add">
          <ac:chgData name="Manas Tuwani" userId="5d421215-a11f-4a6e-90ca-e8ac2213fab6" providerId="ADAL" clId="{5E4C394B-D859-4BA3-A675-93FC952BD676}" dt="2022-08-02T09:49:30.636" v="97" actId="26606"/>
          <ac:spMkLst>
            <pc:docMk/>
            <pc:sldMk cId="729639168" sldId="259"/>
            <ac:spMk id="19" creationId="{3B2E3793-BFE6-45A2-9B7B-E18844431C99}"/>
          </ac:spMkLst>
        </pc:spChg>
        <pc:spChg chg="add">
          <ac:chgData name="Manas Tuwani" userId="5d421215-a11f-4a6e-90ca-e8ac2213fab6" providerId="ADAL" clId="{5E4C394B-D859-4BA3-A675-93FC952BD676}" dt="2022-08-02T09:49:30.636" v="97" actId="26606"/>
          <ac:spMkLst>
            <pc:docMk/>
            <pc:sldMk cId="729639168" sldId="259"/>
            <ac:spMk id="21" creationId="{BC4C4868-CB8F-4AF9-9CDB-8108F2C19B67}"/>
          </ac:spMkLst>
        </pc:spChg>
        <pc:spChg chg="add">
          <ac:chgData name="Manas Tuwani" userId="5d421215-a11f-4a6e-90ca-e8ac2213fab6" providerId="ADAL" clId="{5E4C394B-D859-4BA3-A675-93FC952BD676}" dt="2022-08-02T09:49:30.636" v="97" actId="26606"/>
          <ac:spMkLst>
            <pc:docMk/>
            <pc:sldMk cId="729639168" sldId="259"/>
            <ac:spMk id="23" creationId="{375E0459-6403-40CD-989D-56A4407CA12E}"/>
          </ac:spMkLst>
        </pc:spChg>
        <pc:spChg chg="add">
          <ac:chgData name="Manas Tuwani" userId="5d421215-a11f-4a6e-90ca-e8ac2213fab6" providerId="ADAL" clId="{5E4C394B-D859-4BA3-A675-93FC952BD676}" dt="2022-08-02T09:49:30.636" v="97" actId="26606"/>
          <ac:spMkLst>
            <pc:docMk/>
            <pc:sldMk cId="729639168" sldId="259"/>
            <ac:spMk id="25" creationId="{53E5B1A8-3AC9-4BD1-9BBC-78CA94F2D1BA}"/>
          </ac:spMkLst>
        </pc:spChg>
      </pc:sldChg>
      <pc:sldChg chg="addSp delSp modSp mod setBg">
        <pc:chgData name="Manas Tuwani" userId="5d421215-a11f-4a6e-90ca-e8ac2213fab6" providerId="ADAL" clId="{5E4C394B-D859-4BA3-A675-93FC952BD676}" dt="2022-08-02T09:49:17.859" v="94" actId="1076"/>
        <pc:sldMkLst>
          <pc:docMk/>
          <pc:sldMk cId="2994629220" sldId="260"/>
        </pc:sldMkLst>
        <pc:spChg chg="mod">
          <ac:chgData name="Manas Tuwani" userId="5d421215-a11f-4a6e-90ca-e8ac2213fab6" providerId="ADAL" clId="{5E4C394B-D859-4BA3-A675-93FC952BD676}" dt="2022-08-02T09:49:11.465" v="93" actId="26606"/>
          <ac:spMkLst>
            <pc:docMk/>
            <pc:sldMk cId="2994629220" sldId="260"/>
            <ac:spMk id="2" creationId="{00000000-0000-0000-0000-000000000000}"/>
          </ac:spMkLst>
        </pc:spChg>
        <pc:spChg chg="mod">
          <ac:chgData name="Manas Tuwani" userId="5d421215-a11f-4a6e-90ca-e8ac2213fab6" providerId="ADAL" clId="{5E4C394B-D859-4BA3-A675-93FC952BD676}" dt="2022-08-02T09:49:17.859" v="94" actId="1076"/>
          <ac:spMkLst>
            <pc:docMk/>
            <pc:sldMk cId="2994629220" sldId="260"/>
            <ac:spMk id="3" creationId="{00000000-0000-0000-0000-000000000000}"/>
          </ac:spMkLst>
        </pc:spChg>
        <pc:spChg chg="add del">
          <ac:chgData name="Manas Tuwani" userId="5d421215-a11f-4a6e-90ca-e8ac2213fab6" providerId="ADAL" clId="{5E4C394B-D859-4BA3-A675-93FC952BD676}" dt="2022-08-02T09:49:11.459" v="92" actId="26606"/>
          <ac:spMkLst>
            <pc:docMk/>
            <pc:sldMk cId="2994629220" sldId="260"/>
            <ac:spMk id="8" creationId="{979E27D9-03C7-44E2-9FF8-15D0C8506AF7}"/>
          </ac:spMkLst>
        </pc:spChg>
        <pc:spChg chg="add del">
          <ac:chgData name="Manas Tuwani" userId="5d421215-a11f-4a6e-90ca-e8ac2213fab6" providerId="ADAL" clId="{5E4C394B-D859-4BA3-A675-93FC952BD676}" dt="2022-08-02T09:49:11.459" v="92" actId="26606"/>
          <ac:spMkLst>
            <pc:docMk/>
            <pc:sldMk cId="2994629220" sldId="260"/>
            <ac:spMk id="10" creationId="{EEBF1590-3B36-48EE-A89D-3B6F3CB256AB}"/>
          </ac:spMkLst>
        </pc:spChg>
        <pc:spChg chg="add del">
          <ac:chgData name="Manas Tuwani" userId="5d421215-a11f-4a6e-90ca-e8ac2213fab6" providerId="ADAL" clId="{5E4C394B-D859-4BA3-A675-93FC952BD676}" dt="2022-08-02T09:49:11.459" v="92" actId="26606"/>
          <ac:spMkLst>
            <pc:docMk/>
            <pc:sldMk cId="2994629220" sldId="260"/>
            <ac:spMk id="12" creationId="{AC8F6C8C-AB5A-4548-942D-E3FD40ACBC49}"/>
          </ac:spMkLst>
        </pc:spChg>
        <pc:spChg chg="add">
          <ac:chgData name="Manas Tuwani" userId="5d421215-a11f-4a6e-90ca-e8ac2213fab6" providerId="ADAL" clId="{5E4C394B-D859-4BA3-A675-93FC952BD676}" dt="2022-08-02T09:49:11.465" v="93" actId="26606"/>
          <ac:spMkLst>
            <pc:docMk/>
            <pc:sldMk cId="2994629220" sldId="260"/>
            <ac:spMk id="14" creationId="{375E0459-6403-40CD-989D-56A4407CA12E}"/>
          </ac:spMkLst>
        </pc:spChg>
        <pc:spChg chg="add">
          <ac:chgData name="Manas Tuwani" userId="5d421215-a11f-4a6e-90ca-e8ac2213fab6" providerId="ADAL" clId="{5E4C394B-D859-4BA3-A675-93FC952BD676}" dt="2022-08-02T09:49:11.465" v="93" actId="26606"/>
          <ac:spMkLst>
            <pc:docMk/>
            <pc:sldMk cId="2994629220" sldId="260"/>
            <ac:spMk id="15" creationId="{1B15ED52-F352-441B-82BF-E0EA34836D08}"/>
          </ac:spMkLst>
        </pc:spChg>
        <pc:spChg chg="add">
          <ac:chgData name="Manas Tuwani" userId="5d421215-a11f-4a6e-90ca-e8ac2213fab6" providerId="ADAL" clId="{5E4C394B-D859-4BA3-A675-93FC952BD676}" dt="2022-08-02T09:49:11.465" v="93" actId="26606"/>
          <ac:spMkLst>
            <pc:docMk/>
            <pc:sldMk cId="2994629220" sldId="260"/>
            <ac:spMk id="16" creationId="{53E5B1A8-3AC9-4BD1-9BBC-78CA94F2D1BA}"/>
          </ac:spMkLst>
        </pc:spChg>
        <pc:spChg chg="add">
          <ac:chgData name="Manas Tuwani" userId="5d421215-a11f-4a6e-90ca-e8ac2213fab6" providerId="ADAL" clId="{5E4C394B-D859-4BA3-A675-93FC952BD676}" dt="2022-08-02T09:49:11.465" v="93" actId="26606"/>
          <ac:spMkLst>
            <pc:docMk/>
            <pc:sldMk cId="2994629220" sldId="260"/>
            <ac:spMk id="17" creationId="{3B2E3793-BFE6-45A2-9B7B-E18844431C99}"/>
          </ac:spMkLst>
        </pc:spChg>
        <pc:spChg chg="add">
          <ac:chgData name="Manas Tuwani" userId="5d421215-a11f-4a6e-90ca-e8ac2213fab6" providerId="ADAL" clId="{5E4C394B-D859-4BA3-A675-93FC952BD676}" dt="2022-08-02T09:49:11.465" v="93" actId="26606"/>
          <ac:spMkLst>
            <pc:docMk/>
            <pc:sldMk cId="2994629220" sldId="260"/>
            <ac:spMk id="18" creationId="{BC4C4868-CB8F-4AF9-9CDB-8108F2C19B67}"/>
          </ac:spMkLst>
        </pc:spChg>
      </pc:sldChg>
      <pc:sldChg chg="addSp delSp modSp mod setBg">
        <pc:chgData name="Manas Tuwani" userId="5d421215-a11f-4a6e-90ca-e8ac2213fab6" providerId="ADAL" clId="{5E4C394B-D859-4BA3-A675-93FC952BD676}" dt="2022-08-02T09:49:27.392" v="96" actId="1076"/>
        <pc:sldMkLst>
          <pc:docMk/>
          <pc:sldMk cId="1846246484" sldId="261"/>
        </pc:sldMkLst>
        <pc:spChg chg="mod">
          <ac:chgData name="Manas Tuwani" userId="5d421215-a11f-4a6e-90ca-e8ac2213fab6" providerId="ADAL" clId="{5E4C394B-D859-4BA3-A675-93FC952BD676}" dt="2022-08-02T09:49:20.923" v="95" actId="26606"/>
          <ac:spMkLst>
            <pc:docMk/>
            <pc:sldMk cId="1846246484" sldId="261"/>
            <ac:spMk id="2" creationId="{00000000-0000-0000-0000-000000000000}"/>
          </ac:spMkLst>
        </pc:spChg>
        <pc:spChg chg="mod">
          <ac:chgData name="Manas Tuwani" userId="5d421215-a11f-4a6e-90ca-e8ac2213fab6" providerId="ADAL" clId="{5E4C394B-D859-4BA3-A675-93FC952BD676}" dt="2022-08-02T09:49:27.392" v="96" actId="1076"/>
          <ac:spMkLst>
            <pc:docMk/>
            <pc:sldMk cId="1846246484" sldId="261"/>
            <ac:spMk id="3" creationId="{00000000-0000-0000-0000-000000000000}"/>
          </ac:spMkLst>
        </pc:spChg>
        <pc:spChg chg="add del">
          <ac:chgData name="Manas Tuwani" userId="5d421215-a11f-4a6e-90ca-e8ac2213fab6" providerId="ADAL" clId="{5E4C394B-D859-4BA3-A675-93FC952BD676}" dt="2022-08-02T09:49:20.923" v="95" actId="26606"/>
          <ac:spMkLst>
            <pc:docMk/>
            <pc:sldMk cId="1846246484" sldId="261"/>
            <ac:spMk id="8" creationId="{979E27D9-03C7-44E2-9FF8-15D0C8506AF7}"/>
          </ac:spMkLst>
        </pc:spChg>
        <pc:spChg chg="add del">
          <ac:chgData name="Manas Tuwani" userId="5d421215-a11f-4a6e-90ca-e8ac2213fab6" providerId="ADAL" clId="{5E4C394B-D859-4BA3-A675-93FC952BD676}" dt="2022-08-02T09:49:20.923" v="95" actId="26606"/>
          <ac:spMkLst>
            <pc:docMk/>
            <pc:sldMk cId="1846246484" sldId="261"/>
            <ac:spMk id="10" creationId="{EEBF1590-3B36-48EE-A89D-3B6F3CB256AB}"/>
          </ac:spMkLst>
        </pc:spChg>
        <pc:spChg chg="add del">
          <ac:chgData name="Manas Tuwani" userId="5d421215-a11f-4a6e-90ca-e8ac2213fab6" providerId="ADAL" clId="{5E4C394B-D859-4BA3-A675-93FC952BD676}" dt="2022-08-02T09:49:20.923" v="95" actId="26606"/>
          <ac:spMkLst>
            <pc:docMk/>
            <pc:sldMk cId="1846246484" sldId="261"/>
            <ac:spMk id="12" creationId="{AC8F6C8C-AB5A-4548-942D-E3FD40ACBC49}"/>
          </ac:spMkLst>
        </pc:spChg>
        <pc:spChg chg="add">
          <ac:chgData name="Manas Tuwani" userId="5d421215-a11f-4a6e-90ca-e8ac2213fab6" providerId="ADAL" clId="{5E4C394B-D859-4BA3-A675-93FC952BD676}" dt="2022-08-02T09:49:20.923" v="95" actId="26606"/>
          <ac:spMkLst>
            <pc:docMk/>
            <pc:sldMk cId="1846246484" sldId="261"/>
            <ac:spMk id="17" creationId="{1B15ED52-F352-441B-82BF-E0EA34836D08}"/>
          </ac:spMkLst>
        </pc:spChg>
        <pc:spChg chg="add">
          <ac:chgData name="Manas Tuwani" userId="5d421215-a11f-4a6e-90ca-e8ac2213fab6" providerId="ADAL" clId="{5E4C394B-D859-4BA3-A675-93FC952BD676}" dt="2022-08-02T09:49:20.923" v="95" actId="26606"/>
          <ac:spMkLst>
            <pc:docMk/>
            <pc:sldMk cId="1846246484" sldId="261"/>
            <ac:spMk id="19" creationId="{3B2E3793-BFE6-45A2-9B7B-E18844431C99}"/>
          </ac:spMkLst>
        </pc:spChg>
        <pc:spChg chg="add">
          <ac:chgData name="Manas Tuwani" userId="5d421215-a11f-4a6e-90ca-e8ac2213fab6" providerId="ADAL" clId="{5E4C394B-D859-4BA3-A675-93FC952BD676}" dt="2022-08-02T09:49:20.923" v="95" actId="26606"/>
          <ac:spMkLst>
            <pc:docMk/>
            <pc:sldMk cId="1846246484" sldId="261"/>
            <ac:spMk id="21" creationId="{BC4C4868-CB8F-4AF9-9CDB-8108F2C19B67}"/>
          </ac:spMkLst>
        </pc:spChg>
        <pc:spChg chg="add">
          <ac:chgData name="Manas Tuwani" userId="5d421215-a11f-4a6e-90ca-e8ac2213fab6" providerId="ADAL" clId="{5E4C394B-D859-4BA3-A675-93FC952BD676}" dt="2022-08-02T09:49:20.923" v="95" actId="26606"/>
          <ac:spMkLst>
            <pc:docMk/>
            <pc:sldMk cId="1846246484" sldId="261"/>
            <ac:spMk id="23" creationId="{375E0459-6403-40CD-989D-56A4407CA12E}"/>
          </ac:spMkLst>
        </pc:spChg>
        <pc:spChg chg="add">
          <ac:chgData name="Manas Tuwani" userId="5d421215-a11f-4a6e-90ca-e8ac2213fab6" providerId="ADAL" clId="{5E4C394B-D859-4BA3-A675-93FC952BD676}" dt="2022-08-02T09:49:20.923" v="95" actId="26606"/>
          <ac:spMkLst>
            <pc:docMk/>
            <pc:sldMk cId="1846246484" sldId="261"/>
            <ac:spMk id="25" creationId="{53E5B1A8-3AC9-4BD1-9BBC-78CA94F2D1BA}"/>
          </ac:spMkLst>
        </pc:spChg>
      </pc:sldChg>
      <pc:sldChg chg="addSp modSp mod setBg">
        <pc:chgData name="Manas Tuwani" userId="5d421215-a11f-4a6e-90ca-e8ac2213fab6" providerId="ADAL" clId="{5E4C394B-D859-4BA3-A675-93FC952BD676}" dt="2022-08-02T09:50:02.293" v="104" actId="20577"/>
        <pc:sldMkLst>
          <pc:docMk/>
          <pc:sldMk cId="4071488842" sldId="262"/>
        </pc:sldMkLst>
        <pc:spChg chg="mod">
          <ac:chgData name="Manas Tuwani" userId="5d421215-a11f-4a6e-90ca-e8ac2213fab6" providerId="ADAL" clId="{5E4C394B-D859-4BA3-A675-93FC952BD676}" dt="2022-08-02T09:49:47.560" v="100" actId="26606"/>
          <ac:spMkLst>
            <pc:docMk/>
            <pc:sldMk cId="4071488842" sldId="262"/>
            <ac:spMk id="2" creationId="{00000000-0000-0000-0000-000000000000}"/>
          </ac:spMkLst>
        </pc:spChg>
        <pc:spChg chg="mod">
          <ac:chgData name="Manas Tuwani" userId="5d421215-a11f-4a6e-90ca-e8ac2213fab6" providerId="ADAL" clId="{5E4C394B-D859-4BA3-A675-93FC952BD676}" dt="2022-08-02T09:50:02.293" v="104" actId="20577"/>
          <ac:spMkLst>
            <pc:docMk/>
            <pc:sldMk cId="4071488842" sldId="262"/>
            <ac:spMk id="3" creationId="{00000000-0000-0000-0000-000000000000}"/>
          </ac:spMkLst>
        </pc:spChg>
        <pc:spChg chg="add">
          <ac:chgData name="Manas Tuwani" userId="5d421215-a11f-4a6e-90ca-e8ac2213fab6" providerId="ADAL" clId="{5E4C394B-D859-4BA3-A675-93FC952BD676}" dt="2022-08-02T09:49:47.560" v="100" actId="26606"/>
          <ac:spMkLst>
            <pc:docMk/>
            <pc:sldMk cId="4071488842" sldId="262"/>
            <ac:spMk id="8" creationId="{1B15ED52-F352-441B-82BF-E0EA34836D08}"/>
          </ac:spMkLst>
        </pc:spChg>
        <pc:spChg chg="add">
          <ac:chgData name="Manas Tuwani" userId="5d421215-a11f-4a6e-90ca-e8ac2213fab6" providerId="ADAL" clId="{5E4C394B-D859-4BA3-A675-93FC952BD676}" dt="2022-08-02T09:49:47.560" v="100" actId="26606"/>
          <ac:spMkLst>
            <pc:docMk/>
            <pc:sldMk cId="4071488842" sldId="262"/>
            <ac:spMk id="10" creationId="{3B2E3793-BFE6-45A2-9B7B-E18844431C99}"/>
          </ac:spMkLst>
        </pc:spChg>
        <pc:spChg chg="add">
          <ac:chgData name="Manas Tuwani" userId="5d421215-a11f-4a6e-90ca-e8ac2213fab6" providerId="ADAL" clId="{5E4C394B-D859-4BA3-A675-93FC952BD676}" dt="2022-08-02T09:49:47.560" v="100" actId="26606"/>
          <ac:spMkLst>
            <pc:docMk/>
            <pc:sldMk cId="4071488842" sldId="262"/>
            <ac:spMk id="12" creationId="{BC4C4868-CB8F-4AF9-9CDB-8108F2C19B67}"/>
          </ac:spMkLst>
        </pc:spChg>
        <pc:spChg chg="add">
          <ac:chgData name="Manas Tuwani" userId="5d421215-a11f-4a6e-90ca-e8ac2213fab6" providerId="ADAL" clId="{5E4C394B-D859-4BA3-A675-93FC952BD676}" dt="2022-08-02T09:49:47.560" v="100" actId="26606"/>
          <ac:spMkLst>
            <pc:docMk/>
            <pc:sldMk cId="4071488842" sldId="262"/>
            <ac:spMk id="14" creationId="{375E0459-6403-40CD-989D-56A4407CA12E}"/>
          </ac:spMkLst>
        </pc:spChg>
        <pc:spChg chg="add">
          <ac:chgData name="Manas Tuwani" userId="5d421215-a11f-4a6e-90ca-e8ac2213fab6" providerId="ADAL" clId="{5E4C394B-D859-4BA3-A675-93FC952BD676}" dt="2022-08-02T09:49:47.560" v="100" actId="26606"/>
          <ac:spMkLst>
            <pc:docMk/>
            <pc:sldMk cId="4071488842" sldId="262"/>
            <ac:spMk id="16" creationId="{53E5B1A8-3AC9-4BD1-9BBC-78CA94F2D1BA}"/>
          </ac:spMkLst>
        </pc:spChg>
      </pc:sldChg>
      <pc:sldChg chg="addSp modSp mod setBg">
        <pc:chgData name="Manas Tuwani" userId="5d421215-a11f-4a6e-90ca-e8ac2213fab6" providerId="ADAL" clId="{5E4C394B-D859-4BA3-A675-93FC952BD676}" dt="2022-08-02T09:50:19.558" v="109" actId="20577"/>
        <pc:sldMkLst>
          <pc:docMk/>
          <pc:sldMk cId="628796214" sldId="263"/>
        </pc:sldMkLst>
        <pc:spChg chg="mod">
          <ac:chgData name="Manas Tuwani" userId="5d421215-a11f-4a6e-90ca-e8ac2213fab6" providerId="ADAL" clId="{5E4C394B-D859-4BA3-A675-93FC952BD676}" dt="2022-08-02T09:50:08.095" v="105" actId="26606"/>
          <ac:spMkLst>
            <pc:docMk/>
            <pc:sldMk cId="628796214" sldId="263"/>
            <ac:spMk id="2" creationId="{00000000-0000-0000-0000-000000000000}"/>
          </ac:spMkLst>
        </pc:spChg>
        <pc:spChg chg="mod">
          <ac:chgData name="Manas Tuwani" userId="5d421215-a11f-4a6e-90ca-e8ac2213fab6" providerId="ADAL" clId="{5E4C394B-D859-4BA3-A675-93FC952BD676}" dt="2022-08-02T09:50:19.558" v="109" actId="20577"/>
          <ac:spMkLst>
            <pc:docMk/>
            <pc:sldMk cId="628796214" sldId="263"/>
            <ac:spMk id="3" creationId="{00000000-0000-0000-0000-000000000000}"/>
          </ac:spMkLst>
        </pc:spChg>
        <pc:spChg chg="add">
          <ac:chgData name="Manas Tuwani" userId="5d421215-a11f-4a6e-90ca-e8ac2213fab6" providerId="ADAL" clId="{5E4C394B-D859-4BA3-A675-93FC952BD676}" dt="2022-08-02T09:50:08.095" v="105" actId="26606"/>
          <ac:spMkLst>
            <pc:docMk/>
            <pc:sldMk cId="628796214" sldId="263"/>
            <ac:spMk id="8" creationId="{1B15ED52-F352-441B-82BF-E0EA34836D08}"/>
          </ac:spMkLst>
        </pc:spChg>
        <pc:spChg chg="add">
          <ac:chgData name="Manas Tuwani" userId="5d421215-a11f-4a6e-90ca-e8ac2213fab6" providerId="ADAL" clId="{5E4C394B-D859-4BA3-A675-93FC952BD676}" dt="2022-08-02T09:50:08.095" v="105" actId="26606"/>
          <ac:spMkLst>
            <pc:docMk/>
            <pc:sldMk cId="628796214" sldId="263"/>
            <ac:spMk id="10" creationId="{3B2E3793-BFE6-45A2-9B7B-E18844431C99}"/>
          </ac:spMkLst>
        </pc:spChg>
        <pc:spChg chg="add">
          <ac:chgData name="Manas Tuwani" userId="5d421215-a11f-4a6e-90ca-e8ac2213fab6" providerId="ADAL" clId="{5E4C394B-D859-4BA3-A675-93FC952BD676}" dt="2022-08-02T09:50:08.095" v="105" actId="26606"/>
          <ac:spMkLst>
            <pc:docMk/>
            <pc:sldMk cId="628796214" sldId="263"/>
            <ac:spMk id="12" creationId="{BC4C4868-CB8F-4AF9-9CDB-8108F2C19B67}"/>
          </ac:spMkLst>
        </pc:spChg>
        <pc:spChg chg="add">
          <ac:chgData name="Manas Tuwani" userId="5d421215-a11f-4a6e-90ca-e8ac2213fab6" providerId="ADAL" clId="{5E4C394B-D859-4BA3-A675-93FC952BD676}" dt="2022-08-02T09:50:08.095" v="105" actId="26606"/>
          <ac:spMkLst>
            <pc:docMk/>
            <pc:sldMk cId="628796214" sldId="263"/>
            <ac:spMk id="14" creationId="{375E0459-6403-40CD-989D-56A4407CA12E}"/>
          </ac:spMkLst>
        </pc:spChg>
        <pc:spChg chg="add">
          <ac:chgData name="Manas Tuwani" userId="5d421215-a11f-4a6e-90ca-e8ac2213fab6" providerId="ADAL" clId="{5E4C394B-D859-4BA3-A675-93FC952BD676}" dt="2022-08-02T09:50:08.095" v="105" actId="26606"/>
          <ac:spMkLst>
            <pc:docMk/>
            <pc:sldMk cId="628796214" sldId="263"/>
            <ac:spMk id="16" creationId="{53E5B1A8-3AC9-4BD1-9BBC-78CA94F2D1BA}"/>
          </ac:spMkLst>
        </pc:spChg>
      </pc:sldChg>
      <pc:sldChg chg="addSp modSp mod setBg">
        <pc:chgData name="Manas Tuwani" userId="5d421215-a11f-4a6e-90ca-e8ac2213fab6" providerId="ADAL" clId="{5E4C394B-D859-4BA3-A675-93FC952BD676}" dt="2022-08-02T09:50:30.867" v="112" actId="20577"/>
        <pc:sldMkLst>
          <pc:docMk/>
          <pc:sldMk cId="2049813076" sldId="264"/>
        </pc:sldMkLst>
        <pc:spChg chg="mod">
          <ac:chgData name="Manas Tuwani" userId="5d421215-a11f-4a6e-90ca-e8ac2213fab6" providerId="ADAL" clId="{5E4C394B-D859-4BA3-A675-93FC952BD676}" dt="2022-08-02T09:50:24.755" v="110" actId="26606"/>
          <ac:spMkLst>
            <pc:docMk/>
            <pc:sldMk cId="2049813076" sldId="264"/>
            <ac:spMk id="2" creationId="{00000000-0000-0000-0000-000000000000}"/>
          </ac:spMkLst>
        </pc:spChg>
        <pc:spChg chg="mod">
          <ac:chgData name="Manas Tuwani" userId="5d421215-a11f-4a6e-90ca-e8ac2213fab6" providerId="ADAL" clId="{5E4C394B-D859-4BA3-A675-93FC952BD676}" dt="2022-08-02T09:50:30.867" v="112" actId="20577"/>
          <ac:spMkLst>
            <pc:docMk/>
            <pc:sldMk cId="2049813076" sldId="264"/>
            <ac:spMk id="3" creationId="{00000000-0000-0000-0000-000000000000}"/>
          </ac:spMkLst>
        </pc:spChg>
        <pc:spChg chg="add">
          <ac:chgData name="Manas Tuwani" userId="5d421215-a11f-4a6e-90ca-e8ac2213fab6" providerId="ADAL" clId="{5E4C394B-D859-4BA3-A675-93FC952BD676}" dt="2022-08-02T09:50:24.755" v="110" actId="26606"/>
          <ac:spMkLst>
            <pc:docMk/>
            <pc:sldMk cId="2049813076" sldId="264"/>
            <ac:spMk id="8" creationId="{1B15ED52-F352-441B-82BF-E0EA34836D08}"/>
          </ac:spMkLst>
        </pc:spChg>
        <pc:spChg chg="add">
          <ac:chgData name="Manas Tuwani" userId="5d421215-a11f-4a6e-90ca-e8ac2213fab6" providerId="ADAL" clId="{5E4C394B-D859-4BA3-A675-93FC952BD676}" dt="2022-08-02T09:50:24.755" v="110" actId="26606"/>
          <ac:spMkLst>
            <pc:docMk/>
            <pc:sldMk cId="2049813076" sldId="264"/>
            <ac:spMk id="10" creationId="{3B2E3793-BFE6-45A2-9B7B-E18844431C99}"/>
          </ac:spMkLst>
        </pc:spChg>
        <pc:spChg chg="add">
          <ac:chgData name="Manas Tuwani" userId="5d421215-a11f-4a6e-90ca-e8ac2213fab6" providerId="ADAL" clId="{5E4C394B-D859-4BA3-A675-93FC952BD676}" dt="2022-08-02T09:50:24.755" v="110" actId="26606"/>
          <ac:spMkLst>
            <pc:docMk/>
            <pc:sldMk cId="2049813076" sldId="264"/>
            <ac:spMk id="12" creationId="{BC4C4868-CB8F-4AF9-9CDB-8108F2C19B67}"/>
          </ac:spMkLst>
        </pc:spChg>
        <pc:spChg chg="add">
          <ac:chgData name="Manas Tuwani" userId="5d421215-a11f-4a6e-90ca-e8ac2213fab6" providerId="ADAL" clId="{5E4C394B-D859-4BA3-A675-93FC952BD676}" dt="2022-08-02T09:50:24.755" v="110" actId="26606"/>
          <ac:spMkLst>
            <pc:docMk/>
            <pc:sldMk cId="2049813076" sldId="264"/>
            <ac:spMk id="14" creationId="{375E0459-6403-40CD-989D-56A4407CA12E}"/>
          </ac:spMkLst>
        </pc:spChg>
        <pc:spChg chg="add">
          <ac:chgData name="Manas Tuwani" userId="5d421215-a11f-4a6e-90ca-e8ac2213fab6" providerId="ADAL" clId="{5E4C394B-D859-4BA3-A675-93FC952BD676}" dt="2022-08-02T09:50:24.755" v="110" actId="26606"/>
          <ac:spMkLst>
            <pc:docMk/>
            <pc:sldMk cId="2049813076" sldId="264"/>
            <ac:spMk id="16" creationId="{53E5B1A8-3AC9-4BD1-9BBC-78CA94F2D1BA}"/>
          </ac:spMkLst>
        </pc:spChg>
      </pc:sldChg>
      <pc:sldChg chg="addSp delSp modSp mod setBg">
        <pc:chgData name="Manas Tuwani" userId="5d421215-a11f-4a6e-90ca-e8ac2213fab6" providerId="ADAL" clId="{5E4C394B-D859-4BA3-A675-93FC952BD676}" dt="2022-08-02T09:50:43.834" v="118" actId="1076"/>
        <pc:sldMkLst>
          <pc:docMk/>
          <pc:sldMk cId="478342036" sldId="265"/>
        </pc:sldMkLst>
        <pc:spChg chg="mod">
          <ac:chgData name="Manas Tuwani" userId="5d421215-a11f-4a6e-90ca-e8ac2213fab6" providerId="ADAL" clId="{5E4C394B-D859-4BA3-A675-93FC952BD676}" dt="2022-08-02T09:50:43.834" v="118" actId="1076"/>
          <ac:spMkLst>
            <pc:docMk/>
            <pc:sldMk cId="478342036" sldId="265"/>
            <ac:spMk id="2" creationId="{00000000-0000-0000-0000-000000000000}"/>
          </ac:spMkLst>
        </pc:spChg>
        <pc:spChg chg="mod">
          <ac:chgData name="Manas Tuwani" userId="5d421215-a11f-4a6e-90ca-e8ac2213fab6" providerId="ADAL" clId="{5E4C394B-D859-4BA3-A675-93FC952BD676}" dt="2022-08-02T09:50:39.961" v="117" actId="26606"/>
          <ac:spMkLst>
            <pc:docMk/>
            <pc:sldMk cId="478342036" sldId="265"/>
            <ac:spMk id="3" creationId="{00000000-0000-0000-0000-000000000000}"/>
          </ac:spMkLst>
        </pc:spChg>
        <pc:spChg chg="add del">
          <ac:chgData name="Manas Tuwani" userId="5d421215-a11f-4a6e-90ca-e8ac2213fab6" providerId="ADAL" clId="{5E4C394B-D859-4BA3-A675-93FC952BD676}" dt="2022-08-02T09:50:38.764" v="114" actId="26606"/>
          <ac:spMkLst>
            <pc:docMk/>
            <pc:sldMk cId="478342036" sldId="265"/>
            <ac:spMk id="8" creationId="{1B15ED52-F352-441B-82BF-E0EA34836D08}"/>
          </ac:spMkLst>
        </pc:spChg>
        <pc:spChg chg="add del">
          <ac:chgData name="Manas Tuwani" userId="5d421215-a11f-4a6e-90ca-e8ac2213fab6" providerId="ADAL" clId="{5E4C394B-D859-4BA3-A675-93FC952BD676}" dt="2022-08-02T09:50:38.764" v="114" actId="26606"/>
          <ac:spMkLst>
            <pc:docMk/>
            <pc:sldMk cId="478342036" sldId="265"/>
            <ac:spMk id="10" creationId="{3B2E3793-BFE6-45A2-9B7B-E18844431C99}"/>
          </ac:spMkLst>
        </pc:spChg>
        <pc:spChg chg="add del">
          <ac:chgData name="Manas Tuwani" userId="5d421215-a11f-4a6e-90ca-e8ac2213fab6" providerId="ADAL" clId="{5E4C394B-D859-4BA3-A675-93FC952BD676}" dt="2022-08-02T09:50:38.764" v="114" actId="26606"/>
          <ac:spMkLst>
            <pc:docMk/>
            <pc:sldMk cId="478342036" sldId="265"/>
            <ac:spMk id="12" creationId="{BC4C4868-CB8F-4AF9-9CDB-8108F2C19B67}"/>
          </ac:spMkLst>
        </pc:spChg>
        <pc:spChg chg="add del">
          <ac:chgData name="Manas Tuwani" userId="5d421215-a11f-4a6e-90ca-e8ac2213fab6" providerId="ADAL" clId="{5E4C394B-D859-4BA3-A675-93FC952BD676}" dt="2022-08-02T09:50:38.764" v="114" actId="26606"/>
          <ac:spMkLst>
            <pc:docMk/>
            <pc:sldMk cId="478342036" sldId="265"/>
            <ac:spMk id="14" creationId="{375E0459-6403-40CD-989D-56A4407CA12E}"/>
          </ac:spMkLst>
        </pc:spChg>
        <pc:spChg chg="add del">
          <ac:chgData name="Manas Tuwani" userId="5d421215-a11f-4a6e-90ca-e8ac2213fab6" providerId="ADAL" clId="{5E4C394B-D859-4BA3-A675-93FC952BD676}" dt="2022-08-02T09:50:38.764" v="114" actId="26606"/>
          <ac:spMkLst>
            <pc:docMk/>
            <pc:sldMk cId="478342036" sldId="265"/>
            <ac:spMk id="16" creationId="{53E5B1A8-3AC9-4BD1-9BBC-78CA94F2D1BA}"/>
          </ac:spMkLst>
        </pc:spChg>
        <pc:spChg chg="add del">
          <ac:chgData name="Manas Tuwani" userId="5d421215-a11f-4a6e-90ca-e8ac2213fab6" providerId="ADAL" clId="{5E4C394B-D859-4BA3-A675-93FC952BD676}" dt="2022-08-02T09:50:39.954" v="116" actId="26606"/>
          <ac:spMkLst>
            <pc:docMk/>
            <pc:sldMk cId="478342036" sldId="265"/>
            <ac:spMk id="18" creationId="{70DFC902-7D23-471A-B557-B6B6917D7A0D}"/>
          </ac:spMkLst>
        </pc:spChg>
        <pc:spChg chg="add del">
          <ac:chgData name="Manas Tuwani" userId="5d421215-a11f-4a6e-90ca-e8ac2213fab6" providerId="ADAL" clId="{5E4C394B-D859-4BA3-A675-93FC952BD676}" dt="2022-08-02T09:50:39.954" v="116" actId="26606"/>
          <ac:spMkLst>
            <pc:docMk/>
            <pc:sldMk cId="478342036" sldId="265"/>
            <ac:spMk id="19" creationId="{A55D5633-D557-4DCA-982C-FF36EB7A1C00}"/>
          </ac:spMkLst>
        </pc:spChg>
        <pc:spChg chg="add del">
          <ac:chgData name="Manas Tuwani" userId="5d421215-a11f-4a6e-90ca-e8ac2213fab6" providerId="ADAL" clId="{5E4C394B-D859-4BA3-A675-93FC952BD676}" dt="2022-08-02T09:50:39.954" v="116" actId="26606"/>
          <ac:spMkLst>
            <pc:docMk/>
            <pc:sldMk cId="478342036" sldId="265"/>
            <ac:spMk id="20" creationId="{450D3AD2-FA80-415F-A9CE-54D884561CD7}"/>
          </ac:spMkLst>
        </pc:spChg>
        <pc:spChg chg="add">
          <ac:chgData name="Manas Tuwani" userId="5d421215-a11f-4a6e-90ca-e8ac2213fab6" providerId="ADAL" clId="{5E4C394B-D859-4BA3-A675-93FC952BD676}" dt="2022-08-02T09:50:39.961" v="117" actId="26606"/>
          <ac:spMkLst>
            <pc:docMk/>
            <pc:sldMk cId="478342036" sldId="265"/>
            <ac:spMk id="22" creationId="{1B15ED52-F352-441B-82BF-E0EA34836D08}"/>
          </ac:spMkLst>
        </pc:spChg>
        <pc:spChg chg="add">
          <ac:chgData name="Manas Tuwani" userId="5d421215-a11f-4a6e-90ca-e8ac2213fab6" providerId="ADAL" clId="{5E4C394B-D859-4BA3-A675-93FC952BD676}" dt="2022-08-02T09:50:39.961" v="117" actId="26606"/>
          <ac:spMkLst>
            <pc:docMk/>
            <pc:sldMk cId="478342036" sldId="265"/>
            <ac:spMk id="23" creationId="{3B2E3793-BFE6-45A2-9B7B-E18844431C99}"/>
          </ac:spMkLst>
        </pc:spChg>
        <pc:spChg chg="add">
          <ac:chgData name="Manas Tuwani" userId="5d421215-a11f-4a6e-90ca-e8ac2213fab6" providerId="ADAL" clId="{5E4C394B-D859-4BA3-A675-93FC952BD676}" dt="2022-08-02T09:50:39.961" v="117" actId="26606"/>
          <ac:spMkLst>
            <pc:docMk/>
            <pc:sldMk cId="478342036" sldId="265"/>
            <ac:spMk id="24" creationId="{BC4C4868-CB8F-4AF9-9CDB-8108F2C19B67}"/>
          </ac:spMkLst>
        </pc:spChg>
        <pc:spChg chg="add">
          <ac:chgData name="Manas Tuwani" userId="5d421215-a11f-4a6e-90ca-e8ac2213fab6" providerId="ADAL" clId="{5E4C394B-D859-4BA3-A675-93FC952BD676}" dt="2022-08-02T09:50:39.961" v="117" actId="26606"/>
          <ac:spMkLst>
            <pc:docMk/>
            <pc:sldMk cId="478342036" sldId="265"/>
            <ac:spMk id="25" creationId="{375E0459-6403-40CD-989D-56A4407CA12E}"/>
          </ac:spMkLst>
        </pc:spChg>
        <pc:spChg chg="add">
          <ac:chgData name="Manas Tuwani" userId="5d421215-a11f-4a6e-90ca-e8ac2213fab6" providerId="ADAL" clId="{5E4C394B-D859-4BA3-A675-93FC952BD676}" dt="2022-08-02T09:50:39.961" v="117" actId="26606"/>
          <ac:spMkLst>
            <pc:docMk/>
            <pc:sldMk cId="478342036" sldId="265"/>
            <ac:spMk id="26" creationId="{53E5B1A8-3AC9-4BD1-9BBC-78CA94F2D1BA}"/>
          </ac:spMkLst>
        </pc:spChg>
      </pc:sldChg>
      <pc:sldChg chg="addSp delSp modSp mod setBg">
        <pc:chgData name="Manas Tuwani" userId="5d421215-a11f-4a6e-90ca-e8ac2213fab6" providerId="ADAL" clId="{5E4C394B-D859-4BA3-A675-93FC952BD676}" dt="2022-08-02T09:51:05.759" v="124" actId="26606"/>
        <pc:sldMkLst>
          <pc:docMk/>
          <pc:sldMk cId="4042620932" sldId="266"/>
        </pc:sldMkLst>
        <pc:spChg chg="mod">
          <ac:chgData name="Manas Tuwani" userId="5d421215-a11f-4a6e-90ca-e8ac2213fab6" providerId="ADAL" clId="{5E4C394B-D859-4BA3-A675-93FC952BD676}" dt="2022-08-02T09:51:05.759" v="124" actId="26606"/>
          <ac:spMkLst>
            <pc:docMk/>
            <pc:sldMk cId="4042620932" sldId="266"/>
            <ac:spMk id="2" creationId="{00000000-0000-0000-0000-000000000000}"/>
          </ac:spMkLst>
        </pc:spChg>
        <pc:spChg chg="mod">
          <ac:chgData name="Manas Tuwani" userId="5d421215-a11f-4a6e-90ca-e8ac2213fab6" providerId="ADAL" clId="{5E4C394B-D859-4BA3-A675-93FC952BD676}" dt="2022-08-02T09:51:05.759" v="124" actId="26606"/>
          <ac:spMkLst>
            <pc:docMk/>
            <pc:sldMk cId="4042620932" sldId="266"/>
            <ac:spMk id="3" creationId="{00000000-0000-0000-0000-000000000000}"/>
          </ac:spMkLst>
        </pc:spChg>
        <pc:spChg chg="add del">
          <ac:chgData name="Manas Tuwani" userId="5d421215-a11f-4a6e-90ca-e8ac2213fab6" providerId="ADAL" clId="{5E4C394B-D859-4BA3-A675-93FC952BD676}" dt="2022-08-02T09:51:01.240" v="121" actId="26606"/>
          <ac:spMkLst>
            <pc:docMk/>
            <pc:sldMk cId="4042620932" sldId="266"/>
            <ac:spMk id="8" creationId="{DE7FFD28-545C-4C88-A2E7-152FB234C92C}"/>
          </ac:spMkLst>
        </pc:spChg>
        <pc:spChg chg="add del">
          <ac:chgData name="Manas Tuwani" userId="5d421215-a11f-4a6e-90ca-e8ac2213fab6" providerId="ADAL" clId="{5E4C394B-D859-4BA3-A675-93FC952BD676}" dt="2022-08-02T09:51:05.754" v="123" actId="26606"/>
          <ac:spMkLst>
            <pc:docMk/>
            <pc:sldMk cId="4042620932" sldId="266"/>
            <ac:spMk id="10" creationId="{A55D5633-D557-4DCA-982C-FF36EB7A1C00}"/>
          </ac:spMkLst>
        </pc:spChg>
        <pc:spChg chg="add del">
          <ac:chgData name="Manas Tuwani" userId="5d421215-a11f-4a6e-90ca-e8ac2213fab6" providerId="ADAL" clId="{5E4C394B-D859-4BA3-A675-93FC952BD676}" dt="2022-08-02T09:51:05.754" v="123" actId="26606"/>
          <ac:spMkLst>
            <pc:docMk/>
            <pc:sldMk cId="4042620932" sldId="266"/>
            <ac:spMk id="11" creationId="{70DFC902-7D23-471A-B557-B6B6917D7A0D}"/>
          </ac:spMkLst>
        </pc:spChg>
        <pc:spChg chg="add del">
          <ac:chgData name="Manas Tuwani" userId="5d421215-a11f-4a6e-90ca-e8ac2213fab6" providerId="ADAL" clId="{5E4C394B-D859-4BA3-A675-93FC952BD676}" dt="2022-08-02T09:51:05.754" v="123" actId="26606"/>
          <ac:spMkLst>
            <pc:docMk/>
            <pc:sldMk cId="4042620932" sldId="266"/>
            <ac:spMk id="12" creationId="{450D3AD2-FA80-415F-A9CE-54D884561CD7}"/>
          </ac:spMkLst>
        </pc:spChg>
        <pc:spChg chg="add">
          <ac:chgData name="Manas Tuwani" userId="5d421215-a11f-4a6e-90ca-e8ac2213fab6" providerId="ADAL" clId="{5E4C394B-D859-4BA3-A675-93FC952BD676}" dt="2022-08-02T09:51:05.759" v="124" actId="26606"/>
          <ac:spMkLst>
            <pc:docMk/>
            <pc:sldMk cId="4042620932" sldId="266"/>
            <ac:spMk id="14" creationId="{979E27D9-03C7-44E2-9FF8-15D0C8506AF7}"/>
          </ac:spMkLst>
        </pc:spChg>
        <pc:spChg chg="add">
          <ac:chgData name="Manas Tuwani" userId="5d421215-a11f-4a6e-90ca-e8ac2213fab6" providerId="ADAL" clId="{5E4C394B-D859-4BA3-A675-93FC952BD676}" dt="2022-08-02T09:51:05.759" v="124" actId="26606"/>
          <ac:spMkLst>
            <pc:docMk/>
            <pc:sldMk cId="4042620932" sldId="266"/>
            <ac:spMk id="15" creationId="{EEBF1590-3B36-48EE-A89D-3B6F3CB256AB}"/>
          </ac:spMkLst>
        </pc:spChg>
        <pc:spChg chg="add">
          <ac:chgData name="Manas Tuwani" userId="5d421215-a11f-4a6e-90ca-e8ac2213fab6" providerId="ADAL" clId="{5E4C394B-D859-4BA3-A675-93FC952BD676}" dt="2022-08-02T09:51:05.759" v="124" actId="26606"/>
          <ac:spMkLst>
            <pc:docMk/>
            <pc:sldMk cId="4042620932" sldId="266"/>
            <ac:spMk id="16" creationId="{AC8F6C8C-AB5A-4548-942D-E3FD40ACBC49}"/>
          </ac:spMkLst>
        </pc:spChg>
      </pc:sldChg>
      <pc:sldChg chg="addSp modSp mod setBg">
        <pc:chgData name="Manas Tuwani" userId="5d421215-a11f-4a6e-90ca-e8ac2213fab6" providerId="ADAL" clId="{5E4C394B-D859-4BA3-A675-93FC952BD676}" dt="2022-08-02T09:50:49.247" v="119" actId="26606"/>
        <pc:sldMkLst>
          <pc:docMk/>
          <pc:sldMk cId="3280935674" sldId="267"/>
        </pc:sldMkLst>
        <pc:spChg chg="mod">
          <ac:chgData name="Manas Tuwani" userId="5d421215-a11f-4a6e-90ca-e8ac2213fab6" providerId="ADAL" clId="{5E4C394B-D859-4BA3-A675-93FC952BD676}" dt="2022-08-02T09:50:49.247" v="119" actId="26606"/>
          <ac:spMkLst>
            <pc:docMk/>
            <pc:sldMk cId="3280935674" sldId="267"/>
            <ac:spMk id="2" creationId="{00000000-0000-0000-0000-000000000000}"/>
          </ac:spMkLst>
        </pc:spChg>
        <pc:spChg chg="add">
          <ac:chgData name="Manas Tuwani" userId="5d421215-a11f-4a6e-90ca-e8ac2213fab6" providerId="ADAL" clId="{5E4C394B-D859-4BA3-A675-93FC952BD676}" dt="2022-08-02T09:50:49.247" v="119" actId="26606"/>
          <ac:spMkLst>
            <pc:docMk/>
            <pc:sldMk cId="3280935674" sldId="267"/>
            <ac:spMk id="1031" creationId="{A4AC5506-6312-4701-8D3C-40187889A947}"/>
          </ac:spMkLst>
        </pc:spChg>
        <pc:picChg chg="mod">
          <ac:chgData name="Manas Tuwani" userId="5d421215-a11f-4a6e-90ca-e8ac2213fab6" providerId="ADAL" clId="{5E4C394B-D859-4BA3-A675-93FC952BD676}" dt="2022-08-02T09:50:49.247" v="119" actId="26606"/>
          <ac:picMkLst>
            <pc:docMk/>
            <pc:sldMk cId="3280935674" sldId="267"/>
            <ac:picMk id="1026" creationId="{00000000-0000-0000-0000-000000000000}"/>
          </ac:picMkLst>
        </pc:picChg>
      </pc:sldChg>
      <pc:sldChg chg="addSp delSp modSp mod setBg">
        <pc:chgData name="Manas Tuwani" userId="5d421215-a11f-4a6e-90ca-e8ac2213fab6" providerId="ADAL" clId="{5E4C394B-D859-4BA3-A675-93FC952BD676}" dt="2022-08-02T09:51:23.741" v="128" actId="1076"/>
        <pc:sldMkLst>
          <pc:docMk/>
          <pc:sldMk cId="3571237550" sldId="268"/>
        </pc:sldMkLst>
        <pc:spChg chg="add del">
          <ac:chgData name="Manas Tuwani" userId="5d421215-a11f-4a6e-90ca-e8ac2213fab6" providerId="ADAL" clId="{5E4C394B-D859-4BA3-A675-93FC952BD676}" dt="2022-08-02T09:51:19.132" v="127" actId="478"/>
          <ac:spMkLst>
            <pc:docMk/>
            <pc:sldMk cId="3571237550" sldId="268"/>
            <ac:spMk id="2054" creationId="{7BDB3C9B-929D-D302-6D9D-BC976A3DA142}"/>
          </ac:spMkLst>
        </pc:spChg>
        <pc:spChg chg="add">
          <ac:chgData name="Manas Tuwani" userId="5d421215-a11f-4a6e-90ca-e8ac2213fab6" providerId="ADAL" clId="{5E4C394B-D859-4BA3-A675-93FC952BD676}" dt="2022-08-02T09:51:15.514" v="126" actId="26606"/>
          <ac:spMkLst>
            <pc:docMk/>
            <pc:sldMk cId="3571237550" sldId="268"/>
            <ac:spMk id="2057" creationId="{2596F992-698C-48C0-9D89-70DA4CE927EF}"/>
          </ac:spMkLst>
        </pc:spChg>
        <pc:spChg chg="add">
          <ac:chgData name="Manas Tuwani" userId="5d421215-a11f-4a6e-90ca-e8ac2213fab6" providerId="ADAL" clId="{5E4C394B-D859-4BA3-A675-93FC952BD676}" dt="2022-08-02T09:51:15.514" v="126" actId="26606"/>
          <ac:spMkLst>
            <pc:docMk/>
            <pc:sldMk cId="3571237550" sldId="268"/>
            <ac:spMk id="2059" creationId="{E7BFF8DC-0AE7-4AD2-9B28-2E5F26D62C30}"/>
          </ac:spMkLst>
        </pc:spChg>
        <pc:spChg chg="add">
          <ac:chgData name="Manas Tuwani" userId="5d421215-a11f-4a6e-90ca-e8ac2213fab6" providerId="ADAL" clId="{5E4C394B-D859-4BA3-A675-93FC952BD676}" dt="2022-08-02T09:51:15.514" v="126" actId="26606"/>
          <ac:spMkLst>
            <pc:docMk/>
            <pc:sldMk cId="3571237550" sldId="268"/>
            <ac:spMk id="2061" creationId="{7E0162AD-C6E5-4BF8-A453-76ADB36877D3}"/>
          </ac:spMkLst>
        </pc:spChg>
        <pc:picChg chg="add mod">
          <ac:chgData name="Manas Tuwani" userId="5d421215-a11f-4a6e-90ca-e8ac2213fab6" providerId="ADAL" clId="{5E4C394B-D859-4BA3-A675-93FC952BD676}" dt="2022-08-02T09:51:23.741" v="128" actId="1076"/>
          <ac:picMkLst>
            <pc:docMk/>
            <pc:sldMk cId="3571237550" sldId="268"/>
            <ac:picMk id="2050" creationId="{00000000-0000-0000-0000-000000000000}"/>
          </ac:picMkLst>
        </pc:picChg>
        <pc:picChg chg="del mod replId">
          <ac:chgData name="Manas Tuwani" userId="5d421215-a11f-4a6e-90ca-e8ac2213fab6" providerId="ADAL" clId="{5E4C394B-D859-4BA3-A675-93FC952BD676}" dt="2022-08-02T09:51:15.514" v="126" actId="26606"/>
          <ac:picMkLst>
            <pc:docMk/>
            <pc:sldMk cId="3571237550" sldId="268"/>
            <ac:picMk id="2052" creationId="{00000000-0000-0000-0000-000000000000}"/>
          </ac:picMkLst>
        </pc:picChg>
      </pc:sldChg>
      <pc:sldChg chg="addSp modSp mod setBg">
        <pc:chgData name="Manas Tuwani" userId="5d421215-a11f-4a6e-90ca-e8ac2213fab6" providerId="ADAL" clId="{5E4C394B-D859-4BA3-A675-93FC952BD676}" dt="2022-08-02T09:51:41.526" v="131" actId="1076"/>
        <pc:sldMkLst>
          <pc:docMk/>
          <pc:sldMk cId="2682132506" sldId="269"/>
        </pc:sldMkLst>
        <pc:spChg chg="mod">
          <ac:chgData name="Manas Tuwani" userId="5d421215-a11f-4a6e-90ca-e8ac2213fab6" providerId="ADAL" clId="{5E4C394B-D859-4BA3-A675-93FC952BD676}" dt="2022-08-02T09:51:31.877" v="129" actId="26606"/>
          <ac:spMkLst>
            <pc:docMk/>
            <pc:sldMk cId="2682132506" sldId="269"/>
            <ac:spMk id="2" creationId="{00000000-0000-0000-0000-000000000000}"/>
          </ac:spMkLst>
        </pc:spChg>
        <pc:spChg chg="mod">
          <ac:chgData name="Manas Tuwani" userId="5d421215-a11f-4a6e-90ca-e8ac2213fab6" providerId="ADAL" clId="{5E4C394B-D859-4BA3-A675-93FC952BD676}" dt="2022-08-02T09:51:41.526" v="131" actId="1076"/>
          <ac:spMkLst>
            <pc:docMk/>
            <pc:sldMk cId="2682132506" sldId="269"/>
            <ac:spMk id="3" creationId="{00000000-0000-0000-0000-000000000000}"/>
          </ac:spMkLst>
        </pc:spChg>
        <pc:spChg chg="add">
          <ac:chgData name="Manas Tuwani" userId="5d421215-a11f-4a6e-90ca-e8ac2213fab6" providerId="ADAL" clId="{5E4C394B-D859-4BA3-A675-93FC952BD676}" dt="2022-08-02T09:51:31.877" v="129" actId="26606"/>
          <ac:spMkLst>
            <pc:docMk/>
            <pc:sldMk cId="2682132506" sldId="269"/>
            <ac:spMk id="8" creationId="{1B15ED52-F352-441B-82BF-E0EA34836D08}"/>
          </ac:spMkLst>
        </pc:spChg>
        <pc:spChg chg="add">
          <ac:chgData name="Manas Tuwani" userId="5d421215-a11f-4a6e-90ca-e8ac2213fab6" providerId="ADAL" clId="{5E4C394B-D859-4BA3-A675-93FC952BD676}" dt="2022-08-02T09:51:31.877" v="129" actId="26606"/>
          <ac:spMkLst>
            <pc:docMk/>
            <pc:sldMk cId="2682132506" sldId="269"/>
            <ac:spMk id="10" creationId="{3B2E3793-BFE6-45A2-9B7B-E18844431C99}"/>
          </ac:spMkLst>
        </pc:spChg>
        <pc:spChg chg="add">
          <ac:chgData name="Manas Tuwani" userId="5d421215-a11f-4a6e-90ca-e8ac2213fab6" providerId="ADAL" clId="{5E4C394B-D859-4BA3-A675-93FC952BD676}" dt="2022-08-02T09:51:31.877" v="129" actId="26606"/>
          <ac:spMkLst>
            <pc:docMk/>
            <pc:sldMk cId="2682132506" sldId="269"/>
            <ac:spMk id="12" creationId="{BC4C4868-CB8F-4AF9-9CDB-8108F2C19B67}"/>
          </ac:spMkLst>
        </pc:spChg>
        <pc:spChg chg="add">
          <ac:chgData name="Manas Tuwani" userId="5d421215-a11f-4a6e-90ca-e8ac2213fab6" providerId="ADAL" clId="{5E4C394B-D859-4BA3-A675-93FC952BD676}" dt="2022-08-02T09:51:31.877" v="129" actId="26606"/>
          <ac:spMkLst>
            <pc:docMk/>
            <pc:sldMk cId="2682132506" sldId="269"/>
            <ac:spMk id="14" creationId="{375E0459-6403-40CD-989D-56A4407CA12E}"/>
          </ac:spMkLst>
        </pc:spChg>
        <pc:spChg chg="add">
          <ac:chgData name="Manas Tuwani" userId="5d421215-a11f-4a6e-90ca-e8ac2213fab6" providerId="ADAL" clId="{5E4C394B-D859-4BA3-A675-93FC952BD676}" dt="2022-08-02T09:51:31.877" v="129" actId="26606"/>
          <ac:spMkLst>
            <pc:docMk/>
            <pc:sldMk cId="2682132506" sldId="269"/>
            <ac:spMk id="16" creationId="{53E5B1A8-3AC9-4BD1-9BBC-78CA94F2D1BA}"/>
          </ac:spMkLst>
        </pc:spChg>
      </pc:sldChg>
      <pc:sldChg chg="addSp modSp mod setBg">
        <pc:chgData name="Manas Tuwani" userId="5d421215-a11f-4a6e-90ca-e8ac2213fab6" providerId="ADAL" clId="{5E4C394B-D859-4BA3-A675-93FC952BD676}" dt="2022-08-02T09:51:54.740" v="134" actId="14100"/>
        <pc:sldMkLst>
          <pc:docMk/>
          <pc:sldMk cId="3699503893" sldId="270"/>
        </pc:sldMkLst>
        <pc:spChg chg="mod">
          <ac:chgData name="Manas Tuwani" userId="5d421215-a11f-4a6e-90ca-e8ac2213fab6" providerId="ADAL" clId="{5E4C394B-D859-4BA3-A675-93FC952BD676}" dt="2022-08-02T09:51:46.331" v="132" actId="26606"/>
          <ac:spMkLst>
            <pc:docMk/>
            <pc:sldMk cId="3699503893" sldId="270"/>
            <ac:spMk id="2" creationId="{00000000-0000-0000-0000-000000000000}"/>
          </ac:spMkLst>
        </pc:spChg>
        <pc:spChg chg="mod">
          <ac:chgData name="Manas Tuwani" userId="5d421215-a11f-4a6e-90ca-e8ac2213fab6" providerId="ADAL" clId="{5E4C394B-D859-4BA3-A675-93FC952BD676}" dt="2022-08-02T09:51:54.740" v="134" actId="14100"/>
          <ac:spMkLst>
            <pc:docMk/>
            <pc:sldMk cId="3699503893" sldId="270"/>
            <ac:spMk id="3" creationId="{00000000-0000-0000-0000-000000000000}"/>
          </ac:spMkLst>
        </pc:spChg>
        <pc:spChg chg="add">
          <ac:chgData name="Manas Tuwani" userId="5d421215-a11f-4a6e-90ca-e8ac2213fab6" providerId="ADAL" clId="{5E4C394B-D859-4BA3-A675-93FC952BD676}" dt="2022-08-02T09:51:46.331" v="132" actId="26606"/>
          <ac:spMkLst>
            <pc:docMk/>
            <pc:sldMk cId="3699503893" sldId="270"/>
            <ac:spMk id="8" creationId="{1B15ED52-F352-441B-82BF-E0EA34836D08}"/>
          </ac:spMkLst>
        </pc:spChg>
        <pc:spChg chg="add">
          <ac:chgData name="Manas Tuwani" userId="5d421215-a11f-4a6e-90ca-e8ac2213fab6" providerId="ADAL" clId="{5E4C394B-D859-4BA3-A675-93FC952BD676}" dt="2022-08-02T09:51:46.331" v="132" actId="26606"/>
          <ac:spMkLst>
            <pc:docMk/>
            <pc:sldMk cId="3699503893" sldId="270"/>
            <ac:spMk id="10" creationId="{3B2E3793-BFE6-45A2-9B7B-E18844431C99}"/>
          </ac:spMkLst>
        </pc:spChg>
        <pc:spChg chg="add">
          <ac:chgData name="Manas Tuwani" userId="5d421215-a11f-4a6e-90ca-e8ac2213fab6" providerId="ADAL" clId="{5E4C394B-D859-4BA3-A675-93FC952BD676}" dt="2022-08-02T09:51:46.331" v="132" actId="26606"/>
          <ac:spMkLst>
            <pc:docMk/>
            <pc:sldMk cId="3699503893" sldId="270"/>
            <ac:spMk id="12" creationId="{BC4C4868-CB8F-4AF9-9CDB-8108F2C19B67}"/>
          </ac:spMkLst>
        </pc:spChg>
        <pc:spChg chg="add">
          <ac:chgData name="Manas Tuwani" userId="5d421215-a11f-4a6e-90ca-e8ac2213fab6" providerId="ADAL" clId="{5E4C394B-D859-4BA3-A675-93FC952BD676}" dt="2022-08-02T09:51:46.331" v="132" actId="26606"/>
          <ac:spMkLst>
            <pc:docMk/>
            <pc:sldMk cId="3699503893" sldId="270"/>
            <ac:spMk id="14" creationId="{375E0459-6403-40CD-989D-56A4407CA12E}"/>
          </ac:spMkLst>
        </pc:spChg>
        <pc:spChg chg="add">
          <ac:chgData name="Manas Tuwani" userId="5d421215-a11f-4a6e-90ca-e8ac2213fab6" providerId="ADAL" clId="{5E4C394B-D859-4BA3-A675-93FC952BD676}" dt="2022-08-02T09:51:46.331" v="132" actId="26606"/>
          <ac:spMkLst>
            <pc:docMk/>
            <pc:sldMk cId="3699503893" sldId="270"/>
            <ac:spMk id="16" creationId="{53E5B1A8-3AC9-4BD1-9BBC-78CA94F2D1BA}"/>
          </ac:spMkLst>
        </pc:spChg>
      </pc:sldChg>
      <pc:sldChg chg="addSp delSp modSp mod setBg">
        <pc:chgData name="Manas Tuwani" userId="5d421215-a11f-4a6e-90ca-e8ac2213fab6" providerId="ADAL" clId="{5E4C394B-D859-4BA3-A675-93FC952BD676}" dt="2022-08-02T09:59:11.145" v="196" actId="1076"/>
        <pc:sldMkLst>
          <pc:docMk/>
          <pc:sldMk cId="1117067850" sldId="271"/>
        </pc:sldMkLst>
        <pc:spChg chg="mod">
          <ac:chgData name="Manas Tuwani" userId="5d421215-a11f-4a6e-90ca-e8ac2213fab6" providerId="ADAL" clId="{5E4C394B-D859-4BA3-A675-93FC952BD676}" dt="2022-08-02T09:58:09.363" v="189" actId="20577"/>
          <ac:spMkLst>
            <pc:docMk/>
            <pc:sldMk cId="1117067850" sldId="271"/>
            <ac:spMk id="5" creationId="{00000000-0000-0000-0000-000000000000}"/>
          </ac:spMkLst>
        </pc:spChg>
        <pc:spChg chg="add">
          <ac:chgData name="Manas Tuwani" userId="5d421215-a11f-4a6e-90ca-e8ac2213fab6" providerId="ADAL" clId="{5E4C394B-D859-4BA3-A675-93FC952BD676}" dt="2022-08-02T09:57:49.446" v="185" actId="26606"/>
          <ac:spMkLst>
            <pc:docMk/>
            <pc:sldMk cId="1117067850" sldId="271"/>
            <ac:spMk id="7" creationId="{0ADD3505-D816-4666-AAAA-42EC992FAFC6}"/>
          </ac:spMkLst>
        </pc:spChg>
        <pc:spChg chg="add">
          <ac:chgData name="Manas Tuwani" userId="5d421215-a11f-4a6e-90ca-e8ac2213fab6" providerId="ADAL" clId="{5E4C394B-D859-4BA3-A675-93FC952BD676}" dt="2022-08-02T09:57:49.446" v="185" actId="26606"/>
          <ac:spMkLst>
            <pc:docMk/>
            <pc:sldMk cId="1117067850" sldId="271"/>
            <ac:spMk id="8" creationId="{B4269A41-C387-4555-A18D-F1B4E366CD01}"/>
          </ac:spMkLst>
        </pc:spChg>
        <pc:spChg chg="add">
          <ac:chgData name="Manas Tuwani" userId="5d421215-a11f-4a6e-90ca-e8ac2213fab6" providerId="ADAL" clId="{5E4C394B-D859-4BA3-A675-93FC952BD676}" dt="2022-08-02T09:57:49.446" v="185" actId="26606"/>
          <ac:spMkLst>
            <pc:docMk/>
            <pc:sldMk cId="1117067850" sldId="271"/>
            <ac:spMk id="9" creationId="{911C1882-1ABB-473F-836B-DE0066ABAC90}"/>
          </ac:spMkLst>
        </pc:spChg>
        <pc:spChg chg="add del">
          <ac:chgData name="Manas Tuwani" userId="5d421215-a11f-4a6e-90ca-e8ac2213fab6" providerId="ADAL" clId="{5E4C394B-D859-4BA3-A675-93FC952BD676}" dt="2022-08-02T09:57:43.371" v="183" actId="26606"/>
          <ac:spMkLst>
            <pc:docMk/>
            <pc:sldMk cId="1117067850" sldId="271"/>
            <ac:spMk id="10" creationId="{A3363022-C969-41E9-8EB2-E4C94908C1FA}"/>
          </ac:spMkLst>
        </pc:spChg>
        <pc:spChg chg="add">
          <ac:chgData name="Manas Tuwani" userId="5d421215-a11f-4a6e-90ca-e8ac2213fab6" providerId="ADAL" clId="{5E4C394B-D859-4BA3-A675-93FC952BD676}" dt="2022-08-02T09:57:49.446" v="185" actId="26606"/>
          <ac:spMkLst>
            <pc:docMk/>
            <pc:sldMk cId="1117067850" sldId="271"/>
            <ac:spMk id="11" creationId="{336533B6-75CC-4F87-B044-A8241FBF7729}"/>
          </ac:spMkLst>
        </pc:spChg>
        <pc:spChg chg="add del">
          <ac:chgData name="Manas Tuwani" userId="5d421215-a11f-4a6e-90ca-e8ac2213fab6" providerId="ADAL" clId="{5E4C394B-D859-4BA3-A675-93FC952BD676}" dt="2022-08-02T09:57:43.371" v="183" actId="26606"/>
          <ac:spMkLst>
            <pc:docMk/>
            <pc:sldMk cId="1117067850" sldId="271"/>
            <ac:spMk id="12" creationId="{8D1AD6B3-BE88-4CEB-BA17-790657CC4729}"/>
          </ac:spMkLst>
        </pc:spChg>
        <pc:spChg chg="add">
          <ac:chgData name="Manas Tuwani" userId="5d421215-a11f-4a6e-90ca-e8ac2213fab6" providerId="ADAL" clId="{5E4C394B-D859-4BA3-A675-93FC952BD676}" dt="2022-08-02T09:57:49.446" v="185" actId="26606"/>
          <ac:spMkLst>
            <pc:docMk/>
            <pc:sldMk cId="1117067850" sldId="271"/>
            <ac:spMk id="18" creationId="{77EAB586-FBDB-4496-82AC-22F1856379C8}"/>
          </ac:spMkLst>
        </pc:spChg>
        <pc:grpChg chg="add del">
          <ac:chgData name="Manas Tuwani" userId="5d421215-a11f-4a6e-90ca-e8ac2213fab6" providerId="ADAL" clId="{5E4C394B-D859-4BA3-A675-93FC952BD676}" dt="2022-08-02T09:57:43.371" v="183" actId="26606"/>
          <ac:grpSpMkLst>
            <pc:docMk/>
            <pc:sldMk cId="1117067850" sldId="271"/>
            <ac:grpSpMk id="14" creationId="{89D1390B-7E13-4B4F-9CB2-391063412E54}"/>
          </ac:grpSpMkLst>
        </pc:grpChg>
        <pc:picChg chg="mod ord">
          <ac:chgData name="Manas Tuwani" userId="5d421215-a11f-4a6e-90ca-e8ac2213fab6" providerId="ADAL" clId="{5E4C394B-D859-4BA3-A675-93FC952BD676}" dt="2022-08-02T09:59:11.145" v="196" actId="1076"/>
          <ac:picMkLst>
            <pc:docMk/>
            <pc:sldMk cId="1117067850" sldId="271"/>
            <ac:picMk id="4" creationId="{00000000-0000-0000-0000-000000000000}"/>
          </ac:picMkLst>
        </pc:picChg>
      </pc:sldChg>
      <pc:sldChg chg="addSp modSp mod setBg">
        <pc:chgData name="Manas Tuwani" userId="5d421215-a11f-4a6e-90ca-e8ac2213fab6" providerId="ADAL" clId="{5E4C394B-D859-4BA3-A675-93FC952BD676}" dt="2022-08-02T09:52:05.761" v="136" actId="14100"/>
        <pc:sldMkLst>
          <pc:docMk/>
          <pc:sldMk cId="4268617951" sldId="272"/>
        </pc:sldMkLst>
        <pc:spChg chg="mod">
          <ac:chgData name="Manas Tuwani" userId="5d421215-a11f-4a6e-90ca-e8ac2213fab6" providerId="ADAL" clId="{5E4C394B-D859-4BA3-A675-93FC952BD676}" dt="2022-08-02T09:52:05.761" v="136" actId="14100"/>
          <ac:spMkLst>
            <pc:docMk/>
            <pc:sldMk cId="4268617951" sldId="272"/>
            <ac:spMk id="3" creationId="{00000000-0000-0000-0000-000000000000}"/>
          </ac:spMkLst>
        </pc:spChg>
        <pc:spChg chg="add">
          <ac:chgData name="Manas Tuwani" userId="5d421215-a11f-4a6e-90ca-e8ac2213fab6" providerId="ADAL" clId="{5E4C394B-D859-4BA3-A675-93FC952BD676}" dt="2022-08-02T09:52:00.793" v="135" actId="26606"/>
          <ac:spMkLst>
            <pc:docMk/>
            <pc:sldMk cId="4268617951" sldId="272"/>
            <ac:spMk id="8" creationId="{1B15ED52-F352-441B-82BF-E0EA34836D08}"/>
          </ac:spMkLst>
        </pc:spChg>
        <pc:spChg chg="add">
          <ac:chgData name="Manas Tuwani" userId="5d421215-a11f-4a6e-90ca-e8ac2213fab6" providerId="ADAL" clId="{5E4C394B-D859-4BA3-A675-93FC952BD676}" dt="2022-08-02T09:52:00.793" v="135" actId="26606"/>
          <ac:spMkLst>
            <pc:docMk/>
            <pc:sldMk cId="4268617951" sldId="272"/>
            <ac:spMk id="10" creationId="{3B2E3793-BFE6-45A2-9B7B-E18844431C99}"/>
          </ac:spMkLst>
        </pc:spChg>
        <pc:spChg chg="add">
          <ac:chgData name="Manas Tuwani" userId="5d421215-a11f-4a6e-90ca-e8ac2213fab6" providerId="ADAL" clId="{5E4C394B-D859-4BA3-A675-93FC952BD676}" dt="2022-08-02T09:52:00.793" v="135" actId="26606"/>
          <ac:spMkLst>
            <pc:docMk/>
            <pc:sldMk cId="4268617951" sldId="272"/>
            <ac:spMk id="12" creationId="{BC4C4868-CB8F-4AF9-9CDB-8108F2C19B67}"/>
          </ac:spMkLst>
        </pc:spChg>
        <pc:spChg chg="add">
          <ac:chgData name="Manas Tuwani" userId="5d421215-a11f-4a6e-90ca-e8ac2213fab6" providerId="ADAL" clId="{5E4C394B-D859-4BA3-A675-93FC952BD676}" dt="2022-08-02T09:52:00.793" v="135" actId="26606"/>
          <ac:spMkLst>
            <pc:docMk/>
            <pc:sldMk cId="4268617951" sldId="272"/>
            <ac:spMk id="14" creationId="{375E0459-6403-40CD-989D-56A4407CA12E}"/>
          </ac:spMkLst>
        </pc:spChg>
        <pc:spChg chg="add">
          <ac:chgData name="Manas Tuwani" userId="5d421215-a11f-4a6e-90ca-e8ac2213fab6" providerId="ADAL" clId="{5E4C394B-D859-4BA3-A675-93FC952BD676}" dt="2022-08-02T09:52:00.793" v="135" actId="26606"/>
          <ac:spMkLst>
            <pc:docMk/>
            <pc:sldMk cId="4268617951" sldId="272"/>
            <ac:spMk id="16" creationId="{53E5B1A8-3AC9-4BD1-9BBC-78CA94F2D1BA}"/>
          </ac:spMkLst>
        </pc:spChg>
      </pc:sldChg>
      <pc:sldChg chg="addSp modSp mod setBg">
        <pc:chgData name="Manas Tuwani" userId="5d421215-a11f-4a6e-90ca-e8ac2213fab6" providerId="ADAL" clId="{5E4C394B-D859-4BA3-A675-93FC952BD676}" dt="2022-08-02T09:52:23.509" v="140" actId="1076"/>
        <pc:sldMkLst>
          <pc:docMk/>
          <pc:sldMk cId="3710158301" sldId="273"/>
        </pc:sldMkLst>
        <pc:spChg chg="mod">
          <ac:chgData name="Manas Tuwani" userId="5d421215-a11f-4a6e-90ca-e8ac2213fab6" providerId="ADAL" clId="{5E4C394B-D859-4BA3-A675-93FC952BD676}" dt="2022-08-02T09:52:19.481" v="139" actId="1076"/>
          <ac:spMkLst>
            <pc:docMk/>
            <pc:sldMk cId="3710158301" sldId="273"/>
            <ac:spMk id="2" creationId="{00000000-0000-0000-0000-000000000000}"/>
          </ac:spMkLst>
        </pc:spChg>
        <pc:spChg chg="mod">
          <ac:chgData name="Manas Tuwani" userId="5d421215-a11f-4a6e-90ca-e8ac2213fab6" providerId="ADAL" clId="{5E4C394B-D859-4BA3-A675-93FC952BD676}" dt="2022-08-02T09:52:23.509" v="140" actId="1076"/>
          <ac:spMkLst>
            <pc:docMk/>
            <pc:sldMk cId="3710158301" sldId="273"/>
            <ac:spMk id="3" creationId="{00000000-0000-0000-0000-000000000000}"/>
          </ac:spMkLst>
        </pc:spChg>
        <pc:spChg chg="add">
          <ac:chgData name="Manas Tuwani" userId="5d421215-a11f-4a6e-90ca-e8ac2213fab6" providerId="ADAL" clId="{5E4C394B-D859-4BA3-A675-93FC952BD676}" dt="2022-08-02T09:52:09.838" v="137" actId="26606"/>
          <ac:spMkLst>
            <pc:docMk/>
            <pc:sldMk cId="3710158301" sldId="273"/>
            <ac:spMk id="8" creationId="{1B15ED52-F352-441B-82BF-E0EA34836D08}"/>
          </ac:spMkLst>
        </pc:spChg>
        <pc:spChg chg="add">
          <ac:chgData name="Manas Tuwani" userId="5d421215-a11f-4a6e-90ca-e8ac2213fab6" providerId="ADAL" clId="{5E4C394B-D859-4BA3-A675-93FC952BD676}" dt="2022-08-02T09:52:09.838" v="137" actId="26606"/>
          <ac:spMkLst>
            <pc:docMk/>
            <pc:sldMk cId="3710158301" sldId="273"/>
            <ac:spMk id="10" creationId="{3B2E3793-BFE6-45A2-9B7B-E18844431C99}"/>
          </ac:spMkLst>
        </pc:spChg>
        <pc:spChg chg="add">
          <ac:chgData name="Manas Tuwani" userId="5d421215-a11f-4a6e-90ca-e8ac2213fab6" providerId="ADAL" clId="{5E4C394B-D859-4BA3-A675-93FC952BD676}" dt="2022-08-02T09:52:09.838" v="137" actId="26606"/>
          <ac:spMkLst>
            <pc:docMk/>
            <pc:sldMk cId="3710158301" sldId="273"/>
            <ac:spMk id="12" creationId="{BC4C4868-CB8F-4AF9-9CDB-8108F2C19B67}"/>
          </ac:spMkLst>
        </pc:spChg>
        <pc:spChg chg="add">
          <ac:chgData name="Manas Tuwani" userId="5d421215-a11f-4a6e-90ca-e8ac2213fab6" providerId="ADAL" clId="{5E4C394B-D859-4BA3-A675-93FC952BD676}" dt="2022-08-02T09:52:09.838" v="137" actId="26606"/>
          <ac:spMkLst>
            <pc:docMk/>
            <pc:sldMk cId="3710158301" sldId="273"/>
            <ac:spMk id="14" creationId="{375E0459-6403-40CD-989D-56A4407CA12E}"/>
          </ac:spMkLst>
        </pc:spChg>
        <pc:spChg chg="add">
          <ac:chgData name="Manas Tuwani" userId="5d421215-a11f-4a6e-90ca-e8ac2213fab6" providerId="ADAL" clId="{5E4C394B-D859-4BA3-A675-93FC952BD676}" dt="2022-08-02T09:52:09.838" v="137" actId="26606"/>
          <ac:spMkLst>
            <pc:docMk/>
            <pc:sldMk cId="3710158301" sldId="273"/>
            <ac:spMk id="16" creationId="{53E5B1A8-3AC9-4BD1-9BBC-78CA94F2D1BA}"/>
          </ac:spMkLst>
        </pc:spChg>
      </pc:sldChg>
      <pc:sldChg chg="addSp delSp modSp new mod setBg">
        <pc:chgData name="Manas Tuwani" userId="5d421215-a11f-4a6e-90ca-e8ac2213fab6" providerId="ADAL" clId="{5E4C394B-D859-4BA3-A675-93FC952BD676}" dt="2022-08-02T09:49:35.824" v="98" actId="26606"/>
        <pc:sldMkLst>
          <pc:docMk/>
          <pc:sldMk cId="2906425692" sldId="274"/>
        </pc:sldMkLst>
        <pc:spChg chg="mod">
          <ac:chgData name="Manas Tuwani" userId="5d421215-a11f-4a6e-90ca-e8ac2213fab6" providerId="ADAL" clId="{5E4C394B-D859-4BA3-A675-93FC952BD676}" dt="2022-08-02T09:49:35.824" v="98" actId="26606"/>
          <ac:spMkLst>
            <pc:docMk/>
            <pc:sldMk cId="2906425692" sldId="274"/>
            <ac:spMk id="2" creationId="{2CB782C6-BA7C-1F4C-F1A4-E6467AFEAE78}"/>
          </ac:spMkLst>
        </pc:spChg>
        <pc:spChg chg="mod">
          <ac:chgData name="Manas Tuwani" userId="5d421215-a11f-4a6e-90ca-e8ac2213fab6" providerId="ADAL" clId="{5E4C394B-D859-4BA3-A675-93FC952BD676}" dt="2022-08-02T09:49:35.824" v="98" actId="26606"/>
          <ac:spMkLst>
            <pc:docMk/>
            <pc:sldMk cId="2906425692" sldId="274"/>
            <ac:spMk id="3" creationId="{3E5B1EE3-A806-6AC5-E8BF-DB9153BE3595}"/>
          </ac:spMkLst>
        </pc:spChg>
        <pc:spChg chg="add del">
          <ac:chgData name="Manas Tuwani" userId="5d421215-a11f-4a6e-90ca-e8ac2213fab6" providerId="ADAL" clId="{5E4C394B-D859-4BA3-A675-93FC952BD676}" dt="2022-08-02T09:48:33.351" v="85" actId="26606"/>
          <ac:spMkLst>
            <pc:docMk/>
            <pc:sldMk cId="2906425692" sldId="274"/>
            <ac:spMk id="8" creationId="{100EDD19-6802-4EC3-95CE-CFFAB042CFD6}"/>
          </ac:spMkLst>
        </pc:spChg>
        <pc:spChg chg="add del">
          <ac:chgData name="Manas Tuwani" userId="5d421215-a11f-4a6e-90ca-e8ac2213fab6" providerId="ADAL" clId="{5E4C394B-D859-4BA3-A675-93FC952BD676}" dt="2022-08-02T09:48:33.351" v="85" actId="26606"/>
          <ac:spMkLst>
            <pc:docMk/>
            <pc:sldMk cId="2906425692" sldId="274"/>
            <ac:spMk id="10" creationId="{DB17E863-922E-4C26-BD64-E8FD41D28661}"/>
          </ac:spMkLst>
        </pc:spChg>
        <pc:spChg chg="add del">
          <ac:chgData name="Manas Tuwani" userId="5d421215-a11f-4a6e-90ca-e8ac2213fab6" providerId="ADAL" clId="{5E4C394B-D859-4BA3-A675-93FC952BD676}" dt="2022-08-02T09:49:35.824" v="98" actId="26606"/>
          <ac:spMkLst>
            <pc:docMk/>
            <pc:sldMk cId="2906425692" sldId="274"/>
            <ac:spMk id="12" creationId="{AC8F6C8C-AB5A-4548-942D-E3FD40ACBC49}"/>
          </ac:spMkLst>
        </pc:spChg>
        <pc:spChg chg="add del">
          <ac:chgData name="Manas Tuwani" userId="5d421215-a11f-4a6e-90ca-e8ac2213fab6" providerId="ADAL" clId="{5E4C394B-D859-4BA3-A675-93FC952BD676}" dt="2022-08-02T09:49:35.824" v="98" actId="26606"/>
          <ac:spMkLst>
            <pc:docMk/>
            <pc:sldMk cId="2906425692" sldId="274"/>
            <ac:spMk id="13" creationId="{979E27D9-03C7-44E2-9FF8-15D0C8506AF7}"/>
          </ac:spMkLst>
        </pc:spChg>
        <pc:spChg chg="add del">
          <ac:chgData name="Manas Tuwani" userId="5d421215-a11f-4a6e-90ca-e8ac2213fab6" providerId="ADAL" clId="{5E4C394B-D859-4BA3-A675-93FC952BD676}" dt="2022-08-02T09:49:35.824" v="98" actId="26606"/>
          <ac:spMkLst>
            <pc:docMk/>
            <pc:sldMk cId="2906425692" sldId="274"/>
            <ac:spMk id="14" creationId="{EEBF1590-3B36-48EE-A89D-3B6F3CB256AB}"/>
          </ac:spMkLst>
        </pc:spChg>
        <pc:spChg chg="add">
          <ac:chgData name="Manas Tuwani" userId="5d421215-a11f-4a6e-90ca-e8ac2213fab6" providerId="ADAL" clId="{5E4C394B-D859-4BA3-A675-93FC952BD676}" dt="2022-08-02T09:49:35.824" v="98" actId="26606"/>
          <ac:spMkLst>
            <pc:docMk/>
            <pc:sldMk cId="2906425692" sldId="274"/>
            <ac:spMk id="19" creationId="{1B15ED52-F352-441B-82BF-E0EA34836D08}"/>
          </ac:spMkLst>
        </pc:spChg>
        <pc:spChg chg="add">
          <ac:chgData name="Manas Tuwani" userId="5d421215-a11f-4a6e-90ca-e8ac2213fab6" providerId="ADAL" clId="{5E4C394B-D859-4BA3-A675-93FC952BD676}" dt="2022-08-02T09:49:35.824" v="98" actId="26606"/>
          <ac:spMkLst>
            <pc:docMk/>
            <pc:sldMk cId="2906425692" sldId="274"/>
            <ac:spMk id="21" creationId="{3B2E3793-BFE6-45A2-9B7B-E18844431C99}"/>
          </ac:spMkLst>
        </pc:spChg>
        <pc:spChg chg="add">
          <ac:chgData name="Manas Tuwani" userId="5d421215-a11f-4a6e-90ca-e8ac2213fab6" providerId="ADAL" clId="{5E4C394B-D859-4BA3-A675-93FC952BD676}" dt="2022-08-02T09:49:35.824" v="98" actId="26606"/>
          <ac:spMkLst>
            <pc:docMk/>
            <pc:sldMk cId="2906425692" sldId="274"/>
            <ac:spMk id="23" creationId="{BC4C4868-CB8F-4AF9-9CDB-8108F2C19B67}"/>
          </ac:spMkLst>
        </pc:spChg>
        <pc:spChg chg="add">
          <ac:chgData name="Manas Tuwani" userId="5d421215-a11f-4a6e-90ca-e8ac2213fab6" providerId="ADAL" clId="{5E4C394B-D859-4BA3-A675-93FC952BD676}" dt="2022-08-02T09:49:35.824" v="98" actId="26606"/>
          <ac:spMkLst>
            <pc:docMk/>
            <pc:sldMk cId="2906425692" sldId="274"/>
            <ac:spMk id="25" creationId="{375E0459-6403-40CD-989D-56A4407CA12E}"/>
          </ac:spMkLst>
        </pc:spChg>
        <pc:spChg chg="add">
          <ac:chgData name="Manas Tuwani" userId="5d421215-a11f-4a6e-90ca-e8ac2213fab6" providerId="ADAL" clId="{5E4C394B-D859-4BA3-A675-93FC952BD676}" dt="2022-08-02T09:49:35.824" v="98" actId="26606"/>
          <ac:spMkLst>
            <pc:docMk/>
            <pc:sldMk cId="2906425692" sldId="274"/>
            <ac:spMk id="27" creationId="{53E5B1A8-3AC9-4BD1-9BBC-78CA94F2D1BA}"/>
          </ac:spMkLst>
        </pc:spChg>
      </pc:sldChg>
      <pc:sldChg chg="addSp modSp new mod setBg">
        <pc:chgData name="Manas Tuwani" userId="5d421215-a11f-4a6e-90ca-e8ac2213fab6" providerId="ADAL" clId="{5E4C394B-D859-4BA3-A675-93FC952BD676}" dt="2022-08-02T09:57:43.476" v="184" actId="1076"/>
        <pc:sldMkLst>
          <pc:docMk/>
          <pc:sldMk cId="3900229023" sldId="275"/>
        </pc:sldMkLst>
        <pc:spChg chg="mod">
          <ac:chgData name="Manas Tuwani" userId="5d421215-a11f-4a6e-90ca-e8ac2213fab6" providerId="ADAL" clId="{5E4C394B-D859-4BA3-A675-93FC952BD676}" dt="2022-08-02T09:53:55.440" v="158" actId="1076"/>
          <ac:spMkLst>
            <pc:docMk/>
            <pc:sldMk cId="3900229023" sldId="275"/>
            <ac:spMk id="2" creationId="{F4400BA5-1B63-8730-4EF4-3776B575FB41}"/>
          </ac:spMkLst>
        </pc:spChg>
        <pc:spChg chg="mod">
          <ac:chgData name="Manas Tuwani" userId="5d421215-a11f-4a6e-90ca-e8ac2213fab6" providerId="ADAL" clId="{5E4C394B-D859-4BA3-A675-93FC952BD676}" dt="2022-08-02T09:57:43.476" v="184" actId="1076"/>
          <ac:spMkLst>
            <pc:docMk/>
            <pc:sldMk cId="3900229023" sldId="275"/>
            <ac:spMk id="3" creationId="{BF4B98C1-9321-28E8-AEE2-E7DEEBAB1EF0}"/>
          </ac:spMkLst>
        </pc:spChg>
        <pc:picChg chg="add">
          <ac:chgData name="Manas Tuwani" userId="5d421215-a11f-4a6e-90ca-e8ac2213fab6" providerId="ADAL" clId="{5E4C394B-D859-4BA3-A675-93FC952BD676}" dt="2022-08-02T09:47:40.790" v="78" actId="26606"/>
          <ac:picMkLst>
            <pc:docMk/>
            <pc:sldMk cId="3900229023" sldId="275"/>
            <ac:picMk id="5" creationId="{0FEDB10A-EAB7-478B-4512-46B47AFD770B}"/>
          </ac:picMkLst>
        </pc:picChg>
        <pc:cxnChg chg="add">
          <ac:chgData name="Manas Tuwani" userId="5d421215-a11f-4a6e-90ca-e8ac2213fab6" providerId="ADAL" clId="{5E4C394B-D859-4BA3-A675-93FC952BD676}" dt="2022-08-02T09:47:40.790" v="78" actId="26606"/>
          <ac:cxnSpMkLst>
            <pc:docMk/>
            <pc:sldMk cId="3900229023" sldId="275"/>
            <ac:cxnSpMk id="9" creationId="{A7F400EE-A8A5-48AF-B4D6-291B52C6F0B0}"/>
          </ac:cxnSpMkLst>
        </pc:cxnChg>
      </pc:sldChg>
    </pc:docChg>
  </pc:docChgLst>
  <pc:docChgLst>
    <pc:chgData name="Manas Tuwani" userId="5d421215-a11f-4a6e-90ca-e8ac2213fab6" providerId="ADAL" clId="{319B99BF-A7FA-4CE1-B9FD-E91B7C4B5D25}"/>
    <pc:docChg chg="modSld">
      <pc:chgData name="Manas Tuwani" userId="5d421215-a11f-4a6e-90ca-e8ac2213fab6" providerId="ADAL" clId="{319B99BF-A7FA-4CE1-B9FD-E91B7C4B5D25}" dt="2022-12-22T02:29:54.165" v="0" actId="20577"/>
      <pc:docMkLst>
        <pc:docMk/>
      </pc:docMkLst>
      <pc:sldChg chg="modSp mod">
        <pc:chgData name="Manas Tuwani" userId="5d421215-a11f-4a6e-90ca-e8ac2213fab6" providerId="ADAL" clId="{319B99BF-A7FA-4CE1-B9FD-E91B7C4B5D25}" dt="2022-12-22T02:29:54.165" v="0" actId="20577"/>
        <pc:sldMkLst>
          <pc:docMk/>
          <pc:sldMk cId="3699503893" sldId="270"/>
        </pc:sldMkLst>
        <pc:spChg chg="mod">
          <ac:chgData name="Manas Tuwani" userId="5d421215-a11f-4a6e-90ca-e8ac2213fab6" providerId="ADAL" clId="{319B99BF-A7FA-4CE1-B9FD-E91B7C4B5D25}" dt="2022-12-22T02:29:54.165" v="0" actId="20577"/>
          <ac:spMkLst>
            <pc:docMk/>
            <pc:sldMk cId="3699503893" sldId="270"/>
            <ac:spMk id="3" creationId="{00000000-0000-0000-0000-000000000000}"/>
          </ac:spMkLst>
        </pc:spChg>
      </pc:sldChg>
    </pc:docChg>
  </pc:docChgLst>
  <pc:docChgLst>
    <pc:chgData name="Manas Tuwani" userId="5d421215-a11f-4a6e-90ca-e8ac2213fab6" providerId="ADAL" clId="{C98D6903-810B-4C3F-9E66-75CB554B81A9}"/>
    <pc:docChg chg="delSld">
      <pc:chgData name="Manas Tuwani" userId="5d421215-a11f-4a6e-90ca-e8ac2213fab6" providerId="ADAL" clId="{C98D6903-810B-4C3F-9E66-75CB554B81A9}" dt="2024-01-18T15:43:30.400" v="0" actId="47"/>
      <pc:docMkLst>
        <pc:docMk/>
      </pc:docMkLst>
      <pc:sldChg chg="del">
        <pc:chgData name="Manas Tuwani" userId="5d421215-a11f-4a6e-90ca-e8ac2213fab6" providerId="ADAL" clId="{C98D6903-810B-4C3F-9E66-75CB554B81A9}" dt="2024-01-18T15:43:30.400" v="0" actId="47"/>
        <pc:sldMkLst>
          <pc:docMk/>
          <pc:sldMk cId="478342036" sldId="265"/>
        </pc:sldMkLst>
      </pc:sldChg>
    </pc:docChg>
  </pc:docChgLst>
  <pc:docChgLst>
    <pc:chgData name="Manas Tuwani" userId="5d421215-a11f-4a6e-90ca-e8ac2213fab6" providerId="ADAL" clId="{CFA5B8A7-E6DC-4C46-9311-AF53BA28FE88}"/>
    <pc:docChg chg="modSld">
      <pc:chgData name="Manas Tuwani" userId="5d421215-a11f-4a6e-90ca-e8ac2213fab6" providerId="ADAL" clId="{CFA5B8A7-E6DC-4C46-9311-AF53BA28FE88}" dt="2022-11-26T13:23:04.532" v="1" actId="1076"/>
      <pc:docMkLst>
        <pc:docMk/>
      </pc:docMkLst>
      <pc:sldChg chg="modSp mod">
        <pc:chgData name="Manas Tuwani" userId="5d421215-a11f-4a6e-90ca-e8ac2213fab6" providerId="ADAL" clId="{CFA5B8A7-E6DC-4C46-9311-AF53BA28FE88}" dt="2022-11-26T13:23:04.532" v="1" actId="1076"/>
        <pc:sldMkLst>
          <pc:docMk/>
          <pc:sldMk cId="1846246484" sldId="261"/>
        </pc:sldMkLst>
        <pc:spChg chg="mod">
          <ac:chgData name="Manas Tuwani" userId="5d421215-a11f-4a6e-90ca-e8ac2213fab6" providerId="ADAL" clId="{CFA5B8A7-E6DC-4C46-9311-AF53BA28FE88}" dt="2022-11-26T13:23:04.532" v="1" actId="1076"/>
          <ac:spMkLst>
            <pc:docMk/>
            <pc:sldMk cId="1846246484" sldId="261"/>
            <ac:spMk id="2" creationId="{00000000-0000-0000-0000-000000000000}"/>
          </ac:spMkLst>
        </pc:spChg>
      </pc:sldChg>
      <pc:sldChg chg="modSp mod">
        <pc:chgData name="Manas Tuwani" userId="5d421215-a11f-4a6e-90ca-e8ac2213fab6" providerId="ADAL" clId="{CFA5B8A7-E6DC-4C46-9311-AF53BA28FE88}" dt="2022-11-26T13:22:44.415" v="0" actId="1076"/>
        <pc:sldMkLst>
          <pc:docMk/>
          <pc:sldMk cId="2906425692" sldId="274"/>
        </pc:sldMkLst>
        <pc:spChg chg="mod">
          <ac:chgData name="Manas Tuwani" userId="5d421215-a11f-4a6e-90ca-e8ac2213fab6" providerId="ADAL" clId="{CFA5B8A7-E6DC-4C46-9311-AF53BA28FE88}" dt="2022-11-26T13:22:44.415" v="0" actId="1076"/>
          <ac:spMkLst>
            <pc:docMk/>
            <pc:sldMk cId="2906425692" sldId="274"/>
            <ac:spMk id="2" creationId="{2CB782C6-BA7C-1F4C-F1A4-E6467AFEAE78}"/>
          </ac:spMkLst>
        </pc:spChg>
      </pc:sldChg>
    </pc:docChg>
  </pc:docChgLst>
  <pc:docChgLst>
    <pc:chgData name="Manas Tuwani" userId="5d421215-a11f-4a6e-90ca-e8ac2213fab6" providerId="ADAL" clId="{8C4BC490-384C-47EA-BFD7-6E00B4B9EB6D}"/>
    <pc:docChg chg="modSld">
      <pc:chgData name="Manas Tuwani" userId="5d421215-a11f-4a6e-90ca-e8ac2213fab6" providerId="ADAL" clId="{8C4BC490-384C-47EA-BFD7-6E00B4B9EB6D}" dt="2023-03-13T12:55:49.222" v="22" actId="20577"/>
      <pc:docMkLst>
        <pc:docMk/>
      </pc:docMkLst>
      <pc:sldChg chg="modSp mod">
        <pc:chgData name="Manas Tuwani" userId="5d421215-a11f-4a6e-90ca-e8ac2213fab6" providerId="ADAL" clId="{8C4BC490-384C-47EA-BFD7-6E00B4B9EB6D}" dt="2023-03-13T12:55:28.804" v="21" actId="20577"/>
        <pc:sldMkLst>
          <pc:docMk/>
          <pc:sldMk cId="3701412549" sldId="258"/>
        </pc:sldMkLst>
        <pc:spChg chg="mod">
          <ac:chgData name="Manas Tuwani" userId="5d421215-a11f-4a6e-90ca-e8ac2213fab6" providerId="ADAL" clId="{8C4BC490-384C-47EA-BFD7-6E00B4B9EB6D}" dt="2023-03-13T12:55:28.804" v="21" actId="20577"/>
          <ac:spMkLst>
            <pc:docMk/>
            <pc:sldMk cId="3701412549" sldId="258"/>
            <ac:spMk id="3" creationId="{00000000-0000-0000-0000-000000000000}"/>
          </ac:spMkLst>
        </pc:spChg>
      </pc:sldChg>
      <pc:sldChg chg="modSp mod">
        <pc:chgData name="Manas Tuwani" userId="5d421215-a11f-4a6e-90ca-e8ac2213fab6" providerId="ADAL" clId="{8C4BC490-384C-47EA-BFD7-6E00B4B9EB6D}" dt="2023-03-13T12:55:49.222" v="22" actId="20577"/>
        <pc:sldMkLst>
          <pc:docMk/>
          <pc:sldMk cId="628796214" sldId="263"/>
        </pc:sldMkLst>
        <pc:spChg chg="mod">
          <ac:chgData name="Manas Tuwani" userId="5d421215-a11f-4a6e-90ca-e8ac2213fab6" providerId="ADAL" clId="{8C4BC490-384C-47EA-BFD7-6E00B4B9EB6D}" dt="2023-03-13T12:55:49.222" v="22" actId="20577"/>
          <ac:spMkLst>
            <pc:docMk/>
            <pc:sldMk cId="628796214" sldId="263"/>
            <ac:spMk id="3" creationId="{00000000-0000-0000-0000-000000000000}"/>
          </ac:spMkLst>
        </pc:spChg>
      </pc:sldChg>
      <pc:sldChg chg="modSp mod">
        <pc:chgData name="Manas Tuwani" userId="5d421215-a11f-4a6e-90ca-e8ac2213fab6" providerId="ADAL" clId="{8C4BC490-384C-47EA-BFD7-6E00B4B9EB6D}" dt="2023-03-13T12:54:16.284" v="1" actId="1076"/>
        <pc:sldMkLst>
          <pc:docMk/>
          <pc:sldMk cId="2906425692" sldId="274"/>
        </pc:sldMkLst>
        <pc:spChg chg="mod">
          <ac:chgData name="Manas Tuwani" userId="5d421215-a11f-4a6e-90ca-e8ac2213fab6" providerId="ADAL" clId="{8C4BC490-384C-47EA-BFD7-6E00B4B9EB6D}" dt="2023-03-13T12:54:16.284" v="1" actId="1076"/>
          <ac:spMkLst>
            <pc:docMk/>
            <pc:sldMk cId="2906425692" sldId="274"/>
            <ac:spMk id="3" creationId="{3E5B1EE3-A806-6AC5-E8BF-DB9153BE359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607DD8-4894-48B1-97C0-7CDB98D28F5B}" type="datetimeFigureOut">
              <a:rPr lang="en-IN" smtClean="0"/>
              <a:pPr/>
              <a:t>07-02-2026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AAC8B5-EF75-4353-BD34-387D13503A98}" type="slidenum">
              <a:rPr lang="en-IN" smtClean="0"/>
              <a:pPr/>
              <a:t>‹#›</a:t>
            </a:fld>
            <a:endParaRPr lang="en-IN"/>
          </a:p>
        </p:txBody>
      </p:sp>
    </p:spTree>
    <p:extLst>
      <p:ext uri="{BB962C8B-B14F-4D97-AF65-F5344CB8AC3E}">
        <p14:creationId xmlns:p14="http://schemas.microsoft.com/office/powerpoint/2010/main" val="125358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8AAC8B5-EF75-4353-BD34-387D13503A98}" type="slidenum">
              <a:rPr lang="en-IN" smtClean="0"/>
              <a:pPr/>
              <a:t>3</a:t>
            </a:fld>
            <a:endParaRPr lang="en-IN"/>
          </a:p>
        </p:txBody>
      </p:sp>
    </p:spTree>
    <p:extLst>
      <p:ext uri="{BB962C8B-B14F-4D97-AF65-F5344CB8AC3E}">
        <p14:creationId xmlns:p14="http://schemas.microsoft.com/office/powerpoint/2010/main" val="3551668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67ED73A-4671-4325-A0B4-312F0D26B296}" type="datetimeFigureOut">
              <a:rPr lang="en-IN" smtClean="0"/>
              <a:pPr/>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7DC913-68A1-4646-AB97-ED17B4393C9A}" type="slidenum">
              <a:rPr lang="en-IN" smtClean="0"/>
              <a:pPr/>
              <a:t>‹#›</a:t>
            </a:fld>
            <a:endParaRPr lang="en-IN"/>
          </a:p>
        </p:txBody>
      </p:sp>
    </p:spTree>
    <p:extLst>
      <p:ext uri="{BB962C8B-B14F-4D97-AF65-F5344CB8AC3E}">
        <p14:creationId xmlns:p14="http://schemas.microsoft.com/office/powerpoint/2010/main" val="534634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67ED73A-4671-4325-A0B4-312F0D26B296}" type="datetimeFigureOut">
              <a:rPr lang="en-IN" smtClean="0"/>
              <a:pPr/>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7DC913-68A1-4646-AB97-ED17B4393C9A}" type="slidenum">
              <a:rPr lang="en-IN" smtClean="0"/>
              <a:pPr/>
              <a:t>‹#›</a:t>
            </a:fld>
            <a:endParaRPr lang="en-IN"/>
          </a:p>
        </p:txBody>
      </p:sp>
    </p:spTree>
    <p:extLst>
      <p:ext uri="{BB962C8B-B14F-4D97-AF65-F5344CB8AC3E}">
        <p14:creationId xmlns:p14="http://schemas.microsoft.com/office/powerpoint/2010/main" val="1739219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7ED73A-4671-4325-A0B4-312F0D26B296}" type="datetimeFigureOut">
              <a:rPr lang="en-IN" smtClean="0"/>
              <a:pPr/>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7DC913-68A1-4646-AB97-ED17B4393C9A}" type="slidenum">
              <a:rPr lang="en-IN" smtClean="0"/>
              <a:pPr/>
              <a:t>‹#›</a:t>
            </a:fld>
            <a:endParaRPr lang="en-IN"/>
          </a:p>
        </p:txBody>
      </p:sp>
    </p:spTree>
    <p:extLst>
      <p:ext uri="{BB962C8B-B14F-4D97-AF65-F5344CB8AC3E}">
        <p14:creationId xmlns:p14="http://schemas.microsoft.com/office/powerpoint/2010/main" val="2329087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67ED73A-4671-4325-A0B4-312F0D26B296}" type="datetimeFigureOut">
              <a:rPr lang="en-IN" smtClean="0"/>
              <a:pPr/>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7DC913-68A1-4646-AB97-ED17B4393C9A}" type="slidenum">
              <a:rPr lang="en-IN" smtClean="0"/>
              <a:pPr/>
              <a:t>‹#›</a:t>
            </a:fld>
            <a:endParaRPr lang="en-IN"/>
          </a:p>
        </p:txBody>
      </p:sp>
    </p:spTree>
    <p:extLst>
      <p:ext uri="{BB962C8B-B14F-4D97-AF65-F5344CB8AC3E}">
        <p14:creationId xmlns:p14="http://schemas.microsoft.com/office/powerpoint/2010/main" val="560536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67ED73A-4671-4325-A0B4-312F0D26B296}" type="datetimeFigureOut">
              <a:rPr lang="en-IN" smtClean="0"/>
              <a:pPr/>
              <a:t>07-02-2026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97DC913-68A1-4646-AB97-ED17B4393C9A}" type="slidenum">
              <a:rPr lang="en-IN" smtClean="0"/>
              <a:pPr/>
              <a:t>‹#›</a:t>
            </a:fld>
            <a:endParaRPr lang="en-IN"/>
          </a:p>
        </p:txBody>
      </p:sp>
    </p:spTree>
    <p:extLst>
      <p:ext uri="{BB962C8B-B14F-4D97-AF65-F5344CB8AC3E}">
        <p14:creationId xmlns:p14="http://schemas.microsoft.com/office/powerpoint/2010/main" val="2159542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67ED73A-4671-4325-A0B4-312F0D26B296}" type="datetimeFigureOut">
              <a:rPr lang="en-IN" smtClean="0"/>
              <a:pPr/>
              <a:t>07-02-2026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7DC913-68A1-4646-AB97-ED17B4393C9A}" type="slidenum">
              <a:rPr lang="en-IN" smtClean="0"/>
              <a:pPr/>
              <a:t>‹#›</a:t>
            </a:fld>
            <a:endParaRPr lang="en-IN"/>
          </a:p>
        </p:txBody>
      </p:sp>
    </p:spTree>
    <p:extLst>
      <p:ext uri="{BB962C8B-B14F-4D97-AF65-F5344CB8AC3E}">
        <p14:creationId xmlns:p14="http://schemas.microsoft.com/office/powerpoint/2010/main" val="3679458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7ED73A-4671-4325-A0B4-312F0D26B296}" type="datetimeFigureOut">
              <a:rPr lang="en-IN" smtClean="0"/>
              <a:pPr/>
              <a:t>07-02-2026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97DC913-68A1-4646-AB97-ED17B4393C9A}" type="slidenum">
              <a:rPr lang="en-IN" smtClean="0"/>
              <a:pPr/>
              <a:t>‹#›</a:t>
            </a:fld>
            <a:endParaRPr lang="en-IN"/>
          </a:p>
        </p:txBody>
      </p:sp>
    </p:spTree>
    <p:extLst>
      <p:ext uri="{BB962C8B-B14F-4D97-AF65-F5344CB8AC3E}">
        <p14:creationId xmlns:p14="http://schemas.microsoft.com/office/powerpoint/2010/main" val="4113808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7ED73A-4671-4325-A0B4-312F0D26B296}" type="datetimeFigureOut">
              <a:rPr lang="en-IN" smtClean="0"/>
              <a:pPr/>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7DC913-68A1-4646-AB97-ED17B4393C9A}" type="slidenum">
              <a:rPr lang="en-IN" smtClean="0"/>
              <a:pPr/>
              <a:t>‹#›</a:t>
            </a:fld>
            <a:endParaRPr lang="en-IN"/>
          </a:p>
        </p:txBody>
      </p:sp>
    </p:spTree>
    <p:extLst>
      <p:ext uri="{BB962C8B-B14F-4D97-AF65-F5344CB8AC3E}">
        <p14:creationId xmlns:p14="http://schemas.microsoft.com/office/powerpoint/2010/main" val="2560338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7ED73A-4671-4325-A0B4-312F0D26B296}" type="datetimeFigureOut">
              <a:rPr lang="en-IN" smtClean="0"/>
              <a:pPr/>
              <a:t>07-02-2026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7DC913-68A1-4646-AB97-ED17B4393C9A}" type="slidenum">
              <a:rPr lang="en-IN" smtClean="0"/>
              <a:pPr/>
              <a:t>‹#›</a:t>
            </a:fld>
            <a:endParaRPr lang="en-IN"/>
          </a:p>
        </p:txBody>
      </p:sp>
    </p:spTree>
    <p:extLst>
      <p:ext uri="{BB962C8B-B14F-4D97-AF65-F5344CB8AC3E}">
        <p14:creationId xmlns:p14="http://schemas.microsoft.com/office/powerpoint/2010/main" val="831785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67ED73A-4671-4325-A0B4-312F0D26B296}" type="datetimeFigureOut">
              <a:rPr lang="en-IN" smtClean="0"/>
              <a:pPr/>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7DC913-68A1-4646-AB97-ED17B4393C9A}" type="slidenum">
              <a:rPr lang="en-IN" smtClean="0"/>
              <a:pPr/>
              <a:t>‹#›</a:t>
            </a:fld>
            <a:endParaRPr lang="en-IN"/>
          </a:p>
        </p:txBody>
      </p:sp>
    </p:spTree>
    <p:extLst>
      <p:ext uri="{BB962C8B-B14F-4D97-AF65-F5344CB8AC3E}">
        <p14:creationId xmlns:p14="http://schemas.microsoft.com/office/powerpoint/2010/main" val="3977673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67ED73A-4671-4325-A0B4-312F0D26B296}" type="datetimeFigureOut">
              <a:rPr lang="en-IN" smtClean="0"/>
              <a:pPr/>
              <a:t>07-02-2026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7DC913-68A1-4646-AB97-ED17B4393C9A}" type="slidenum">
              <a:rPr lang="en-IN" smtClean="0"/>
              <a:pPr/>
              <a:t>‹#›</a:t>
            </a:fld>
            <a:endParaRPr lang="en-IN"/>
          </a:p>
        </p:txBody>
      </p:sp>
    </p:spTree>
    <p:extLst>
      <p:ext uri="{BB962C8B-B14F-4D97-AF65-F5344CB8AC3E}">
        <p14:creationId xmlns:p14="http://schemas.microsoft.com/office/powerpoint/2010/main" val="1385819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7ED73A-4671-4325-A0B4-312F0D26B296}" type="datetimeFigureOut">
              <a:rPr lang="en-IN" smtClean="0"/>
              <a:pPr/>
              <a:t>07-02-2026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7DC913-68A1-4646-AB97-ED17B4393C9A}" type="slidenum">
              <a:rPr lang="en-IN" smtClean="0"/>
              <a:pPr/>
              <a:t>‹#›</a:t>
            </a:fld>
            <a:endParaRPr lang="en-IN"/>
          </a:p>
        </p:txBody>
      </p:sp>
    </p:spTree>
    <p:extLst>
      <p:ext uri="{BB962C8B-B14F-4D97-AF65-F5344CB8AC3E}">
        <p14:creationId xmlns:p14="http://schemas.microsoft.com/office/powerpoint/2010/main" val="3539903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0ADD3505-D816-4666-AAAA-42EC992FAF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0301" y="154631"/>
            <a:ext cx="6048672" cy="3846260"/>
          </a:xfrm>
          <a:prstGeom prst="rect">
            <a:avLst/>
          </a:prstGeom>
        </p:spPr>
      </p:pic>
      <p:sp>
        <p:nvSpPr>
          <p:cNvPr id="8" name="Freeform 6">
            <a:extLst>
              <a:ext uri="{FF2B5EF4-FFF2-40B4-BE49-F238E27FC236}">
                <a16:creationId xmlns:a16="http://schemas.microsoft.com/office/drawing/2014/main" id="{B4269A41-C387-4555-A18D-F1B4E366CD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545810" y="4208147"/>
            <a:ext cx="254344" cy="212183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7">
            <a:extLst>
              <a:ext uri="{FF2B5EF4-FFF2-40B4-BE49-F238E27FC236}">
                <a16:creationId xmlns:a16="http://schemas.microsoft.com/office/drawing/2014/main" id="{911C1882-1ABB-473F-836B-DE0066ABA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546554" y="4098333"/>
            <a:ext cx="151393" cy="20558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Rectangle 8">
            <a:extLst>
              <a:ext uri="{FF2B5EF4-FFF2-40B4-BE49-F238E27FC236}">
                <a16:creationId xmlns:a16="http://schemas.microsoft.com/office/drawing/2014/main" id="{336533B6-75CC-4F87-B044-A8241FBF7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86" y="4098334"/>
            <a:ext cx="6699764" cy="1960775"/>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Rectangle 4"/>
          <p:cNvSpPr/>
          <p:nvPr/>
        </p:nvSpPr>
        <p:spPr>
          <a:xfrm>
            <a:off x="604644" y="4512846"/>
            <a:ext cx="5978177" cy="107158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000" b="1" kern="1200" dirty="0">
                <a:solidFill>
                  <a:srgbClr val="FFFFFF"/>
                </a:solidFill>
                <a:latin typeface="+mj-lt"/>
                <a:ea typeface="+mj-ea"/>
                <a:cs typeface="+mj-cs"/>
              </a:rPr>
              <a:t>Automation Testing</a:t>
            </a:r>
          </a:p>
          <a:p>
            <a:pPr>
              <a:lnSpc>
                <a:spcPct val="90000"/>
              </a:lnSpc>
              <a:spcBef>
                <a:spcPct val="0"/>
              </a:spcBef>
              <a:spcAft>
                <a:spcPts val="600"/>
              </a:spcAft>
            </a:pPr>
            <a:r>
              <a:rPr lang="en-US" sz="2000" b="1" kern="1200" dirty="0">
                <a:solidFill>
                  <a:srgbClr val="FFFFFF"/>
                </a:solidFill>
                <a:latin typeface="+mj-lt"/>
                <a:ea typeface="+mj-ea"/>
                <a:cs typeface="+mj-cs"/>
              </a:rPr>
              <a:t>        By- Manas </a:t>
            </a:r>
          </a:p>
        </p:txBody>
      </p:sp>
      <p:sp>
        <p:nvSpPr>
          <p:cNvPr id="18" name="Rectangle 8">
            <a:extLst>
              <a:ext uri="{FF2B5EF4-FFF2-40B4-BE49-F238E27FC236}">
                <a16:creationId xmlns:a16="http://schemas.microsoft.com/office/drawing/2014/main" id="{77EAB586-FBDB-4496-82AC-22F185637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0850" y="4377267"/>
            <a:ext cx="2340864" cy="1952715"/>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17067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00BA5-1B63-8730-4EF4-3776B575FB41}"/>
              </a:ext>
            </a:extLst>
          </p:cNvPr>
          <p:cNvSpPr>
            <a:spLocks noGrp="1"/>
          </p:cNvSpPr>
          <p:nvPr>
            <p:ph type="title"/>
          </p:nvPr>
        </p:nvSpPr>
        <p:spPr>
          <a:xfrm>
            <a:off x="3620594" y="908720"/>
            <a:ext cx="4939868" cy="1286160"/>
          </a:xfrm>
        </p:spPr>
        <p:txBody>
          <a:bodyPr anchor="b">
            <a:normAutofit/>
          </a:bodyPr>
          <a:lstStyle/>
          <a:p>
            <a:pPr>
              <a:lnSpc>
                <a:spcPct val="90000"/>
              </a:lnSpc>
            </a:pPr>
            <a:r>
              <a:rPr lang="en-US" sz="2800" b="1" i="0" dirty="0">
                <a:effectLst/>
                <a:latin typeface="Work Sans" pitchFamily="2" charset="0"/>
              </a:rPr>
              <a:t>Automation Testing ?</a:t>
            </a:r>
            <a:br>
              <a:rPr lang="en-US" sz="2800" b="1" i="0" dirty="0">
                <a:effectLst/>
                <a:latin typeface="Work Sans" pitchFamily="2" charset="0"/>
              </a:rPr>
            </a:br>
            <a:endParaRPr lang="en-IN" sz="2800" dirty="0"/>
          </a:p>
        </p:txBody>
      </p:sp>
      <p:sp>
        <p:nvSpPr>
          <p:cNvPr id="3" name="Content Placeholder 2">
            <a:extLst>
              <a:ext uri="{FF2B5EF4-FFF2-40B4-BE49-F238E27FC236}">
                <a16:creationId xmlns:a16="http://schemas.microsoft.com/office/drawing/2014/main" id="{BF4B98C1-9321-28E8-AEE2-E7DEEBAB1EF0}"/>
              </a:ext>
            </a:extLst>
          </p:cNvPr>
          <p:cNvSpPr>
            <a:spLocks noGrp="1"/>
          </p:cNvSpPr>
          <p:nvPr>
            <p:ph idx="1"/>
          </p:nvPr>
        </p:nvSpPr>
        <p:spPr>
          <a:xfrm>
            <a:off x="3724073" y="2438400"/>
            <a:ext cx="5096399" cy="3785419"/>
          </a:xfrm>
        </p:spPr>
        <p:txBody>
          <a:bodyPr>
            <a:normAutofit/>
          </a:bodyPr>
          <a:lstStyle/>
          <a:p>
            <a:pPr marL="0" indent="0">
              <a:buNone/>
            </a:pPr>
            <a:r>
              <a:rPr lang="en-US" sz="1800" b="1" i="1" dirty="0">
                <a:effectLst/>
                <a:latin typeface="Work Sans" pitchFamily="2" charset="0"/>
              </a:rPr>
              <a:t>If a software can do anything then, why can’t a software test a software?</a:t>
            </a:r>
          </a:p>
          <a:p>
            <a:pPr marL="0" indent="0">
              <a:buNone/>
            </a:pPr>
            <a:endParaRPr lang="en-US" sz="1700" b="1" i="1" dirty="0">
              <a:latin typeface="Work Sans" pitchFamily="2" charset="0"/>
            </a:endParaRPr>
          </a:p>
          <a:p>
            <a:pPr marL="0" indent="0">
              <a:buNone/>
            </a:pPr>
            <a:endParaRPr lang="en-US" sz="1700" b="1" i="1" dirty="0">
              <a:effectLst/>
              <a:latin typeface="Work Sans" pitchFamily="2" charset="0"/>
            </a:endParaRPr>
          </a:p>
          <a:p>
            <a:pPr marL="0" indent="0">
              <a:buNone/>
            </a:pPr>
            <a:endParaRPr lang="en-US" sz="1700" b="1" i="1" dirty="0">
              <a:latin typeface="Work Sans" pitchFamily="2" charset="0"/>
            </a:endParaRPr>
          </a:p>
          <a:p>
            <a:pPr marL="0" indent="0">
              <a:buNone/>
            </a:pPr>
            <a:r>
              <a:rPr lang="en-US" sz="1800" b="1" i="1" dirty="0">
                <a:latin typeface="Work Sans" pitchFamily="2" charset="0"/>
              </a:rPr>
              <a:t>Does this statement sound logical to you?</a:t>
            </a:r>
            <a:endParaRPr lang="en-US" sz="1800" dirty="0">
              <a:latin typeface="Work Sans" pitchFamily="2" charset="0"/>
            </a:endParaRPr>
          </a:p>
          <a:p>
            <a:pPr marL="0" indent="0">
              <a:buNone/>
            </a:pPr>
            <a:endParaRPr lang="en-US" sz="1700" b="0" i="0" dirty="0">
              <a:effectLst/>
              <a:latin typeface="Work Sans" pitchFamily="2" charset="0"/>
            </a:endParaRPr>
          </a:p>
          <a:p>
            <a:pPr marL="0" indent="0">
              <a:buNone/>
            </a:pPr>
            <a:endParaRPr lang="en-IN" sz="1700" dirty="0"/>
          </a:p>
        </p:txBody>
      </p:sp>
      <p:pic>
        <p:nvPicPr>
          <p:cNvPr id="5" name="Picture 4" descr="Computer script on a screen">
            <a:extLst>
              <a:ext uri="{FF2B5EF4-FFF2-40B4-BE49-F238E27FC236}">
                <a16:creationId xmlns:a16="http://schemas.microsoft.com/office/drawing/2014/main" id="{0FEDB10A-EAB7-478B-4512-46B47AFD770B}"/>
              </a:ext>
            </a:extLst>
          </p:cNvPr>
          <p:cNvPicPr>
            <a:picLocks noChangeAspect="1"/>
          </p:cNvPicPr>
          <p:nvPr/>
        </p:nvPicPr>
        <p:blipFill rotWithShape="1">
          <a:blip r:embed="rId2" cstate="print"/>
          <a:srcRect l="13194" r="52966" b="-1"/>
          <a:stretch/>
        </p:blipFill>
        <p:spPr>
          <a:xfrm>
            <a:off x="20" y="10"/>
            <a:ext cx="3476673"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04D3E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0229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33272" y="524951"/>
            <a:ext cx="7421963" cy="1033669"/>
          </a:xfrm>
        </p:spPr>
        <p:txBody>
          <a:bodyPr>
            <a:normAutofit/>
          </a:bodyPr>
          <a:lstStyle/>
          <a:p>
            <a:pPr>
              <a:lnSpc>
                <a:spcPct val="90000"/>
              </a:lnSpc>
            </a:pPr>
            <a:r>
              <a:rPr lang="en-IN" sz="3200" b="1" u="sng" dirty="0">
                <a:solidFill>
                  <a:srgbClr val="FFFFFF"/>
                </a:solidFill>
              </a:rPr>
              <a:t>WHAT IS AUTOMATION TESTING</a:t>
            </a:r>
            <a:br>
              <a:rPr lang="en-IN" sz="3200" b="1" u="sng" dirty="0">
                <a:solidFill>
                  <a:srgbClr val="FFFFFF"/>
                </a:solidFill>
              </a:rPr>
            </a:br>
            <a:endParaRPr lang="en-IN" sz="3200" b="1" u="sng" dirty="0">
              <a:solidFill>
                <a:srgbClr val="FFFFFF"/>
              </a:solidFill>
            </a:endParaRPr>
          </a:p>
        </p:txBody>
      </p:sp>
      <p:sp>
        <p:nvSpPr>
          <p:cNvPr id="3" name="Content Placeholder 2"/>
          <p:cNvSpPr>
            <a:spLocks noGrp="1"/>
          </p:cNvSpPr>
          <p:nvPr>
            <p:ph idx="1"/>
          </p:nvPr>
        </p:nvSpPr>
        <p:spPr>
          <a:xfrm>
            <a:off x="925486" y="2132856"/>
            <a:ext cx="7293023" cy="3683358"/>
          </a:xfrm>
        </p:spPr>
        <p:txBody>
          <a:bodyPr anchor="ctr">
            <a:normAutofit/>
          </a:bodyPr>
          <a:lstStyle/>
          <a:p>
            <a:pPr marL="0" indent="0">
              <a:buNone/>
            </a:pPr>
            <a:endParaRPr lang="en-IN" sz="1700" dirty="0"/>
          </a:p>
          <a:p>
            <a:pPr marL="0" indent="0">
              <a:buNone/>
            </a:pPr>
            <a:r>
              <a:rPr lang="en-IN" sz="1700" dirty="0"/>
              <a:t>Performing testing on the software application / product with the help of automation tools is called Automation testing.</a:t>
            </a:r>
          </a:p>
          <a:p>
            <a:pPr marL="0" indent="0">
              <a:buNone/>
            </a:pPr>
            <a:endParaRPr lang="en-IN" sz="1700" dirty="0"/>
          </a:p>
          <a:p>
            <a:pPr marL="0" indent="0">
              <a:buNone/>
            </a:pPr>
            <a:r>
              <a:rPr lang="en-US" sz="1700" b="1" i="0" dirty="0">
                <a:effectLst/>
                <a:latin typeface="Source Sans Pro" panose="020B0503030403020204" pitchFamily="34" charset="0"/>
              </a:rPr>
              <a:t>Automation Testing</a:t>
            </a:r>
            <a:r>
              <a:rPr lang="en-US" sz="1700" b="0" i="0" dirty="0">
                <a:effectLst/>
                <a:latin typeface="Source Sans Pro" panose="020B0503030403020204" pitchFamily="34" charset="0"/>
              </a:rPr>
              <a:t> is a software testing technique that performs using special automated testing software tools to execute a test case suite. On the contrary, Manual Testing is performed by a human sitting in front of a computer carefully executing the test steps.</a:t>
            </a:r>
            <a:endParaRPr lang="en-IN" sz="1700" dirty="0"/>
          </a:p>
          <a:p>
            <a:pPr marL="0" indent="0">
              <a:buNone/>
            </a:pPr>
            <a:endParaRPr lang="en-IN" sz="1700" dirty="0"/>
          </a:p>
          <a:p>
            <a:pPr marL="0" indent="0">
              <a:buNone/>
            </a:pPr>
            <a:r>
              <a:rPr lang="en-IN" sz="1700" b="1" dirty="0"/>
              <a:t>Note:</a:t>
            </a:r>
          </a:p>
          <a:p>
            <a:pPr marL="0" indent="0">
              <a:buNone/>
            </a:pPr>
            <a:r>
              <a:rPr lang="en-IN" sz="1700" dirty="0"/>
              <a:t>In both manual and automation, we are performing same testing but the way we are performing testing is different from manual to automation.</a:t>
            </a:r>
          </a:p>
        </p:txBody>
      </p:sp>
    </p:spTree>
    <p:extLst>
      <p:ext uri="{BB962C8B-B14F-4D97-AF65-F5344CB8AC3E}">
        <p14:creationId xmlns:p14="http://schemas.microsoft.com/office/powerpoint/2010/main" val="789695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B782C6-BA7C-1F4C-F1A4-E6467AFEAE78}"/>
              </a:ext>
            </a:extLst>
          </p:cNvPr>
          <p:cNvSpPr>
            <a:spLocks noGrp="1"/>
          </p:cNvSpPr>
          <p:nvPr>
            <p:ph type="title"/>
          </p:nvPr>
        </p:nvSpPr>
        <p:spPr>
          <a:xfrm>
            <a:off x="1033272" y="438309"/>
            <a:ext cx="7421963" cy="1033669"/>
          </a:xfrm>
        </p:spPr>
        <p:txBody>
          <a:bodyPr>
            <a:normAutofit/>
          </a:bodyPr>
          <a:lstStyle/>
          <a:p>
            <a:pPr>
              <a:lnSpc>
                <a:spcPct val="90000"/>
              </a:lnSpc>
            </a:pPr>
            <a:r>
              <a:rPr lang="en-IN" sz="3200" b="1" i="0" dirty="0">
                <a:solidFill>
                  <a:srgbClr val="FFFFFF"/>
                </a:solidFill>
                <a:effectLst/>
                <a:latin typeface="Source Sans Pro" panose="020B0503030403020204" pitchFamily="34" charset="0"/>
              </a:rPr>
              <a:t>Why Test Automation?</a:t>
            </a:r>
            <a:br>
              <a:rPr lang="en-IN" sz="3200" b="1" i="0" dirty="0">
                <a:solidFill>
                  <a:srgbClr val="FFFFFF"/>
                </a:solidFill>
                <a:effectLst/>
                <a:latin typeface="Source Sans Pro" panose="020B0503030403020204" pitchFamily="34" charset="0"/>
              </a:rPr>
            </a:br>
            <a:endParaRPr lang="en-IN" sz="3200" dirty="0">
              <a:solidFill>
                <a:srgbClr val="FFFFFF"/>
              </a:solidFill>
            </a:endParaRPr>
          </a:p>
        </p:txBody>
      </p:sp>
      <p:sp>
        <p:nvSpPr>
          <p:cNvPr id="3" name="Content Placeholder 2">
            <a:extLst>
              <a:ext uri="{FF2B5EF4-FFF2-40B4-BE49-F238E27FC236}">
                <a16:creationId xmlns:a16="http://schemas.microsoft.com/office/drawing/2014/main" id="{3E5B1EE3-A806-6AC5-E8BF-DB9153BE3595}"/>
              </a:ext>
            </a:extLst>
          </p:cNvPr>
          <p:cNvSpPr>
            <a:spLocks noGrp="1"/>
          </p:cNvSpPr>
          <p:nvPr>
            <p:ph idx="1"/>
          </p:nvPr>
        </p:nvSpPr>
        <p:spPr>
          <a:xfrm>
            <a:off x="663462" y="2356078"/>
            <a:ext cx="7791773" cy="3683358"/>
          </a:xfrm>
        </p:spPr>
        <p:txBody>
          <a:bodyPr anchor="ctr">
            <a:normAutofit/>
          </a:bodyPr>
          <a:lstStyle/>
          <a:p>
            <a:pPr marL="0" indent="0">
              <a:buNone/>
            </a:pPr>
            <a:r>
              <a:rPr lang="en-US" sz="1700" b="1" i="0" dirty="0">
                <a:effectLst/>
                <a:latin typeface="Source Sans Pro" panose="020B0503030403020204" pitchFamily="34" charset="0"/>
              </a:rPr>
              <a:t>Test Automation</a:t>
            </a:r>
            <a:r>
              <a:rPr lang="en-US" sz="1700" b="0" i="0" dirty="0">
                <a:effectLst/>
                <a:latin typeface="Source Sans Pro" panose="020B0503030403020204" pitchFamily="34" charset="0"/>
              </a:rPr>
              <a:t> is the best way to increase the effectiveness, test coverage, and execution speed in software testing. Automated software testing is important due to the following reasons:</a:t>
            </a:r>
          </a:p>
          <a:p>
            <a:pPr marL="0" indent="0">
              <a:buNone/>
            </a:pPr>
            <a:endParaRPr lang="en-US" sz="1700" b="0" i="0" dirty="0">
              <a:effectLst/>
              <a:latin typeface="Source Sans Pro" panose="020B0503030403020204" pitchFamily="34" charset="0"/>
            </a:endParaRPr>
          </a:p>
          <a:p>
            <a:pPr>
              <a:buFont typeface="Arial" panose="020B0604020202020204" pitchFamily="34" charset="0"/>
              <a:buChar char="•"/>
            </a:pPr>
            <a:r>
              <a:rPr lang="en-US" sz="1700" b="0" i="0" dirty="0">
                <a:effectLst/>
                <a:latin typeface="Source Sans Pro" panose="020B0503030403020204" pitchFamily="34" charset="0"/>
              </a:rPr>
              <a:t>Manual Testing of all workflows, all fields, all negative scenarios is time consuming</a:t>
            </a:r>
          </a:p>
          <a:p>
            <a:pPr>
              <a:buFont typeface="Arial" panose="020B0604020202020204" pitchFamily="34" charset="0"/>
              <a:buChar char="•"/>
            </a:pPr>
            <a:r>
              <a:rPr lang="en-US" sz="1700" b="0" i="0" dirty="0">
                <a:effectLst/>
                <a:latin typeface="Source Sans Pro" panose="020B0503030403020204" pitchFamily="34" charset="0"/>
              </a:rPr>
              <a:t>It is difficult to test for multilingual sites manually</a:t>
            </a:r>
          </a:p>
          <a:p>
            <a:pPr>
              <a:buFont typeface="Arial" panose="020B0604020202020204" pitchFamily="34" charset="0"/>
              <a:buChar char="•"/>
            </a:pPr>
            <a:r>
              <a:rPr lang="en-US" sz="1700" b="0" i="0" dirty="0">
                <a:effectLst/>
                <a:latin typeface="Source Sans Pro" panose="020B0503030403020204" pitchFamily="34" charset="0"/>
              </a:rPr>
              <a:t>Test Automation in software testing does not require Human intervention. You can run automated test unattended (overnight)</a:t>
            </a:r>
          </a:p>
          <a:p>
            <a:pPr>
              <a:buFont typeface="Arial" panose="020B0604020202020204" pitchFamily="34" charset="0"/>
              <a:buChar char="•"/>
            </a:pPr>
            <a:r>
              <a:rPr lang="en-US" sz="1700" b="0" i="0" dirty="0">
                <a:effectLst/>
                <a:latin typeface="Source Sans Pro" panose="020B0503030403020204" pitchFamily="34" charset="0"/>
              </a:rPr>
              <a:t>Test Automation increases the speed of test execution</a:t>
            </a:r>
          </a:p>
          <a:p>
            <a:pPr>
              <a:buFont typeface="Arial" panose="020B0604020202020204" pitchFamily="34" charset="0"/>
              <a:buChar char="•"/>
            </a:pPr>
            <a:r>
              <a:rPr lang="en-US" sz="1700" b="0" i="0" dirty="0">
                <a:effectLst/>
                <a:latin typeface="Source Sans Pro" panose="020B0503030403020204" pitchFamily="34" charset="0"/>
              </a:rPr>
              <a:t>Automation helps increase Test Coverage</a:t>
            </a:r>
          </a:p>
          <a:p>
            <a:pPr>
              <a:buFont typeface="Arial" panose="020B0604020202020204" pitchFamily="34" charset="0"/>
              <a:buChar char="•"/>
            </a:pPr>
            <a:r>
              <a:rPr lang="en-US" sz="1700" b="0" i="0" dirty="0">
                <a:effectLst/>
                <a:latin typeface="Source Sans Pro" panose="020B0503030403020204" pitchFamily="34" charset="0"/>
              </a:rPr>
              <a:t>Manual Testing can become boring and hence error-prone.</a:t>
            </a:r>
          </a:p>
          <a:p>
            <a:pPr marL="0" indent="0">
              <a:buNone/>
            </a:pPr>
            <a:endParaRPr lang="en-IN" sz="1700" dirty="0"/>
          </a:p>
        </p:txBody>
      </p:sp>
    </p:spTree>
    <p:extLst>
      <p:ext uri="{BB962C8B-B14F-4D97-AF65-F5344CB8AC3E}">
        <p14:creationId xmlns:p14="http://schemas.microsoft.com/office/powerpoint/2010/main" val="2906425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52297" y="2418409"/>
            <a:ext cx="7266222" cy="3454358"/>
          </a:xfrm>
        </p:spPr>
        <p:txBody>
          <a:bodyPr anchor="t">
            <a:normAutofit/>
          </a:bodyPr>
          <a:lstStyle/>
          <a:p>
            <a:pPr marL="0" indent="0">
              <a:buNone/>
            </a:pPr>
            <a:r>
              <a:rPr lang="en-IN" sz="2000" dirty="0"/>
              <a:t>Automation Testing tools are divided into 3 types:</a:t>
            </a:r>
          </a:p>
          <a:p>
            <a:pPr marL="0" indent="0">
              <a:buNone/>
            </a:pPr>
            <a:endParaRPr lang="en-IN" sz="1700" dirty="0"/>
          </a:p>
          <a:p>
            <a:pPr marL="0" indent="0">
              <a:buNone/>
            </a:pPr>
            <a:r>
              <a:rPr lang="en-IN" sz="1700" dirty="0"/>
              <a:t>1. Functional Testing tools</a:t>
            </a:r>
          </a:p>
          <a:p>
            <a:pPr marL="0" indent="0">
              <a:buNone/>
            </a:pPr>
            <a:r>
              <a:rPr lang="en-IN" sz="1700" dirty="0"/>
              <a:t>2. API Testing tools</a:t>
            </a:r>
          </a:p>
          <a:p>
            <a:pPr marL="0" indent="0">
              <a:buNone/>
            </a:pPr>
            <a:r>
              <a:rPr lang="en-IN" sz="1700" dirty="0"/>
              <a:t>3. </a:t>
            </a:r>
            <a:r>
              <a:rPr lang="en-IN" sz="1700"/>
              <a:t>Performance/Security </a:t>
            </a:r>
            <a:r>
              <a:rPr lang="en-IN" sz="1700" dirty="0"/>
              <a:t>Testing tools</a:t>
            </a:r>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9144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8950" y="6400799"/>
            <a:ext cx="611504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1412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IN" sz="3200" b="1">
                <a:solidFill>
                  <a:srgbClr val="FFFFFF"/>
                </a:solidFill>
              </a:rPr>
              <a:t>Functional Testing Tools</a:t>
            </a:r>
            <a:br>
              <a:rPr lang="en-IN" sz="3200">
                <a:solidFill>
                  <a:srgbClr val="FFFFFF"/>
                </a:solidFill>
              </a:rPr>
            </a:br>
            <a:endParaRPr lang="en-IN" sz="320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1700"/>
              <a:t>A tool which we are using to test the functionality of the application is called functional testing tool.</a:t>
            </a:r>
          </a:p>
          <a:p>
            <a:pPr marL="0" indent="0">
              <a:buNone/>
            </a:pPr>
            <a:endParaRPr lang="en-IN" sz="1700"/>
          </a:p>
          <a:p>
            <a:pPr marL="0" indent="0">
              <a:buNone/>
            </a:pPr>
            <a:r>
              <a:rPr lang="en-IN" sz="1700"/>
              <a:t>Example: Selenium, QTP (Quick Test Professional), UFT, RFT (Rational Functional Tester)</a:t>
            </a:r>
          </a:p>
        </p:txBody>
      </p:sp>
    </p:spTree>
    <p:extLst>
      <p:ext uri="{BB962C8B-B14F-4D97-AF65-F5344CB8AC3E}">
        <p14:creationId xmlns:p14="http://schemas.microsoft.com/office/powerpoint/2010/main" val="72963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33272" y="544343"/>
            <a:ext cx="7421963" cy="1033669"/>
          </a:xfrm>
        </p:spPr>
        <p:txBody>
          <a:bodyPr>
            <a:normAutofit/>
          </a:bodyPr>
          <a:lstStyle/>
          <a:p>
            <a:pPr>
              <a:lnSpc>
                <a:spcPct val="90000"/>
              </a:lnSpc>
            </a:pPr>
            <a:r>
              <a:rPr lang="en-IN" sz="3200" b="1" dirty="0">
                <a:solidFill>
                  <a:srgbClr val="FFFFFF"/>
                </a:solidFill>
              </a:rPr>
              <a:t>API Testing Tools</a:t>
            </a:r>
            <a:br>
              <a:rPr lang="en-IN" sz="3200" dirty="0">
                <a:solidFill>
                  <a:srgbClr val="FFFFFF"/>
                </a:solidFill>
              </a:rPr>
            </a:br>
            <a:endParaRPr lang="en-IN" sz="3200" dirty="0">
              <a:solidFill>
                <a:srgbClr val="FFFFFF"/>
              </a:solidFill>
            </a:endParaRPr>
          </a:p>
        </p:txBody>
      </p:sp>
      <p:sp>
        <p:nvSpPr>
          <p:cNvPr id="3" name="Content Placeholder 2"/>
          <p:cNvSpPr>
            <a:spLocks noGrp="1"/>
          </p:cNvSpPr>
          <p:nvPr>
            <p:ph idx="1"/>
          </p:nvPr>
        </p:nvSpPr>
        <p:spPr>
          <a:xfrm>
            <a:off x="925486" y="1885279"/>
            <a:ext cx="7293023" cy="3683358"/>
          </a:xfrm>
        </p:spPr>
        <p:txBody>
          <a:bodyPr anchor="ctr">
            <a:normAutofit/>
          </a:bodyPr>
          <a:lstStyle/>
          <a:p>
            <a:pPr marL="0" indent="0">
              <a:buNone/>
            </a:pPr>
            <a:r>
              <a:rPr lang="en-IN" sz="1700" dirty="0"/>
              <a:t>A tool which we are using to test the backend (API) functionality of the application is called API testing tool.</a:t>
            </a:r>
          </a:p>
          <a:p>
            <a:pPr marL="0" indent="0">
              <a:buNone/>
            </a:pPr>
            <a:endParaRPr lang="en-IN" sz="1700" dirty="0"/>
          </a:p>
          <a:p>
            <a:pPr marL="0" indent="0">
              <a:buNone/>
            </a:pPr>
            <a:r>
              <a:rPr lang="en-IN" sz="1700" dirty="0"/>
              <a:t>Example: Postman, Swagger, Rest assured etc.</a:t>
            </a:r>
          </a:p>
        </p:txBody>
      </p:sp>
    </p:spTree>
    <p:extLst>
      <p:ext uri="{BB962C8B-B14F-4D97-AF65-F5344CB8AC3E}">
        <p14:creationId xmlns:p14="http://schemas.microsoft.com/office/powerpoint/2010/main" val="1846246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IN" sz="3200" b="1">
                <a:solidFill>
                  <a:srgbClr val="FFFFFF"/>
                </a:solidFill>
              </a:rPr>
              <a:t>Performance Testing Tools</a:t>
            </a:r>
            <a:br>
              <a:rPr lang="en-IN" sz="3200" b="1">
                <a:solidFill>
                  <a:srgbClr val="FFFFFF"/>
                </a:solidFill>
              </a:rPr>
            </a:br>
            <a:endParaRPr lang="en-IN" sz="3200" b="1">
              <a:solidFill>
                <a:srgbClr val="FFFFFF"/>
              </a:solidFill>
            </a:endParaRPr>
          </a:p>
        </p:txBody>
      </p:sp>
      <p:sp>
        <p:nvSpPr>
          <p:cNvPr id="3" name="Content Placeholder 2"/>
          <p:cNvSpPr>
            <a:spLocks noGrp="1"/>
          </p:cNvSpPr>
          <p:nvPr>
            <p:ph idx="1"/>
          </p:nvPr>
        </p:nvSpPr>
        <p:spPr>
          <a:xfrm>
            <a:off x="1157639" y="1772816"/>
            <a:ext cx="7293023" cy="3683358"/>
          </a:xfrm>
        </p:spPr>
        <p:txBody>
          <a:bodyPr anchor="ctr">
            <a:normAutofit/>
          </a:bodyPr>
          <a:lstStyle/>
          <a:p>
            <a:pPr marL="0" indent="0">
              <a:buNone/>
            </a:pPr>
            <a:r>
              <a:rPr lang="en-IN" sz="1700"/>
              <a:t>A tool which we are using to test the performance of the application is called performance tool.</a:t>
            </a:r>
          </a:p>
          <a:p>
            <a:pPr marL="0" indent="0">
              <a:buNone/>
            </a:pPr>
            <a:endParaRPr lang="en-IN" sz="1700"/>
          </a:p>
          <a:p>
            <a:pPr marL="0" indent="0">
              <a:buNone/>
            </a:pPr>
            <a:r>
              <a:rPr lang="en-IN" sz="1700"/>
              <a:t>Example: Load Runner, Jmeter, Silk Performer etc.</a:t>
            </a:r>
          </a:p>
        </p:txBody>
      </p:sp>
    </p:spTree>
    <p:extLst>
      <p:ext uri="{BB962C8B-B14F-4D97-AF65-F5344CB8AC3E}">
        <p14:creationId xmlns:p14="http://schemas.microsoft.com/office/powerpoint/2010/main" val="2994629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IN" sz="3200" b="1">
                <a:solidFill>
                  <a:srgbClr val="FFFFFF"/>
                </a:solidFill>
              </a:rPr>
              <a:t>Advantages of Automation Testing</a:t>
            </a:r>
            <a:br>
              <a:rPr lang="en-IN" sz="3200">
                <a:solidFill>
                  <a:srgbClr val="FFFFFF"/>
                </a:solidFill>
              </a:rPr>
            </a:br>
            <a:endParaRPr lang="en-IN" sz="320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1700" b="1" dirty="0"/>
              <a:t>Time Saving:</a:t>
            </a:r>
            <a:r>
              <a:rPr lang="en-IN" sz="1700" dirty="0"/>
              <a:t> By implementing automation testing we can save the time during performing testing in a project</a:t>
            </a:r>
          </a:p>
          <a:p>
            <a:pPr marL="0" indent="0">
              <a:buNone/>
            </a:pPr>
            <a:r>
              <a:rPr lang="en-IN" sz="1700" dirty="0"/>
              <a:t>Example: If we are executing 1 test case manually in 1-hour, same test case we can able to execute in 5 minutes with help of automation tool.</a:t>
            </a:r>
          </a:p>
          <a:p>
            <a:pPr marL="0" indent="0">
              <a:buNone/>
            </a:pPr>
            <a:endParaRPr lang="en-IN" sz="1700" dirty="0"/>
          </a:p>
          <a:p>
            <a:pPr marL="0" indent="0">
              <a:buNone/>
            </a:pPr>
            <a:endParaRPr lang="en-IN" sz="1700" dirty="0"/>
          </a:p>
          <a:p>
            <a:pPr marL="0" indent="0">
              <a:buNone/>
            </a:pPr>
            <a:endParaRPr lang="en-IN" sz="1700" dirty="0"/>
          </a:p>
          <a:p>
            <a:pPr marL="0" indent="0">
              <a:buNone/>
            </a:pPr>
            <a:r>
              <a:rPr lang="en-IN" sz="1700" b="1" dirty="0"/>
              <a:t>Repeatability/Reusability:</a:t>
            </a:r>
            <a:r>
              <a:rPr lang="en-IN" sz="1700" dirty="0"/>
              <a:t> If we want to execute the same test case repeatedly for multiple times, instead of going for manual testing we can go for automation testing. (Especially for Regression Testing)</a:t>
            </a:r>
          </a:p>
        </p:txBody>
      </p:sp>
    </p:spTree>
    <p:extLst>
      <p:ext uri="{BB962C8B-B14F-4D97-AF65-F5344CB8AC3E}">
        <p14:creationId xmlns:p14="http://schemas.microsoft.com/office/powerpoint/2010/main" val="4071488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IN" sz="3200" b="1">
                <a:solidFill>
                  <a:srgbClr val="FFFFFF"/>
                </a:solidFill>
              </a:rPr>
              <a:t>Advantages of Automation Testing</a:t>
            </a:r>
            <a:br>
              <a:rPr lang="en-IN" sz="3200">
                <a:solidFill>
                  <a:srgbClr val="FFFFFF"/>
                </a:solidFill>
              </a:rPr>
            </a:br>
            <a:endParaRPr lang="en-IN" sz="320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1700" b="1" dirty="0"/>
              <a:t>Reducing Resources: </a:t>
            </a:r>
            <a:r>
              <a:rPr lang="en-IN" sz="1700" dirty="0"/>
              <a:t>By implementing automation testing the resources will be reducing to completed the testing in a project.</a:t>
            </a:r>
          </a:p>
          <a:p>
            <a:pPr marL="0" indent="0">
              <a:buNone/>
            </a:pPr>
            <a:endParaRPr lang="en-IN" sz="1700" dirty="0"/>
          </a:p>
          <a:p>
            <a:pPr marL="0" indent="0">
              <a:buNone/>
            </a:pPr>
            <a:endParaRPr lang="en-IN" sz="1700" dirty="0"/>
          </a:p>
          <a:p>
            <a:pPr marL="0" indent="0">
              <a:buNone/>
            </a:pPr>
            <a:r>
              <a:rPr lang="en-IN" sz="1700" b="1" dirty="0"/>
              <a:t>Accuracy:</a:t>
            </a:r>
            <a:r>
              <a:rPr lang="en-IN" sz="1700" dirty="0"/>
              <a:t> By implementing automation testing we can maintain the quality during performing testing in a project.</a:t>
            </a:r>
          </a:p>
          <a:p>
            <a:pPr marL="0" indent="0">
              <a:buNone/>
            </a:pPr>
            <a:r>
              <a:rPr lang="en-IN" sz="1700" dirty="0"/>
              <a:t>As a human some times we may make some mistakes during performing testing but tools never make any mistakes.</a:t>
            </a:r>
          </a:p>
        </p:txBody>
      </p:sp>
    </p:spTree>
    <p:extLst>
      <p:ext uri="{BB962C8B-B14F-4D97-AF65-F5344CB8AC3E}">
        <p14:creationId xmlns:p14="http://schemas.microsoft.com/office/powerpoint/2010/main" val="628796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IN" sz="3200" b="1">
                <a:solidFill>
                  <a:srgbClr val="FFFFFF"/>
                </a:solidFill>
              </a:rPr>
              <a:t>Advantages of Automation Testing</a:t>
            </a:r>
            <a:br>
              <a:rPr lang="en-IN" sz="3200">
                <a:solidFill>
                  <a:srgbClr val="FFFFFF"/>
                </a:solidFill>
              </a:rPr>
            </a:br>
            <a:endParaRPr lang="en-IN" sz="3200">
              <a:solidFill>
                <a:srgbClr val="FFFFFF"/>
              </a:solidFill>
            </a:endParaRPr>
          </a:p>
        </p:txBody>
      </p:sp>
      <p:sp>
        <p:nvSpPr>
          <p:cNvPr id="3" name="Content Placeholder 2"/>
          <p:cNvSpPr>
            <a:spLocks noGrp="1"/>
          </p:cNvSpPr>
          <p:nvPr>
            <p:ph idx="1"/>
          </p:nvPr>
        </p:nvSpPr>
        <p:spPr>
          <a:xfrm>
            <a:off x="1028699" y="1772816"/>
            <a:ext cx="7293023" cy="3683358"/>
          </a:xfrm>
        </p:spPr>
        <p:txBody>
          <a:bodyPr anchor="ctr">
            <a:normAutofit/>
          </a:bodyPr>
          <a:lstStyle/>
          <a:p>
            <a:pPr marL="0" indent="0">
              <a:buNone/>
            </a:pPr>
            <a:r>
              <a:rPr lang="en-IN" sz="1700" b="1" dirty="0"/>
              <a:t>Reducing Production Defects: </a:t>
            </a:r>
            <a:r>
              <a:rPr lang="en-IN" sz="1700" dirty="0"/>
              <a:t>By implementing automation testing we can maintain the Quality so, that automatically the defects will be reduces.</a:t>
            </a:r>
          </a:p>
          <a:p>
            <a:pPr marL="0" indent="0">
              <a:buNone/>
            </a:pPr>
            <a:endParaRPr lang="en-IN" sz="1700" dirty="0"/>
          </a:p>
          <a:p>
            <a:pPr marL="0" indent="0">
              <a:buNone/>
            </a:pPr>
            <a:endParaRPr lang="en-IN" sz="1700" dirty="0"/>
          </a:p>
          <a:p>
            <a:pPr marL="0" indent="0">
              <a:buNone/>
            </a:pPr>
            <a:r>
              <a:rPr lang="en-IN" sz="1700" b="1" dirty="0"/>
              <a:t>Flexibility: </a:t>
            </a:r>
            <a:r>
              <a:rPr lang="en-IN" sz="1700" dirty="0"/>
              <a:t>Automation tools are more flexible than humans. That means we can able to execute our test scripts any time using automation tools.</a:t>
            </a:r>
          </a:p>
        </p:txBody>
      </p:sp>
    </p:spTree>
    <p:extLst>
      <p:ext uri="{BB962C8B-B14F-4D97-AF65-F5344CB8AC3E}">
        <p14:creationId xmlns:p14="http://schemas.microsoft.com/office/powerpoint/2010/main" val="2049813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a:lnSpc>
                <a:spcPct val="90000"/>
              </a:lnSpc>
            </a:pPr>
            <a:r>
              <a:rPr lang="en-US" sz="2800" b="1" kern="1200">
                <a:solidFill>
                  <a:schemeClr val="bg1"/>
                </a:solidFill>
                <a:latin typeface="+mj-lt"/>
                <a:ea typeface="+mj-ea"/>
                <a:cs typeface="+mj-cs"/>
              </a:rPr>
              <a:t>Automation Testing Process</a:t>
            </a:r>
            <a:endParaRPr lang="en-US" sz="2800" kern="1200">
              <a:solidFill>
                <a:schemeClr val="bg1"/>
              </a:solidFill>
              <a:latin typeface="+mj-lt"/>
              <a:ea typeface="+mj-ea"/>
              <a:cs typeface="+mj-cs"/>
            </a:endParaRPr>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82600" y="2481931"/>
            <a:ext cx="8178799" cy="2780791"/>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80935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2297" y="502021"/>
            <a:ext cx="7266222" cy="1642969"/>
          </a:xfrm>
        </p:spPr>
        <p:txBody>
          <a:bodyPr anchor="b">
            <a:normAutofit/>
          </a:bodyPr>
          <a:lstStyle/>
          <a:p>
            <a:r>
              <a:rPr lang="en-IN" sz="3500" b="1"/>
              <a:t>Automation Testing Process</a:t>
            </a:r>
            <a:endParaRPr lang="en-IN" sz="3500"/>
          </a:p>
        </p:txBody>
      </p:sp>
      <p:sp>
        <p:nvSpPr>
          <p:cNvPr id="3" name="Content Placeholder 2"/>
          <p:cNvSpPr>
            <a:spLocks noGrp="1"/>
          </p:cNvSpPr>
          <p:nvPr>
            <p:ph idx="1"/>
          </p:nvPr>
        </p:nvSpPr>
        <p:spPr>
          <a:xfrm>
            <a:off x="852297" y="2418409"/>
            <a:ext cx="7266222" cy="3454358"/>
          </a:xfrm>
        </p:spPr>
        <p:txBody>
          <a:bodyPr anchor="t">
            <a:normAutofit/>
          </a:bodyPr>
          <a:lstStyle/>
          <a:p>
            <a:pPr marL="0" indent="0">
              <a:buNone/>
            </a:pPr>
            <a:endParaRPr lang="en-IN" sz="1700" b="1"/>
          </a:p>
          <a:p>
            <a:pPr marL="0" indent="0">
              <a:buNone/>
            </a:pPr>
            <a:r>
              <a:rPr lang="en-IN" sz="1700"/>
              <a:t>Following steps are followed in an Automation Process:</a:t>
            </a:r>
          </a:p>
          <a:p>
            <a:pPr marL="0" indent="0">
              <a:buNone/>
            </a:pPr>
            <a:endParaRPr lang="en-IN" sz="1700"/>
          </a:p>
          <a:p>
            <a:pPr marL="0" indent="0">
              <a:buNone/>
            </a:pPr>
            <a:r>
              <a:rPr lang="en-IN" sz="1700"/>
              <a:t>Step 1) Test Tool Selection</a:t>
            </a:r>
          </a:p>
          <a:p>
            <a:pPr marL="0" indent="0">
              <a:buNone/>
            </a:pPr>
            <a:r>
              <a:rPr lang="en-IN" sz="1700"/>
              <a:t>Step 2) Define scope of Automation</a:t>
            </a:r>
          </a:p>
          <a:p>
            <a:pPr marL="0" indent="0">
              <a:buNone/>
            </a:pPr>
            <a:r>
              <a:rPr lang="en-IN" sz="1700"/>
              <a:t>Step 3) Planning, Design and Development</a:t>
            </a:r>
          </a:p>
          <a:p>
            <a:pPr marL="0" indent="0">
              <a:buNone/>
            </a:pPr>
            <a:r>
              <a:rPr lang="en-IN" sz="1700"/>
              <a:t>Step 4) Test Execution</a:t>
            </a:r>
          </a:p>
          <a:p>
            <a:pPr marL="0" indent="0">
              <a:buNone/>
            </a:pPr>
            <a:r>
              <a:rPr lang="en-IN" sz="1700"/>
              <a:t>Step 5) Maintenance</a:t>
            </a:r>
          </a:p>
          <a:p>
            <a:pPr marL="0" indent="0">
              <a:buNone/>
            </a:pPr>
            <a:endParaRPr lang="en-IN" sz="1700"/>
          </a:p>
        </p:txBody>
      </p:sp>
      <p:sp>
        <p:nvSpPr>
          <p:cNvPr id="15"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9144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8950" y="6400799"/>
            <a:ext cx="611504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2620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67676" y="1446426"/>
            <a:ext cx="7808645" cy="34553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59" name="Rectangle 2058">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9143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5" y="6406115"/>
            <a:ext cx="3057523"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1237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IN" sz="3200" b="1">
                <a:solidFill>
                  <a:srgbClr val="FFFFFF"/>
                </a:solidFill>
              </a:rPr>
              <a:t>“Diff between Manual Testing and Automation Testing”</a:t>
            </a:r>
          </a:p>
        </p:txBody>
      </p:sp>
      <p:sp>
        <p:nvSpPr>
          <p:cNvPr id="3" name="Content Placeholder 2"/>
          <p:cNvSpPr>
            <a:spLocks noGrp="1"/>
          </p:cNvSpPr>
          <p:nvPr>
            <p:ph idx="1"/>
          </p:nvPr>
        </p:nvSpPr>
        <p:spPr>
          <a:xfrm>
            <a:off x="1028699" y="1918572"/>
            <a:ext cx="7293023" cy="4351163"/>
          </a:xfrm>
        </p:spPr>
        <p:txBody>
          <a:bodyPr anchor="ctr">
            <a:normAutofit/>
          </a:bodyPr>
          <a:lstStyle/>
          <a:p>
            <a:r>
              <a:rPr lang="en-IN" sz="1700" dirty="0"/>
              <a:t>Manual Testing is done manually by QA analyst (Human) whereas Automation Testing is done with the use of script, code and automation tools (computer) by a tester.</a:t>
            </a:r>
          </a:p>
          <a:p>
            <a:r>
              <a:rPr lang="en-IN" sz="1700" dirty="0"/>
              <a:t>Manual Testing process is not accurate because of the possibilities of human errors whereas the Automation process is reliable because it is code and script based.</a:t>
            </a:r>
          </a:p>
          <a:p>
            <a:r>
              <a:rPr lang="en-IN" sz="1700" dirty="0"/>
              <a:t>Manual Testing is a time-consuming process whereas Automation Testing is very fast.</a:t>
            </a:r>
          </a:p>
          <a:p>
            <a:r>
              <a:rPr lang="en-IN" sz="1700" dirty="0"/>
              <a:t>Manual Testing is possible without programming knowledge whereas Automation Testing is not possible without programming knowledge.</a:t>
            </a:r>
          </a:p>
          <a:p>
            <a:r>
              <a:rPr lang="en-IN" sz="1700" dirty="0"/>
              <a:t>Manual Testing allows random Testing whereas Automation Testing doesn’t allow random Testing.</a:t>
            </a:r>
          </a:p>
          <a:p>
            <a:pPr marL="0" indent="0">
              <a:buNone/>
            </a:pPr>
            <a:endParaRPr lang="en-IN" sz="1700" dirty="0"/>
          </a:p>
        </p:txBody>
      </p:sp>
    </p:spTree>
    <p:extLst>
      <p:ext uri="{BB962C8B-B14F-4D97-AF65-F5344CB8AC3E}">
        <p14:creationId xmlns:p14="http://schemas.microsoft.com/office/powerpoint/2010/main" val="2682132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IN" sz="3200" b="1">
                <a:solidFill>
                  <a:srgbClr val="FFFFFF"/>
                </a:solidFill>
              </a:rPr>
              <a:t>Disadvantages of Automation Testing</a:t>
            </a:r>
            <a:br>
              <a:rPr lang="en-IN" sz="3200" b="1">
                <a:solidFill>
                  <a:srgbClr val="FFFFFF"/>
                </a:solidFill>
              </a:rPr>
            </a:br>
            <a:endParaRPr lang="en-IN" sz="3200" b="1">
              <a:solidFill>
                <a:srgbClr val="FFFFFF"/>
              </a:solidFill>
            </a:endParaRPr>
          </a:p>
        </p:txBody>
      </p:sp>
      <p:sp>
        <p:nvSpPr>
          <p:cNvPr id="3" name="Content Placeholder 2"/>
          <p:cNvSpPr>
            <a:spLocks noGrp="1"/>
          </p:cNvSpPr>
          <p:nvPr>
            <p:ph idx="1"/>
          </p:nvPr>
        </p:nvSpPr>
        <p:spPr>
          <a:xfrm>
            <a:off x="1028699" y="1891970"/>
            <a:ext cx="7293023" cy="4489357"/>
          </a:xfrm>
        </p:spPr>
        <p:txBody>
          <a:bodyPr anchor="ctr">
            <a:normAutofit/>
          </a:bodyPr>
          <a:lstStyle/>
          <a:p>
            <a:pPr marL="0" indent="0">
              <a:lnSpc>
                <a:spcPct val="90000"/>
              </a:lnSpc>
              <a:buNone/>
            </a:pPr>
            <a:r>
              <a:rPr lang="en-IN" sz="1700" dirty="0"/>
              <a:t>1. License cost of the automation tools. (To perform manual testing we need not to pay any licence but for performing automation testing we need to first purchase the licence of  tool)</a:t>
            </a:r>
          </a:p>
          <a:p>
            <a:pPr marL="0" indent="0">
              <a:lnSpc>
                <a:spcPct val="90000"/>
              </a:lnSpc>
              <a:buNone/>
            </a:pPr>
            <a:endParaRPr lang="en-IN" sz="1700" dirty="0"/>
          </a:p>
          <a:p>
            <a:pPr marL="0" indent="0">
              <a:lnSpc>
                <a:spcPct val="90000"/>
              </a:lnSpc>
              <a:buNone/>
            </a:pPr>
            <a:r>
              <a:rPr lang="en-IN" sz="1700" dirty="0"/>
              <a:t>2. Some automation tools will not support some technologies. But manual tester can able to test any application which has developed in any technology.</a:t>
            </a:r>
          </a:p>
          <a:p>
            <a:pPr marL="0" indent="0">
              <a:lnSpc>
                <a:spcPct val="90000"/>
              </a:lnSpc>
              <a:buNone/>
            </a:pPr>
            <a:endParaRPr lang="en-IN" sz="1700" dirty="0"/>
          </a:p>
          <a:p>
            <a:pPr marL="0" indent="0">
              <a:lnSpc>
                <a:spcPct val="90000"/>
              </a:lnSpc>
              <a:buNone/>
            </a:pPr>
            <a:r>
              <a:rPr lang="en-IN" sz="1700" dirty="0"/>
              <a:t>3</a:t>
            </a:r>
            <a:r>
              <a:rPr lang="en-IN" sz="1700"/>
              <a:t>. To </a:t>
            </a:r>
            <a:r>
              <a:rPr lang="en-IN" sz="1700" dirty="0"/>
              <a:t>perform manual testing in a project we doesn’t required technical knowledge but to perform automation testing we should required technical knowledge (coding knowledge)</a:t>
            </a:r>
          </a:p>
          <a:p>
            <a:pPr marL="0" indent="0">
              <a:lnSpc>
                <a:spcPct val="90000"/>
              </a:lnSpc>
              <a:buNone/>
            </a:pPr>
            <a:endParaRPr lang="en-IN" sz="1700" dirty="0"/>
          </a:p>
          <a:p>
            <a:pPr marL="0" indent="0">
              <a:lnSpc>
                <a:spcPct val="90000"/>
              </a:lnSpc>
              <a:buNone/>
            </a:pPr>
            <a:r>
              <a:rPr lang="en-IN" sz="1700" dirty="0"/>
              <a:t>4. Without human element, it’s difficult to get insight into visual aspects of your UI like </a:t>
            </a:r>
            <a:r>
              <a:rPr lang="en-IN" sz="1700" dirty="0" err="1"/>
              <a:t>colors</a:t>
            </a:r>
            <a:r>
              <a:rPr lang="en-IN" sz="1700" dirty="0"/>
              <a:t>, font, sizes, contrast or button sizes.</a:t>
            </a:r>
          </a:p>
          <a:p>
            <a:pPr marL="0" indent="0">
              <a:lnSpc>
                <a:spcPct val="90000"/>
              </a:lnSpc>
              <a:buNone/>
            </a:pPr>
            <a:endParaRPr lang="en-IN" sz="1700" dirty="0"/>
          </a:p>
        </p:txBody>
      </p:sp>
    </p:spTree>
    <p:extLst>
      <p:ext uri="{BB962C8B-B14F-4D97-AF65-F5344CB8AC3E}">
        <p14:creationId xmlns:p14="http://schemas.microsoft.com/office/powerpoint/2010/main" val="3699503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028699" y="1844824"/>
            <a:ext cx="7293023" cy="4156731"/>
          </a:xfrm>
        </p:spPr>
        <p:txBody>
          <a:bodyPr anchor="ctr">
            <a:normAutofit/>
          </a:bodyPr>
          <a:lstStyle/>
          <a:p>
            <a:pPr marL="0" indent="0">
              <a:buNone/>
            </a:pPr>
            <a:r>
              <a:rPr lang="en-IN" sz="1700" b="1" u="sng" dirty="0"/>
              <a:t>Note:</a:t>
            </a:r>
          </a:p>
          <a:p>
            <a:pPr marL="0" indent="0">
              <a:buNone/>
            </a:pPr>
            <a:endParaRPr lang="en-IN" sz="1700" b="1" u="sng" dirty="0"/>
          </a:p>
          <a:p>
            <a:pPr marL="0" indent="0">
              <a:buNone/>
            </a:pPr>
            <a:r>
              <a:rPr lang="en-IN" sz="1700" dirty="0"/>
              <a:t>Comparatively disadvantages we have more advantages with Automation Testing. That is the reason most of the clients prefer to implement automation testing along with manual testing.</a:t>
            </a:r>
          </a:p>
        </p:txBody>
      </p:sp>
    </p:spTree>
    <p:extLst>
      <p:ext uri="{BB962C8B-B14F-4D97-AF65-F5344CB8AC3E}">
        <p14:creationId xmlns:p14="http://schemas.microsoft.com/office/powerpoint/2010/main" val="4268617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4228" y="745537"/>
            <a:ext cx="7421963" cy="1033669"/>
          </a:xfrm>
        </p:spPr>
        <p:txBody>
          <a:bodyPr>
            <a:normAutofit/>
          </a:bodyPr>
          <a:lstStyle/>
          <a:p>
            <a:pPr algn="l">
              <a:lnSpc>
                <a:spcPct val="90000"/>
              </a:lnSpc>
            </a:pPr>
            <a:r>
              <a:rPr lang="en-IN" sz="3200" b="1" dirty="0">
                <a:solidFill>
                  <a:srgbClr val="FFFFFF"/>
                </a:solidFill>
              </a:rPr>
              <a:t>FAQ’s:</a:t>
            </a:r>
            <a:br>
              <a:rPr lang="en-IN" sz="3200" b="1" dirty="0">
                <a:solidFill>
                  <a:srgbClr val="FFFFFF"/>
                </a:solidFill>
              </a:rPr>
            </a:br>
            <a:endParaRPr lang="en-IN" sz="3200" b="1" dirty="0">
              <a:solidFill>
                <a:srgbClr val="FFFFFF"/>
              </a:solidFill>
            </a:endParaRPr>
          </a:p>
        </p:txBody>
      </p:sp>
      <p:sp>
        <p:nvSpPr>
          <p:cNvPr id="3" name="Content Placeholder 2"/>
          <p:cNvSpPr>
            <a:spLocks noGrp="1"/>
          </p:cNvSpPr>
          <p:nvPr>
            <p:ph idx="1"/>
          </p:nvPr>
        </p:nvSpPr>
        <p:spPr>
          <a:xfrm>
            <a:off x="611560" y="1590741"/>
            <a:ext cx="8532437" cy="5267259"/>
          </a:xfrm>
        </p:spPr>
        <p:txBody>
          <a:bodyPr anchor="ctr">
            <a:normAutofit fontScale="85000" lnSpcReduction="20000"/>
          </a:bodyPr>
          <a:lstStyle/>
          <a:p>
            <a:pPr>
              <a:buAutoNum type="arabicPeriod"/>
            </a:pPr>
            <a:r>
              <a:rPr lang="en-IN" sz="1700" b="1" dirty="0"/>
              <a:t>What is Automation Testing</a:t>
            </a:r>
          </a:p>
          <a:p>
            <a:pPr marL="0" indent="0">
              <a:buNone/>
            </a:pPr>
            <a:r>
              <a:rPr lang="en-US" sz="1800" dirty="0"/>
              <a:t>Automation testing is the process of using tools and scripts to automatically execute test cases, compare actual and expected results, and generate reports without manual intervention.</a:t>
            </a:r>
          </a:p>
          <a:p>
            <a:pPr marL="0" indent="0">
              <a:buNone/>
            </a:pPr>
            <a:r>
              <a:rPr lang="en-IN" sz="1700" dirty="0"/>
              <a:t>2</a:t>
            </a:r>
            <a:r>
              <a:rPr lang="en-IN" sz="1700" b="1" dirty="0"/>
              <a:t>. What is the difference between Manual and Automation Testing</a:t>
            </a:r>
          </a:p>
          <a:p>
            <a:pPr marL="0" indent="0">
              <a:buNone/>
            </a:pPr>
            <a:r>
              <a:rPr lang="en-US" sz="1800" dirty="0"/>
              <a:t>Manual testing is performed by a human tester without scripts, whereas automation testing uses tools and scripts to execute test cases automatically. Automation is faster and suitable for repetitive and regression tests</a:t>
            </a:r>
            <a:endParaRPr lang="en-IN" sz="1700" b="1" dirty="0"/>
          </a:p>
          <a:p>
            <a:pPr marL="0" indent="0">
              <a:buNone/>
            </a:pPr>
            <a:r>
              <a:rPr lang="en-IN" sz="1700" b="1" dirty="0"/>
              <a:t>3. What are the different types of Automation Tools available in Industry</a:t>
            </a:r>
          </a:p>
          <a:p>
            <a:pPr marL="0" indent="0">
              <a:buNone/>
            </a:pPr>
            <a:r>
              <a:rPr lang="en-US" sz="1800" dirty="0"/>
              <a:t>Web Automation Tools – Selenium, Cypress, Playwright</a:t>
            </a:r>
          </a:p>
          <a:p>
            <a:pPr marL="0" indent="0">
              <a:buNone/>
            </a:pPr>
            <a:r>
              <a:rPr lang="en-US" sz="1800" dirty="0"/>
              <a:t>API Automation Tools – Postman, </a:t>
            </a:r>
            <a:r>
              <a:rPr lang="en-US" sz="1800" dirty="0" err="1"/>
              <a:t>RestAssured</a:t>
            </a:r>
            <a:endParaRPr lang="en-US" sz="1800" dirty="0"/>
          </a:p>
          <a:p>
            <a:pPr marL="0" indent="0">
              <a:buNone/>
            </a:pPr>
            <a:r>
              <a:rPr lang="en-US" sz="1800" dirty="0"/>
              <a:t>Performance Tools – JMeter, LoadRunner</a:t>
            </a:r>
          </a:p>
          <a:p>
            <a:pPr marL="0" indent="0">
              <a:buNone/>
            </a:pPr>
            <a:r>
              <a:rPr lang="en-US" sz="1800" dirty="0"/>
              <a:t>Mobile Automation Tools – Appium</a:t>
            </a:r>
            <a:endParaRPr lang="en-IN" sz="1700" dirty="0"/>
          </a:p>
          <a:p>
            <a:pPr marL="0" indent="0">
              <a:buNone/>
            </a:pPr>
            <a:r>
              <a:rPr lang="en-IN" sz="1700" b="1" dirty="0"/>
              <a:t>4. Which Test management tool you are using in current project</a:t>
            </a:r>
          </a:p>
          <a:p>
            <a:pPr marL="0" indent="0">
              <a:buNone/>
            </a:pPr>
            <a:r>
              <a:rPr lang="en-IN" sz="1700" dirty="0"/>
              <a:t>JIRA, ALM, Code Beamer</a:t>
            </a:r>
          </a:p>
          <a:p>
            <a:pPr marL="0" indent="0">
              <a:buNone/>
            </a:pPr>
            <a:r>
              <a:rPr lang="en-IN" sz="1700" b="1" dirty="0"/>
              <a:t>5. What is difference between Functional and Performance testing</a:t>
            </a:r>
          </a:p>
          <a:p>
            <a:pPr marL="0" indent="0">
              <a:buNone/>
            </a:pPr>
            <a:r>
              <a:rPr lang="en-US" sz="1800" dirty="0"/>
              <a:t>Functional testing verifies whether the application works according to requirements, whereas performance testing checks how the system behaves under load, stress, or high user traffic.</a:t>
            </a:r>
            <a:endParaRPr lang="en-IN" sz="1700" dirty="0"/>
          </a:p>
          <a:p>
            <a:pPr marL="0" indent="0">
              <a:buNone/>
            </a:pPr>
            <a:r>
              <a:rPr lang="en-IN" sz="1700" b="1" dirty="0"/>
              <a:t>6. What are advantages of Automation Testing?</a:t>
            </a:r>
          </a:p>
          <a:p>
            <a:pPr marL="0" indent="0">
              <a:buNone/>
            </a:pPr>
            <a:r>
              <a:rPr lang="en-US" sz="1800" dirty="0"/>
              <a:t>Automation testing saves time, increases test coverage, improves accuracy, supports regression testing, and allows parallel execution.</a:t>
            </a:r>
            <a:endParaRPr lang="en-IN" sz="1700" dirty="0"/>
          </a:p>
          <a:p>
            <a:pPr marL="0" indent="0">
              <a:buNone/>
            </a:pPr>
            <a:r>
              <a:rPr lang="en-IN" sz="1700" b="1" dirty="0"/>
              <a:t>7. Do we have any disadvantages in Automation Testing</a:t>
            </a:r>
          </a:p>
          <a:p>
            <a:pPr marL="0" indent="0">
              <a:buNone/>
            </a:pPr>
            <a:r>
              <a:rPr lang="en-US" sz="1800" dirty="0"/>
              <a:t>Automation requires initial investment, maintenance effort, skilled resources, and is not suitable for one-time or exploratory testing.</a:t>
            </a:r>
            <a:endParaRPr lang="en-IN" sz="1700" dirty="0"/>
          </a:p>
        </p:txBody>
      </p:sp>
    </p:spTree>
    <p:extLst>
      <p:ext uri="{BB962C8B-B14F-4D97-AF65-F5344CB8AC3E}">
        <p14:creationId xmlns:p14="http://schemas.microsoft.com/office/powerpoint/2010/main" val="37101583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TotalTime>
  <Words>1128</Words>
  <Application>Microsoft Office PowerPoint</Application>
  <PresentationFormat>On-screen Show (4:3)</PresentationFormat>
  <Paragraphs>106</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Source Sans Pro</vt:lpstr>
      <vt:lpstr>Work Sans</vt:lpstr>
      <vt:lpstr>Office Theme</vt:lpstr>
      <vt:lpstr>PowerPoint Presentation</vt:lpstr>
      <vt:lpstr>Automation Testing ? </vt:lpstr>
      <vt:lpstr>WHAT IS AUTOMATION TESTING </vt:lpstr>
      <vt:lpstr>Why Test Automation? </vt:lpstr>
      <vt:lpstr>PowerPoint Presentation</vt:lpstr>
      <vt:lpstr>Functional Testing Tools </vt:lpstr>
      <vt:lpstr>API Testing Tools </vt:lpstr>
      <vt:lpstr>Performance Testing Tools </vt:lpstr>
      <vt:lpstr>Advantages of Automation Testing </vt:lpstr>
      <vt:lpstr>Advantages of Automation Testing </vt:lpstr>
      <vt:lpstr>Advantages of Automation Testing </vt:lpstr>
      <vt:lpstr>Automation Testing Process</vt:lpstr>
      <vt:lpstr>Automation Testing Process</vt:lpstr>
      <vt:lpstr>PowerPoint Presentation</vt:lpstr>
      <vt:lpstr>“Diff between Manual Testing and Automation Testing”</vt:lpstr>
      <vt:lpstr>Disadvantages of Automation Testing </vt:lpstr>
      <vt:lpstr>PowerPoint Presentation</vt:lpstr>
      <vt:lpstr>FAQ’s: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Sajith Pulparambil Saju(UST,IN)</cp:lastModifiedBy>
  <cp:revision>18</cp:revision>
  <dcterms:created xsi:type="dcterms:W3CDTF">2022-05-24T12:03:06Z</dcterms:created>
  <dcterms:modified xsi:type="dcterms:W3CDTF">2026-02-07T09:30:32Z</dcterms:modified>
</cp:coreProperties>
</file>