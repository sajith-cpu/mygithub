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72" r:id="rId2"/>
    <p:sldId id="257" r:id="rId3"/>
    <p:sldId id="258" r:id="rId4"/>
    <p:sldId id="259" r:id="rId5"/>
    <p:sldId id="260" r:id="rId6"/>
    <p:sldId id="261" r:id="rId7"/>
    <p:sldId id="267" r:id="rId8"/>
    <p:sldId id="262" r:id="rId9"/>
    <p:sldId id="273" r:id="rId10"/>
    <p:sldId id="263" r:id="rId11"/>
    <p:sldId id="265" r:id="rId12"/>
    <p:sldId id="266" r:id="rId13"/>
    <p:sldId id="268" r:id="rId14"/>
    <p:sldId id="269" r:id="rId15"/>
    <p:sldId id="271" r:id="rId16"/>
    <p:sldId id="274" r:id="rId17"/>
    <p:sldId id="27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C301C89C-995A-4070-BD20-8C7DF5DA006C}"/>
    <pc:docChg chg="undo custSel addSld modSld">
      <pc:chgData name="Manas Tuwani" userId="5d421215-a11f-4a6e-90ca-e8ac2213fab6" providerId="ADAL" clId="{C301C89C-995A-4070-BD20-8C7DF5DA006C}" dt="2022-11-27T14:37:18.122" v="7" actId="207"/>
      <pc:docMkLst>
        <pc:docMk/>
      </pc:docMkLst>
      <pc:sldChg chg="addSp delSp modSp new mod setBg">
        <pc:chgData name="Manas Tuwani" userId="5d421215-a11f-4a6e-90ca-e8ac2213fab6" providerId="ADAL" clId="{C301C89C-995A-4070-BD20-8C7DF5DA006C}" dt="2022-11-27T14:37:18.122" v="7" actId="207"/>
        <pc:sldMkLst>
          <pc:docMk/>
          <pc:sldMk cId="1610943319" sldId="274"/>
        </pc:sldMkLst>
        <pc:spChg chg="add mod">
          <ac:chgData name="Manas Tuwani" userId="5d421215-a11f-4a6e-90ca-e8ac2213fab6" providerId="ADAL" clId="{C301C89C-995A-4070-BD20-8C7DF5DA006C}" dt="2022-11-27T14:37:18.122" v="7" actId="207"/>
          <ac:spMkLst>
            <pc:docMk/>
            <pc:sldMk cId="1610943319" sldId="274"/>
            <ac:spMk id="4" creationId="{94BAD441-B901-6B27-44E3-0D5EF3C17F8F}"/>
          </ac:spMkLst>
        </pc:spChg>
        <pc:spChg chg="add del">
          <ac:chgData name="Manas Tuwani" userId="5d421215-a11f-4a6e-90ca-e8ac2213fab6" providerId="ADAL" clId="{C301C89C-995A-4070-BD20-8C7DF5DA006C}" dt="2022-11-27T14:27:23.856" v="3" actId="26606"/>
          <ac:spMkLst>
            <pc:docMk/>
            <pc:sldMk cId="1610943319" sldId="274"/>
            <ac:spMk id="8" creationId="{32BC26D8-82FB-445E-AA49-62A77D7C1EE0}"/>
          </ac:spMkLst>
        </pc:spChg>
        <pc:spChg chg="add del">
          <ac:chgData name="Manas Tuwani" userId="5d421215-a11f-4a6e-90ca-e8ac2213fab6" providerId="ADAL" clId="{C301C89C-995A-4070-BD20-8C7DF5DA006C}" dt="2022-11-27T14:27:23.856" v="3" actId="26606"/>
          <ac:spMkLst>
            <pc:docMk/>
            <pc:sldMk cId="1610943319" sldId="274"/>
            <ac:spMk id="10" creationId="{CB44330D-EA18-4254-AA95-EB49948539B8}"/>
          </ac:spMkLst>
        </pc:spChg>
        <pc:spChg chg="add">
          <ac:chgData name="Manas Tuwani" userId="5d421215-a11f-4a6e-90ca-e8ac2213fab6" providerId="ADAL" clId="{C301C89C-995A-4070-BD20-8C7DF5DA006C}" dt="2022-11-27T14:27:23.878" v="4" actId="26606"/>
          <ac:spMkLst>
            <pc:docMk/>
            <pc:sldMk cId="1610943319" sldId="274"/>
            <ac:spMk id="12" creationId="{29FDB030-9B49-4CED-8CCD-4D99382388AC}"/>
          </ac:spMkLst>
        </pc:spChg>
        <pc:spChg chg="add">
          <ac:chgData name="Manas Tuwani" userId="5d421215-a11f-4a6e-90ca-e8ac2213fab6" providerId="ADAL" clId="{C301C89C-995A-4070-BD20-8C7DF5DA006C}" dt="2022-11-27T14:27:23.878" v="4" actId="26606"/>
          <ac:spMkLst>
            <pc:docMk/>
            <pc:sldMk cId="1610943319" sldId="274"/>
            <ac:spMk id="13" creationId="{F3060C83-F051-4F0E-ABAD-AA0DFC48B218}"/>
          </ac:spMkLst>
        </pc:spChg>
        <pc:spChg chg="add">
          <ac:chgData name="Manas Tuwani" userId="5d421215-a11f-4a6e-90ca-e8ac2213fab6" providerId="ADAL" clId="{C301C89C-995A-4070-BD20-8C7DF5DA006C}" dt="2022-11-27T14:27:23.878" v="4" actId="26606"/>
          <ac:spMkLst>
            <pc:docMk/>
            <pc:sldMk cId="1610943319" sldId="274"/>
            <ac:spMk id="14" creationId="{3783CA14-24A1-485C-8B30-D6A5D87987AD}"/>
          </ac:spMkLst>
        </pc:spChg>
        <pc:spChg chg="add">
          <ac:chgData name="Manas Tuwani" userId="5d421215-a11f-4a6e-90ca-e8ac2213fab6" providerId="ADAL" clId="{C301C89C-995A-4070-BD20-8C7DF5DA006C}" dt="2022-11-27T14:27:23.878" v="4" actId="26606"/>
          <ac:spMkLst>
            <pc:docMk/>
            <pc:sldMk cId="1610943319" sldId="274"/>
            <ac:spMk id="15" creationId="{83C98ABE-055B-441F-B07E-44F97F083C39}"/>
          </ac:spMkLst>
        </pc:spChg>
        <pc:spChg chg="add">
          <ac:chgData name="Manas Tuwani" userId="5d421215-a11f-4a6e-90ca-e8ac2213fab6" providerId="ADAL" clId="{C301C89C-995A-4070-BD20-8C7DF5DA006C}" dt="2022-11-27T14:27:23.878" v="4" actId="26606"/>
          <ac:spMkLst>
            <pc:docMk/>
            <pc:sldMk cId="1610943319" sldId="274"/>
            <ac:spMk id="16" creationId="{9A97C86A-04D6-40F7-AE84-31AB43E6A846}"/>
          </ac:spMkLst>
        </pc:spChg>
        <pc:spChg chg="add">
          <ac:chgData name="Manas Tuwani" userId="5d421215-a11f-4a6e-90ca-e8ac2213fab6" providerId="ADAL" clId="{C301C89C-995A-4070-BD20-8C7DF5DA006C}" dt="2022-11-27T14:27:23.878" v="4" actId="26606"/>
          <ac:spMkLst>
            <pc:docMk/>
            <pc:sldMk cId="1610943319" sldId="274"/>
            <ac:spMk id="18" creationId="{FF9F2414-84E8-453E-B1F3-389FDE8192D9}"/>
          </ac:spMkLst>
        </pc:spChg>
        <pc:spChg chg="add">
          <ac:chgData name="Manas Tuwani" userId="5d421215-a11f-4a6e-90ca-e8ac2213fab6" providerId="ADAL" clId="{C301C89C-995A-4070-BD20-8C7DF5DA006C}" dt="2022-11-27T14:27:23.878" v="4" actId="26606"/>
          <ac:spMkLst>
            <pc:docMk/>
            <pc:sldMk cId="1610943319" sldId="274"/>
            <ac:spMk id="20" creationId="{3ECA69A1-7536-43AC-85EF-C7106179F5ED}"/>
          </ac:spMkLst>
        </pc:spChg>
        <pc:picChg chg="add mod">
          <ac:chgData name="Manas Tuwani" userId="5d421215-a11f-4a6e-90ca-e8ac2213fab6" providerId="ADAL" clId="{C301C89C-995A-4070-BD20-8C7DF5DA006C}" dt="2022-11-27T14:28:29.968" v="5" actId="27614"/>
          <ac:picMkLst>
            <pc:docMk/>
            <pc:sldMk cId="1610943319" sldId="274"/>
            <ac:picMk id="3" creationId="{3DBBE4D4-F60C-5707-B8BD-B403BC6F68B6}"/>
          </ac:picMkLst>
        </pc:picChg>
      </pc:sldChg>
    </pc:docChg>
  </pc:docChgLst>
  <pc:docChgLst>
    <pc:chgData name="Manas Tuwani" userId="5d421215-a11f-4a6e-90ca-e8ac2213fab6" providerId="ADAL" clId="{37811421-2C1E-4A7A-B13D-B35C5D7951D6}"/>
    <pc:docChg chg="modSld">
      <pc:chgData name="Manas Tuwani" userId="5d421215-a11f-4a6e-90ca-e8ac2213fab6" providerId="ADAL" clId="{37811421-2C1E-4A7A-B13D-B35C5D7951D6}" dt="2024-01-19T16:09:38.198" v="4" actId="20577"/>
      <pc:docMkLst>
        <pc:docMk/>
      </pc:docMkLst>
      <pc:sldChg chg="modSp mod">
        <pc:chgData name="Manas Tuwani" userId="5d421215-a11f-4a6e-90ca-e8ac2213fab6" providerId="ADAL" clId="{37811421-2C1E-4A7A-B13D-B35C5D7951D6}" dt="2024-01-19T16:09:38.198" v="4" actId="20577"/>
        <pc:sldMkLst>
          <pc:docMk/>
          <pc:sldMk cId="961672892" sldId="261"/>
        </pc:sldMkLst>
        <pc:spChg chg="mod">
          <ac:chgData name="Manas Tuwani" userId="5d421215-a11f-4a6e-90ca-e8ac2213fab6" providerId="ADAL" clId="{37811421-2C1E-4A7A-B13D-B35C5D7951D6}" dt="2024-01-19T16:09:38.198" v="4" actId="20577"/>
          <ac:spMkLst>
            <pc:docMk/>
            <pc:sldMk cId="961672892" sldId="261"/>
            <ac:spMk id="3" creationId="{00000000-0000-0000-0000-000000000000}"/>
          </ac:spMkLst>
        </pc:spChg>
      </pc:sldChg>
    </pc:docChg>
  </pc:docChgLst>
  <pc:docChgLst>
    <pc:chgData name="Manas Tuwani" userId="5d421215-a11f-4a6e-90ca-e8ac2213fab6" providerId="ADAL" clId="{6D3C0D74-687D-4F72-9387-AF4031D8CDA5}"/>
    <pc:docChg chg="undo custSel addSld delSld modSld">
      <pc:chgData name="Manas Tuwani" userId="5d421215-a11f-4a6e-90ca-e8ac2213fab6" providerId="ADAL" clId="{6D3C0D74-687D-4F72-9387-AF4031D8CDA5}" dt="2022-08-05T13:54:22.617" v="159" actId="20577"/>
      <pc:docMkLst>
        <pc:docMk/>
      </pc:docMkLst>
      <pc:sldChg chg="addSp delSp modSp mod setBg">
        <pc:chgData name="Manas Tuwani" userId="5d421215-a11f-4a6e-90ca-e8ac2213fab6" providerId="ADAL" clId="{6D3C0D74-687D-4F72-9387-AF4031D8CDA5}" dt="2022-08-04T11:35:49.741" v="152" actId="1076"/>
        <pc:sldMkLst>
          <pc:docMk/>
          <pc:sldMk cId="802671549" sldId="257"/>
        </pc:sldMkLst>
        <pc:spChg chg="mod">
          <ac:chgData name="Manas Tuwani" userId="5d421215-a11f-4a6e-90ca-e8ac2213fab6" providerId="ADAL" clId="{6D3C0D74-687D-4F72-9387-AF4031D8CDA5}" dt="2022-08-04T11:35:49.741" v="152" actId="1076"/>
          <ac:spMkLst>
            <pc:docMk/>
            <pc:sldMk cId="802671549" sldId="257"/>
            <ac:spMk id="2" creationId="{00000000-0000-0000-0000-000000000000}"/>
          </ac:spMkLst>
        </pc:spChg>
        <pc:spChg chg="mod">
          <ac:chgData name="Manas Tuwani" userId="5d421215-a11f-4a6e-90ca-e8ac2213fab6" providerId="ADAL" clId="{6D3C0D74-687D-4F72-9387-AF4031D8CDA5}" dt="2022-08-04T11:35:39.998" v="149" actId="1076"/>
          <ac:spMkLst>
            <pc:docMk/>
            <pc:sldMk cId="802671549" sldId="257"/>
            <ac:spMk id="3" creationId="{00000000-0000-0000-0000-000000000000}"/>
          </ac:spMkLst>
        </pc:spChg>
        <pc:spChg chg="add del">
          <ac:chgData name="Manas Tuwani" userId="5d421215-a11f-4a6e-90ca-e8ac2213fab6" providerId="ADAL" clId="{6D3C0D74-687D-4F72-9387-AF4031D8CDA5}" dt="2022-08-04T11:33:46.093" v="133" actId="26606"/>
          <ac:spMkLst>
            <pc:docMk/>
            <pc:sldMk cId="802671549" sldId="257"/>
            <ac:spMk id="8" creationId="{1B15ED52-F352-441B-82BF-E0EA34836D08}"/>
          </ac:spMkLst>
        </pc:spChg>
        <pc:spChg chg="add del">
          <ac:chgData name="Manas Tuwani" userId="5d421215-a11f-4a6e-90ca-e8ac2213fab6" providerId="ADAL" clId="{6D3C0D74-687D-4F72-9387-AF4031D8CDA5}" dt="2022-08-04T11:33:46.093" v="133" actId="26606"/>
          <ac:spMkLst>
            <pc:docMk/>
            <pc:sldMk cId="802671549" sldId="257"/>
            <ac:spMk id="10" creationId="{3B2E3793-BFE6-45A2-9B7B-E18844431C99}"/>
          </ac:spMkLst>
        </pc:spChg>
        <pc:spChg chg="add del">
          <ac:chgData name="Manas Tuwani" userId="5d421215-a11f-4a6e-90ca-e8ac2213fab6" providerId="ADAL" clId="{6D3C0D74-687D-4F72-9387-AF4031D8CDA5}" dt="2022-08-04T11:33:46.093" v="133" actId="26606"/>
          <ac:spMkLst>
            <pc:docMk/>
            <pc:sldMk cId="802671549" sldId="257"/>
            <ac:spMk id="12" creationId="{BC4C4868-CB8F-4AF9-9CDB-8108F2C19B67}"/>
          </ac:spMkLst>
        </pc:spChg>
        <pc:spChg chg="add del">
          <ac:chgData name="Manas Tuwani" userId="5d421215-a11f-4a6e-90ca-e8ac2213fab6" providerId="ADAL" clId="{6D3C0D74-687D-4F72-9387-AF4031D8CDA5}" dt="2022-08-04T11:33:46.093" v="133" actId="26606"/>
          <ac:spMkLst>
            <pc:docMk/>
            <pc:sldMk cId="802671549" sldId="257"/>
            <ac:spMk id="14" creationId="{375E0459-6403-40CD-989D-56A4407CA12E}"/>
          </ac:spMkLst>
        </pc:spChg>
        <pc:spChg chg="add del">
          <ac:chgData name="Manas Tuwani" userId="5d421215-a11f-4a6e-90ca-e8ac2213fab6" providerId="ADAL" clId="{6D3C0D74-687D-4F72-9387-AF4031D8CDA5}" dt="2022-08-04T11:33:46.093" v="133" actId="26606"/>
          <ac:spMkLst>
            <pc:docMk/>
            <pc:sldMk cId="802671549" sldId="257"/>
            <ac:spMk id="16" creationId="{53E5B1A8-3AC9-4BD1-9BBC-78CA94F2D1BA}"/>
          </ac:spMkLst>
        </pc:spChg>
        <pc:spChg chg="add del">
          <ac:chgData name="Manas Tuwani" userId="5d421215-a11f-4a6e-90ca-e8ac2213fab6" providerId="ADAL" clId="{6D3C0D74-687D-4F72-9387-AF4031D8CDA5}" dt="2022-08-04T11:33:35.530" v="128" actId="26606"/>
          <ac:spMkLst>
            <pc:docMk/>
            <pc:sldMk cId="802671549" sldId="257"/>
            <ac:spMk id="1031" creationId="{0E3596DD-156A-473E-9BB3-C6A29F7574E9}"/>
          </ac:spMkLst>
        </pc:spChg>
        <pc:spChg chg="add del">
          <ac:chgData name="Manas Tuwani" userId="5d421215-a11f-4a6e-90ca-e8ac2213fab6" providerId="ADAL" clId="{6D3C0D74-687D-4F72-9387-AF4031D8CDA5}" dt="2022-08-04T11:33:35.530" v="128" actId="26606"/>
          <ac:spMkLst>
            <pc:docMk/>
            <pc:sldMk cId="802671549" sldId="257"/>
            <ac:spMk id="1033" creationId="{2C46C4D6-C474-4E92-B52E-944C1118F7B6}"/>
          </ac:spMkLst>
        </pc:spChg>
        <pc:spChg chg="add del">
          <ac:chgData name="Manas Tuwani" userId="5d421215-a11f-4a6e-90ca-e8ac2213fab6" providerId="ADAL" clId="{6D3C0D74-687D-4F72-9387-AF4031D8CDA5}" dt="2022-08-04T11:33:42.991" v="130" actId="26606"/>
          <ac:spMkLst>
            <pc:docMk/>
            <pc:sldMk cId="802671549" sldId="257"/>
            <ac:spMk id="1037" creationId="{28D31E1B-0407-4223-9642-0B642CBF57D9}"/>
          </ac:spMkLst>
        </pc:spChg>
        <pc:spChg chg="add del">
          <ac:chgData name="Manas Tuwani" userId="5d421215-a11f-4a6e-90ca-e8ac2213fab6" providerId="ADAL" clId="{6D3C0D74-687D-4F72-9387-AF4031D8CDA5}" dt="2022-08-04T11:33:42.991" v="130" actId="26606"/>
          <ac:spMkLst>
            <pc:docMk/>
            <pc:sldMk cId="802671549" sldId="257"/>
            <ac:spMk id="1038" creationId="{D5B0017B-2ECA-49AF-B397-DC140825DF8D}"/>
          </ac:spMkLst>
        </pc:spChg>
        <pc:spChg chg="add del">
          <ac:chgData name="Manas Tuwani" userId="5d421215-a11f-4a6e-90ca-e8ac2213fab6" providerId="ADAL" clId="{6D3C0D74-687D-4F72-9387-AF4031D8CDA5}" dt="2022-08-04T11:33:42.991" v="130" actId="26606"/>
          <ac:spMkLst>
            <pc:docMk/>
            <pc:sldMk cId="802671549" sldId="257"/>
            <ac:spMk id="1040" creationId="{70E96339-907C-46C3-99AC-31179B6F0EBD}"/>
          </ac:spMkLst>
        </pc:spChg>
        <pc:spChg chg="add del">
          <ac:chgData name="Manas Tuwani" userId="5d421215-a11f-4a6e-90ca-e8ac2213fab6" providerId="ADAL" clId="{6D3C0D74-687D-4F72-9387-AF4031D8CDA5}" dt="2022-08-04T11:33:46.088" v="132" actId="26606"/>
          <ac:spMkLst>
            <pc:docMk/>
            <pc:sldMk cId="802671549" sldId="257"/>
            <ac:spMk id="1044" creationId="{743AA782-23D1-4521-8CAD-47662984AA08}"/>
          </ac:spMkLst>
        </pc:spChg>
        <pc:spChg chg="add del">
          <ac:chgData name="Manas Tuwani" userId="5d421215-a11f-4a6e-90ca-e8ac2213fab6" providerId="ADAL" clId="{6D3C0D74-687D-4F72-9387-AF4031D8CDA5}" dt="2022-08-04T11:33:46.088" v="132" actId="26606"/>
          <ac:spMkLst>
            <pc:docMk/>
            <pc:sldMk cId="802671549" sldId="257"/>
            <ac:spMk id="1045" creationId="{650D18FE-0824-4A46-B22C-A86B52E5780A}"/>
          </ac:spMkLst>
        </pc:spChg>
        <pc:spChg chg="add del">
          <ac:chgData name="Manas Tuwani" userId="5d421215-a11f-4a6e-90ca-e8ac2213fab6" providerId="ADAL" clId="{6D3C0D74-687D-4F72-9387-AF4031D8CDA5}" dt="2022-08-04T11:34:46.059" v="145" actId="26606"/>
          <ac:spMkLst>
            <pc:docMk/>
            <pc:sldMk cId="802671549" sldId="257"/>
            <ac:spMk id="1047" creationId="{91F32EBA-ED97-466E-8CFA-8382584155D0}"/>
          </ac:spMkLst>
        </pc:spChg>
        <pc:spChg chg="add del">
          <ac:chgData name="Manas Tuwani" userId="5d421215-a11f-4a6e-90ca-e8ac2213fab6" providerId="ADAL" clId="{6D3C0D74-687D-4F72-9387-AF4031D8CDA5}" dt="2022-08-04T11:34:46.059" v="145" actId="26606"/>
          <ac:spMkLst>
            <pc:docMk/>
            <pc:sldMk cId="802671549" sldId="257"/>
            <ac:spMk id="1048" creationId="{62A38935-BB53-4DF7-A56E-48DD25B685D7}"/>
          </ac:spMkLst>
        </pc:spChg>
        <pc:spChg chg="add del">
          <ac:chgData name="Manas Tuwani" userId="5d421215-a11f-4a6e-90ca-e8ac2213fab6" providerId="ADAL" clId="{6D3C0D74-687D-4F72-9387-AF4031D8CDA5}" dt="2022-08-04T11:34:15.882" v="138" actId="26606"/>
          <ac:spMkLst>
            <pc:docMk/>
            <pc:sldMk cId="802671549" sldId="257"/>
            <ac:spMk id="1053" creationId="{1557A916-FDD1-44A1-A7A1-70009FD6BE46}"/>
          </ac:spMkLst>
        </pc:spChg>
        <pc:spChg chg="add del">
          <ac:chgData name="Manas Tuwani" userId="5d421215-a11f-4a6e-90ca-e8ac2213fab6" providerId="ADAL" clId="{6D3C0D74-687D-4F72-9387-AF4031D8CDA5}" dt="2022-08-04T11:34:15.882" v="138" actId="26606"/>
          <ac:spMkLst>
            <pc:docMk/>
            <pc:sldMk cId="802671549" sldId="257"/>
            <ac:spMk id="1055" creationId="{4B874C19-9B23-4B12-823E-D67615A9B3AC}"/>
          </ac:spMkLst>
        </pc:spChg>
        <pc:spChg chg="add del">
          <ac:chgData name="Manas Tuwani" userId="5d421215-a11f-4a6e-90ca-e8ac2213fab6" providerId="ADAL" clId="{6D3C0D74-687D-4F72-9387-AF4031D8CDA5}" dt="2022-08-04T11:34:19.580" v="140" actId="26606"/>
          <ac:spMkLst>
            <pc:docMk/>
            <pc:sldMk cId="802671549" sldId="257"/>
            <ac:spMk id="1057" creationId="{FCCDD320-F060-4CF7-AE20-8592F7C9571D}"/>
          </ac:spMkLst>
        </pc:spChg>
        <pc:spChg chg="add del">
          <ac:chgData name="Manas Tuwani" userId="5d421215-a11f-4a6e-90ca-e8ac2213fab6" providerId="ADAL" clId="{6D3C0D74-687D-4F72-9387-AF4031D8CDA5}" dt="2022-08-04T11:34:19.580" v="140" actId="26606"/>
          <ac:spMkLst>
            <pc:docMk/>
            <pc:sldMk cId="802671549" sldId="257"/>
            <ac:spMk id="1058" creationId="{4B49AD00-D954-4DA1-88A1-FFCD8F596D2D}"/>
          </ac:spMkLst>
        </pc:spChg>
        <pc:spChg chg="add del">
          <ac:chgData name="Manas Tuwani" userId="5d421215-a11f-4a6e-90ca-e8ac2213fab6" providerId="ADAL" clId="{6D3C0D74-687D-4F72-9387-AF4031D8CDA5}" dt="2022-08-04T11:34:46.052" v="144" actId="26606"/>
          <ac:spMkLst>
            <pc:docMk/>
            <pc:sldMk cId="802671549" sldId="257"/>
            <ac:spMk id="1059" creationId="{2813A4FA-24A5-41ED-A534-3807D1B2F344}"/>
          </ac:spMkLst>
        </pc:spChg>
        <pc:spChg chg="add del">
          <ac:chgData name="Manas Tuwani" userId="5d421215-a11f-4a6e-90ca-e8ac2213fab6" providerId="ADAL" clId="{6D3C0D74-687D-4F72-9387-AF4031D8CDA5}" dt="2022-08-04T11:34:26.614" v="142" actId="26606"/>
          <ac:spMkLst>
            <pc:docMk/>
            <pc:sldMk cId="802671549" sldId="257"/>
            <ac:spMk id="1060" creationId="{91F32EBA-ED97-466E-8CFA-8382584155D0}"/>
          </ac:spMkLst>
        </pc:spChg>
        <pc:spChg chg="add del">
          <ac:chgData name="Manas Tuwani" userId="5d421215-a11f-4a6e-90ca-e8ac2213fab6" providerId="ADAL" clId="{6D3C0D74-687D-4F72-9387-AF4031D8CDA5}" dt="2022-08-04T11:34:26.614" v="142" actId="26606"/>
          <ac:spMkLst>
            <pc:docMk/>
            <pc:sldMk cId="802671549" sldId="257"/>
            <ac:spMk id="1061" creationId="{62A38935-BB53-4DF7-A56E-48DD25B685D7}"/>
          </ac:spMkLst>
        </pc:spChg>
        <pc:spChg chg="add del">
          <ac:chgData name="Manas Tuwani" userId="5d421215-a11f-4a6e-90ca-e8ac2213fab6" providerId="ADAL" clId="{6D3C0D74-687D-4F72-9387-AF4031D8CDA5}" dt="2022-08-04T11:34:46.052" v="144" actId="26606"/>
          <ac:spMkLst>
            <pc:docMk/>
            <pc:sldMk cId="802671549" sldId="257"/>
            <ac:spMk id="1063" creationId="{12609869-9E80-471B-A487-A53288E0E791}"/>
          </ac:spMkLst>
        </pc:spChg>
        <pc:spChg chg="add del">
          <ac:chgData name="Manas Tuwani" userId="5d421215-a11f-4a6e-90ca-e8ac2213fab6" providerId="ADAL" clId="{6D3C0D74-687D-4F72-9387-AF4031D8CDA5}" dt="2022-08-04T11:34:46.052" v="144" actId="26606"/>
          <ac:spMkLst>
            <pc:docMk/>
            <pc:sldMk cId="802671549" sldId="257"/>
            <ac:spMk id="1064" creationId="{7004738A-9D34-43E8-97D2-CA0EED4F8BE0}"/>
          </ac:spMkLst>
        </pc:spChg>
        <pc:spChg chg="add del">
          <ac:chgData name="Manas Tuwani" userId="5d421215-a11f-4a6e-90ca-e8ac2213fab6" providerId="ADAL" clId="{6D3C0D74-687D-4F72-9387-AF4031D8CDA5}" dt="2022-08-04T11:34:46.052" v="144" actId="26606"/>
          <ac:spMkLst>
            <pc:docMk/>
            <pc:sldMk cId="802671549" sldId="257"/>
            <ac:spMk id="1065" creationId="{B8B8D07F-F13E-443E-BA68-2D26672D76B9}"/>
          </ac:spMkLst>
        </pc:spChg>
        <pc:spChg chg="add del">
          <ac:chgData name="Manas Tuwani" userId="5d421215-a11f-4a6e-90ca-e8ac2213fab6" providerId="ADAL" clId="{6D3C0D74-687D-4F72-9387-AF4031D8CDA5}" dt="2022-08-04T11:34:46.052" v="144" actId="26606"/>
          <ac:spMkLst>
            <pc:docMk/>
            <pc:sldMk cId="802671549" sldId="257"/>
            <ac:spMk id="1066" creationId="{C3944F27-CA70-4E84-A51A-E6BF89558979}"/>
          </ac:spMkLst>
        </pc:spChg>
        <pc:spChg chg="add del">
          <ac:chgData name="Manas Tuwani" userId="5d421215-a11f-4a6e-90ca-e8ac2213fab6" providerId="ADAL" clId="{6D3C0D74-687D-4F72-9387-AF4031D8CDA5}" dt="2022-08-04T11:34:57.502" v="146" actId="26606"/>
          <ac:spMkLst>
            <pc:docMk/>
            <pc:sldMk cId="802671549" sldId="257"/>
            <ac:spMk id="1068" creationId="{1B15ED52-F352-441B-82BF-E0EA34836D08}"/>
          </ac:spMkLst>
        </pc:spChg>
        <pc:spChg chg="add del">
          <ac:chgData name="Manas Tuwani" userId="5d421215-a11f-4a6e-90ca-e8ac2213fab6" providerId="ADAL" clId="{6D3C0D74-687D-4F72-9387-AF4031D8CDA5}" dt="2022-08-04T11:34:57.502" v="146" actId="26606"/>
          <ac:spMkLst>
            <pc:docMk/>
            <pc:sldMk cId="802671549" sldId="257"/>
            <ac:spMk id="1069" creationId="{61707E60-CEC9-4661-AA82-69242EB4BDC3}"/>
          </ac:spMkLst>
        </pc:spChg>
        <pc:spChg chg="add del">
          <ac:chgData name="Manas Tuwani" userId="5d421215-a11f-4a6e-90ca-e8ac2213fab6" providerId="ADAL" clId="{6D3C0D74-687D-4F72-9387-AF4031D8CDA5}" dt="2022-08-04T11:34:57.502" v="146" actId="26606"/>
          <ac:spMkLst>
            <pc:docMk/>
            <pc:sldMk cId="802671549" sldId="257"/>
            <ac:spMk id="1070" creationId="{8F035CD8-AE30-4146-96F2-036B0CE5E4F3}"/>
          </ac:spMkLst>
        </pc:spChg>
        <pc:spChg chg="add">
          <ac:chgData name="Manas Tuwani" userId="5d421215-a11f-4a6e-90ca-e8ac2213fab6" providerId="ADAL" clId="{6D3C0D74-687D-4F72-9387-AF4031D8CDA5}" dt="2022-08-04T11:34:57.502" v="146" actId="26606"/>
          <ac:spMkLst>
            <pc:docMk/>
            <pc:sldMk cId="802671549" sldId="257"/>
            <ac:spMk id="1075" creationId="{1B15ED52-F352-441B-82BF-E0EA34836D08}"/>
          </ac:spMkLst>
        </pc:spChg>
        <pc:spChg chg="add">
          <ac:chgData name="Manas Tuwani" userId="5d421215-a11f-4a6e-90ca-e8ac2213fab6" providerId="ADAL" clId="{6D3C0D74-687D-4F72-9387-AF4031D8CDA5}" dt="2022-08-04T11:34:57.502" v="146" actId="26606"/>
          <ac:spMkLst>
            <pc:docMk/>
            <pc:sldMk cId="802671549" sldId="257"/>
            <ac:spMk id="1077" creationId="{61707E60-CEC9-4661-AA82-69242EB4BDC3}"/>
          </ac:spMkLst>
        </pc:spChg>
        <pc:spChg chg="add">
          <ac:chgData name="Manas Tuwani" userId="5d421215-a11f-4a6e-90ca-e8ac2213fab6" providerId="ADAL" clId="{6D3C0D74-687D-4F72-9387-AF4031D8CDA5}" dt="2022-08-04T11:34:57.502" v="146" actId="26606"/>
          <ac:spMkLst>
            <pc:docMk/>
            <pc:sldMk cId="802671549" sldId="257"/>
            <ac:spMk id="1079" creationId="{8F035CD8-AE30-4146-96F2-036B0CE5E4F3}"/>
          </ac:spMkLst>
        </pc:spChg>
        <pc:grpChg chg="add del">
          <ac:chgData name="Manas Tuwani" userId="5d421215-a11f-4a6e-90ca-e8ac2213fab6" providerId="ADAL" clId="{6D3C0D74-687D-4F72-9387-AF4031D8CDA5}" dt="2022-08-04T11:33:42.991" v="130" actId="26606"/>
          <ac:grpSpMkLst>
            <pc:docMk/>
            <pc:sldMk cId="802671549" sldId="257"/>
            <ac:grpSpMk id="1039" creationId="{AE1C45F0-260A-458C-96ED-C1F6D2151219}"/>
          </ac:grpSpMkLst>
        </pc:grpChg>
        <pc:picChg chg="add mod">
          <ac:chgData name="Manas Tuwani" userId="5d421215-a11f-4a6e-90ca-e8ac2213fab6" providerId="ADAL" clId="{6D3C0D74-687D-4F72-9387-AF4031D8CDA5}" dt="2022-08-04T11:35:46.182" v="151" actId="1076"/>
          <ac:picMkLst>
            <pc:docMk/>
            <pc:sldMk cId="802671549" sldId="257"/>
            <ac:picMk id="1026" creationId="{4CE277BC-A5BE-75D3-5747-787AF8CC6039}"/>
          </ac:picMkLst>
        </pc:picChg>
        <pc:cxnChg chg="add del">
          <ac:chgData name="Manas Tuwani" userId="5d421215-a11f-4a6e-90ca-e8ac2213fab6" providerId="ADAL" clId="{6D3C0D74-687D-4F72-9387-AF4031D8CDA5}" dt="2022-08-04T11:33:42.991" v="130" actId="26606"/>
          <ac:cxnSpMkLst>
            <pc:docMk/>
            <pc:sldMk cId="802671549" sldId="257"/>
            <ac:cxnSpMk id="1042" creationId="{6CF1BAF6-AD41-4082-B212-8A1F9A2E8779}"/>
          </ac:cxnSpMkLst>
        </pc:cxnChg>
      </pc:sldChg>
      <pc:sldChg chg="addSp modSp mod setBg">
        <pc:chgData name="Manas Tuwani" userId="5d421215-a11f-4a6e-90ca-e8ac2213fab6" providerId="ADAL" clId="{6D3C0D74-687D-4F72-9387-AF4031D8CDA5}" dt="2022-08-04T08:39:00.554" v="75" actId="255"/>
        <pc:sldMkLst>
          <pc:docMk/>
          <pc:sldMk cId="1704057460" sldId="258"/>
        </pc:sldMkLst>
        <pc:spChg chg="mod">
          <ac:chgData name="Manas Tuwani" userId="5d421215-a11f-4a6e-90ca-e8ac2213fab6" providerId="ADAL" clId="{6D3C0D74-687D-4F72-9387-AF4031D8CDA5}" dt="2022-08-04T08:38:50.357" v="74" actId="26606"/>
          <ac:spMkLst>
            <pc:docMk/>
            <pc:sldMk cId="1704057460" sldId="258"/>
            <ac:spMk id="2" creationId="{00000000-0000-0000-0000-000000000000}"/>
          </ac:spMkLst>
        </pc:spChg>
        <pc:spChg chg="mod">
          <ac:chgData name="Manas Tuwani" userId="5d421215-a11f-4a6e-90ca-e8ac2213fab6" providerId="ADAL" clId="{6D3C0D74-687D-4F72-9387-AF4031D8CDA5}" dt="2022-08-04T08:39:00.554" v="75" actId="255"/>
          <ac:spMkLst>
            <pc:docMk/>
            <pc:sldMk cId="1704057460" sldId="258"/>
            <ac:spMk id="3" creationId="{00000000-0000-0000-0000-000000000000}"/>
          </ac:spMkLst>
        </pc:spChg>
        <pc:spChg chg="add">
          <ac:chgData name="Manas Tuwani" userId="5d421215-a11f-4a6e-90ca-e8ac2213fab6" providerId="ADAL" clId="{6D3C0D74-687D-4F72-9387-AF4031D8CDA5}" dt="2022-08-04T08:38:50.357" v="74" actId="26606"/>
          <ac:spMkLst>
            <pc:docMk/>
            <pc:sldMk cId="1704057460" sldId="258"/>
            <ac:spMk id="8" creationId="{1B15ED52-F352-441B-82BF-E0EA34836D08}"/>
          </ac:spMkLst>
        </pc:spChg>
        <pc:spChg chg="add">
          <ac:chgData name="Manas Tuwani" userId="5d421215-a11f-4a6e-90ca-e8ac2213fab6" providerId="ADAL" clId="{6D3C0D74-687D-4F72-9387-AF4031D8CDA5}" dt="2022-08-04T08:38:50.357" v="74" actId="26606"/>
          <ac:spMkLst>
            <pc:docMk/>
            <pc:sldMk cId="1704057460" sldId="258"/>
            <ac:spMk id="10" creationId="{3B2E3793-BFE6-45A2-9B7B-E18844431C99}"/>
          </ac:spMkLst>
        </pc:spChg>
        <pc:spChg chg="add">
          <ac:chgData name="Manas Tuwani" userId="5d421215-a11f-4a6e-90ca-e8ac2213fab6" providerId="ADAL" clId="{6D3C0D74-687D-4F72-9387-AF4031D8CDA5}" dt="2022-08-04T08:38:50.357" v="74" actId="26606"/>
          <ac:spMkLst>
            <pc:docMk/>
            <pc:sldMk cId="1704057460" sldId="258"/>
            <ac:spMk id="12" creationId="{BC4C4868-CB8F-4AF9-9CDB-8108F2C19B67}"/>
          </ac:spMkLst>
        </pc:spChg>
        <pc:spChg chg="add">
          <ac:chgData name="Manas Tuwani" userId="5d421215-a11f-4a6e-90ca-e8ac2213fab6" providerId="ADAL" clId="{6D3C0D74-687D-4F72-9387-AF4031D8CDA5}" dt="2022-08-04T08:38:50.357" v="74" actId="26606"/>
          <ac:spMkLst>
            <pc:docMk/>
            <pc:sldMk cId="1704057460" sldId="258"/>
            <ac:spMk id="14" creationId="{375E0459-6403-40CD-989D-56A4407CA12E}"/>
          </ac:spMkLst>
        </pc:spChg>
        <pc:spChg chg="add">
          <ac:chgData name="Manas Tuwani" userId="5d421215-a11f-4a6e-90ca-e8ac2213fab6" providerId="ADAL" clId="{6D3C0D74-687D-4F72-9387-AF4031D8CDA5}" dt="2022-08-04T08:38:50.357" v="74" actId="26606"/>
          <ac:spMkLst>
            <pc:docMk/>
            <pc:sldMk cId="1704057460" sldId="258"/>
            <ac:spMk id="16" creationId="{53E5B1A8-3AC9-4BD1-9BBC-78CA94F2D1BA}"/>
          </ac:spMkLst>
        </pc:spChg>
      </pc:sldChg>
      <pc:sldChg chg="addSp modSp mod setBg">
        <pc:chgData name="Manas Tuwani" userId="5d421215-a11f-4a6e-90ca-e8ac2213fab6" providerId="ADAL" clId="{6D3C0D74-687D-4F72-9387-AF4031D8CDA5}" dt="2022-08-04T11:36:02.424" v="153" actId="1076"/>
        <pc:sldMkLst>
          <pc:docMk/>
          <pc:sldMk cId="3061097210" sldId="259"/>
        </pc:sldMkLst>
        <pc:spChg chg="mod">
          <ac:chgData name="Manas Tuwani" userId="5d421215-a11f-4a6e-90ca-e8ac2213fab6" providerId="ADAL" clId="{6D3C0D74-687D-4F72-9387-AF4031D8CDA5}" dt="2022-08-04T11:36:02.424" v="153" actId="1076"/>
          <ac:spMkLst>
            <pc:docMk/>
            <pc:sldMk cId="3061097210" sldId="259"/>
            <ac:spMk id="2" creationId="{00000000-0000-0000-0000-000000000000}"/>
          </ac:spMkLst>
        </pc:spChg>
        <pc:spChg chg="mod">
          <ac:chgData name="Manas Tuwani" userId="5d421215-a11f-4a6e-90ca-e8ac2213fab6" providerId="ADAL" clId="{6D3C0D74-687D-4F72-9387-AF4031D8CDA5}" dt="2022-08-04T08:38:45.257" v="73" actId="255"/>
          <ac:spMkLst>
            <pc:docMk/>
            <pc:sldMk cId="3061097210" sldId="259"/>
            <ac:spMk id="3" creationId="{00000000-0000-0000-0000-000000000000}"/>
          </ac:spMkLst>
        </pc:spChg>
        <pc:spChg chg="add">
          <ac:chgData name="Manas Tuwani" userId="5d421215-a11f-4a6e-90ca-e8ac2213fab6" providerId="ADAL" clId="{6D3C0D74-687D-4F72-9387-AF4031D8CDA5}" dt="2022-08-04T08:38:36.789" v="72" actId="26606"/>
          <ac:spMkLst>
            <pc:docMk/>
            <pc:sldMk cId="3061097210" sldId="259"/>
            <ac:spMk id="8" creationId="{1B15ED52-F352-441B-82BF-E0EA34836D08}"/>
          </ac:spMkLst>
        </pc:spChg>
        <pc:spChg chg="add">
          <ac:chgData name="Manas Tuwani" userId="5d421215-a11f-4a6e-90ca-e8ac2213fab6" providerId="ADAL" clId="{6D3C0D74-687D-4F72-9387-AF4031D8CDA5}" dt="2022-08-04T08:38:36.789" v="72" actId="26606"/>
          <ac:spMkLst>
            <pc:docMk/>
            <pc:sldMk cId="3061097210" sldId="259"/>
            <ac:spMk id="10" creationId="{3B2E3793-BFE6-45A2-9B7B-E18844431C99}"/>
          </ac:spMkLst>
        </pc:spChg>
        <pc:spChg chg="add">
          <ac:chgData name="Manas Tuwani" userId="5d421215-a11f-4a6e-90ca-e8ac2213fab6" providerId="ADAL" clId="{6D3C0D74-687D-4F72-9387-AF4031D8CDA5}" dt="2022-08-04T08:38:36.789" v="72" actId="26606"/>
          <ac:spMkLst>
            <pc:docMk/>
            <pc:sldMk cId="3061097210" sldId="259"/>
            <ac:spMk id="12" creationId="{BC4C4868-CB8F-4AF9-9CDB-8108F2C19B67}"/>
          </ac:spMkLst>
        </pc:spChg>
        <pc:spChg chg="add">
          <ac:chgData name="Manas Tuwani" userId="5d421215-a11f-4a6e-90ca-e8ac2213fab6" providerId="ADAL" clId="{6D3C0D74-687D-4F72-9387-AF4031D8CDA5}" dt="2022-08-04T08:38:36.789" v="72" actId="26606"/>
          <ac:spMkLst>
            <pc:docMk/>
            <pc:sldMk cId="3061097210" sldId="259"/>
            <ac:spMk id="14" creationId="{375E0459-6403-40CD-989D-56A4407CA12E}"/>
          </ac:spMkLst>
        </pc:spChg>
        <pc:spChg chg="add">
          <ac:chgData name="Manas Tuwani" userId="5d421215-a11f-4a6e-90ca-e8ac2213fab6" providerId="ADAL" clId="{6D3C0D74-687D-4F72-9387-AF4031D8CDA5}" dt="2022-08-04T08:38:36.789" v="72" actId="26606"/>
          <ac:spMkLst>
            <pc:docMk/>
            <pc:sldMk cId="3061097210" sldId="259"/>
            <ac:spMk id="16" creationId="{53E5B1A8-3AC9-4BD1-9BBC-78CA94F2D1BA}"/>
          </ac:spMkLst>
        </pc:spChg>
      </pc:sldChg>
      <pc:sldChg chg="addSp modSp mod setBg">
        <pc:chgData name="Manas Tuwani" userId="5d421215-a11f-4a6e-90ca-e8ac2213fab6" providerId="ADAL" clId="{6D3C0D74-687D-4F72-9387-AF4031D8CDA5}" dt="2022-08-04T11:36:09.567" v="154" actId="1076"/>
        <pc:sldMkLst>
          <pc:docMk/>
          <pc:sldMk cId="861511041" sldId="260"/>
        </pc:sldMkLst>
        <pc:spChg chg="mod">
          <ac:chgData name="Manas Tuwani" userId="5d421215-a11f-4a6e-90ca-e8ac2213fab6" providerId="ADAL" clId="{6D3C0D74-687D-4F72-9387-AF4031D8CDA5}" dt="2022-08-04T11:36:09.567" v="154" actId="1076"/>
          <ac:spMkLst>
            <pc:docMk/>
            <pc:sldMk cId="861511041" sldId="260"/>
            <ac:spMk id="2" creationId="{00000000-0000-0000-0000-000000000000}"/>
          </ac:spMkLst>
        </pc:spChg>
        <pc:spChg chg="mod">
          <ac:chgData name="Manas Tuwani" userId="5d421215-a11f-4a6e-90ca-e8ac2213fab6" providerId="ADAL" clId="{6D3C0D74-687D-4F72-9387-AF4031D8CDA5}" dt="2022-08-04T08:38:29.651" v="71" actId="255"/>
          <ac:spMkLst>
            <pc:docMk/>
            <pc:sldMk cId="861511041" sldId="260"/>
            <ac:spMk id="3" creationId="{00000000-0000-0000-0000-000000000000}"/>
          </ac:spMkLst>
        </pc:spChg>
        <pc:spChg chg="add">
          <ac:chgData name="Manas Tuwani" userId="5d421215-a11f-4a6e-90ca-e8ac2213fab6" providerId="ADAL" clId="{6D3C0D74-687D-4F72-9387-AF4031D8CDA5}" dt="2022-08-04T08:38:17.590" v="69" actId="26606"/>
          <ac:spMkLst>
            <pc:docMk/>
            <pc:sldMk cId="861511041" sldId="260"/>
            <ac:spMk id="8" creationId="{1B15ED52-F352-441B-82BF-E0EA34836D08}"/>
          </ac:spMkLst>
        </pc:spChg>
        <pc:spChg chg="add">
          <ac:chgData name="Manas Tuwani" userId="5d421215-a11f-4a6e-90ca-e8ac2213fab6" providerId="ADAL" clId="{6D3C0D74-687D-4F72-9387-AF4031D8CDA5}" dt="2022-08-04T08:38:17.590" v="69" actId="26606"/>
          <ac:spMkLst>
            <pc:docMk/>
            <pc:sldMk cId="861511041" sldId="260"/>
            <ac:spMk id="10" creationId="{3B2E3793-BFE6-45A2-9B7B-E18844431C99}"/>
          </ac:spMkLst>
        </pc:spChg>
        <pc:spChg chg="add">
          <ac:chgData name="Manas Tuwani" userId="5d421215-a11f-4a6e-90ca-e8ac2213fab6" providerId="ADAL" clId="{6D3C0D74-687D-4F72-9387-AF4031D8CDA5}" dt="2022-08-04T08:38:17.590" v="69" actId="26606"/>
          <ac:spMkLst>
            <pc:docMk/>
            <pc:sldMk cId="861511041" sldId="260"/>
            <ac:spMk id="12" creationId="{BC4C4868-CB8F-4AF9-9CDB-8108F2C19B67}"/>
          </ac:spMkLst>
        </pc:spChg>
        <pc:spChg chg="add">
          <ac:chgData name="Manas Tuwani" userId="5d421215-a11f-4a6e-90ca-e8ac2213fab6" providerId="ADAL" clId="{6D3C0D74-687D-4F72-9387-AF4031D8CDA5}" dt="2022-08-04T08:38:17.590" v="69" actId="26606"/>
          <ac:spMkLst>
            <pc:docMk/>
            <pc:sldMk cId="861511041" sldId="260"/>
            <ac:spMk id="14" creationId="{375E0459-6403-40CD-989D-56A4407CA12E}"/>
          </ac:spMkLst>
        </pc:spChg>
        <pc:spChg chg="add">
          <ac:chgData name="Manas Tuwani" userId="5d421215-a11f-4a6e-90ca-e8ac2213fab6" providerId="ADAL" clId="{6D3C0D74-687D-4F72-9387-AF4031D8CDA5}" dt="2022-08-04T08:38:17.590" v="69" actId="26606"/>
          <ac:spMkLst>
            <pc:docMk/>
            <pc:sldMk cId="861511041" sldId="260"/>
            <ac:spMk id="16" creationId="{53E5B1A8-3AC9-4BD1-9BBC-78CA94F2D1BA}"/>
          </ac:spMkLst>
        </pc:spChg>
      </pc:sldChg>
      <pc:sldChg chg="addSp modSp mod setBg">
        <pc:chgData name="Manas Tuwani" userId="5d421215-a11f-4a6e-90ca-e8ac2213fab6" providerId="ADAL" clId="{6D3C0D74-687D-4F72-9387-AF4031D8CDA5}" dt="2022-08-04T08:38:10.778" v="68" actId="255"/>
        <pc:sldMkLst>
          <pc:docMk/>
          <pc:sldMk cId="961672892" sldId="261"/>
        </pc:sldMkLst>
        <pc:spChg chg="mod">
          <ac:chgData name="Manas Tuwani" userId="5d421215-a11f-4a6e-90ca-e8ac2213fab6" providerId="ADAL" clId="{6D3C0D74-687D-4F72-9387-AF4031D8CDA5}" dt="2022-08-04T08:38:01.189" v="67" actId="26606"/>
          <ac:spMkLst>
            <pc:docMk/>
            <pc:sldMk cId="961672892" sldId="261"/>
            <ac:spMk id="2" creationId="{00000000-0000-0000-0000-000000000000}"/>
          </ac:spMkLst>
        </pc:spChg>
        <pc:spChg chg="mod">
          <ac:chgData name="Manas Tuwani" userId="5d421215-a11f-4a6e-90ca-e8ac2213fab6" providerId="ADAL" clId="{6D3C0D74-687D-4F72-9387-AF4031D8CDA5}" dt="2022-08-04T08:38:10.778" v="68" actId="255"/>
          <ac:spMkLst>
            <pc:docMk/>
            <pc:sldMk cId="961672892" sldId="261"/>
            <ac:spMk id="3" creationId="{00000000-0000-0000-0000-000000000000}"/>
          </ac:spMkLst>
        </pc:spChg>
        <pc:spChg chg="add">
          <ac:chgData name="Manas Tuwani" userId="5d421215-a11f-4a6e-90ca-e8ac2213fab6" providerId="ADAL" clId="{6D3C0D74-687D-4F72-9387-AF4031D8CDA5}" dt="2022-08-04T08:38:01.189" v="67" actId="26606"/>
          <ac:spMkLst>
            <pc:docMk/>
            <pc:sldMk cId="961672892" sldId="261"/>
            <ac:spMk id="8" creationId="{1B15ED52-F352-441B-82BF-E0EA34836D08}"/>
          </ac:spMkLst>
        </pc:spChg>
        <pc:spChg chg="add">
          <ac:chgData name="Manas Tuwani" userId="5d421215-a11f-4a6e-90ca-e8ac2213fab6" providerId="ADAL" clId="{6D3C0D74-687D-4F72-9387-AF4031D8CDA5}" dt="2022-08-04T08:38:01.189" v="67" actId="26606"/>
          <ac:spMkLst>
            <pc:docMk/>
            <pc:sldMk cId="961672892" sldId="261"/>
            <ac:spMk id="10" creationId="{3B2E3793-BFE6-45A2-9B7B-E18844431C99}"/>
          </ac:spMkLst>
        </pc:spChg>
        <pc:spChg chg="add">
          <ac:chgData name="Manas Tuwani" userId="5d421215-a11f-4a6e-90ca-e8ac2213fab6" providerId="ADAL" clId="{6D3C0D74-687D-4F72-9387-AF4031D8CDA5}" dt="2022-08-04T08:38:01.189" v="67" actId="26606"/>
          <ac:spMkLst>
            <pc:docMk/>
            <pc:sldMk cId="961672892" sldId="261"/>
            <ac:spMk id="12" creationId="{BC4C4868-CB8F-4AF9-9CDB-8108F2C19B67}"/>
          </ac:spMkLst>
        </pc:spChg>
        <pc:spChg chg="add">
          <ac:chgData name="Manas Tuwani" userId="5d421215-a11f-4a6e-90ca-e8ac2213fab6" providerId="ADAL" clId="{6D3C0D74-687D-4F72-9387-AF4031D8CDA5}" dt="2022-08-04T08:38:01.189" v="67" actId="26606"/>
          <ac:spMkLst>
            <pc:docMk/>
            <pc:sldMk cId="961672892" sldId="261"/>
            <ac:spMk id="14" creationId="{375E0459-6403-40CD-989D-56A4407CA12E}"/>
          </ac:spMkLst>
        </pc:spChg>
        <pc:spChg chg="add">
          <ac:chgData name="Manas Tuwani" userId="5d421215-a11f-4a6e-90ca-e8ac2213fab6" providerId="ADAL" clId="{6D3C0D74-687D-4F72-9387-AF4031D8CDA5}" dt="2022-08-04T08:38:01.189" v="67" actId="26606"/>
          <ac:spMkLst>
            <pc:docMk/>
            <pc:sldMk cId="961672892" sldId="261"/>
            <ac:spMk id="16" creationId="{53E5B1A8-3AC9-4BD1-9BBC-78CA94F2D1BA}"/>
          </ac:spMkLst>
        </pc:spChg>
      </pc:sldChg>
      <pc:sldChg chg="addSp modSp mod setBg">
        <pc:chgData name="Manas Tuwani" userId="5d421215-a11f-4a6e-90ca-e8ac2213fab6" providerId="ADAL" clId="{6D3C0D74-687D-4F72-9387-AF4031D8CDA5}" dt="2022-08-04T11:36:18.259" v="155" actId="1076"/>
        <pc:sldMkLst>
          <pc:docMk/>
          <pc:sldMk cId="961672892" sldId="262"/>
        </pc:sldMkLst>
        <pc:spChg chg="mod">
          <ac:chgData name="Manas Tuwani" userId="5d421215-a11f-4a6e-90ca-e8ac2213fab6" providerId="ADAL" clId="{6D3C0D74-687D-4F72-9387-AF4031D8CDA5}" dt="2022-08-04T11:36:18.259" v="155" actId="1076"/>
          <ac:spMkLst>
            <pc:docMk/>
            <pc:sldMk cId="961672892" sldId="262"/>
            <ac:spMk id="2" creationId="{00000000-0000-0000-0000-000000000000}"/>
          </ac:spMkLst>
        </pc:spChg>
        <pc:spChg chg="mod">
          <ac:chgData name="Manas Tuwani" userId="5d421215-a11f-4a6e-90ca-e8ac2213fab6" providerId="ADAL" clId="{6D3C0D74-687D-4F72-9387-AF4031D8CDA5}" dt="2022-08-04T08:37:57.514" v="66" actId="255"/>
          <ac:spMkLst>
            <pc:docMk/>
            <pc:sldMk cId="961672892" sldId="262"/>
            <ac:spMk id="3" creationId="{00000000-0000-0000-0000-000000000000}"/>
          </ac:spMkLst>
        </pc:spChg>
        <pc:spChg chg="add">
          <ac:chgData name="Manas Tuwani" userId="5d421215-a11f-4a6e-90ca-e8ac2213fab6" providerId="ADAL" clId="{6D3C0D74-687D-4F72-9387-AF4031D8CDA5}" dt="2022-08-04T08:37:50.946" v="65" actId="26606"/>
          <ac:spMkLst>
            <pc:docMk/>
            <pc:sldMk cId="961672892" sldId="262"/>
            <ac:spMk id="8" creationId="{1B15ED52-F352-441B-82BF-E0EA34836D08}"/>
          </ac:spMkLst>
        </pc:spChg>
        <pc:spChg chg="add">
          <ac:chgData name="Manas Tuwani" userId="5d421215-a11f-4a6e-90ca-e8ac2213fab6" providerId="ADAL" clId="{6D3C0D74-687D-4F72-9387-AF4031D8CDA5}" dt="2022-08-04T08:37:50.946" v="65" actId="26606"/>
          <ac:spMkLst>
            <pc:docMk/>
            <pc:sldMk cId="961672892" sldId="262"/>
            <ac:spMk id="10" creationId="{3B2E3793-BFE6-45A2-9B7B-E18844431C99}"/>
          </ac:spMkLst>
        </pc:spChg>
        <pc:spChg chg="add">
          <ac:chgData name="Manas Tuwani" userId="5d421215-a11f-4a6e-90ca-e8ac2213fab6" providerId="ADAL" clId="{6D3C0D74-687D-4F72-9387-AF4031D8CDA5}" dt="2022-08-04T08:37:50.946" v="65" actId="26606"/>
          <ac:spMkLst>
            <pc:docMk/>
            <pc:sldMk cId="961672892" sldId="262"/>
            <ac:spMk id="12" creationId="{BC4C4868-CB8F-4AF9-9CDB-8108F2C19B67}"/>
          </ac:spMkLst>
        </pc:spChg>
        <pc:spChg chg="add">
          <ac:chgData name="Manas Tuwani" userId="5d421215-a11f-4a6e-90ca-e8ac2213fab6" providerId="ADAL" clId="{6D3C0D74-687D-4F72-9387-AF4031D8CDA5}" dt="2022-08-04T08:37:50.946" v="65" actId="26606"/>
          <ac:spMkLst>
            <pc:docMk/>
            <pc:sldMk cId="961672892" sldId="262"/>
            <ac:spMk id="14" creationId="{375E0459-6403-40CD-989D-56A4407CA12E}"/>
          </ac:spMkLst>
        </pc:spChg>
        <pc:spChg chg="add">
          <ac:chgData name="Manas Tuwani" userId="5d421215-a11f-4a6e-90ca-e8ac2213fab6" providerId="ADAL" clId="{6D3C0D74-687D-4F72-9387-AF4031D8CDA5}" dt="2022-08-04T08:37:50.946" v="65" actId="26606"/>
          <ac:spMkLst>
            <pc:docMk/>
            <pc:sldMk cId="961672892" sldId="262"/>
            <ac:spMk id="16" creationId="{53E5B1A8-3AC9-4BD1-9BBC-78CA94F2D1BA}"/>
          </ac:spMkLst>
        </pc:spChg>
      </pc:sldChg>
      <pc:sldChg chg="addSp modSp mod setBg">
        <pc:chgData name="Manas Tuwani" userId="5d421215-a11f-4a6e-90ca-e8ac2213fab6" providerId="ADAL" clId="{6D3C0D74-687D-4F72-9387-AF4031D8CDA5}" dt="2022-08-05T12:02:09.492" v="157" actId="1076"/>
        <pc:sldMkLst>
          <pc:docMk/>
          <pc:sldMk cId="961672892" sldId="263"/>
        </pc:sldMkLst>
        <pc:spChg chg="mod">
          <ac:chgData name="Manas Tuwani" userId="5d421215-a11f-4a6e-90ca-e8ac2213fab6" providerId="ADAL" clId="{6D3C0D74-687D-4F72-9387-AF4031D8CDA5}" dt="2022-08-05T12:02:09.492" v="157" actId="1076"/>
          <ac:spMkLst>
            <pc:docMk/>
            <pc:sldMk cId="961672892" sldId="263"/>
            <ac:spMk id="2" creationId="{00000000-0000-0000-0000-000000000000}"/>
          </ac:spMkLst>
        </pc:spChg>
        <pc:spChg chg="mod">
          <ac:chgData name="Manas Tuwani" userId="5d421215-a11f-4a6e-90ca-e8ac2213fab6" providerId="ADAL" clId="{6D3C0D74-687D-4F72-9387-AF4031D8CDA5}" dt="2022-08-04T08:37:46.264" v="64" actId="255"/>
          <ac:spMkLst>
            <pc:docMk/>
            <pc:sldMk cId="961672892" sldId="263"/>
            <ac:spMk id="3" creationId="{00000000-0000-0000-0000-000000000000}"/>
          </ac:spMkLst>
        </pc:spChg>
        <pc:spChg chg="add">
          <ac:chgData name="Manas Tuwani" userId="5d421215-a11f-4a6e-90ca-e8ac2213fab6" providerId="ADAL" clId="{6D3C0D74-687D-4F72-9387-AF4031D8CDA5}" dt="2022-08-04T08:37:34.861" v="63" actId="26606"/>
          <ac:spMkLst>
            <pc:docMk/>
            <pc:sldMk cId="961672892" sldId="263"/>
            <ac:spMk id="8" creationId="{1B15ED52-F352-441B-82BF-E0EA34836D08}"/>
          </ac:spMkLst>
        </pc:spChg>
        <pc:spChg chg="add">
          <ac:chgData name="Manas Tuwani" userId="5d421215-a11f-4a6e-90ca-e8ac2213fab6" providerId="ADAL" clId="{6D3C0D74-687D-4F72-9387-AF4031D8CDA5}" dt="2022-08-04T08:37:34.861" v="63" actId="26606"/>
          <ac:spMkLst>
            <pc:docMk/>
            <pc:sldMk cId="961672892" sldId="263"/>
            <ac:spMk id="10" creationId="{3B2E3793-BFE6-45A2-9B7B-E18844431C99}"/>
          </ac:spMkLst>
        </pc:spChg>
        <pc:spChg chg="add">
          <ac:chgData name="Manas Tuwani" userId="5d421215-a11f-4a6e-90ca-e8ac2213fab6" providerId="ADAL" clId="{6D3C0D74-687D-4F72-9387-AF4031D8CDA5}" dt="2022-08-04T08:37:34.861" v="63" actId="26606"/>
          <ac:spMkLst>
            <pc:docMk/>
            <pc:sldMk cId="961672892" sldId="263"/>
            <ac:spMk id="12" creationId="{BC4C4868-CB8F-4AF9-9CDB-8108F2C19B67}"/>
          </ac:spMkLst>
        </pc:spChg>
        <pc:spChg chg="add">
          <ac:chgData name="Manas Tuwani" userId="5d421215-a11f-4a6e-90ca-e8ac2213fab6" providerId="ADAL" clId="{6D3C0D74-687D-4F72-9387-AF4031D8CDA5}" dt="2022-08-04T08:37:34.861" v="63" actId="26606"/>
          <ac:spMkLst>
            <pc:docMk/>
            <pc:sldMk cId="961672892" sldId="263"/>
            <ac:spMk id="14" creationId="{375E0459-6403-40CD-989D-56A4407CA12E}"/>
          </ac:spMkLst>
        </pc:spChg>
        <pc:spChg chg="add">
          <ac:chgData name="Manas Tuwani" userId="5d421215-a11f-4a6e-90ca-e8ac2213fab6" providerId="ADAL" clId="{6D3C0D74-687D-4F72-9387-AF4031D8CDA5}" dt="2022-08-04T08:37:34.861" v="63" actId="26606"/>
          <ac:spMkLst>
            <pc:docMk/>
            <pc:sldMk cId="961672892" sldId="263"/>
            <ac:spMk id="16" creationId="{53E5B1A8-3AC9-4BD1-9BBC-78CA94F2D1BA}"/>
          </ac:spMkLst>
        </pc:spChg>
      </pc:sldChg>
      <pc:sldChg chg="addSp modSp mod setBg">
        <pc:chgData name="Manas Tuwani" userId="5d421215-a11f-4a6e-90ca-e8ac2213fab6" providerId="ADAL" clId="{6D3C0D74-687D-4F72-9387-AF4031D8CDA5}" dt="2022-08-05T12:03:04.666" v="158" actId="1076"/>
        <pc:sldMkLst>
          <pc:docMk/>
          <pc:sldMk cId="961672892" sldId="265"/>
        </pc:sldMkLst>
        <pc:spChg chg="mod">
          <ac:chgData name="Manas Tuwani" userId="5d421215-a11f-4a6e-90ca-e8ac2213fab6" providerId="ADAL" clId="{6D3C0D74-687D-4F72-9387-AF4031D8CDA5}" dt="2022-08-05T12:03:04.666" v="158" actId="1076"/>
          <ac:spMkLst>
            <pc:docMk/>
            <pc:sldMk cId="961672892" sldId="265"/>
            <ac:spMk id="2" creationId="{00000000-0000-0000-0000-000000000000}"/>
          </ac:spMkLst>
        </pc:spChg>
        <pc:spChg chg="mod">
          <ac:chgData name="Manas Tuwani" userId="5d421215-a11f-4a6e-90ca-e8ac2213fab6" providerId="ADAL" clId="{6D3C0D74-687D-4F72-9387-AF4031D8CDA5}" dt="2022-08-04T08:39:37.001" v="79" actId="255"/>
          <ac:spMkLst>
            <pc:docMk/>
            <pc:sldMk cId="961672892" sldId="265"/>
            <ac:spMk id="3" creationId="{00000000-0000-0000-0000-000000000000}"/>
          </ac:spMkLst>
        </pc:spChg>
        <pc:spChg chg="add">
          <ac:chgData name="Manas Tuwani" userId="5d421215-a11f-4a6e-90ca-e8ac2213fab6" providerId="ADAL" clId="{6D3C0D74-687D-4F72-9387-AF4031D8CDA5}" dt="2022-08-04T08:39:30.718" v="78" actId="26606"/>
          <ac:spMkLst>
            <pc:docMk/>
            <pc:sldMk cId="961672892" sldId="265"/>
            <ac:spMk id="8" creationId="{1B15ED52-F352-441B-82BF-E0EA34836D08}"/>
          </ac:spMkLst>
        </pc:spChg>
        <pc:spChg chg="add">
          <ac:chgData name="Manas Tuwani" userId="5d421215-a11f-4a6e-90ca-e8ac2213fab6" providerId="ADAL" clId="{6D3C0D74-687D-4F72-9387-AF4031D8CDA5}" dt="2022-08-04T08:39:30.718" v="78" actId="26606"/>
          <ac:spMkLst>
            <pc:docMk/>
            <pc:sldMk cId="961672892" sldId="265"/>
            <ac:spMk id="10" creationId="{3B2E3793-BFE6-45A2-9B7B-E18844431C99}"/>
          </ac:spMkLst>
        </pc:spChg>
        <pc:spChg chg="add">
          <ac:chgData name="Manas Tuwani" userId="5d421215-a11f-4a6e-90ca-e8ac2213fab6" providerId="ADAL" clId="{6D3C0D74-687D-4F72-9387-AF4031D8CDA5}" dt="2022-08-04T08:39:30.718" v="78" actId="26606"/>
          <ac:spMkLst>
            <pc:docMk/>
            <pc:sldMk cId="961672892" sldId="265"/>
            <ac:spMk id="12" creationId="{BC4C4868-CB8F-4AF9-9CDB-8108F2C19B67}"/>
          </ac:spMkLst>
        </pc:spChg>
        <pc:spChg chg="add">
          <ac:chgData name="Manas Tuwani" userId="5d421215-a11f-4a6e-90ca-e8ac2213fab6" providerId="ADAL" clId="{6D3C0D74-687D-4F72-9387-AF4031D8CDA5}" dt="2022-08-04T08:39:30.718" v="78" actId="26606"/>
          <ac:spMkLst>
            <pc:docMk/>
            <pc:sldMk cId="961672892" sldId="265"/>
            <ac:spMk id="14" creationId="{375E0459-6403-40CD-989D-56A4407CA12E}"/>
          </ac:spMkLst>
        </pc:spChg>
        <pc:spChg chg="add">
          <ac:chgData name="Manas Tuwani" userId="5d421215-a11f-4a6e-90ca-e8ac2213fab6" providerId="ADAL" clId="{6D3C0D74-687D-4F72-9387-AF4031D8CDA5}" dt="2022-08-04T08:39:30.718" v="78" actId="26606"/>
          <ac:spMkLst>
            <pc:docMk/>
            <pc:sldMk cId="961672892" sldId="265"/>
            <ac:spMk id="16" creationId="{53E5B1A8-3AC9-4BD1-9BBC-78CA94F2D1BA}"/>
          </ac:spMkLst>
        </pc:spChg>
      </pc:sldChg>
      <pc:sldChg chg="addSp modSp mod setBg">
        <pc:chgData name="Manas Tuwani" userId="5d421215-a11f-4a6e-90ca-e8ac2213fab6" providerId="ADAL" clId="{6D3C0D74-687D-4F72-9387-AF4031D8CDA5}" dt="2022-08-05T12:01:23.080" v="156" actId="1076"/>
        <pc:sldMkLst>
          <pc:docMk/>
          <pc:sldMk cId="961672892" sldId="266"/>
        </pc:sldMkLst>
        <pc:spChg chg="mod">
          <ac:chgData name="Manas Tuwani" userId="5d421215-a11f-4a6e-90ca-e8ac2213fab6" providerId="ADAL" clId="{6D3C0D74-687D-4F72-9387-AF4031D8CDA5}" dt="2022-08-05T12:01:23.080" v="156" actId="1076"/>
          <ac:spMkLst>
            <pc:docMk/>
            <pc:sldMk cId="961672892" sldId="266"/>
            <ac:spMk id="2" creationId="{00000000-0000-0000-0000-000000000000}"/>
          </ac:spMkLst>
        </pc:spChg>
        <pc:spChg chg="mod">
          <ac:chgData name="Manas Tuwani" userId="5d421215-a11f-4a6e-90ca-e8ac2213fab6" providerId="ADAL" clId="{6D3C0D74-687D-4F72-9387-AF4031D8CDA5}" dt="2022-08-04T08:39:50.399" v="81" actId="255"/>
          <ac:spMkLst>
            <pc:docMk/>
            <pc:sldMk cId="961672892" sldId="266"/>
            <ac:spMk id="3" creationId="{00000000-0000-0000-0000-000000000000}"/>
          </ac:spMkLst>
        </pc:spChg>
        <pc:spChg chg="add">
          <ac:chgData name="Manas Tuwani" userId="5d421215-a11f-4a6e-90ca-e8ac2213fab6" providerId="ADAL" clId="{6D3C0D74-687D-4F72-9387-AF4031D8CDA5}" dt="2022-08-04T08:39:43.152" v="80" actId="26606"/>
          <ac:spMkLst>
            <pc:docMk/>
            <pc:sldMk cId="961672892" sldId="266"/>
            <ac:spMk id="8" creationId="{1B15ED52-F352-441B-82BF-E0EA34836D08}"/>
          </ac:spMkLst>
        </pc:spChg>
        <pc:spChg chg="add">
          <ac:chgData name="Manas Tuwani" userId="5d421215-a11f-4a6e-90ca-e8ac2213fab6" providerId="ADAL" clId="{6D3C0D74-687D-4F72-9387-AF4031D8CDA5}" dt="2022-08-04T08:39:43.152" v="80" actId="26606"/>
          <ac:spMkLst>
            <pc:docMk/>
            <pc:sldMk cId="961672892" sldId="266"/>
            <ac:spMk id="10" creationId="{3B2E3793-BFE6-45A2-9B7B-E18844431C99}"/>
          </ac:spMkLst>
        </pc:spChg>
        <pc:spChg chg="add">
          <ac:chgData name="Manas Tuwani" userId="5d421215-a11f-4a6e-90ca-e8ac2213fab6" providerId="ADAL" clId="{6D3C0D74-687D-4F72-9387-AF4031D8CDA5}" dt="2022-08-04T08:39:43.152" v="80" actId="26606"/>
          <ac:spMkLst>
            <pc:docMk/>
            <pc:sldMk cId="961672892" sldId="266"/>
            <ac:spMk id="12" creationId="{BC4C4868-CB8F-4AF9-9CDB-8108F2C19B67}"/>
          </ac:spMkLst>
        </pc:spChg>
        <pc:spChg chg="add">
          <ac:chgData name="Manas Tuwani" userId="5d421215-a11f-4a6e-90ca-e8ac2213fab6" providerId="ADAL" clId="{6D3C0D74-687D-4F72-9387-AF4031D8CDA5}" dt="2022-08-04T08:39:43.152" v="80" actId="26606"/>
          <ac:spMkLst>
            <pc:docMk/>
            <pc:sldMk cId="961672892" sldId="266"/>
            <ac:spMk id="14" creationId="{375E0459-6403-40CD-989D-56A4407CA12E}"/>
          </ac:spMkLst>
        </pc:spChg>
        <pc:spChg chg="add">
          <ac:chgData name="Manas Tuwani" userId="5d421215-a11f-4a6e-90ca-e8ac2213fab6" providerId="ADAL" clId="{6D3C0D74-687D-4F72-9387-AF4031D8CDA5}" dt="2022-08-04T08:39:43.152" v="80" actId="26606"/>
          <ac:spMkLst>
            <pc:docMk/>
            <pc:sldMk cId="961672892" sldId="266"/>
            <ac:spMk id="16" creationId="{53E5B1A8-3AC9-4BD1-9BBC-78CA94F2D1BA}"/>
          </ac:spMkLst>
        </pc:spChg>
      </pc:sldChg>
      <pc:sldChg chg="addSp modSp mod setBg">
        <pc:chgData name="Manas Tuwani" userId="5d421215-a11f-4a6e-90ca-e8ac2213fab6" providerId="ADAL" clId="{6D3C0D74-687D-4F72-9387-AF4031D8CDA5}" dt="2022-08-04T08:40:01.636" v="83" actId="255"/>
        <pc:sldMkLst>
          <pc:docMk/>
          <pc:sldMk cId="2393526271" sldId="268"/>
        </pc:sldMkLst>
        <pc:spChg chg="mod">
          <ac:chgData name="Manas Tuwani" userId="5d421215-a11f-4a6e-90ca-e8ac2213fab6" providerId="ADAL" clId="{6D3C0D74-687D-4F72-9387-AF4031D8CDA5}" dt="2022-08-04T08:39:56.215" v="82" actId="26606"/>
          <ac:spMkLst>
            <pc:docMk/>
            <pc:sldMk cId="2393526271" sldId="268"/>
            <ac:spMk id="2" creationId="{00000000-0000-0000-0000-000000000000}"/>
          </ac:spMkLst>
        </pc:spChg>
        <pc:spChg chg="mod">
          <ac:chgData name="Manas Tuwani" userId="5d421215-a11f-4a6e-90ca-e8ac2213fab6" providerId="ADAL" clId="{6D3C0D74-687D-4F72-9387-AF4031D8CDA5}" dt="2022-08-04T08:40:01.636" v="83" actId="255"/>
          <ac:spMkLst>
            <pc:docMk/>
            <pc:sldMk cId="2393526271" sldId="268"/>
            <ac:spMk id="3" creationId="{00000000-0000-0000-0000-000000000000}"/>
          </ac:spMkLst>
        </pc:spChg>
        <pc:spChg chg="add">
          <ac:chgData name="Manas Tuwani" userId="5d421215-a11f-4a6e-90ca-e8ac2213fab6" providerId="ADAL" clId="{6D3C0D74-687D-4F72-9387-AF4031D8CDA5}" dt="2022-08-04T08:39:56.215" v="82" actId="26606"/>
          <ac:spMkLst>
            <pc:docMk/>
            <pc:sldMk cId="2393526271" sldId="268"/>
            <ac:spMk id="8" creationId="{1B15ED52-F352-441B-82BF-E0EA34836D08}"/>
          </ac:spMkLst>
        </pc:spChg>
        <pc:spChg chg="add">
          <ac:chgData name="Manas Tuwani" userId="5d421215-a11f-4a6e-90ca-e8ac2213fab6" providerId="ADAL" clId="{6D3C0D74-687D-4F72-9387-AF4031D8CDA5}" dt="2022-08-04T08:39:56.215" v="82" actId="26606"/>
          <ac:spMkLst>
            <pc:docMk/>
            <pc:sldMk cId="2393526271" sldId="268"/>
            <ac:spMk id="10" creationId="{3B2E3793-BFE6-45A2-9B7B-E18844431C99}"/>
          </ac:spMkLst>
        </pc:spChg>
        <pc:spChg chg="add">
          <ac:chgData name="Manas Tuwani" userId="5d421215-a11f-4a6e-90ca-e8ac2213fab6" providerId="ADAL" clId="{6D3C0D74-687D-4F72-9387-AF4031D8CDA5}" dt="2022-08-04T08:39:56.215" v="82" actId="26606"/>
          <ac:spMkLst>
            <pc:docMk/>
            <pc:sldMk cId="2393526271" sldId="268"/>
            <ac:spMk id="12" creationId="{BC4C4868-CB8F-4AF9-9CDB-8108F2C19B67}"/>
          </ac:spMkLst>
        </pc:spChg>
        <pc:spChg chg="add">
          <ac:chgData name="Manas Tuwani" userId="5d421215-a11f-4a6e-90ca-e8ac2213fab6" providerId="ADAL" clId="{6D3C0D74-687D-4F72-9387-AF4031D8CDA5}" dt="2022-08-04T08:39:56.215" v="82" actId="26606"/>
          <ac:spMkLst>
            <pc:docMk/>
            <pc:sldMk cId="2393526271" sldId="268"/>
            <ac:spMk id="14" creationId="{375E0459-6403-40CD-989D-56A4407CA12E}"/>
          </ac:spMkLst>
        </pc:spChg>
        <pc:spChg chg="add">
          <ac:chgData name="Manas Tuwani" userId="5d421215-a11f-4a6e-90ca-e8ac2213fab6" providerId="ADAL" clId="{6D3C0D74-687D-4F72-9387-AF4031D8CDA5}" dt="2022-08-04T08:39:56.215" v="82" actId="26606"/>
          <ac:spMkLst>
            <pc:docMk/>
            <pc:sldMk cId="2393526271" sldId="268"/>
            <ac:spMk id="16" creationId="{53E5B1A8-3AC9-4BD1-9BBC-78CA94F2D1BA}"/>
          </ac:spMkLst>
        </pc:spChg>
      </pc:sldChg>
      <pc:sldChg chg="addSp modSp mod setBg">
        <pc:chgData name="Manas Tuwani" userId="5d421215-a11f-4a6e-90ca-e8ac2213fab6" providerId="ADAL" clId="{6D3C0D74-687D-4F72-9387-AF4031D8CDA5}" dt="2022-08-04T08:40:28.334" v="92" actId="255"/>
        <pc:sldMkLst>
          <pc:docMk/>
          <pc:sldMk cId="2001110810" sldId="269"/>
        </pc:sldMkLst>
        <pc:spChg chg="mod">
          <ac:chgData name="Manas Tuwani" userId="5d421215-a11f-4a6e-90ca-e8ac2213fab6" providerId="ADAL" clId="{6D3C0D74-687D-4F72-9387-AF4031D8CDA5}" dt="2022-08-04T08:40:06.696" v="84" actId="26606"/>
          <ac:spMkLst>
            <pc:docMk/>
            <pc:sldMk cId="2001110810" sldId="269"/>
            <ac:spMk id="2" creationId="{00000000-0000-0000-0000-000000000000}"/>
          </ac:spMkLst>
        </pc:spChg>
        <pc:spChg chg="mod">
          <ac:chgData name="Manas Tuwani" userId="5d421215-a11f-4a6e-90ca-e8ac2213fab6" providerId="ADAL" clId="{6D3C0D74-687D-4F72-9387-AF4031D8CDA5}" dt="2022-08-04T08:40:28.334" v="92" actId="255"/>
          <ac:spMkLst>
            <pc:docMk/>
            <pc:sldMk cId="2001110810" sldId="269"/>
            <ac:spMk id="3" creationId="{00000000-0000-0000-0000-000000000000}"/>
          </ac:spMkLst>
        </pc:spChg>
        <pc:spChg chg="add">
          <ac:chgData name="Manas Tuwani" userId="5d421215-a11f-4a6e-90ca-e8ac2213fab6" providerId="ADAL" clId="{6D3C0D74-687D-4F72-9387-AF4031D8CDA5}" dt="2022-08-04T08:40:06.696" v="84" actId="26606"/>
          <ac:spMkLst>
            <pc:docMk/>
            <pc:sldMk cId="2001110810" sldId="269"/>
            <ac:spMk id="8" creationId="{1B15ED52-F352-441B-82BF-E0EA34836D08}"/>
          </ac:spMkLst>
        </pc:spChg>
        <pc:spChg chg="add">
          <ac:chgData name="Manas Tuwani" userId="5d421215-a11f-4a6e-90ca-e8ac2213fab6" providerId="ADAL" clId="{6D3C0D74-687D-4F72-9387-AF4031D8CDA5}" dt="2022-08-04T08:40:06.696" v="84" actId="26606"/>
          <ac:spMkLst>
            <pc:docMk/>
            <pc:sldMk cId="2001110810" sldId="269"/>
            <ac:spMk id="10" creationId="{3B2E3793-BFE6-45A2-9B7B-E18844431C99}"/>
          </ac:spMkLst>
        </pc:spChg>
        <pc:spChg chg="add">
          <ac:chgData name="Manas Tuwani" userId="5d421215-a11f-4a6e-90ca-e8ac2213fab6" providerId="ADAL" clId="{6D3C0D74-687D-4F72-9387-AF4031D8CDA5}" dt="2022-08-04T08:40:06.696" v="84" actId="26606"/>
          <ac:spMkLst>
            <pc:docMk/>
            <pc:sldMk cId="2001110810" sldId="269"/>
            <ac:spMk id="12" creationId="{BC4C4868-CB8F-4AF9-9CDB-8108F2C19B67}"/>
          </ac:spMkLst>
        </pc:spChg>
        <pc:spChg chg="add">
          <ac:chgData name="Manas Tuwani" userId="5d421215-a11f-4a6e-90ca-e8ac2213fab6" providerId="ADAL" clId="{6D3C0D74-687D-4F72-9387-AF4031D8CDA5}" dt="2022-08-04T08:40:06.696" v="84" actId="26606"/>
          <ac:spMkLst>
            <pc:docMk/>
            <pc:sldMk cId="2001110810" sldId="269"/>
            <ac:spMk id="14" creationId="{375E0459-6403-40CD-989D-56A4407CA12E}"/>
          </ac:spMkLst>
        </pc:spChg>
        <pc:spChg chg="add">
          <ac:chgData name="Manas Tuwani" userId="5d421215-a11f-4a6e-90ca-e8ac2213fab6" providerId="ADAL" clId="{6D3C0D74-687D-4F72-9387-AF4031D8CDA5}" dt="2022-08-04T08:40:06.696" v="84" actId="26606"/>
          <ac:spMkLst>
            <pc:docMk/>
            <pc:sldMk cId="2001110810" sldId="269"/>
            <ac:spMk id="16" creationId="{53E5B1A8-3AC9-4BD1-9BBC-78CA94F2D1BA}"/>
          </ac:spMkLst>
        </pc:spChg>
      </pc:sldChg>
      <pc:sldChg chg="addSp delSp modSp new mod setBg">
        <pc:chgData name="Manas Tuwani" userId="5d421215-a11f-4a6e-90ca-e8ac2213fab6" providerId="ADAL" clId="{6D3C0D74-687D-4F72-9387-AF4031D8CDA5}" dt="2022-08-05T13:54:22.617" v="159" actId="20577"/>
        <pc:sldMkLst>
          <pc:docMk/>
          <pc:sldMk cId="1844268093" sldId="273"/>
        </pc:sldMkLst>
        <pc:spChg chg="mod">
          <ac:chgData name="Manas Tuwani" userId="5d421215-a11f-4a6e-90ca-e8ac2213fab6" providerId="ADAL" clId="{6D3C0D74-687D-4F72-9387-AF4031D8CDA5}" dt="2022-08-04T08:36:18.666" v="52" actId="26606"/>
          <ac:spMkLst>
            <pc:docMk/>
            <pc:sldMk cId="1844268093" sldId="273"/>
            <ac:spMk id="2" creationId="{7A7EA686-F886-8733-831F-3E31A19CABDD}"/>
          </ac:spMkLst>
        </pc:spChg>
        <pc:spChg chg="del mod">
          <ac:chgData name="Manas Tuwani" userId="5d421215-a11f-4a6e-90ca-e8ac2213fab6" providerId="ADAL" clId="{6D3C0D74-687D-4F72-9387-AF4031D8CDA5}" dt="2022-08-04T08:34:00.737" v="2"/>
          <ac:spMkLst>
            <pc:docMk/>
            <pc:sldMk cId="1844268093" sldId="273"/>
            <ac:spMk id="3" creationId="{A0B0A062-AB08-1FB9-B405-356099BF4710}"/>
          </ac:spMkLst>
        </pc:spChg>
        <pc:spChg chg="add del mod">
          <ac:chgData name="Manas Tuwani" userId="5d421215-a11f-4a6e-90ca-e8ac2213fab6" providerId="ADAL" clId="{6D3C0D74-687D-4F72-9387-AF4031D8CDA5}" dt="2022-08-04T08:34:48.052" v="8"/>
          <ac:spMkLst>
            <pc:docMk/>
            <pc:sldMk cId="1844268093" sldId="273"/>
            <ac:spMk id="6" creationId="{895C9173-51AB-CDE5-C39D-DECBB5182DF6}"/>
          </ac:spMkLst>
        </pc:spChg>
        <pc:spChg chg="add del">
          <ac:chgData name="Manas Tuwani" userId="5d421215-a11f-4a6e-90ca-e8ac2213fab6" providerId="ADAL" clId="{6D3C0D74-687D-4F72-9387-AF4031D8CDA5}" dt="2022-08-04T08:35:49.140" v="36" actId="26606"/>
          <ac:spMkLst>
            <pc:docMk/>
            <pc:sldMk cId="1844268093" sldId="273"/>
            <ac:spMk id="12" creationId="{07E773EB-1EC1-4E49-9DE2-E6F460497242}"/>
          </ac:spMkLst>
        </pc:spChg>
        <pc:spChg chg="add del">
          <ac:chgData name="Manas Tuwani" userId="5d421215-a11f-4a6e-90ca-e8ac2213fab6" providerId="ADAL" clId="{6D3C0D74-687D-4F72-9387-AF4031D8CDA5}" dt="2022-08-04T08:35:52.275" v="38" actId="26606"/>
          <ac:spMkLst>
            <pc:docMk/>
            <pc:sldMk cId="1844268093" sldId="273"/>
            <ac:spMk id="14" creationId="{52D502E5-F6B4-4D58-B4AE-FC466FF15EE8}"/>
          </ac:spMkLst>
        </pc:spChg>
        <pc:spChg chg="add del">
          <ac:chgData name="Manas Tuwani" userId="5d421215-a11f-4a6e-90ca-e8ac2213fab6" providerId="ADAL" clId="{6D3C0D74-687D-4F72-9387-AF4031D8CDA5}" dt="2022-08-04T08:35:52.275" v="38" actId="26606"/>
          <ac:spMkLst>
            <pc:docMk/>
            <pc:sldMk cId="1844268093" sldId="273"/>
            <ac:spMk id="15" creationId="{53B021B3-DE93-4AB7-8A18-CF5F1CED88B8}"/>
          </ac:spMkLst>
        </pc:spChg>
        <pc:spChg chg="add del">
          <ac:chgData name="Manas Tuwani" userId="5d421215-a11f-4a6e-90ca-e8ac2213fab6" providerId="ADAL" clId="{6D3C0D74-687D-4F72-9387-AF4031D8CDA5}" dt="2022-08-04T08:35:52.275" v="38" actId="26606"/>
          <ac:spMkLst>
            <pc:docMk/>
            <pc:sldMk cId="1844268093" sldId="273"/>
            <ac:spMk id="16" creationId="{9DECDBF4-02B6-4BB4-B65B-B8107AD6A9E8}"/>
          </ac:spMkLst>
        </pc:spChg>
        <pc:spChg chg="add del">
          <ac:chgData name="Manas Tuwani" userId="5d421215-a11f-4a6e-90ca-e8ac2213fab6" providerId="ADAL" clId="{6D3C0D74-687D-4F72-9387-AF4031D8CDA5}" dt="2022-08-04T08:35:56.182" v="40" actId="26606"/>
          <ac:spMkLst>
            <pc:docMk/>
            <pc:sldMk cId="1844268093" sldId="273"/>
            <ac:spMk id="18" creationId="{53B021B3-DE93-4AB7-8A18-CF5F1CED88B8}"/>
          </ac:spMkLst>
        </pc:spChg>
        <pc:spChg chg="add del">
          <ac:chgData name="Manas Tuwani" userId="5d421215-a11f-4a6e-90ca-e8ac2213fab6" providerId="ADAL" clId="{6D3C0D74-687D-4F72-9387-AF4031D8CDA5}" dt="2022-08-04T08:35:56.182" v="40" actId="26606"/>
          <ac:spMkLst>
            <pc:docMk/>
            <pc:sldMk cId="1844268093" sldId="273"/>
            <ac:spMk id="19" creationId="{52D502E5-F6B4-4D58-B4AE-FC466FF15EE8}"/>
          </ac:spMkLst>
        </pc:spChg>
        <pc:spChg chg="add del">
          <ac:chgData name="Manas Tuwani" userId="5d421215-a11f-4a6e-90ca-e8ac2213fab6" providerId="ADAL" clId="{6D3C0D74-687D-4F72-9387-AF4031D8CDA5}" dt="2022-08-04T08:35:56.182" v="40" actId="26606"/>
          <ac:spMkLst>
            <pc:docMk/>
            <pc:sldMk cId="1844268093" sldId="273"/>
            <ac:spMk id="20" creationId="{9DECDBF4-02B6-4BB4-B65B-B8107AD6A9E8}"/>
          </ac:spMkLst>
        </pc:spChg>
        <pc:spChg chg="add del">
          <ac:chgData name="Manas Tuwani" userId="5d421215-a11f-4a6e-90ca-e8ac2213fab6" providerId="ADAL" clId="{6D3C0D74-687D-4F72-9387-AF4031D8CDA5}" dt="2022-08-04T08:35:59.803" v="42" actId="26606"/>
          <ac:spMkLst>
            <pc:docMk/>
            <pc:sldMk cId="1844268093" sldId="273"/>
            <ac:spMk id="22" creationId="{ADF2AA3E-C714-4E8D-9F46-9E6FFF7FBA36}"/>
          </ac:spMkLst>
        </pc:spChg>
        <pc:spChg chg="add del">
          <ac:chgData name="Manas Tuwani" userId="5d421215-a11f-4a6e-90ca-e8ac2213fab6" providerId="ADAL" clId="{6D3C0D74-687D-4F72-9387-AF4031D8CDA5}" dt="2022-08-04T08:36:02.777" v="44" actId="26606"/>
          <ac:spMkLst>
            <pc:docMk/>
            <pc:sldMk cId="1844268093" sldId="273"/>
            <ac:spMk id="24" creationId="{A4AC5506-6312-4701-8D3C-40187889A947}"/>
          </ac:spMkLst>
        </pc:spChg>
        <pc:spChg chg="add del">
          <ac:chgData name="Manas Tuwani" userId="5d421215-a11f-4a6e-90ca-e8ac2213fab6" providerId="ADAL" clId="{6D3C0D74-687D-4F72-9387-AF4031D8CDA5}" dt="2022-08-04T08:36:04.506" v="46" actId="26606"/>
          <ac:spMkLst>
            <pc:docMk/>
            <pc:sldMk cId="1844268093" sldId="273"/>
            <ac:spMk id="26" creationId="{A5711A0E-A428-4ED1-96CB-33D69FD842E4}"/>
          </ac:spMkLst>
        </pc:spChg>
        <pc:spChg chg="add del">
          <ac:chgData name="Manas Tuwani" userId="5d421215-a11f-4a6e-90ca-e8ac2213fab6" providerId="ADAL" clId="{6D3C0D74-687D-4F72-9387-AF4031D8CDA5}" dt="2022-08-04T08:36:18.666" v="52" actId="26606"/>
          <ac:spMkLst>
            <pc:docMk/>
            <pc:sldMk cId="1844268093" sldId="273"/>
            <ac:spMk id="28" creationId="{A4AC5506-6312-4701-8D3C-40187889A947}"/>
          </ac:spMkLst>
        </pc:spChg>
        <pc:spChg chg="add del">
          <ac:chgData name="Manas Tuwani" userId="5d421215-a11f-4a6e-90ca-e8ac2213fab6" providerId="ADAL" clId="{6D3C0D74-687D-4F72-9387-AF4031D8CDA5}" dt="2022-08-04T08:36:33.261" v="56" actId="26606"/>
          <ac:spMkLst>
            <pc:docMk/>
            <pc:sldMk cId="1844268093" sldId="273"/>
            <ac:spMk id="33" creationId="{BACC6370-2D7E-4714-9D71-7542949D7D5D}"/>
          </ac:spMkLst>
        </pc:spChg>
        <pc:spChg chg="add del">
          <ac:chgData name="Manas Tuwani" userId="5d421215-a11f-4a6e-90ca-e8ac2213fab6" providerId="ADAL" clId="{6D3C0D74-687D-4F72-9387-AF4031D8CDA5}" dt="2022-08-04T08:36:33.261" v="56" actId="26606"/>
          <ac:spMkLst>
            <pc:docMk/>
            <pc:sldMk cId="1844268093" sldId="273"/>
            <ac:spMk id="35" creationId="{F68B3F68-107C-434F-AA38-110D5EA91B85}"/>
          </ac:spMkLst>
        </pc:spChg>
        <pc:spChg chg="add del">
          <ac:chgData name="Manas Tuwani" userId="5d421215-a11f-4a6e-90ca-e8ac2213fab6" providerId="ADAL" clId="{6D3C0D74-687D-4F72-9387-AF4031D8CDA5}" dt="2022-08-04T08:36:33.261" v="56" actId="26606"/>
          <ac:spMkLst>
            <pc:docMk/>
            <pc:sldMk cId="1844268093" sldId="273"/>
            <ac:spMk id="37" creationId="{AAD0DBB9-1A4B-4391-81D4-CB19F9AB918A}"/>
          </ac:spMkLst>
        </pc:spChg>
        <pc:spChg chg="add del">
          <ac:chgData name="Manas Tuwani" userId="5d421215-a11f-4a6e-90ca-e8ac2213fab6" providerId="ADAL" clId="{6D3C0D74-687D-4F72-9387-AF4031D8CDA5}" dt="2022-08-04T08:36:33.261" v="56" actId="26606"/>
          <ac:spMkLst>
            <pc:docMk/>
            <pc:sldMk cId="1844268093" sldId="273"/>
            <ac:spMk id="39" creationId="{063BBA22-50EA-4C4D-BE05-F1CE4E63AA56}"/>
          </ac:spMkLst>
        </pc:spChg>
        <pc:spChg chg="add">
          <ac:chgData name="Manas Tuwani" userId="5d421215-a11f-4a6e-90ca-e8ac2213fab6" providerId="ADAL" clId="{6D3C0D74-687D-4F72-9387-AF4031D8CDA5}" dt="2022-08-04T08:36:33.261" v="56" actId="26606"/>
          <ac:spMkLst>
            <pc:docMk/>
            <pc:sldMk cId="1844268093" sldId="273"/>
            <ac:spMk id="44" creationId="{BACC6370-2D7E-4714-9D71-7542949D7D5D}"/>
          </ac:spMkLst>
        </pc:spChg>
        <pc:spChg chg="add">
          <ac:chgData name="Manas Tuwani" userId="5d421215-a11f-4a6e-90ca-e8ac2213fab6" providerId="ADAL" clId="{6D3C0D74-687D-4F72-9387-AF4031D8CDA5}" dt="2022-08-04T08:36:33.261" v="56" actId="26606"/>
          <ac:spMkLst>
            <pc:docMk/>
            <pc:sldMk cId="1844268093" sldId="273"/>
            <ac:spMk id="46" creationId="{F68B3F68-107C-434F-AA38-110D5EA91B85}"/>
          </ac:spMkLst>
        </pc:spChg>
        <pc:spChg chg="add">
          <ac:chgData name="Manas Tuwani" userId="5d421215-a11f-4a6e-90ca-e8ac2213fab6" providerId="ADAL" clId="{6D3C0D74-687D-4F72-9387-AF4031D8CDA5}" dt="2022-08-04T08:36:33.261" v="56" actId="26606"/>
          <ac:spMkLst>
            <pc:docMk/>
            <pc:sldMk cId="1844268093" sldId="273"/>
            <ac:spMk id="48" creationId="{AAD0DBB9-1A4B-4391-81D4-CB19F9AB918A}"/>
          </ac:spMkLst>
        </pc:spChg>
        <pc:spChg chg="add">
          <ac:chgData name="Manas Tuwani" userId="5d421215-a11f-4a6e-90ca-e8ac2213fab6" providerId="ADAL" clId="{6D3C0D74-687D-4F72-9387-AF4031D8CDA5}" dt="2022-08-04T08:36:33.261" v="56" actId="26606"/>
          <ac:spMkLst>
            <pc:docMk/>
            <pc:sldMk cId="1844268093" sldId="273"/>
            <ac:spMk id="50" creationId="{063BBA22-50EA-4C4D-BE05-F1CE4E63AA56}"/>
          </ac:spMkLst>
        </pc:spChg>
        <pc:graphicFrameChg chg="add del mod modGraphic">
          <ac:chgData name="Manas Tuwani" userId="5d421215-a11f-4a6e-90ca-e8ac2213fab6" providerId="ADAL" clId="{6D3C0D74-687D-4F72-9387-AF4031D8CDA5}" dt="2022-08-04T08:34:45.413" v="6" actId="478"/>
          <ac:graphicFrameMkLst>
            <pc:docMk/>
            <pc:sldMk cId="1844268093" sldId="273"/>
            <ac:graphicFrameMk id="4" creationId="{5B819CAA-B293-08E5-68FD-7BC106F8CD18}"/>
          </ac:graphicFrameMkLst>
        </pc:graphicFrameChg>
        <pc:graphicFrameChg chg="add mod modGraphic">
          <ac:chgData name="Manas Tuwani" userId="5d421215-a11f-4a6e-90ca-e8ac2213fab6" providerId="ADAL" clId="{6D3C0D74-687D-4F72-9387-AF4031D8CDA5}" dt="2022-08-05T13:54:22.617" v="159" actId="20577"/>
          <ac:graphicFrameMkLst>
            <pc:docMk/>
            <pc:sldMk cId="1844268093" sldId="273"/>
            <ac:graphicFrameMk id="7" creationId="{EF07918A-4591-C41E-C79F-9956E72C7FBE}"/>
          </ac:graphicFrameMkLst>
        </pc:graphicFrameChg>
      </pc:sldChg>
      <pc:sldChg chg="addSp delSp modSp new del mod setBg setClrOvrMap">
        <pc:chgData name="Manas Tuwani" userId="5d421215-a11f-4a6e-90ca-e8ac2213fab6" providerId="ADAL" clId="{6D3C0D74-687D-4F72-9387-AF4031D8CDA5}" dt="2022-08-04T11:31:56.906" v="122" actId="47"/>
        <pc:sldMkLst>
          <pc:docMk/>
          <pc:sldMk cId="545876384" sldId="274"/>
        </pc:sldMkLst>
        <pc:spChg chg="add del">
          <ac:chgData name="Manas Tuwani" userId="5d421215-a11f-4a6e-90ca-e8ac2213fab6" providerId="ADAL" clId="{6D3C0D74-687D-4F72-9387-AF4031D8CDA5}" dt="2022-08-04T11:30:35.840" v="112" actId="478"/>
          <ac:spMkLst>
            <pc:docMk/>
            <pc:sldMk cId="545876384" sldId="274"/>
            <ac:spMk id="2" creationId="{B5A89DD9-9217-683D-2910-B2A4CEB0EE7C}"/>
          </ac:spMkLst>
        </pc:spChg>
        <pc:spChg chg="del mod">
          <ac:chgData name="Manas Tuwani" userId="5d421215-a11f-4a6e-90ca-e8ac2213fab6" providerId="ADAL" clId="{6D3C0D74-687D-4F72-9387-AF4031D8CDA5}" dt="2022-08-04T11:29:30.043" v="95" actId="22"/>
          <ac:spMkLst>
            <pc:docMk/>
            <pc:sldMk cId="545876384" sldId="274"/>
            <ac:spMk id="3" creationId="{D8C743D0-3E6F-1BFE-3A30-9C0CCBD24F86}"/>
          </ac:spMkLst>
        </pc:spChg>
        <pc:spChg chg="add del">
          <ac:chgData name="Manas Tuwani" userId="5d421215-a11f-4a6e-90ca-e8ac2213fab6" providerId="ADAL" clId="{6D3C0D74-687D-4F72-9387-AF4031D8CDA5}" dt="2022-08-04T11:29:45.559" v="103" actId="26606"/>
          <ac:spMkLst>
            <pc:docMk/>
            <pc:sldMk cId="545876384" sldId="274"/>
            <ac:spMk id="7" creationId="{04812C46-200A-4DEB-A05E-3ED6C68C2387}"/>
          </ac:spMkLst>
        </pc:spChg>
        <pc:spChg chg="add del">
          <ac:chgData name="Manas Tuwani" userId="5d421215-a11f-4a6e-90ca-e8ac2213fab6" providerId="ADAL" clId="{6D3C0D74-687D-4F72-9387-AF4031D8CDA5}" dt="2022-08-04T11:29:45.559" v="103" actId="26606"/>
          <ac:spMkLst>
            <pc:docMk/>
            <pc:sldMk cId="545876384" sldId="274"/>
            <ac:spMk id="8" creationId="{B5A89DD9-9217-683D-2910-B2A4CEB0EE7C}"/>
          </ac:spMkLst>
        </pc:spChg>
        <pc:spChg chg="add del">
          <ac:chgData name="Manas Tuwani" userId="5d421215-a11f-4a6e-90ca-e8ac2213fab6" providerId="ADAL" clId="{6D3C0D74-687D-4F72-9387-AF4031D8CDA5}" dt="2022-08-04T11:29:45.559" v="103" actId="26606"/>
          <ac:spMkLst>
            <pc:docMk/>
            <pc:sldMk cId="545876384" sldId="274"/>
            <ac:spMk id="9" creationId="{43C02D6F-9086-AE99-BE33-E6F3162FD2D5}"/>
          </ac:spMkLst>
        </pc:spChg>
        <pc:spChg chg="add del">
          <ac:chgData name="Manas Tuwani" userId="5d421215-a11f-4a6e-90ca-e8ac2213fab6" providerId="ADAL" clId="{6D3C0D74-687D-4F72-9387-AF4031D8CDA5}" dt="2022-08-04T11:29:37.764" v="97" actId="26606"/>
          <ac:spMkLst>
            <pc:docMk/>
            <pc:sldMk cId="545876384" sldId="274"/>
            <ac:spMk id="10" creationId="{42A4FC2C-047E-45A5-965D-8E1E3BF09BC6}"/>
          </ac:spMkLst>
        </pc:spChg>
        <pc:spChg chg="add del">
          <ac:chgData name="Manas Tuwani" userId="5d421215-a11f-4a6e-90ca-e8ac2213fab6" providerId="ADAL" clId="{6D3C0D74-687D-4F72-9387-AF4031D8CDA5}" dt="2022-08-04T11:31:00.463" v="116" actId="26606"/>
          <ac:spMkLst>
            <pc:docMk/>
            <pc:sldMk cId="545876384" sldId="274"/>
            <ac:spMk id="11" creationId="{DA2E7C1E-2B5A-4BBA-AE51-1CD8C19309D7}"/>
          </ac:spMkLst>
        </pc:spChg>
        <pc:spChg chg="add del">
          <ac:chgData name="Manas Tuwani" userId="5d421215-a11f-4a6e-90ca-e8ac2213fab6" providerId="ADAL" clId="{6D3C0D74-687D-4F72-9387-AF4031D8CDA5}" dt="2022-08-04T11:31:00.463" v="116" actId="26606"/>
          <ac:spMkLst>
            <pc:docMk/>
            <pc:sldMk cId="545876384" sldId="274"/>
            <ac:spMk id="13" creationId="{43DF76B1-5174-4FAF-9D19-FFEE98426836}"/>
          </ac:spMkLst>
        </pc:spChg>
        <pc:spChg chg="add del">
          <ac:chgData name="Manas Tuwani" userId="5d421215-a11f-4a6e-90ca-e8ac2213fab6" providerId="ADAL" clId="{6D3C0D74-687D-4F72-9387-AF4031D8CDA5}" dt="2022-08-04T11:29:45.559" v="103" actId="26606"/>
          <ac:spMkLst>
            <pc:docMk/>
            <pc:sldMk cId="545876384" sldId="274"/>
            <ac:spMk id="14" creationId="{D1EA859B-E555-4109-94F3-6700E046E008}"/>
          </ac:spMkLst>
        </pc:spChg>
        <pc:spChg chg="add del">
          <ac:chgData name="Manas Tuwani" userId="5d421215-a11f-4a6e-90ca-e8ac2213fab6" providerId="ADAL" clId="{6D3C0D74-687D-4F72-9387-AF4031D8CDA5}" dt="2022-08-04T11:29:39.797" v="99" actId="26606"/>
          <ac:spMkLst>
            <pc:docMk/>
            <pc:sldMk cId="545876384" sldId="274"/>
            <ac:spMk id="15" creationId="{94087E04-C99E-4195-8EBA-1BD4C45117C9}"/>
          </ac:spMkLst>
        </pc:spChg>
        <pc:spChg chg="add del">
          <ac:chgData name="Manas Tuwani" userId="5d421215-a11f-4a6e-90ca-e8ac2213fab6" providerId="ADAL" clId="{6D3C0D74-687D-4F72-9387-AF4031D8CDA5}" dt="2022-08-04T11:29:39.797" v="99" actId="26606"/>
          <ac:spMkLst>
            <pc:docMk/>
            <pc:sldMk cId="545876384" sldId="274"/>
            <ac:spMk id="16" creationId="{FD73501D-A515-4725-8404-1315A591A54C}"/>
          </ac:spMkLst>
        </pc:spChg>
        <pc:spChg chg="add del">
          <ac:chgData name="Manas Tuwani" userId="5d421215-a11f-4a6e-90ca-e8ac2213fab6" providerId="ADAL" clId="{6D3C0D74-687D-4F72-9387-AF4031D8CDA5}" dt="2022-08-04T11:29:55.939" v="105" actId="26606"/>
          <ac:spMkLst>
            <pc:docMk/>
            <pc:sldMk cId="545876384" sldId="274"/>
            <ac:spMk id="17" creationId="{1A9F7B4E-B03D-4F64-BE33-00D074458D45}"/>
          </ac:spMkLst>
        </pc:spChg>
        <pc:spChg chg="add del">
          <ac:chgData name="Manas Tuwani" userId="5d421215-a11f-4a6e-90ca-e8ac2213fab6" providerId="ADAL" clId="{6D3C0D74-687D-4F72-9387-AF4031D8CDA5}" dt="2022-08-04T11:29:55.939" v="105" actId="26606"/>
          <ac:spMkLst>
            <pc:docMk/>
            <pc:sldMk cId="545876384" sldId="274"/>
            <ac:spMk id="18" creationId="{B5A89DD9-9217-683D-2910-B2A4CEB0EE7C}"/>
          </ac:spMkLst>
        </pc:spChg>
        <pc:spChg chg="add del">
          <ac:chgData name="Manas Tuwani" userId="5d421215-a11f-4a6e-90ca-e8ac2213fab6" providerId="ADAL" clId="{6D3C0D74-687D-4F72-9387-AF4031D8CDA5}" dt="2022-08-04T11:29:55.939" v="105" actId="26606"/>
          <ac:spMkLst>
            <pc:docMk/>
            <pc:sldMk cId="545876384" sldId="274"/>
            <ac:spMk id="19" creationId="{7E2BE7F7-CA89-4002-ACCE-A478AEA24F5E}"/>
          </ac:spMkLst>
        </pc:spChg>
        <pc:spChg chg="add del">
          <ac:chgData name="Manas Tuwani" userId="5d421215-a11f-4a6e-90ca-e8ac2213fab6" providerId="ADAL" clId="{6D3C0D74-687D-4F72-9387-AF4031D8CDA5}" dt="2022-08-04T11:29:55.939" v="105" actId="26606"/>
          <ac:spMkLst>
            <pc:docMk/>
            <pc:sldMk cId="545876384" sldId="274"/>
            <ac:spMk id="20" creationId="{B8E0DFE7-B558-671B-2950-39BB66CA0DD4}"/>
          </ac:spMkLst>
        </pc:spChg>
        <pc:spChg chg="add del">
          <ac:chgData name="Manas Tuwani" userId="5d421215-a11f-4a6e-90ca-e8ac2213fab6" providerId="ADAL" clId="{6D3C0D74-687D-4F72-9387-AF4031D8CDA5}" dt="2022-08-04T11:31:06.078" v="118" actId="26606"/>
          <ac:spMkLst>
            <pc:docMk/>
            <pc:sldMk cId="545876384" sldId="274"/>
            <ac:spMk id="21" creationId="{2D2B266D-3625-4584-A5C3-7D3F672CFF30}"/>
          </ac:spMkLst>
        </pc:spChg>
        <pc:spChg chg="add del">
          <ac:chgData name="Manas Tuwani" userId="5d421215-a11f-4a6e-90ca-e8ac2213fab6" providerId="ADAL" clId="{6D3C0D74-687D-4F72-9387-AF4031D8CDA5}" dt="2022-08-04T11:30:02.631" v="107" actId="26606"/>
          <ac:spMkLst>
            <pc:docMk/>
            <pc:sldMk cId="545876384" sldId="274"/>
            <ac:spMk id="22" creationId="{A9D2268A-D939-4E78-91B6-6C7E46406788}"/>
          </ac:spMkLst>
        </pc:spChg>
        <pc:spChg chg="add del">
          <ac:chgData name="Manas Tuwani" userId="5d421215-a11f-4a6e-90ca-e8ac2213fab6" providerId="ADAL" clId="{6D3C0D74-687D-4F72-9387-AF4031D8CDA5}" dt="2022-08-04T11:30:02.631" v="107" actId="26606"/>
          <ac:spMkLst>
            <pc:docMk/>
            <pc:sldMk cId="545876384" sldId="274"/>
            <ac:spMk id="23" creationId="{B5A89DD9-9217-683D-2910-B2A4CEB0EE7C}"/>
          </ac:spMkLst>
        </pc:spChg>
        <pc:spChg chg="add del">
          <ac:chgData name="Manas Tuwani" userId="5d421215-a11f-4a6e-90ca-e8ac2213fab6" providerId="ADAL" clId="{6D3C0D74-687D-4F72-9387-AF4031D8CDA5}" dt="2022-08-04T11:30:02.631" v="107" actId="26606"/>
          <ac:spMkLst>
            <pc:docMk/>
            <pc:sldMk cId="545876384" sldId="274"/>
            <ac:spMk id="24" creationId="{1CD5CF45-41C2-8CC5-5BA0-52C12F16B62C}"/>
          </ac:spMkLst>
        </pc:spChg>
        <pc:spChg chg="add del">
          <ac:chgData name="Manas Tuwani" userId="5d421215-a11f-4a6e-90ca-e8ac2213fab6" providerId="ADAL" clId="{6D3C0D74-687D-4F72-9387-AF4031D8CDA5}" dt="2022-08-04T11:30:02.631" v="107" actId="26606"/>
          <ac:spMkLst>
            <pc:docMk/>
            <pc:sldMk cId="545876384" sldId="274"/>
            <ac:spMk id="25" creationId="{E0C43A58-225D-452D-8185-0D89D1EED861}"/>
          </ac:spMkLst>
        </pc:spChg>
        <pc:spChg chg="add del">
          <ac:chgData name="Manas Tuwani" userId="5d421215-a11f-4a6e-90ca-e8ac2213fab6" providerId="ADAL" clId="{6D3C0D74-687D-4F72-9387-AF4031D8CDA5}" dt="2022-08-04T11:31:06.078" v="118" actId="26606"/>
          <ac:spMkLst>
            <pc:docMk/>
            <pc:sldMk cId="545876384" sldId="274"/>
            <ac:spMk id="26" creationId="{C463B99A-73EE-4FBB-B7C4-F9F9BCC25C65}"/>
          </ac:spMkLst>
        </pc:spChg>
        <pc:spChg chg="add del">
          <ac:chgData name="Manas Tuwani" userId="5d421215-a11f-4a6e-90ca-e8ac2213fab6" providerId="ADAL" clId="{6D3C0D74-687D-4F72-9387-AF4031D8CDA5}" dt="2022-08-04T11:30:10.184" v="109" actId="26606"/>
          <ac:spMkLst>
            <pc:docMk/>
            <pc:sldMk cId="545876384" sldId="274"/>
            <ac:spMk id="27" creationId="{9B76D444-2756-434F-AE61-96D69830C13E}"/>
          </ac:spMkLst>
        </pc:spChg>
        <pc:spChg chg="add del">
          <ac:chgData name="Manas Tuwani" userId="5d421215-a11f-4a6e-90ca-e8ac2213fab6" providerId="ADAL" clId="{6D3C0D74-687D-4F72-9387-AF4031D8CDA5}" dt="2022-08-04T11:30:10.184" v="109" actId="26606"/>
          <ac:spMkLst>
            <pc:docMk/>
            <pc:sldMk cId="545876384" sldId="274"/>
            <ac:spMk id="28" creationId="{A27B6159-7734-4564-9E0F-C4BC43C36E52}"/>
          </ac:spMkLst>
        </pc:spChg>
        <pc:spChg chg="add del">
          <ac:chgData name="Manas Tuwani" userId="5d421215-a11f-4a6e-90ca-e8ac2213fab6" providerId="ADAL" clId="{6D3C0D74-687D-4F72-9387-AF4031D8CDA5}" dt="2022-08-04T11:30:10.184" v="109" actId="26606"/>
          <ac:spMkLst>
            <pc:docMk/>
            <pc:sldMk cId="545876384" sldId="274"/>
            <ac:spMk id="29" creationId="{B5A89DD9-9217-683D-2910-B2A4CEB0EE7C}"/>
          </ac:spMkLst>
        </pc:spChg>
        <pc:spChg chg="add del">
          <ac:chgData name="Manas Tuwani" userId="5d421215-a11f-4a6e-90ca-e8ac2213fab6" providerId="ADAL" clId="{6D3C0D74-687D-4F72-9387-AF4031D8CDA5}" dt="2022-08-04T11:30:10.184" v="109" actId="26606"/>
          <ac:spMkLst>
            <pc:docMk/>
            <pc:sldMk cId="545876384" sldId="274"/>
            <ac:spMk id="31" creationId="{9EC930A3-93AE-9D55-A47E-5D5625D9F2C9}"/>
          </ac:spMkLst>
        </pc:spChg>
        <pc:spChg chg="add del">
          <ac:chgData name="Manas Tuwani" userId="5d421215-a11f-4a6e-90ca-e8ac2213fab6" providerId="ADAL" clId="{6D3C0D74-687D-4F72-9387-AF4031D8CDA5}" dt="2022-08-04T11:31:06.078" v="118" actId="26606"/>
          <ac:spMkLst>
            <pc:docMk/>
            <pc:sldMk cId="545876384" sldId="274"/>
            <ac:spMk id="32" creationId="{A5D2A5D1-BA0D-47D3-B051-DA7743C46E28}"/>
          </ac:spMkLst>
        </pc:spChg>
        <pc:spChg chg="add del">
          <ac:chgData name="Manas Tuwani" userId="5d421215-a11f-4a6e-90ca-e8ac2213fab6" providerId="ADAL" clId="{6D3C0D74-687D-4F72-9387-AF4031D8CDA5}" dt="2022-08-04T11:30:26.358" v="111" actId="26606"/>
          <ac:spMkLst>
            <pc:docMk/>
            <pc:sldMk cId="545876384" sldId="274"/>
            <ac:spMk id="33" creationId="{42A4FC2C-047E-45A5-965D-8E1E3BF09BC6}"/>
          </ac:spMkLst>
        </pc:spChg>
        <pc:spChg chg="add del">
          <ac:chgData name="Manas Tuwani" userId="5d421215-a11f-4a6e-90ca-e8ac2213fab6" providerId="ADAL" clId="{6D3C0D74-687D-4F72-9387-AF4031D8CDA5}" dt="2022-08-04T11:31:15.500" v="120" actId="26606"/>
          <ac:spMkLst>
            <pc:docMk/>
            <pc:sldMk cId="545876384" sldId="274"/>
            <ac:spMk id="34" creationId="{2B97F24A-32CE-4C1C-A50D-3016B394DCFB}"/>
          </ac:spMkLst>
        </pc:spChg>
        <pc:spChg chg="add del">
          <ac:chgData name="Manas Tuwani" userId="5d421215-a11f-4a6e-90ca-e8ac2213fab6" providerId="ADAL" clId="{6D3C0D74-687D-4F72-9387-AF4031D8CDA5}" dt="2022-08-04T11:31:15.500" v="120" actId="26606"/>
          <ac:spMkLst>
            <pc:docMk/>
            <pc:sldMk cId="545876384" sldId="274"/>
            <ac:spMk id="35" creationId="{CD8B4F24-440B-49E9-B85D-733523DC064B}"/>
          </ac:spMkLst>
        </pc:spChg>
        <pc:spChg chg="add del">
          <ac:chgData name="Manas Tuwani" userId="5d421215-a11f-4a6e-90ca-e8ac2213fab6" providerId="ADAL" clId="{6D3C0D74-687D-4F72-9387-AF4031D8CDA5}" dt="2022-08-04T11:31:15.500" v="120" actId="26606"/>
          <ac:spMkLst>
            <pc:docMk/>
            <pc:sldMk cId="545876384" sldId="274"/>
            <ac:spMk id="36" creationId="{D354A448-3FA9-7359-AA72-1EE211DE6CBD}"/>
          </ac:spMkLst>
        </pc:spChg>
        <pc:spChg chg="add">
          <ac:chgData name="Manas Tuwani" userId="5d421215-a11f-4a6e-90ca-e8ac2213fab6" providerId="ADAL" clId="{6D3C0D74-687D-4F72-9387-AF4031D8CDA5}" dt="2022-08-04T11:31:45.780" v="121" actId="26606"/>
          <ac:spMkLst>
            <pc:docMk/>
            <pc:sldMk cId="545876384" sldId="274"/>
            <ac:spMk id="37" creationId="{DA2E7C1E-2B5A-4BBA-AE51-1CD8C19309D7}"/>
          </ac:spMkLst>
        </pc:spChg>
        <pc:spChg chg="add">
          <ac:chgData name="Manas Tuwani" userId="5d421215-a11f-4a6e-90ca-e8ac2213fab6" providerId="ADAL" clId="{6D3C0D74-687D-4F72-9387-AF4031D8CDA5}" dt="2022-08-04T11:31:45.780" v="121" actId="26606"/>
          <ac:spMkLst>
            <pc:docMk/>
            <pc:sldMk cId="545876384" sldId="274"/>
            <ac:spMk id="38" creationId="{43DF76B1-5174-4FAF-9D19-FFEE98426836}"/>
          </ac:spMkLst>
        </pc:spChg>
        <pc:grpChg chg="add del">
          <ac:chgData name="Manas Tuwani" userId="5d421215-a11f-4a6e-90ca-e8ac2213fab6" providerId="ADAL" clId="{6D3C0D74-687D-4F72-9387-AF4031D8CDA5}" dt="2022-08-04T11:29:39.797" v="99" actId="26606"/>
          <ac:grpSpMkLst>
            <pc:docMk/>
            <pc:sldMk cId="545876384" sldId="274"/>
            <ac:grpSpMk id="12" creationId="{336EACDA-272E-4472-852A-83CAB409195F}"/>
          </ac:grpSpMkLst>
        </pc:grpChg>
        <pc:picChg chg="add mod ord">
          <ac:chgData name="Manas Tuwani" userId="5d421215-a11f-4a6e-90ca-e8ac2213fab6" providerId="ADAL" clId="{6D3C0D74-687D-4F72-9387-AF4031D8CDA5}" dt="2022-08-04T11:31:45.780" v="121" actId="26606"/>
          <ac:picMkLst>
            <pc:docMk/>
            <pc:sldMk cId="545876384" sldId="274"/>
            <ac:picMk id="5" creationId="{96364298-CB02-E20A-3821-C7656CEEC258}"/>
          </ac:picMkLst>
        </pc:picChg>
        <pc:cxnChg chg="add del">
          <ac:chgData name="Manas Tuwani" userId="5d421215-a11f-4a6e-90ca-e8ac2213fab6" providerId="ADAL" clId="{6D3C0D74-687D-4F72-9387-AF4031D8CDA5}" dt="2022-08-04T11:30:10.184" v="109" actId="26606"/>
          <ac:cxnSpMkLst>
            <pc:docMk/>
            <pc:sldMk cId="545876384" sldId="274"/>
            <ac:cxnSpMk id="30" creationId="{E2FFB46B-05BC-4950-B18A-9593FDAE6ED7}"/>
          </ac:cxnSpMkLst>
        </pc:cxnChg>
      </pc:sldChg>
    </pc:docChg>
  </pc:docChgLst>
  <pc:docChgLst>
    <pc:chgData name="Manas Tuwani" userId="5d421215-a11f-4a6e-90ca-e8ac2213fab6" providerId="ADAL" clId="{47122D6B-639C-4C81-9EB8-5C23A91D19F8}"/>
    <pc:docChg chg="custSel addSld delSld modSld">
      <pc:chgData name="Manas Tuwani" userId="5d421215-a11f-4a6e-90ca-e8ac2213fab6" providerId="ADAL" clId="{47122D6B-639C-4C81-9EB8-5C23A91D19F8}" dt="2023-07-19T14:37:05.889" v="256" actId="47"/>
      <pc:docMkLst>
        <pc:docMk/>
      </pc:docMkLst>
      <pc:sldChg chg="modSp mod">
        <pc:chgData name="Manas Tuwani" userId="5d421215-a11f-4a6e-90ca-e8ac2213fab6" providerId="ADAL" clId="{47122D6B-639C-4C81-9EB8-5C23A91D19F8}" dt="2023-07-14T01:28:54.397" v="0" actId="33524"/>
        <pc:sldMkLst>
          <pc:docMk/>
          <pc:sldMk cId="802671549" sldId="257"/>
        </pc:sldMkLst>
        <pc:spChg chg="mod">
          <ac:chgData name="Manas Tuwani" userId="5d421215-a11f-4a6e-90ca-e8ac2213fab6" providerId="ADAL" clId="{47122D6B-639C-4C81-9EB8-5C23A91D19F8}" dt="2023-07-14T01:28:54.397" v="0" actId="33524"/>
          <ac:spMkLst>
            <pc:docMk/>
            <pc:sldMk cId="802671549" sldId="257"/>
            <ac:spMk id="3" creationId="{00000000-0000-0000-0000-000000000000}"/>
          </ac:spMkLst>
        </pc:spChg>
      </pc:sldChg>
      <pc:sldChg chg="addSp new del mod">
        <pc:chgData name="Manas Tuwani" userId="5d421215-a11f-4a6e-90ca-e8ac2213fab6" providerId="ADAL" clId="{47122D6B-639C-4C81-9EB8-5C23A91D19F8}" dt="2023-07-19T14:37:05.889" v="256" actId="47"/>
        <pc:sldMkLst>
          <pc:docMk/>
          <pc:sldMk cId="3401268488" sldId="275"/>
        </pc:sldMkLst>
        <pc:picChg chg="add">
          <ac:chgData name="Manas Tuwani" userId="5d421215-a11f-4a6e-90ca-e8ac2213fab6" providerId="ADAL" clId="{47122D6B-639C-4C81-9EB8-5C23A91D19F8}" dt="2023-07-19T14:33:39.734" v="2" actId="22"/>
          <ac:picMkLst>
            <pc:docMk/>
            <pc:sldMk cId="3401268488" sldId="275"/>
            <ac:picMk id="3" creationId="{61B9AA5C-CFA9-45F3-ECC8-59B68A1B3E8E}"/>
          </ac:picMkLst>
        </pc:picChg>
      </pc:sldChg>
      <pc:sldChg chg="addSp delSp modSp new mod">
        <pc:chgData name="Manas Tuwani" userId="5d421215-a11f-4a6e-90ca-e8ac2213fab6" providerId="ADAL" clId="{47122D6B-639C-4C81-9EB8-5C23A91D19F8}" dt="2023-07-19T14:37:00.273" v="255" actId="1076"/>
        <pc:sldMkLst>
          <pc:docMk/>
          <pc:sldMk cId="511994579" sldId="276"/>
        </pc:sldMkLst>
        <pc:spChg chg="mod">
          <ac:chgData name="Manas Tuwani" userId="5d421215-a11f-4a6e-90ca-e8ac2213fab6" providerId="ADAL" clId="{47122D6B-639C-4C81-9EB8-5C23A91D19F8}" dt="2023-07-19T14:36:55.906" v="254" actId="115"/>
          <ac:spMkLst>
            <pc:docMk/>
            <pc:sldMk cId="511994579" sldId="276"/>
            <ac:spMk id="2" creationId="{F5BE8AC0-BE5E-668A-742A-E73C9F71417C}"/>
          </ac:spMkLst>
        </pc:spChg>
        <pc:spChg chg="del">
          <ac:chgData name="Manas Tuwani" userId="5d421215-a11f-4a6e-90ca-e8ac2213fab6" providerId="ADAL" clId="{47122D6B-639C-4C81-9EB8-5C23A91D19F8}" dt="2023-07-19T14:34:03.490" v="4" actId="22"/>
          <ac:spMkLst>
            <pc:docMk/>
            <pc:sldMk cId="511994579" sldId="276"/>
            <ac:spMk id="3" creationId="{D7B6FAB9-000D-FAF4-3793-BFD8984F79F6}"/>
          </ac:spMkLst>
        </pc:spChg>
        <pc:picChg chg="add mod ord">
          <ac:chgData name="Manas Tuwani" userId="5d421215-a11f-4a6e-90ca-e8ac2213fab6" providerId="ADAL" clId="{47122D6B-639C-4C81-9EB8-5C23A91D19F8}" dt="2023-07-19T14:37:00.273" v="255" actId="1076"/>
          <ac:picMkLst>
            <pc:docMk/>
            <pc:sldMk cId="511994579" sldId="276"/>
            <ac:picMk id="5" creationId="{6F9255D4-9577-4687-D54B-6B6B8098F6E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D7E16D-8A45-4E14-9652-7131B572864F}" type="datetimeFigureOut">
              <a:rPr lang="en-IN" smtClean="0"/>
              <a:pPr/>
              <a:t>18-12-2025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89B7BA-5A1A-4B3B-B6A0-6A2AA59295CB}" type="slidenum">
              <a:rPr lang="en-IN" smtClean="0"/>
              <a:pPr/>
              <a:t>‹#›</a:t>
            </a:fld>
            <a:endParaRPr lang="en-IN"/>
          </a:p>
        </p:txBody>
      </p:sp>
    </p:spTree>
    <p:extLst>
      <p:ext uri="{BB962C8B-B14F-4D97-AF65-F5344CB8AC3E}">
        <p14:creationId xmlns:p14="http://schemas.microsoft.com/office/powerpoint/2010/main" xmlns="" val="3078818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689B7BA-5A1A-4B3B-B6A0-6A2AA59295CB}" type="slidenum">
              <a:rPr lang="en-IN" smtClean="0"/>
              <a:pPr/>
              <a:t>3</a:t>
            </a:fld>
            <a:endParaRPr lang="en-IN"/>
          </a:p>
        </p:txBody>
      </p:sp>
    </p:spTree>
    <p:extLst>
      <p:ext uri="{BB962C8B-B14F-4D97-AF65-F5344CB8AC3E}">
        <p14:creationId xmlns:p14="http://schemas.microsoft.com/office/powerpoint/2010/main" xmlns="" val="1759277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3050948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524950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163062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175390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3734894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3578985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4127335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860591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3730216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1137172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D85F6A-044D-403D-9CF0-B9663244E6C9}" type="datetimeFigureOut">
              <a:rPr lang="en-IN" smtClean="0"/>
              <a:pPr/>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2707111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85F6A-044D-403D-9CF0-B9663244E6C9}" type="datetimeFigureOut">
              <a:rPr lang="en-IN" smtClean="0"/>
              <a:pPr/>
              <a:t>18-12-2025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AFB7CE-FA7A-4308-A909-BD0F53C272F9}" type="slidenum">
              <a:rPr lang="en-IN" smtClean="0"/>
              <a:pPr/>
              <a:t>‹#›</a:t>
            </a:fld>
            <a:endParaRPr lang="en-IN"/>
          </a:p>
        </p:txBody>
      </p:sp>
    </p:spTree>
    <p:extLst>
      <p:ext uri="{BB962C8B-B14F-4D97-AF65-F5344CB8AC3E}">
        <p14:creationId xmlns:p14="http://schemas.microsoft.com/office/powerpoint/2010/main" xmlns="" val="1352894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27584" y="476672"/>
            <a:ext cx="7344815" cy="4680521"/>
          </a:xfrm>
          <a:prstGeom prst="rect">
            <a:avLst/>
          </a:prstGeom>
        </p:spPr>
      </p:pic>
      <p:sp>
        <p:nvSpPr>
          <p:cNvPr id="5" name="Rectangle 4"/>
          <p:cNvSpPr/>
          <p:nvPr/>
        </p:nvSpPr>
        <p:spPr>
          <a:xfrm>
            <a:off x="611560" y="4941168"/>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p14="http://schemas.microsoft.com/office/powerpoint/2010/main" xmlns="" val="235606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75" name="Rectangle 1074">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8592" y="537582"/>
            <a:ext cx="4447066" cy="1640180"/>
          </a:xfrm>
        </p:spPr>
        <p:txBody>
          <a:bodyPr anchor="b">
            <a:normAutofit/>
          </a:bodyPr>
          <a:lstStyle/>
          <a:p>
            <a:r>
              <a:rPr lang="en-IN" sz="3500" b="1" u="sng" dirty="0"/>
              <a:t>SELENIUM  </a:t>
            </a:r>
            <a:r>
              <a:rPr lang="en-IN" sz="3500" dirty="0"/>
              <a:t/>
            </a:r>
            <a:br>
              <a:rPr lang="en-IN" sz="3500" dirty="0"/>
            </a:br>
            <a:endParaRPr lang="en-IN" sz="3500" dirty="0"/>
          </a:p>
        </p:txBody>
      </p:sp>
      <p:sp>
        <p:nvSpPr>
          <p:cNvPr id="3" name="Content Placeholder 2"/>
          <p:cNvSpPr>
            <a:spLocks noGrp="1"/>
          </p:cNvSpPr>
          <p:nvPr>
            <p:ph idx="1"/>
          </p:nvPr>
        </p:nvSpPr>
        <p:spPr>
          <a:xfrm>
            <a:off x="555668" y="2108557"/>
            <a:ext cx="4697794" cy="3519780"/>
          </a:xfrm>
        </p:spPr>
        <p:txBody>
          <a:bodyPr>
            <a:normAutofit/>
          </a:bodyPr>
          <a:lstStyle/>
          <a:p>
            <a:pPr marL="0" indent="0">
              <a:buNone/>
            </a:pPr>
            <a:r>
              <a:rPr lang="en-IN" sz="1700" dirty="0"/>
              <a:t>Selenium is the functional and regression </a:t>
            </a:r>
            <a:r>
              <a:rPr lang="en-IN" sz="1700"/>
              <a:t>testing </a:t>
            </a:r>
            <a:r>
              <a:rPr lang="en-IN" sz="1700" smtClean="0"/>
              <a:t>tool </a:t>
            </a:r>
            <a:r>
              <a:rPr lang="en-IN" sz="1700" dirty="0"/>
              <a:t>which is used to automate functional and Regression Test case scenarios.</a:t>
            </a:r>
          </a:p>
          <a:p>
            <a:pPr marL="0" indent="0">
              <a:buNone/>
            </a:pPr>
            <a:endParaRPr lang="en-IN" sz="1700" dirty="0"/>
          </a:p>
          <a:p>
            <a:pPr marL="0" indent="0">
              <a:buNone/>
            </a:pPr>
            <a:r>
              <a:rPr lang="en-IN" sz="1700" dirty="0"/>
              <a:t>Selenium is one of the most widely used open-source Web UI (User Interface) automation </a:t>
            </a:r>
            <a:r>
              <a:rPr lang="en-IN" sz="1700" dirty="0" smtClean="0"/>
              <a:t>testing tool. </a:t>
            </a:r>
            <a:r>
              <a:rPr lang="en-IN" sz="1700" dirty="0"/>
              <a:t>That supports automation across different browsers, platforms and programming languages.</a:t>
            </a:r>
          </a:p>
          <a:p>
            <a:pPr marL="0" indent="0">
              <a:buNone/>
            </a:pPr>
            <a:endParaRPr lang="en-IN" sz="1700" dirty="0"/>
          </a:p>
        </p:txBody>
      </p:sp>
      <p:pic>
        <p:nvPicPr>
          <p:cNvPr id="1026" name="Picture 2" descr="Selenium · GitHub">
            <a:extLst>
              <a:ext uri="{FF2B5EF4-FFF2-40B4-BE49-F238E27FC236}">
                <a16:creationId xmlns:a16="http://schemas.microsoft.com/office/drawing/2014/main" xmlns="" id="{4CE277BC-A5BE-75D3-5747-787AF8CC6039}"/>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5841526" y="1953653"/>
            <a:ext cx="2823882" cy="2950693"/>
          </a:xfrm>
          <a:prstGeom prst="rect">
            <a:avLst/>
          </a:prstGeom>
          <a:noFill/>
          <a:extLst>
            <a:ext uri="{909E8E84-426E-40DD-AFC4-6F175D3DCCD1}">
              <a14:hiddenFill xmlns:a14="http://schemas.microsoft.com/office/drawing/2010/main" xmlns="">
                <a:solidFill>
                  <a:srgbClr val="FFFFFF"/>
                </a:solidFill>
              </a14:hiddenFill>
            </a:ext>
          </a:extLst>
        </p:spPr>
      </p:pic>
      <p:sp>
        <p:nvSpPr>
          <p:cNvPr id="1077" name="Rectangle 1076">
            <a:extLst>
              <a:ext uri="{FF2B5EF4-FFF2-40B4-BE49-F238E27FC236}">
                <a16:creationId xmlns:a16="http://schemas.microsoft.com/office/drawing/2014/main" xmlns="" id="{61707E60-CEC9-4661-AA82-69242EB4BD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6406116"/>
            <a:ext cx="9143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Rectangle 1078">
            <a:extLst>
              <a:ext uri="{FF2B5EF4-FFF2-40B4-BE49-F238E27FC236}">
                <a16:creationId xmlns:a16="http://schemas.microsoft.com/office/drawing/2014/main" xmlns="" id="{8F035CD8-AE30-4146-96F2-036B0CE5E4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5" y="6406115"/>
            <a:ext cx="3057523"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802671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u="sng" dirty="0">
                <a:solidFill>
                  <a:srgbClr val="FFFFFF"/>
                </a:solidFill>
              </a:rPr>
              <a:t>SELENIUM</a:t>
            </a:r>
            <a:endParaRPr lang="en-IN" sz="3500" dirty="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The original name of the Selenium was JSFT(Java Script Functional Tester). Later stages they changed name to Selenium and released into market.</a:t>
            </a:r>
          </a:p>
          <a:p>
            <a:pPr marL="0" indent="0">
              <a:buNone/>
            </a:pPr>
            <a:endParaRPr lang="en-IN" sz="2000" dirty="0"/>
          </a:p>
          <a:p>
            <a:pPr marL="0" indent="0">
              <a:buNone/>
            </a:pPr>
            <a:r>
              <a:rPr lang="en-IN" sz="2000" dirty="0"/>
              <a:t>Selenium supports multiple languages like Java, c#, PHP, Ruby, Python, Perl scripting etc. That means we can give instructions to selenium to perform testing on the application in any of the above languages.</a:t>
            </a:r>
          </a:p>
          <a:p>
            <a:pPr marL="0" indent="0">
              <a:buNone/>
            </a:pPr>
            <a:endParaRPr lang="en-IN" sz="1700" dirty="0"/>
          </a:p>
        </p:txBody>
      </p:sp>
    </p:spTree>
    <p:extLst>
      <p:ext uri="{BB962C8B-B14F-4D97-AF65-F5344CB8AC3E}">
        <p14:creationId xmlns:p14="http://schemas.microsoft.com/office/powerpoint/2010/main" xmlns="" val="1704057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965" y="468460"/>
            <a:ext cx="7421963" cy="1033669"/>
          </a:xfrm>
        </p:spPr>
        <p:txBody>
          <a:bodyPr>
            <a:normAutofit/>
          </a:bodyPr>
          <a:lstStyle/>
          <a:p>
            <a:pPr>
              <a:lnSpc>
                <a:spcPct val="90000"/>
              </a:lnSpc>
            </a:pPr>
            <a:r>
              <a:rPr lang="en-IN" sz="3200" b="1" dirty="0">
                <a:solidFill>
                  <a:srgbClr val="FFFFFF"/>
                </a:solidFill>
              </a:rPr>
              <a:t>Who developed Selenium?</a:t>
            </a:r>
            <a:br>
              <a:rPr lang="en-IN" sz="3200" b="1" dirty="0">
                <a:solidFill>
                  <a:srgbClr val="FFFFFF"/>
                </a:solidFill>
              </a:rPr>
            </a:br>
            <a:endParaRPr lang="en-IN" sz="3200" dirty="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Selenium was </a:t>
            </a:r>
            <a:r>
              <a:rPr lang="en-IN" sz="2000" b="1" dirty="0"/>
              <a:t>created by Jason Huggins in 2004</a:t>
            </a:r>
            <a:r>
              <a:rPr lang="en-IN" sz="2000" dirty="0"/>
              <a:t>. An engineer at </a:t>
            </a:r>
            <a:r>
              <a:rPr lang="en-IN" sz="2000" dirty="0" err="1"/>
              <a:t>ThoughtWorks</a:t>
            </a:r>
            <a:r>
              <a:rPr lang="en-IN" sz="2000" dirty="0"/>
              <a:t>, he was working on a web application that required frequent testing. Having realized that the repetitious Manual Testing of their application was becoming more and more inefficient, he created a JavaScript program that would automatically control the browser’s actions. He named this program as the “</a:t>
            </a:r>
            <a:r>
              <a:rPr lang="en-IN" sz="2000" b="1" dirty="0" err="1"/>
              <a:t>JavaScriptTestRunner</a:t>
            </a:r>
            <a:r>
              <a:rPr lang="en-IN" sz="2000" dirty="0"/>
              <a:t>.”</a:t>
            </a:r>
          </a:p>
        </p:txBody>
      </p:sp>
    </p:spTree>
    <p:extLst>
      <p:ext uri="{BB962C8B-B14F-4D97-AF65-F5344CB8AC3E}">
        <p14:creationId xmlns:p14="http://schemas.microsoft.com/office/powerpoint/2010/main" xmlns="" val="3061097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5616" y="445915"/>
            <a:ext cx="7421963" cy="1033669"/>
          </a:xfrm>
        </p:spPr>
        <p:txBody>
          <a:bodyPr>
            <a:normAutofit/>
          </a:bodyPr>
          <a:lstStyle/>
          <a:p>
            <a:pPr>
              <a:lnSpc>
                <a:spcPct val="90000"/>
              </a:lnSpc>
            </a:pPr>
            <a:r>
              <a:rPr lang="en-IN" sz="3200" b="1" dirty="0">
                <a:solidFill>
                  <a:srgbClr val="FFFFFF"/>
                </a:solidFill>
              </a:rPr>
              <a:t>Advantages of Selenium</a:t>
            </a:r>
            <a:r>
              <a:rPr lang="en-IN" sz="3200" dirty="0">
                <a:solidFill>
                  <a:srgbClr val="FFFFFF"/>
                </a:solidFill>
              </a:rPr>
              <a:t/>
            </a:r>
            <a:br>
              <a:rPr lang="en-IN" sz="3200" dirty="0">
                <a:solidFill>
                  <a:srgbClr val="FFFFFF"/>
                </a:solidFill>
              </a:rPr>
            </a:br>
            <a:endParaRPr lang="en-IN" sz="3200" dirty="0">
              <a:solidFill>
                <a:srgbClr val="FFFFFF"/>
              </a:solidFill>
            </a:endParaRPr>
          </a:p>
        </p:txBody>
      </p:sp>
      <p:sp>
        <p:nvSpPr>
          <p:cNvPr id="3" name="Content Placeholder 2"/>
          <p:cNvSpPr>
            <a:spLocks noGrp="1"/>
          </p:cNvSpPr>
          <p:nvPr>
            <p:ph idx="1"/>
          </p:nvPr>
        </p:nvSpPr>
        <p:spPr>
          <a:xfrm>
            <a:off x="827584" y="2376670"/>
            <a:ext cx="7293023" cy="3683358"/>
          </a:xfrm>
        </p:spPr>
        <p:txBody>
          <a:bodyPr anchor="ctr">
            <a:normAutofit/>
          </a:bodyPr>
          <a:lstStyle/>
          <a:p>
            <a:pPr marL="0" indent="0">
              <a:buNone/>
            </a:pPr>
            <a:r>
              <a:rPr lang="en-IN" sz="2000" dirty="0"/>
              <a:t>1. Selenium is the open source tool. That means we need not to pay any amount to start using selenium for testing.</a:t>
            </a:r>
          </a:p>
          <a:p>
            <a:pPr marL="0" indent="0">
              <a:buNone/>
            </a:pPr>
            <a:endParaRPr lang="en-IN" sz="2000" dirty="0"/>
          </a:p>
          <a:p>
            <a:pPr marL="0" indent="0">
              <a:buNone/>
            </a:pPr>
            <a:r>
              <a:rPr lang="en-IN" sz="2000" dirty="0"/>
              <a:t>2. Selenium supports multiple browsers like IE, </a:t>
            </a:r>
            <a:r>
              <a:rPr lang="en-IN" sz="2000" dirty="0" err="1"/>
              <a:t>firefox</a:t>
            </a:r>
            <a:r>
              <a:rPr lang="en-IN" sz="2000" dirty="0"/>
              <a:t>, opera, chrome, safari etc. That means we can able to test any application which has opened in any browser.</a:t>
            </a:r>
          </a:p>
          <a:p>
            <a:pPr marL="0" indent="0">
              <a:buNone/>
            </a:pPr>
            <a:endParaRPr lang="en-IN" sz="2000" dirty="0"/>
          </a:p>
          <a:p>
            <a:pPr marL="0" indent="0">
              <a:buNone/>
            </a:pPr>
            <a:r>
              <a:rPr lang="en-IN" sz="2000" dirty="0"/>
              <a:t>3. It supports multiple environments/platforms like windows, </a:t>
            </a:r>
            <a:r>
              <a:rPr lang="en-IN" sz="2000" dirty="0" err="1"/>
              <a:t>linux</a:t>
            </a:r>
            <a:r>
              <a:rPr lang="en-IN" sz="2000" dirty="0"/>
              <a:t>, mac etc. That means we can able to test any application which has opened in any environment.</a:t>
            </a:r>
          </a:p>
        </p:txBody>
      </p:sp>
    </p:spTree>
    <p:extLst>
      <p:ext uri="{BB962C8B-B14F-4D97-AF65-F5344CB8AC3E}">
        <p14:creationId xmlns:p14="http://schemas.microsoft.com/office/powerpoint/2010/main" xmlns="" val="861511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Advantages of Selenium</a:t>
            </a:r>
            <a:endParaRPr lang="en-IN" sz="35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4. It supports multiple languages like Java, c#, PHP, Python, Ruby, Perl etc. So that by knowing at least one language we can able to work on selenium.</a:t>
            </a:r>
          </a:p>
          <a:p>
            <a:pPr marL="0" indent="0">
              <a:buNone/>
            </a:pPr>
            <a:endParaRPr lang="en-IN" sz="2000" dirty="0"/>
          </a:p>
          <a:p>
            <a:pPr marL="0" indent="0">
              <a:buNone/>
            </a:pPr>
            <a:r>
              <a:rPr lang="en-IN" sz="2000" dirty="0"/>
              <a:t>5. It supports the built-in frameworks called Junit &amp; </a:t>
            </a:r>
            <a:r>
              <a:rPr lang="en-IN" sz="2000" dirty="0" err="1"/>
              <a:t>TestNg</a:t>
            </a:r>
            <a:r>
              <a:rPr lang="en-IN" sz="2000" dirty="0"/>
              <a:t>. </a:t>
            </a:r>
          </a:p>
          <a:p>
            <a:pPr marL="0" indent="0">
              <a:buNone/>
            </a:pPr>
            <a:endParaRPr lang="en-IN" sz="2000" dirty="0"/>
          </a:p>
          <a:p>
            <a:pPr marL="0" indent="0">
              <a:buNone/>
            </a:pPr>
            <a:r>
              <a:rPr lang="en-IN" sz="2000" dirty="0"/>
              <a:t>6</a:t>
            </a:r>
            <a:r>
              <a:rPr lang="en-IN" sz="2000"/>
              <a:t>. </a:t>
            </a:r>
            <a:r>
              <a:rPr lang="en-IN" sz="2000" dirty="0"/>
              <a:t>Parallel test script execution is possible in selenium with the help of Grid</a:t>
            </a:r>
          </a:p>
          <a:p>
            <a:pPr marL="0" indent="0">
              <a:buNone/>
            </a:pPr>
            <a:endParaRPr lang="en-IN" sz="1700" dirty="0"/>
          </a:p>
        </p:txBody>
      </p:sp>
    </p:spTree>
    <p:extLst>
      <p:ext uri="{BB962C8B-B14F-4D97-AF65-F5344CB8AC3E}">
        <p14:creationId xmlns:p14="http://schemas.microsoft.com/office/powerpoint/2010/main" xmlns="" val="961672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836713"/>
            <a:ext cx="7848872" cy="518457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288563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13985" y="453441"/>
            <a:ext cx="7421963" cy="1033669"/>
          </a:xfrm>
        </p:spPr>
        <p:txBody>
          <a:bodyPr>
            <a:normAutofit/>
          </a:bodyPr>
          <a:lstStyle/>
          <a:p>
            <a:pPr>
              <a:lnSpc>
                <a:spcPct val="90000"/>
              </a:lnSpc>
            </a:pPr>
            <a:r>
              <a:rPr lang="en-IN" sz="3200" b="1" dirty="0">
                <a:solidFill>
                  <a:srgbClr val="FFFFFF"/>
                </a:solidFill>
              </a:rPr>
              <a:t>Disadvantages of Selenium</a:t>
            </a:r>
            <a:br>
              <a:rPr lang="en-IN" sz="3200" b="1" dirty="0">
                <a:solidFill>
                  <a:srgbClr val="FFFFFF"/>
                </a:solidFill>
              </a:rPr>
            </a:br>
            <a:endParaRPr lang="en-IN" sz="3200" b="1" dirty="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 1. It supports only web based applications.</a:t>
            </a:r>
          </a:p>
          <a:p>
            <a:pPr marL="0" indent="0">
              <a:buNone/>
            </a:pPr>
            <a:endParaRPr lang="en-IN" sz="2000" dirty="0"/>
          </a:p>
          <a:p>
            <a:pPr marL="0" indent="0">
              <a:buNone/>
            </a:pPr>
            <a:r>
              <a:rPr lang="en-IN" sz="2000" dirty="0"/>
              <a:t>2. It supports multiple languages, so that we should have more technical knowledge.</a:t>
            </a:r>
          </a:p>
          <a:p>
            <a:pPr marL="0" indent="0">
              <a:buNone/>
            </a:pPr>
            <a:endParaRPr lang="en-IN" sz="2000" dirty="0"/>
          </a:p>
          <a:p>
            <a:pPr marL="0" indent="0">
              <a:buNone/>
            </a:pPr>
            <a:r>
              <a:rPr lang="en-IN" sz="2000" dirty="0"/>
              <a:t>3. Lack of technical support.</a:t>
            </a:r>
          </a:p>
          <a:p>
            <a:pPr marL="0" indent="0">
              <a:buNone/>
            </a:pPr>
            <a:endParaRPr lang="en-IN" sz="2000" dirty="0"/>
          </a:p>
          <a:p>
            <a:pPr marL="0" indent="0">
              <a:buNone/>
            </a:pPr>
            <a:r>
              <a:rPr lang="en-IN" sz="2000" dirty="0"/>
              <a:t>4. Selenium is the combination of multiple components, so that configuration and utilization of selenium is bit difficult comparatively with other tools.</a:t>
            </a:r>
          </a:p>
        </p:txBody>
      </p:sp>
    </p:spTree>
    <p:extLst>
      <p:ext uri="{BB962C8B-B14F-4D97-AF65-F5344CB8AC3E}">
        <p14:creationId xmlns:p14="http://schemas.microsoft.com/office/powerpoint/2010/main" xmlns="" val="961672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xmlns="" id="{F68B3F68-107C-434F-AA38-110D5EA91B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xmlns="" id="{AAD0DBB9-1A4B-4391-81D4-CB19F9AB91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xmlns="" id="{063BBA22-50EA-4C4D-BE05-F1CE4E63AA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7A7EA686-F886-8733-831F-3E31A19CABDD}"/>
              </a:ext>
            </a:extLst>
          </p:cNvPr>
          <p:cNvSpPr>
            <a:spLocks noGrp="1"/>
          </p:cNvSpPr>
          <p:nvPr>
            <p:ph type="title"/>
          </p:nvPr>
        </p:nvSpPr>
        <p:spPr>
          <a:xfrm>
            <a:off x="1028697" y="348865"/>
            <a:ext cx="7533018" cy="877729"/>
          </a:xfrm>
        </p:spPr>
        <p:txBody>
          <a:bodyPr vert="horz" lIns="91440" tIns="45720" rIns="91440" bIns="45720" rtlCol="0" anchor="ctr">
            <a:normAutofit/>
          </a:bodyPr>
          <a:lstStyle/>
          <a:p>
            <a:r>
              <a:rPr lang="en-US" sz="3500" kern="1200">
                <a:solidFill>
                  <a:srgbClr val="FFFFFF"/>
                </a:solidFill>
                <a:latin typeface="+mj-lt"/>
                <a:ea typeface="+mj-ea"/>
                <a:cs typeface="+mj-cs"/>
              </a:rPr>
              <a:t>Selenium Vs QTP</a:t>
            </a:r>
          </a:p>
        </p:txBody>
      </p:sp>
      <p:graphicFrame>
        <p:nvGraphicFramePr>
          <p:cNvPr id="7" name="Content Placeholder 6">
            <a:extLst>
              <a:ext uri="{FF2B5EF4-FFF2-40B4-BE49-F238E27FC236}">
                <a16:creationId xmlns:a16="http://schemas.microsoft.com/office/drawing/2014/main" xmlns="" id="{EF07918A-4591-C41E-C79F-9956E72C7FBE}"/>
              </a:ext>
            </a:extLst>
          </p:cNvPr>
          <p:cNvGraphicFramePr>
            <a:graphicFrameLocks noGrp="1"/>
          </p:cNvGraphicFramePr>
          <p:nvPr>
            <p:ph idx="1"/>
            <p:extLst>
              <p:ext uri="{D42A27DB-BD31-4B8C-83A1-F6EECF244321}">
                <p14:modId xmlns:p14="http://schemas.microsoft.com/office/powerpoint/2010/main" xmlns="" val="1628271060"/>
              </p:ext>
            </p:extLst>
          </p:nvPr>
        </p:nvGraphicFramePr>
        <p:xfrm>
          <a:off x="483042" y="2132856"/>
          <a:ext cx="8195871" cy="4152865"/>
        </p:xfrm>
        <a:graphic>
          <a:graphicData uri="http://schemas.openxmlformats.org/drawingml/2006/table">
            <a:tbl>
              <a:tblPr firstRow="1" bandRow="1">
                <a:tableStyleId>{9D7B26C5-4107-4FEC-AEDC-1716B250A1EF}</a:tableStyleId>
              </a:tblPr>
              <a:tblGrid>
                <a:gridCol w="2731957">
                  <a:extLst>
                    <a:ext uri="{9D8B030D-6E8A-4147-A177-3AD203B41FA5}">
                      <a16:colId xmlns:a16="http://schemas.microsoft.com/office/drawing/2014/main" xmlns="" val="3237067534"/>
                    </a:ext>
                  </a:extLst>
                </a:gridCol>
                <a:gridCol w="2731957">
                  <a:extLst>
                    <a:ext uri="{9D8B030D-6E8A-4147-A177-3AD203B41FA5}">
                      <a16:colId xmlns:a16="http://schemas.microsoft.com/office/drawing/2014/main" xmlns="" val="2036837125"/>
                    </a:ext>
                  </a:extLst>
                </a:gridCol>
                <a:gridCol w="2731957">
                  <a:extLst>
                    <a:ext uri="{9D8B030D-6E8A-4147-A177-3AD203B41FA5}">
                      <a16:colId xmlns:a16="http://schemas.microsoft.com/office/drawing/2014/main" xmlns="" val="2266950186"/>
                    </a:ext>
                  </a:extLst>
                </a:gridCol>
              </a:tblGrid>
              <a:tr h="376586">
                <a:tc>
                  <a:txBody>
                    <a:bodyPr/>
                    <a:lstStyle/>
                    <a:p>
                      <a:pPr algn="l" fontAlgn="t"/>
                      <a:r>
                        <a:rPr lang="en-IN" sz="2000" dirty="0">
                          <a:solidFill>
                            <a:srgbClr val="000000"/>
                          </a:solidFill>
                          <a:effectLst/>
                        </a:rPr>
                        <a:t>Features</a:t>
                      </a:r>
                      <a:endParaRPr lang="en-IN" sz="2000" dirty="0">
                        <a:solidFill>
                          <a:srgbClr val="000000"/>
                        </a:solidFill>
                        <a:effectLst/>
                        <a:latin typeface="times new roman" panose="02020603050405020304" pitchFamily="18" charset="0"/>
                      </a:endParaRPr>
                    </a:p>
                  </a:txBody>
                  <a:tcPr marL="64542" marR="64542" marT="64542" marB="64542"/>
                </a:tc>
                <a:tc>
                  <a:txBody>
                    <a:bodyPr/>
                    <a:lstStyle/>
                    <a:p>
                      <a:pPr algn="l" fontAlgn="t"/>
                      <a:r>
                        <a:rPr lang="en-IN" sz="2000" dirty="0">
                          <a:solidFill>
                            <a:srgbClr val="000000"/>
                          </a:solidFill>
                          <a:effectLst/>
                        </a:rPr>
                        <a:t>Selenium</a:t>
                      </a:r>
                      <a:endParaRPr lang="en-IN" sz="2000" dirty="0">
                        <a:solidFill>
                          <a:srgbClr val="000000"/>
                        </a:solidFill>
                        <a:effectLst/>
                        <a:latin typeface="times new roman" panose="02020603050405020304" pitchFamily="18" charset="0"/>
                      </a:endParaRPr>
                    </a:p>
                  </a:txBody>
                  <a:tcPr marL="64542" marR="64542" marT="64542" marB="64542"/>
                </a:tc>
                <a:tc>
                  <a:txBody>
                    <a:bodyPr/>
                    <a:lstStyle/>
                    <a:p>
                      <a:pPr algn="l" fontAlgn="t"/>
                      <a:r>
                        <a:rPr lang="en-IN" sz="2000" dirty="0">
                          <a:solidFill>
                            <a:srgbClr val="000000"/>
                          </a:solidFill>
                          <a:effectLst/>
                        </a:rPr>
                        <a:t>HP QTP</a:t>
                      </a:r>
                      <a:endParaRPr lang="en-IN" sz="2000" dirty="0">
                        <a:solidFill>
                          <a:srgbClr val="000000"/>
                        </a:solidFill>
                        <a:effectLst/>
                        <a:latin typeface="times new roman" panose="02020603050405020304" pitchFamily="18" charset="0"/>
                      </a:endParaRPr>
                    </a:p>
                  </a:txBody>
                  <a:tcPr marL="64542" marR="64542" marT="64542" marB="64542"/>
                </a:tc>
                <a:extLst>
                  <a:ext uri="{0D108BD9-81ED-4DB2-BD59-A6C34878D82A}">
                    <a16:rowId xmlns:a16="http://schemas.microsoft.com/office/drawing/2014/main" xmlns="" val="191297294"/>
                  </a:ext>
                </a:extLst>
              </a:tr>
              <a:tr h="330947">
                <a:tc>
                  <a:txBody>
                    <a:bodyPr/>
                    <a:lstStyle/>
                    <a:p>
                      <a:pPr algn="just" fontAlgn="t"/>
                      <a:r>
                        <a:rPr lang="en-IN" sz="1300">
                          <a:solidFill>
                            <a:srgbClr val="333333"/>
                          </a:solidFill>
                          <a:effectLst/>
                        </a:rPr>
                        <a:t>License</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Open source tool</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Required</a:t>
                      </a:r>
                      <a:endParaRPr lang="en-IN" sz="1300">
                        <a:solidFill>
                          <a:srgbClr val="333333"/>
                        </a:solidFill>
                        <a:effectLst/>
                        <a:latin typeface="inter-regular"/>
                      </a:endParaRPr>
                    </a:p>
                  </a:txBody>
                  <a:tcPr marL="43028" marR="43028" marT="43028" marB="43028"/>
                </a:tc>
                <a:extLst>
                  <a:ext uri="{0D108BD9-81ED-4DB2-BD59-A6C34878D82A}">
                    <a16:rowId xmlns:a16="http://schemas.microsoft.com/office/drawing/2014/main" xmlns="" val="2981062064"/>
                  </a:ext>
                </a:extLst>
              </a:tr>
              <a:tr h="533264">
                <a:tc>
                  <a:txBody>
                    <a:bodyPr/>
                    <a:lstStyle/>
                    <a:p>
                      <a:pPr algn="just" fontAlgn="t"/>
                      <a:r>
                        <a:rPr lang="en-IN" sz="1300">
                          <a:solidFill>
                            <a:srgbClr val="333333"/>
                          </a:solidFill>
                          <a:effectLst/>
                        </a:rPr>
                        <a:t>Customer support</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Selenium community forums </a:t>
                      </a:r>
                      <a:endParaRPr lang="en-IN" sz="1300">
                        <a:solidFill>
                          <a:srgbClr val="333333"/>
                        </a:solidFill>
                        <a:effectLst/>
                        <a:latin typeface="inter-regular"/>
                      </a:endParaRPr>
                    </a:p>
                  </a:txBody>
                  <a:tcPr marL="43028" marR="43028" marT="43028" marB="43028"/>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IN" sz="1300">
                          <a:solidFill>
                            <a:srgbClr val="333333"/>
                          </a:solidFill>
                          <a:effectLst/>
                        </a:rPr>
                        <a:t>Dedicated HP support</a:t>
                      </a:r>
                    </a:p>
                    <a:p>
                      <a:pPr algn="just" fontAlgn="t"/>
                      <a:endParaRPr lang="en-IN" sz="1300">
                        <a:solidFill>
                          <a:srgbClr val="333333"/>
                        </a:solidFill>
                        <a:effectLst/>
                        <a:latin typeface="inter-regular"/>
                      </a:endParaRPr>
                    </a:p>
                  </a:txBody>
                  <a:tcPr marL="43028" marR="43028" marT="43028" marB="43028"/>
                </a:tc>
                <a:extLst>
                  <a:ext uri="{0D108BD9-81ED-4DB2-BD59-A6C34878D82A}">
                    <a16:rowId xmlns:a16="http://schemas.microsoft.com/office/drawing/2014/main" xmlns="" val="175971726"/>
                  </a:ext>
                </a:extLst>
              </a:tr>
              <a:tr h="533264">
                <a:tc>
                  <a:txBody>
                    <a:bodyPr/>
                    <a:lstStyle/>
                    <a:p>
                      <a:pPr algn="just" fontAlgn="t"/>
                      <a:r>
                        <a:rPr lang="en-IN" sz="1300">
                          <a:solidFill>
                            <a:srgbClr val="333333"/>
                          </a:solidFill>
                          <a:effectLst/>
                        </a:rPr>
                        <a:t>Test Support</a:t>
                      </a:r>
                      <a:endParaRPr lang="en-IN" sz="1300">
                        <a:solidFill>
                          <a:srgbClr val="333333"/>
                        </a:solidFill>
                        <a:effectLst/>
                        <a:latin typeface="inter-regular"/>
                      </a:endParaRPr>
                    </a:p>
                  </a:txBody>
                  <a:tcPr marL="43028" marR="43028" marT="43028" marB="43028"/>
                </a:tc>
                <a:tc>
                  <a:txBody>
                    <a:bodyPr/>
                    <a:lstStyle/>
                    <a:p>
                      <a:pPr algn="just" fontAlgn="t"/>
                      <a:r>
                        <a:rPr lang="en-US" sz="1300">
                          <a:solidFill>
                            <a:srgbClr val="333333"/>
                          </a:solidFill>
                          <a:effectLst/>
                        </a:rPr>
                        <a:t>Supports automation </a:t>
                      </a:r>
                      <a:r>
                        <a:rPr lang="en-US" sz="1300" dirty="0">
                          <a:solidFill>
                            <a:srgbClr val="333333"/>
                          </a:solidFill>
                          <a:effectLst/>
                        </a:rPr>
                        <a:t>only for web-based applications.</a:t>
                      </a:r>
                      <a:endParaRPr lang="en-US" sz="1300" dirty="0">
                        <a:solidFill>
                          <a:srgbClr val="333333"/>
                        </a:solidFill>
                        <a:effectLst/>
                        <a:latin typeface="inter-regular"/>
                      </a:endParaRPr>
                    </a:p>
                  </a:txBody>
                  <a:tcPr marL="43028" marR="43028" marT="43028" marB="43028"/>
                </a:tc>
                <a:tc>
                  <a:txBody>
                    <a:bodyPr/>
                    <a:lstStyle/>
                    <a:p>
                      <a:pPr algn="just" fontAlgn="t"/>
                      <a:r>
                        <a:rPr lang="en-US" sz="1300" dirty="0">
                          <a:solidFill>
                            <a:srgbClr val="333333"/>
                          </a:solidFill>
                          <a:effectLst/>
                        </a:rPr>
                        <a:t>Support tests on both web and desktop-based applications.</a:t>
                      </a:r>
                      <a:endParaRPr lang="en-US" sz="1300" dirty="0">
                        <a:solidFill>
                          <a:srgbClr val="333333"/>
                        </a:solidFill>
                        <a:effectLst/>
                        <a:latin typeface="inter-regular"/>
                      </a:endParaRPr>
                    </a:p>
                  </a:txBody>
                  <a:tcPr marL="43028" marR="43028" marT="43028" marB="43028"/>
                </a:tc>
                <a:extLst>
                  <a:ext uri="{0D108BD9-81ED-4DB2-BD59-A6C34878D82A}">
                    <a16:rowId xmlns:a16="http://schemas.microsoft.com/office/drawing/2014/main" xmlns="" val="3246503659"/>
                  </a:ext>
                </a:extLst>
              </a:tr>
              <a:tr h="533264">
                <a:tc>
                  <a:txBody>
                    <a:bodyPr/>
                    <a:lstStyle/>
                    <a:p>
                      <a:pPr algn="just" fontAlgn="t"/>
                      <a:r>
                        <a:rPr lang="en-US" sz="1300">
                          <a:solidFill>
                            <a:srgbClr val="333333"/>
                          </a:solidFill>
                          <a:effectLst/>
                        </a:rPr>
                        <a:t>Resource consumption during test scripts execution</a:t>
                      </a:r>
                      <a:endParaRPr lang="en-US" sz="1300">
                        <a:solidFill>
                          <a:srgbClr val="333333"/>
                        </a:solidFill>
                        <a:effectLst/>
                        <a:latin typeface="inter-regular"/>
                      </a:endParaRPr>
                    </a:p>
                  </a:txBody>
                  <a:tcPr marL="43028" marR="43028" marT="43028" marB="43028"/>
                </a:tc>
                <a:tc>
                  <a:txBody>
                    <a:bodyPr/>
                    <a:lstStyle/>
                    <a:p>
                      <a:pPr algn="just" fontAlgn="t"/>
                      <a:r>
                        <a:rPr lang="en-IN" sz="1300" dirty="0">
                          <a:solidFill>
                            <a:srgbClr val="333333"/>
                          </a:solidFill>
                          <a:effectLst/>
                        </a:rPr>
                        <a:t>Low resource consumption</a:t>
                      </a:r>
                      <a:endParaRPr lang="en-IN" sz="1300" dirty="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High resource consumption</a:t>
                      </a:r>
                      <a:endParaRPr lang="en-IN" sz="1300">
                        <a:solidFill>
                          <a:srgbClr val="333333"/>
                        </a:solidFill>
                        <a:effectLst/>
                        <a:latin typeface="inter-regular"/>
                      </a:endParaRPr>
                    </a:p>
                  </a:txBody>
                  <a:tcPr marL="43028" marR="43028" marT="43028" marB="43028"/>
                </a:tc>
                <a:extLst>
                  <a:ext uri="{0D108BD9-81ED-4DB2-BD59-A6C34878D82A}">
                    <a16:rowId xmlns:a16="http://schemas.microsoft.com/office/drawing/2014/main" xmlns="" val="412595319"/>
                  </a:ext>
                </a:extLst>
              </a:tr>
              <a:tr h="533264">
                <a:tc>
                  <a:txBody>
                    <a:bodyPr/>
                    <a:lstStyle/>
                    <a:p>
                      <a:pPr algn="just" fontAlgn="t"/>
                      <a:r>
                        <a:rPr lang="en-IN" sz="1300">
                          <a:solidFill>
                            <a:srgbClr val="333333"/>
                          </a:solidFill>
                          <a:effectLst/>
                        </a:rPr>
                        <a:t>Supported programming languages</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Java, C#, Ruby, Python, Perl, PHP and JavaScript</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VB Script.</a:t>
                      </a:r>
                      <a:endParaRPr lang="en-IN" sz="1300">
                        <a:solidFill>
                          <a:srgbClr val="333333"/>
                        </a:solidFill>
                        <a:effectLst/>
                        <a:latin typeface="inter-regular"/>
                      </a:endParaRPr>
                    </a:p>
                  </a:txBody>
                  <a:tcPr marL="43028" marR="43028" marT="43028" marB="43028"/>
                </a:tc>
                <a:extLst>
                  <a:ext uri="{0D108BD9-81ED-4DB2-BD59-A6C34878D82A}">
                    <a16:rowId xmlns:a16="http://schemas.microsoft.com/office/drawing/2014/main" xmlns="" val="1815315394"/>
                  </a:ext>
                </a:extLst>
              </a:tr>
              <a:tr h="533264">
                <a:tc>
                  <a:txBody>
                    <a:bodyPr/>
                    <a:lstStyle/>
                    <a:p>
                      <a:pPr algn="just" fontAlgn="t"/>
                      <a:r>
                        <a:rPr lang="en-IN" sz="1300">
                          <a:solidFill>
                            <a:srgbClr val="333333"/>
                          </a:solidFill>
                          <a:effectLst/>
                        </a:rPr>
                        <a:t>Supported Environments</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Android, iOS, Windows, Linux, Mac, Solaris.</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Only for Windows</a:t>
                      </a:r>
                      <a:endParaRPr lang="en-IN" sz="1300">
                        <a:solidFill>
                          <a:srgbClr val="333333"/>
                        </a:solidFill>
                        <a:effectLst/>
                        <a:latin typeface="inter-regular"/>
                      </a:endParaRPr>
                    </a:p>
                  </a:txBody>
                  <a:tcPr marL="43028" marR="43028" marT="43028" marB="43028"/>
                </a:tc>
                <a:extLst>
                  <a:ext uri="{0D108BD9-81ED-4DB2-BD59-A6C34878D82A}">
                    <a16:rowId xmlns:a16="http://schemas.microsoft.com/office/drawing/2014/main" xmlns="" val="3057159796"/>
                  </a:ext>
                </a:extLst>
              </a:tr>
              <a:tr h="721714">
                <a:tc>
                  <a:txBody>
                    <a:bodyPr/>
                    <a:lstStyle/>
                    <a:p>
                      <a:pPr algn="just" fontAlgn="t"/>
                      <a:r>
                        <a:rPr lang="en-IN" sz="1300">
                          <a:solidFill>
                            <a:srgbClr val="333333"/>
                          </a:solidFill>
                          <a:effectLst/>
                        </a:rPr>
                        <a:t>Supported Browsers</a:t>
                      </a:r>
                      <a:endParaRPr lang="en-IN" sz="1300">
                        <a:solidFill>
                          <a:srgbClr val="333333"/>
                        </a:solidFill>
                        <a:effectLst/>
                        <a:latin typeface="inter-regular"/>
                      </a:endParaRPr>
                    </a:p>
                  </a:txBody>
                  <a:tcPr marL="43028" marR="43028" marT="43028" marB="43028"/>
                </a:tc>
                <a:tc>
                  <a:txBody>
                    <a:bodyPr/>
                    <a:lstStyle/>
                    <a:p>
                      <a:pPr algn="just" fontAlgn="t"/>
                      <a:r>
                        <a:rPr lang="en-IN" sz="1300">
                          <a:solidFill>
                            <a:srgbClr val="333333"/>
                          </a:solidFill>
                          <a:effectLst/>
                        </a:rPr>
                        <a:t>Google Chrome, Mozilla Firefox, Internet Explorer, Edge, Opera, Safari, etc.</a:t>
                      </a:r>
                      <a:endParaRPr lang="en-IN" sz="1300">
                        <a:solidFill>
                          <a:srgbClr val="333333"/>
                        </a:solidFill>
                        <a:effectLst/>
                        <a:latin typeface="inter-regular"/>
                      </a:endParaRPr>
                    </a:p>
                  </a:txBody>
                  <a:tcPr marL="43028" marR="43028" marT="43028" marB="43028"/>
                </a:tc>
                <a:tc>
                  <a:txBody>
                    <a:bodyPr/>
                    <a:lstStyle/>
                    <a:p>
                      <a:pPr algn="just" fontAlgn="t"/>
                      <a:r>
                        <a:rPr lang="en-US" sz="1300" dirty="0">
                          <a:solidFill>
                            <a:srgbClr val="333333"/>
                          </a:solidFill>
                          <a:effectLst/>
                        </a:rPr>
                        <a:t>Specific versions of Google Chrome, Mozilla Firefox and Internet Explorer.</a:t>
                      </a:r>
                      <a:endParaRPr lang="en-US" sz="1300" dirty="0">
                        <a:solidFill>
                          <a:srgbClr val="333333"/>
                        </a:solidFill>
                        <a:effectLst/>
                        <a:latin typeface="inter-regular"/>
                      </a:endParaRPr>
                    </a:p>
                  </a:txBody>
                  <a:tcPr marL="43028" marR="43028" marT="43028" marB="43028"/>
                </a:tc>
                <a:extLst>
                  <a:ext uri="{0D108BD9-81ED-4DB2-BD59-A6C34878D82A}">
                    <a16:rowId xmlns:a16="http://schemas.microsoft.com/office/drawing/2014/main" xmlns="" val="1834629140"/>
                  </a:ext>
                </a:extLst>
              </a:tr>
            </a:tbl>
          </a:graphicData>
        </a:graphic>
      </p:graphicFrame>
    </p:spTree>
    <p:extLst>
      <p:ext uri="{BB962C8B-B14F-4D97-AF65-F5344CB8AC3E}">
        <p14:creationId xmlns:p14="http://schemas.microsoft.com/office/powerpoint/2010/main" xmlns="" val="184426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400620"/>
            <a:ext cx="7421963" cy="1033669"/>
          </a:xfrm>
        </p:spPr>
        <p:txBody>
          <a:bodyPr>
            <a:normAutofit/>
          </a:bodyPr>
          <a:lstStyle/>
          <a:p>
            <a:pPr>
              <a:lnSpc>
                <a:spcPct val="90000"/>
              </a:lnSpc>
            </a:pPr>
            <a:r>
              <a:rPr lang="en-IN" sz="3200" b="1" dirty="0">
                <a:solidFill>
                  <a:srgbClr val="FFFFFF"/>
                </a:solidFill>
              </a:rPr>
              <a:t>SELENIUM COMPONENTS</a:t>
            </a:r>
            <a:br>
              <a:rPr lang="en-IN" sz="3200" b="1" dirty="0">
                <a:solidFill>
                  <a:srgbClr val="FFFFFF"/>
                </a:solidFill>
              </a:rPr>
            </a:br>
            <a:endParaRPr lang="en-IN" sz="3200" b="1" dirty="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Selenium comprises of four major components which include:</a:t>
            </a:r>
          </a:p>
          <a:p>
            <a:pPr marL="0" indent="0">
              <a:buNone/>
            </a:pPr>
            <a:endParaRPr lang="en-IN" sz="2000" dirty="0"/>
          </a:p>
          <a:p>
            <a:pPr marL="0" indent="0">
              <a:buNone/>
            </a:pPr>
            <a:r>
              <a:rPr lang="en-IN" sz="2000" dirty="0"/>
              <a:t>1. Selenium IDE (Integrated Development Environment)</a:t>
            </a:r>
          </a:p>
          <a:p>
            <a:pPr marL="0" indent="0">
              <a:buNone/>
            </a:pPr>
            <a:r>
              <a:rPr lang="en-IN" sz="2000" dirty="0"/>
              <a:t>2. Selenium RC (Remote Control)</a:t>
            </a:r>
          </a:p>
          <a:p>
            <a:pPr marL="0" indent="0">
              <a:buNone/>
            </a:pPr>
            <a:r>
              <a:rPr lang="en-IN" sz="2000" dirty="0"/>
              <a:t>3. Selenium WD (WebDriver)</a:t>
            </a:r>
          </a:p>
          <a:p>
            <a:pPr marL="0" indent="0">
              <a:buNone/>
            </a:pPr>
            <a:r>
              <a:rPr lang="en-IN" sz="2000" dirty="0"/>
              <a:t>4. Selenium Grid</a:t>
            </a:r>
          </a:p>
        </p:txBody>
      </p:sp>
    </p:spTree>
    <p:extLst>
      <p:ext uri="{BB962C8B-B14F-4D97-AF65-F5344CB8AC3E}">
        <p14:creationId xmlns:p14="http://schemas.microsoft.com/office/powerpoint/2010/main" xmlns="" val="961672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3272" y="385155"/>
            <a:ext cx="7421963" cy="1033669"/>
          </a:xfrm>
        </p:spPr>
        <p:txBody>
          <a:bodyPr>
            <a:normAutofit/>
          </a:bodyPr>
          <a:lstStyle/>
          <a:p>
            <a:pPr>
              <a:lnSpc>
                <a:spcPct val="90000"/>
              </a:lnSpc>
            </a:pPr>
            <a:r>
              <a:rPr lang="en-IN" sz="2500" dirty="0">
                <a:solidFill>
                  <a:srgbClr val="FFFFFF"/>
                </a:solidFill>
              </a:rPr>
              <a:t>Selenium Integrated Development Environment (IDE)</a:t>
            </a:r>
            <a:br>
              <a:rPr lang="en-IN" sz="2500" dirty="0">
                <a:solidFill>
                  <a:srgbClr val="FFFFFF"/>
                </a:solidFill>
              </a:rPr>
            </a:br>
            <a:endParaRPr lang="en-IN" sz="2500" dirty="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Selenium IDE is implemented as Firefox extension which provides record and playback functionality on test scripts. It allows testers to export recorded scripts in many languages like HTML, Java, Ruby, </a:t>
            </a:r>
            <a:r>
              <a:rPr lang="en-IN" sz="2000" dirty="0" err="1"/>
              <a:t>RSpec</a:t>
            </a:r>
            <a:r>
              <a:rPr lang="en-IN" sz="2000" dirty="0"/>
              <a:t>, Python, C#, JUnit and TestNG. You can use these exported script in Selenium RC or </a:t>
            </a:r>
            <a:r>
              <a:rPr lang="en-IN" sz="2000" dirty="0" err="1"/>
              <a:t>Webdriver</a:t>
            </a:r>
            <a:r>
              <a:rPr lang="en-IN" sz="2000" dirty="0"/>
              <a:t>.</a:t>
            </a:r>
          </a:p>
          <a:p>
            <a:pPr marL="0" indent="0">
              <a:buNone/>
            </a:pPr>
            <a:endParaRPr lang="en-IN" sz="2000" dirty="0"/>
          </a:p>
          <a:p>
            <a:pPr marL="0" indent="0">
              <a:buNone/>
            </a:pPr>
            <a:r>
              <a:rPr lang="en-IN" sz="2000" dirty="0"/>
              <a:t>Selenium IDE has limited scope and the generated test scripts are not very robust and portable.</a:t>
            </a:r>
          </a:p>
          <a:p>
            <a:pPr marL="0" indent="0">
              <a:buNone/>
            </a:pPr>
            <a:endParaRPr lang="en-IN" sz="1700" dirty="0"/>
          </a:p>
        </p:txBody>
      </p:sp>
    </p:spTree>
    <p:extLst>
      <p:ext uri="{BB962C8B-B14F-4D97-AF65-F5344CB8AC3E}">
        <p14:creationId xmlns:p14="http://schemas.microsoft.com/office/powerpoint/2010/main" xmlns="" val="961672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3272" y="438309"/>
            <a:ext cx="7421963" cy="1033669"/>
          </a:xfrm>
        </p:spPr>
        <p:txBody>
          <a:bodyPr>
            <a:normAutofit/>
          </a:bodyPr>
          <a:lstStyle/>
          <a:p>
            <a:pPr>
              <a:lnSpc>
                <a:spcPct val="90000"/>
              </a:lnSpc>
            </a:pPr>
            <a:r>
              <a:rPr lang="en-IN" sz="3200" b="1" dirty="0">
                <a:solidFill>
                  <a:srgbClr val="FFFFFF"/>
                </a:solidFill>
              </a:rPr>
              <a:t>Selenium Remote Control</a:t>
            </a:r>
            <a:r>
              <a:rPr lang="en-IN" sz="3200" dirty="0">
                <a:solidFill>
                  <a:srgbClr val="FFFFFF"/>
                </a:solidFill>
              </a:rPr>
              <a:t/>
            </a:r>
            <a:br>
              <a:rPr lang="en-IN" sz="3200" dirty="0">
                <a:solidFill>
                  <a:srgbClr val="FFFFFF"/>
                </a:solidFill>
              </a:rPr>
            </a:br>
            <a:endParaRPr lang="en-IN" sz="3200" dirty="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Selenium RC (officially deprecated by selenium) allows testers to write automated web application UI test in any of the supported programming languages. </a:t>
            </a:r>
          </a:p>
          <a:p>
            <a:pPr marL="0" indent="0">
              <a:buNone/>
            </a:pPr>
            <a:endParaRPr lang="en-IN" sz="2000" dirty="0"/>
          </a:p>
          <a:p>
            <a:pPr marL="0" indent="0">
              <a:buNone/>
            </a:pPr>
            <a:r>
              <a:rPr lang="en-IN" sz="2000" dirty="0"/>
              <a:t>It also involves an HTTP proxy server which enables the browser to believe that the web application being tested comes from the domain provided by proxy server.</a:t>
            </a:r>
          </a:p>
          <a:p>
            <a:pPr marL="0" indent="0">
              <a:buNone/>
            </a:pPr>
            <a:endParaRPr lang="en-IN" sz="1700" dirty="0"/>
          </a:p>
        </p:txBody>
      </p:sp>
    </p:spTree>
    <p:extLst>
      <p:ext uri="{BB962C8B-B14F-4D97-AF65-F5344CB8AC3E}">
        <p14:creationId xmlns:p14="http://schemas.microsoft.com/office/powerpoint/2010/main" xmlns="" val="961672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r>
              <a:rPr lang="en-IN" sz="3500" b="1">
                <a:solidFill>
                  <a:srgbClr val="FFFFFF"/>
                </a:solidFill>
              </a:rPr>
              <a:t>SELENIUM WEBDRIVER</a:t>
            </a:r>
          </a:p>
        </p:txBody>
      </p:sp>
      <p:sp>
        <p:nvSpPr>
          <p:cNvPr id="3" name="Content Placeholder 2"/>
          <p:cNvSpPr>
            <a:spLocks noGrp="1"/>
          </p:cNvSpPr>
          <p:nvPr>
            <p:ph idx="1"/>
          </p:nvPr>
        </p:nvSpPr>
        <p:spPr>
          <a:xfrm>
            <a:off x="1028699" y="2318197"/>
            <a:ext cx="7293023" cy="3683358"/>
          </a:xfrm>
        </p:spPr>
        <p:txBody>
          <a:bodyPr anchor="ctr">
            <a:normAutofit/>
          </a:bodyPr>
          <a:lstStyle/>
          <a:p>
            <a:pPr marL="0" indent="0">
              <a:buNone/>
            </a:pPr>
            <a:r>
              <a:rPr lang="en-IN" sz="2000" dirty="0"/>
              <a:t>Web driver is the advanced for selenium RC which we can use to design the test scripts and execute the test scripts in different browsers and in the different environments.</a:t>
            </a:r>
          </a:p>
          <a:p>
            <a:pPr marL="0" indent="0">
              <a:buNone/>
            </a:pPr>
            <a:endParaRPr lang="en-IN" sz="2000" dirty="0"/>
          </a:p>
          <a:p>
            <a:pPr marL="0" indent="0">
              <a:buNone/>
            </a:pPr>
            <a:r>
              <a:rPr lang="en-IN" sz="2000" dirty="0"/>
              <a:t>Selenium WebDriver performs much faster as compared to Selenium RC because it makes direct calls to the web browsers. RC on the other hand needs an RC server to interact with the web browser.</a:t>
            </a:r>
          </a:p>
        </p:txBody>
      </p:sp>
    </p:spTree>
    <p:extLst>
      <p:ext uri="{BB962C8B-B14F-4D97-AF65-F5344CB8AC3E}">
        <p14:creationId xmlns:p14="http://schemas.microsoft.com/office/powerpoint/2010/main" xmlns="" val="2393526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9" y="294538"/>
            <a:ext cx="7421963" cy="1033669"/>
          </a:xfrm>
        </p:spPr>
        <p:txBody>
          <a:bodyPr>
            <a:normAutofit/>
          </a:bodyPr>
          <a:lstStyle/>
          <a:p>
            <a:pPr>
              <a:lnSpc>
                <a:spcPct val="90000"/>
              </a:lnSpc>
            </a:pPr>
            <a:r>
              <a:rPr lang="en-IN" sz="3200" b="1">
                <a:solidFill>
                  <a:srgbClr val="FFFFFF"/>
                </a:solidFill>
              </a:rPr>
              <a:t>Advantages of Webdriver</a:t>
            </a:r>
            <a:r>
              <a:rPr lang="en-IN" sz="3200">
                <a:solidFill>
                  <a:srgbClr val="FFFFFF"/>
                </a:solidFill>
              </a:rPr>
              <a:t/>
            </a:r>
            <a:br>
              <a:rPr lang="en-IN" sz="3200">
                <a:solidFill>
                  <a:srgbClr val="FFFFFF"/>
                </a:solidFill>
              </a:rPr>
            </a:br>
            <a:endParaRPr lang="en-IN" sz="3200">
              <a:solidFill>
                <a:srgbClr val="FFFFFF"/>
              </a:solidFill>
            </a:endParaRPr>
          </a:p>
        </p:txBody>
      </p:sp>
      <p:sp>
        <p:nvSpPr>
          <p:cNvPr id="3" name="Content Placeholder 2"/>
          <p:cNvSpPr>
            <a:spLocks noGrp="1"/>
          </p:cNvSpPr>
          <p:nvPr>
            <p:ph idx="1"/>
          </p:nvPr>
        </p:nvSpPr>
        <p:spPr>
          <a:xfrm>
            <a:off x="1028699" y="2318197"/>
            <a:ext cx="7293023" cy="3683358"/>
          </a:xfrm>
        </p:spPr>
        <p:txBody>
          <a:bodyPr anchor="ctr">
            <a:noAutofit/>
          </a:bodyPr>
          <a:lstStyle/>
          <a:p>
            <a:pPr marL="0" indent="0">
              <a:lnSpc>
                <a:spcPct val="90000"/>
              </a:lnSpc>
              <a:buNone/>
            </a:pPr>
            <a:r>
              <a:rPr lang="en-IN" sz="1500" dirty="0"/>
              <a:t>1. Like as RC we need not to start the server for web driver.</a:t>
            </a:r>
          </a:p>
          <a:p>
            <a:pPr marL="0" indent="0">
              <a:lnSpc>
                <a:spcPct val="90000"/>
              </a:lnSpc>
              <a:buNone/>
            </a:pPr>
            <a:endParaRPr lang="en-IN" sz="1500" dirty="0"/>
          </a:p>
          <a:p>
            <a:pPr marL="0" indent="0">
              <a:lnSpc>
                <a:spcPct val="90000"/>
              </a:lnSpc>
              <a:buNone/>
            </a:pPr>
            <a:r>
              <a:rPr lang="en-IN" sz="1500" dirty="0"/>
              <a:t>2. We can access RC commands into web driver but we cannot access web driver commands into RC.</a:t>
            </a:r>
          </a:p>
          <a:p>
            <a:pPr marL="0" indent="0">
              <a:lnSpc>
                <a:spcPct val="90000"/>
              </a:lnSpc>
              <a:buNone/>
            </a:pPr>
            <a:endParaRPr lang="en-IN" sz="1500" dirty="0"/>
          </a:p>
          <a:p>
            <a:pPr marL="0" indent="0">
              <a:lnSpc>
                <a:spcPct val="90000"/>
              </a:lnSpc>
              <a:buNone/>
            </a:pPr>
            <a:r>
              <a:rPr lang="en-IN" sz="1500" dirty="0"/>
              <a:t>3. Default synchronization is applicable for page loadings in </a:t>
            </a:r>
            <a:r>
              <a:rPr lang="en-IN" sz="1500" dirty="0" err="1"/>
              <a:t>webdriver</a:t>
            </a:r>
            <a:r>
              <a:rPr lang="en-IN" sz="1500" dirty="0"/>
              <a:t>.</a:t>
            </a:r>
          </a:p>
          <a:p>
            <a:pPr marL="0" indent="0">
              <a:lnSpc>
                <a:spcPct val="90000"/>
              </a:lnSpc>
              <a:buNone/>
            </a:pPr>
            <a:endParaRPr lang="en-IN" sz="1500" dirty="0"/>
          </a:p>
          <a:p>
            <a:pPr marL="0" indent="0">
              <a:lnSpc>
                <a:spcPct val="90000"/>
              </a:lnSpc>
              <a:buNone/>
            </a:pPr>
            <a:r>
              <a:rPr lang="en-IN" sz="1500" dirty="0"/>
              <a:t>4. We can handle multiple similar elements (links, buttons, images etc) in selenium </a:t>
            </a:r>
            <a:r>
              <a:rPr lang="en-IN" sz="1500" dirty="0" err="1"/>
              <a:t>webdriver</a:t>
            </a:r>
            <a:r>
              <a:rPr lang="en-IN" sz="1500" dirty="0"/>
              <a:t>.</a:t>
            </a:r>
          </a:p>
          <a:p>
            <a:pPr marL="0" indent="0">
              <a:lnSpc>
                <a:spcPct val="90000"/>
              </a:lnSpc>
              <a:buNone/>
            </a:pPr>
            <a:endParaRPr lang="en-IN" sz="1500" dirty="0"/>
          </a:p>
          <a:p>
            <a:pPr marL="0" indent="0">
              <a:lnSpc>
                <a:spcPct val="90000"/>
              </a:lnSpc>
              <a:buNone/>
            </a:pPr>
            <a:r>
              <a:rPr lang="en-IN" sz="1500" dirty="0"/>
              <a:t>5. We can handle alert messages popup windows using web driver.</a:t>
            </a:r>
          </a:p>
          <a:p>
            <a:pPr marL="0" indent="0">
              <a:lnSpc>
                <a:spcPct val="90000"/>
              </a:lnSpc>
              <a:buNone/>
            </a:pPr>
            <a:endParaRPr lang="en-IN" sz="1500" dirty="0"/>
          </a:p>
          <a:p>
            <a:pPr marL="0" indent="0">
              <a:lnSpc>
                <a:spcPct val="90000"/>
              </a:lnSpc>
              <a:buNone/>
            </a:pPr>
            <a:r>
              <a:rPr lang="en-IN" sz="1500" dirty="0"/>
              <a:t>6. We can handle mouse over operations (mouse movements) keyboard operations in web driver.</a:t>
            </a:r>
          </a:p>
          <a:p>
            <a:pPr marL="0" indent="0">
              <a:lnSpc>
                <a:spcPct val="90000"/>
              </a:lnSpc>
              <a:buNone/>
            </a:pPr>
            <a:endParaRPr lang="en-IN" sz="1500" dirty="0"/>
          </a:p>
          <a:p>
            <a:pPr marL="0" indent="0">
              <a:lnSpc>
                <a:spcPct val="90000"/>
              </a:lnSpc>
              <a:buNone/>
            </a:pPr>
            <a:r>
              <a:rPr lang="en-IN" sz="1500" dirty="0"/>
              <a:t>7. We can handle web tables using </a:t>
            </a:r>
            <a:r>
              <a:rPr lang="en-IN" sz="1500" dirty="0" err="1"/>
              <a:t>webdriver</a:t>
            </a:r>
            <a:r>
              <a:rPr lang="en-IN" sz="1500" dirty="0"/>
              <a:t>.</a:t>
            </a:r>
          </a:p>
          <a:p>
            <a:pPr marL="0" indent="0">
              <a:lnSpc>
                <a:spcPct val="90000"/>
              </a:lnSpc>
              <a:buNone/>
            </a:pPr>
            <a:endParaRPr lang="en-IN" sz="1500" dirty="0"/>
          </a:p>
          <a:p>
            <a:pPr marL="0" indent="0">
              <a:lnSpc>
                <a:spcPct val="90000"/>
              </a:lnSpc>
              <a:buNone/>
            </a:pPr>
            <a:r>
              <a:rPr lang="en-IN" sz="1500" dirty="0"/>
              <a:t>8. We can handle multiple windows (more than one window using web driver)</a:t>
            </a:r>
          </a:p>
        </p:txBody>
      </p:sp>
    </p:spTree>
    <p:extLst>
      <p:ext uri="{BB962C8B-B14F-4D97-AF65-F5344CB8AC3E}">
        <p14:creationId xmlns:p14="http://schemas.microsoft.com/office/powerpoint/2010/main" xmlns="" val="2001110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1143000"/>
          </a:xfrm>
        </p:spPr>
        <p:txBody>
          <a:bodyPr>
            <a:normAutofit/>
          </a:bodyPr>
          <a:lstStyle/>
          <a:p>
            <a:pPr algn="l"/>
            <a:r>
              <a:rPr lang="en-IN" sz="2800" dirty="0"/>
              <a:t>For working with selenium </a:t>
            </a:r>
            <a:r>
              <a:rPr lang="en-IN" sz="2800" dirty="0" err="1"/>
              <a:t>webdriver</a:t>
            </a:r>
            <a:r>
              <a:rPr lang="en-IN" sz="2800" dirty="0"/>
              <a:t> we need to configure selenium standalone server with eclipse.</a:t>
            </a:r>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1772816"/>
            <a:ext cx="8064896" cy="475252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192632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raphical user interface, text&#10;&#10;Description automatically generated">
            <a:extLst>
              <a:ext uri="{FF2B5EF4-FFF2-40B4-BE49-F238E27FC236}">
                <a16:creationId xmlns:a16="http://schemas.microsoft.com/office/drawing/2014/main" xmlns="" id="{3DBBE4D4-F60C-5707-B8BD-B403BC6F68B6}"/>
              </a:ext>
            </a:extLst>
          </p:cNvPr>
          <p:cNvPicPr>
            <a:picLocks noChangeAspect="1"/>
          </p:cNvPicPr>
          <p:nvPr/>
        </p:nvPicPr>
        <p:blipFill>
          <a:blip r:embed="rId2" cstate="print"/>
          <a:stretch>
            <a:fillRect/>
          </a:stretch>
        </p:blipFill>
        <p:spPr>
          <a:xfrm>
            <a:off x="482600" y="1128713"/>
            <a:ext cx="8178799" cy="4600573"/>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xmlns="" id="{94BAD441-B901-6B27-44E3-0D5EF3C17F8F}"/>
              </a:ext>
            </a:extLst>
          </p:cNvPr>
          <p:cNvSpPr/>
          <p:nvPr/>
        </p:nvSpPr>
        <p:spPr>
          <a:xfrm>
            <a:off x="1619672" y="3573016"/>
            <a:ext cx="2376264" cy="4320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1610943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BE8AC0-BE5E-668A-742A-E73C9F71417C}"/>
              </a:ext>
            </a:extLst>
          </p:cNvPr>
          <p:cNvSpPr>
            <a:spLocks noGrp="1"/>
          </p:cNvSpPr>
          <p:nvPr>
            <p:ph type="title"/>
          </p:nvPr>
        </p:nvSpPr>
        <p:spPr/>
        <p:txBody>
          <a:bodyPr>
            <a:noAutofit/>
          </a:bodyPr>
          <a:lstStyle/>
          <a:p>
            <a:r>
              <a:rPr lang="en-US" sz="2400" dirty="0"/>
              <a:t/>
            </a:r>
            <a:br>
              <a:rPr lang="en-US" sz="2400" dirty="0"/>
            </a:br>
            <a:r>
              <a:rPr lang="en-US" sz="2400" dirty="0"/>
              <a:t/>
            </a:r>
            <a:br>
              <a:rPr lang="en-US" sz="2400" dirty="0"/>
            </a:br>
            <a:r>
              <a:rPr lang="en-US" sz="2800" b="1" u="sng" dirty="0"/>
              <a:t>Selenium Configuration with Java Project</a:t>
            </a:r>
            <a:r>
              <a:rPr lang="en-US" sz="2400" dirty="0"/>
              <a:t/>
            </a:r>
            <a:br>
              <a:rPr lang="en-US" sz="2400" dirty="0"/>
            </a:br>
            <a:r>
              <a:rPr lang="en-US" sz="2400" dirty="0"/>
              <a:t/>
            </a:r>
            <a:br>
              <a:rPr lang="en-US" sz="2400" dirty="0"/>
            </a:br>
            <a:r>
              <a:rPr lang="en-US" sz="2400" dirty="0"/>
              <a:t>Right Click on the Project -&gt; Build Path -&gt; Configure Build Path -&gt; Select class path in Libraries tab -&gt; Add External Jar -_ Select Selenium Jar file -&gt; Apply and Close</a:t>
            </a:r>
            <a:endParaRPr lang="en-IN" sz="2400" dirty="0"/>
          </a:p>
        </p:txBody>
      </p:sp>
      <p:pic>
        <p:nvPicPr>
          <p:cNvPr id="5" name="Content Placeholder 4">
            <a:extLst>
              <a:ext uri="{FF2B5EF4-FFF2-40B4-BE49-F238E27FC236}">
                <a16:creationId xmlns:a16="http://schemas.microsoft.com/office/drawing/2014/main" xmlns="" id="{6F9255D4-9577-4687-D54B-6B6B8098F6E0}"/>
              </a:ext>
            </a:extLst>
          </p:cNvPr>
          <p:cNvPicPr>
            <a:picLocks noGrp="1" noChangeAspect="1"/>
          </p:cNvPicPr>
          <p:nvPr>
            <p:ph idx="1"/>
          </p:nvPr>
        </p:nvPicPr>
        <p:blipFill>
          <a:blip r:embed="rId2" cstate="print"/>
          <a:stretch>
            <a:fillRect/>
          </a:stretch>
        </p:blipFill>
        <p:spPr>
          <a:xfrm>
            <a:off x="457200" y="2395154"/>
            <a:ext cx="8229600" cy="4161407"/>
          </a:xfrm>
        </p:spPr>
      </p:pic>
    </p:spTree>
    <p:extLst>
      <p:ext uri="{BB962C8B-B14F-4D97-AF65-F5344CB8AC3E}">
        <p14:creationId xmlns:p14="http://schemas.microsoft.com/office/powerpoint/2010/main" xmlns="" val="511994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465</TotalTime>
  <Words>852</Words>
  <Application>Microsoft Office PowerPoint</Application>
  <PresentationFormat>On-screen Show (4:3)</PresentationFormat>
  <Paragraphs>95</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SELENIUM   </vt:lpstr>
      <vt:lpstr>SELENIUM</vt:lpstr>
      <vt:lpstr>Who developed Selenium? </vt:lpstr>
      <vt:lpstr>Advantages of Selenium </vt:lpstr>
      <vt:lpstr>Advantages of Selenium</vt:lpstr>
      <vt:lpstr>Slide 7</vt:lpstr>
      <vt:lpstr>Disadvantages of Selenium </vt:lpstr>
      <vt:lpstr>Selenium Vs QTP</vt:lpstr>
      <vt:lpstr>SELENIUM COMPONENTS </vt:lpstr>
      <vt:lpstr>Selenium Integrated Development Environment (IDE) </vt:lpstr>
      <vt:lpstr>Selenium Remote Control </vt:lpstr>
      <vt:lpstr>SELENIUM WEBDRIVER</vt:lpstr>
      <vt:lpstr>Advantages of Webdriver </vt:lpstr>
      <vt:lpstr>For working with selenium webdriver we need to configure selenium standalone server with eclipse.</vt:lpstr>
      <vt:lpstr>Slide 16</vt:lpstr>
      <vt:lpstr>  Selenium Configuration with Java Project  Right Click on the Project -&gt; Build Path -&gt; Configure Build Path -&gt; Select class path in Libraries tab -&gt; Add External Jar -_ Select Selenium Jar file -&gt; Apply and Close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12</cp:revision>
  <dcterms:created xsi:type="dcterms:W3CDTF">2022-05-24T15:30:49Z</dcterms:created>
  <dcterms:modified xsi:type="dcterms:W3CDTF">2025-12-18T14:56:40Z</dcterms:modified>
</cp:coreProperties>
</file>