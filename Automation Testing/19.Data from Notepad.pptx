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9" r:id="rId4"/>
    <p:sldId id="274" r:id="rId5"/>
    <p:sldId id="258" r:id="rId6"/>
    <p:sldId id="261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7FF9F109-EAAD-4F39-8F44-8D5C70486B68}"/>
    <pc:docChg chg="undo custSel addSld modSld">
      <pc:chgData name="Manas Tuwani" userId="5d421215-a11f-4a6e-90ca-e8ac2213fab6" providerId="ADAL" clId="{7FF9F109-EAAD-4F39-8F44-8D5C70486B68}" dt="2023-04-01T11:02:24.637" v="6" actId="26606"/>
      <pc:docMkLst>
        <pc:docMk/>
      </pc:docMkLst>
      <pc:sldChg chg="addSp delSp modSp new mod setBg">
        <pc:chgData name="Manas Tuwani" userId="5d421215-a11f-4a6e-90ca-e8ac2213fab6" providerId="ADAL" clId="{7FF9F109-EAAD-4F39-8F44-8D5C70486B68}" dt="2023-04-01T11:02:24.637" v="6" actId="26606"/>
        <pc:sldMkLst>
          <pc:docMk/>
          <pc:sldMk cId="3873093366" sldId="273"/>
        </pc:sldMkLst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8" creationId="{F3060C83-F051-4F0E-ABAD-AA0DFC48B218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10" creationId="{83C98ABE-055B-441F-B07E-44F97F083C39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12" creationId="{29FDB030-9B49-4CED-8CCD-4D99382388AC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14" creationId="{3783CA14-24A1-485C-8B30-D6A5D87987AD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16" creationId="{9A97C86A-04D6-40F7-AE84-31AB43E6A846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18" creationId="{FF9F2414-84E8-453E-B1F3-389FDE8192D9}"/>
          </ac:spMkLst>
        </pc:spChg>
        <pc:spChg chg="add del">
          <ac:chgData name="Manas Tuwani" userId="5d421215-a11f-4a6e-90ca-e8ac2213fab6" providerId="ADAL" clId="{7FF9F109-EAAD-4F39-8F44-8D5C70486B68}" dt="2023-04-01T11:02:19.096" v="3" actId="26606"/>
          <ac:spMkLst>
            <pc:docMk/>
            <pc:sldMk cId="3873093366" sldId="273"/>
            <ac:spMk id="20" creationId="{3ECA69A1-7536-43AC-85EF-C7106179F5ED}"/>
          </ac:spMkLst>
        </pc:spChg>
        <pc:spChg chg="add del">
          <ac:chgData name="Manas Tuwani" userId="5d421215-a11f-4a6e-90ca-e8ac2213fab6" providerId="ADAL" clId="{7FF9F109-EAAD-4F39-8F44-8D5C70486B68}" dt="2023-04-01T11:02:24.632" v="5" actId="26606"/>
          <ac:spMkLst>
            <pc:docMk/>
            <pc:sldMk cId="3873093366" sldId="273"/>
            <ac:spMk id="22" creationId="{42A4FC2C-047E-45A5-965D-8E1E3BF09BC6}"/>
          </ac:spMkLst>
        </pc:spChg>
        <pc:spChg chg="add">
          <ac:chgData name="Manas Tuwani" userId="5d421215-a11f-4a6e-90ca-e8ac2213fab6" providerId="ADAL" clId="{7FF9F109-EAAD-4F39-8F44-8D5C70486B68}" dt="2023-04-01T11:02:24.637" v="6" actId="26606"/>
          <ac:spMkLst>
            <pc:docMk/>
            <pc:sldMk cId="3873093366" sldId="273"/>
            <ac:spMk id="24" creationId="{86FF76B9-219D-4469-AF87-0236D29032F1}"/>
          </ac:spMkLst>
        </pc:spChg>
        <pc:spChg chg="add">
          <ac:chgData name="Manas Tuwani" userId="5d421215-a11f-4a6e-90ca-e8ac2213fab6" providerId="ADAL" clId="{7FF9F109-EAAD-4F39-8F44-8D5C70486B68}" dt="2023-04-01T11:02:24.637" v="6" actId="26606"/>
          <ac:spMkLst>
            <pc:docMk/>
            <pc:sldMk cId="3873093366" sldId="273"/>
            <ac:spMk id="27" creationId="{2E80C965-DB6D-4F81-9E9E-B027384D0BD6}"/>
          </ac:spMkLst>
        </pc:spChg>
        <pc:spChg chg="add">
          <ac:chgData name="Manas Tuwani" userId="5d421215-a11f-4a6e-90ca-e8ac2213fab6" providerId="ADAL" clId="{7FF9F109-EAAD-4F39-8F44-8D5C70486B68}" dt="2023-04-01T11:02:24.637" v="6" actId="26606"/>
          <ac:spMkLst>
            <pc:docMk/>
            <pc:sldMk cId="3873093366" sldId="273"/>
            <ac:spMk id="28" creationId="{633C5E46-DAC5-4661-9C87-22B08E2A512F}"/>
          </ac:spMkLst>
        </pc:spChg>
        <pc:grpChg chg="add">
          <ac:chgData name="Manas Tuwani" userId="5d421215-a11f-4a6e-90ca-e8ac2213fab6" providerId="ADAL" clId="{7FF9F109-EAAD-4F39-8F44-8D5C70486B68}" dt="2023-04-01T11:02:24.637" v="6" actId="26606"/>
          <ac:grpSpMkLst>
            <pc:docMk/>
            <pc:sldMk cId="3873093366" sldId="273"/>
            <ac:grpSpMk id="25" creationId="{DB88BD78-87E1-424D-B479-C37D8E41B12E}"/>
          </ac:grpSpMkLst>
        </pc:grpChg>
        <pc:picChg chg="add mod">
          <ac:chgData name="Manas Tuwani" userId="5d421215-a11f-4a6e-90ca-e8ac2213fab6" providerId="ADAL" clId="{7FF9F109-EAAD-4F39-8F44-8D5C70486B68}" dt="2023-04-01T11:02:24.637" v="6" actId="26606"/>
          <ac:picMkLst>
            <pc:docMk/>
            <pc:sldMk cId="3873093366" sldId="273"/>
            <ac:picMk id="3" creationId="{3C76DD7F-CF88-372B-0FCB-F47FAC9AC084}"/>
          </ac:picMkLst>
        </pc:picChg>
      </pc:sldChg>
    </pc:docChg>
  </pc:docChgLst>
  <pc:docChgLst>
    <pc:chgData name="Manas Tuwani" userId="5d421215-a11f-4a6e-90ca-e8ac2213fab6" providerId="ADAL" clId="{BDDFED81-9F4A-4657-A558-87487185000F}"/>
    <pc:docChg chg="modSld">
      <pc:chgData name="Manas Tuwani" userId="5d421215-a11f-4a6e-90ca-e8ac2213fab6" providerId="ADAL" clId="{BDDFED81-9F4A-4657-A558-87487185000F}" dt="2023-07-28T02:57:02.543" v="0" actId="1036"/>
      <pc:docMkLst>
        <pc:docMk/>
      </pc:docMkLst>
      <pc:sldChg chg="modSp mod">
        <pc:chgData name="Manas Tuwani" userId="5d421215-a11f-4a6e-90ca-e8ac2213fab6" providerId="ADAL" clId="{BDDFED81-9F4A-4657-A558-87487185000F}" dt="2023-07-28T02:57:02.543" v="0" actId="1036"/>
        <pc:sldMkLst>
          <pc:docMk/>
          <pc:sldMk cId="3873093366" sldId="273"/>
        </pc:sldMkLst>
        <pc:picChg chg="mod">
          <ac:chgData name="Manas Tuwani" userId="5d421215-a11f-4a6e-90ca-e8ac2213fab6" providerId="ADAL" clId="{BDDFED81-9F4A-4657-A558-87487185000F}" dt="2023-07-28T02:57:02.543" v="0" actId="1036"/>
          <ac:picMkLst>
            <pc:docMk/>
            <pc:sldMk cId="3873093366" sldId="273"/>
            <ac:picMk id="3" creationId="{3C76DD7F-CF88-372B-0FCB-F47FAC9AC084}"/>
          </ac:picMkLst>
        </pc:picChg>
      </pc:sldChg>
    </pc:docChg>
  </pc:docChgLst>
  <pc:docChgLst>
    <pc:chgData name="Manas Tuwani" userId="5d421215-a11f-4a6e-90ca-e8ac2213fab6" providerId="ADAL" clId="{8DD98C0C-94ED-4ECD-9C3E-098C00C712F9}"/>
    <pc:docChg chg="custSel modSld">
      <pc:chgData name="Manas Tuwani" userId="5d421215-a11f-4a6e-90ca-e8ac2213fab6" providerId="ADAL" clId="{8DD98C0C-94ED-4ECD-9C3E-098C00C712F9}" dt="2022-12-11T13:22:20.381" v="1" actId="33524"/>
      <pc:docMkLst>
        <pc:docMk/>
      </pc:docMkLst>
      <pc:sldChg chg="modSp mod">
        <pc:chgData name="Manas Tuwani" userId="5d421215-a11f-4a6e-90ca-e8ac2213fab6" providerId="ADAL" clId="{8DD98C0C-94ED-4ECD-9C3E-098C00C712F9}" dt="2022-12-11T13:22:01.230" v="0" actId="33524"/>
        <pc:sldMkLst>
          <pc:docMk/>
          <pc:sldMk cId="223616405" sldId="257"/>
        </pc:sldMkLst>
        <pc:spChg chg="mod">
          <ac:chgData name="Manas Tuwani" userId="5d421215-a11f-4a6e-90ca-e8ac2213fab6" providerId="ADAL" clId="{8DD98C0C-94ED-4ECD-9C3E-098C00C712F9}" dt="2022-12-11T13:22:01.230" v="0" actId="33524"/>
          <ac:spMkLst>
            <pc:docMk/>
            <pc:sldMk cId="223616405" sldId="257"/>
            <ac:spMk id="3" creationId="{B1EE4E23-E424-9329-C225-20C415BDB1C9}"/>
          </ac:spMkLst>
        </pc:spChg>
      </pc:sldChg>
      <pc:sldChg chg="modSp mod">
        <pc:chgData name="Manas Tuwani" userId="5d421215-a11f-4a6e-90ca-e8ac2213fab6" providerId="ADAL" clId="{8DD98C0C-94ED-4ECD-9C3E-098C00C712F9}" dt="2022-12-11T13:22:20.381" v="1" actId="33524"/>
        <pc:sldMkLst>
          <pc:docMk/>
          <pc:sldMk cId="1218377677" sldId="258"/>
        </pc:sldMkLst>
        <pc:spChg chg="mod">
          <ac:chgData name="Manas Tuwani" userId="5d421215-a11f-4a6e-90ca-e8ac2213fab6" providerId="ADAL" clId="{8DD98C0C-94ED-4ECD-9C3E-098C00C712F9}" dt="2022-12-11T13:22:20.381" v="1" actId="33524"/>
          <ac:spMkLst>
            <pc:docMk/>
            <pc:sldMk cId="1218377677" sldId="258"/>
            <ac:spMk id="3" creationId="{549CED8D-B6C6-A2AE-D00E-F2352986C4F7}"/>
          </ac:spMkLst>
        </pc:spChg>
      </pc:sldChg>
    </pc:docChg>
  </pc:docChgLst>
  <pc:docChgLst>
    <pc:chgData name="Manas Tuwani" userId="5d421215-a11f-4a6e-90ca-e8ac2213fab6" providerId="ADAL" clId="{7F9CDB09-6933-4E8D-B4C8-7B4D602D824A}"/>
    <pc:docChg chg="addSld delSld modSld">
      <pc:chgData name="Manas Tuwani" userId="5d421215-a11f-4a6e-90ca-e8ac2213fab6" providerId="ADAL" clId="{7F9CDB09-6933-4E8D-B4C8-7B4D602D824A}" dt="2022-08-20T05:19:48.179" v="1" actId="47"/>
      <pc:docMkLst>
        <pc:docMk/>
      </pc:docMkLst>
      <pc:sldChg chg="del">
        <pc:chgData name="Manas Tuwani" userId="5d421215-a11f-4a6e-90ca-e8ac2213fab6" providerId="ADAL" clId="{7F9CDB09-6933-4E8D-B4C8-7B4D602D824A}" dt="2022-08-20T05:19:48.179" v="1" actId="47"/>
        <pc:sldMkLst>
          <pc:docMk/>
          <pc:sldMk cId="316785124" sldId="256"/>
        </pc:sldMkLst>
      </pc:sldChg>
      <pc:sldChg chg="add">
        <pc:chgData name="Manas Tuwani" userId="5d421215-a11f-4a6e-90ca-e8ac2213fab6" providerId="ADAL" clId="{7F9CDB09-6933-4E8D-B4C8-7B4D602D824A}" dt="2022-08-20T05:19:46.317" v="0"/>
        <pc:sldMkLst>
          <pc:docMk/>
          <pc:sldMk cId="235606178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41D3B9-7888-21A9-8476-9D1DE2BA0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58E8A41-4A83-A335-A239-2740FB556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595D0F-ED37-CEB2-D00A-C3B993A3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BE37D8-AA35-5EA7-8C7F-F043EB38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446816-7796-E690-841A-ABD90863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972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D0CD0-8E64-7C00-0C85-CDBE8628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D26198-F869-6A86-7884-EE0EB6A51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07A76B-0689-BEDF-098C-1981100D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1C8F0A-6797-B076-438B-9FEE098E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5EE672-D007-AB63-A4A7-324011BD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825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A5E42-B47C-BB33-0324-99071F23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1BCBEB-7679-7EF9-EE21-D4E916253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67AB23-6893-CA00-D692-AFED470A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1F6F32-1A91-2FFC-F8B1-6F8F3AF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A85304-BEED-38F5-16F6-96E3F0DB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3365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F2C6B4-B446-0EA1-9FE7-501D1E74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075755-17D7-90F1-D149-55D35A6D7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3C69F6-E7C6-A08A-4DE0-5F53B4582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3E1B50D-C4D2-0EFF-5117-1E75524F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DC83E2-CB87-30C3-FC3F-6C6A3EEC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6091CFA-E976-9A87-032C-BDAE9C27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6281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4C8A85-940F-AA54-A7E9-64652F8D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DBFA0D7-4D7D-5DBF-C122-284B6BBC2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04F73EE-5015-56E3-29D3-54D7BF502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A9F9DED-8797-C084-7317-CF242350A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E90177E-87F0-F12C-2F86-48983F21A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47A44E4-FC91-C219-6257-BAA90E29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3629BA9-3B93-89E5-D781-CCE0B8C7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7D5EB97-BFAF-6C4F-D292-11EB79E8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1016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E1BB4F-DD3A-36AE-2AD5-5CB7928D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6556F6B-6D38-585E-BA24-6E210285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3261BC-A7F1-2A0F-473C-FF192542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52FDAF-5EE4-813A-10C2-F495C5B4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956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AA0D1BF-7388-8080-7ECA-955C8874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583B843-8C92-1B3F-AA59-C6607E0E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72E7BF-3FA2-03A0-B600-1DF6C686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5925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0FA414-82E7-3EA3-3A33-77A0E1C1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572B94-CFB3-067F-7816-3B7A98D6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7F7458D-6C51-67F2-3BC6-96AB8D372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C5B9C71-37F5-417C-5D16-F9943003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6C0D5AC-85B6-00BB-5C09-C195ED10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A62A4F0-E3E7-303B-61ED-105D1524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7305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CF6C9F-897A-2BA9-ED03-96E150EC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467F167-824E-9617-0E43-29B62A008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8D041A0-3447-B9BE-DF27-91F7B7F5C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45BF0F9-C767-EB14-F87E-8B534C2C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FEFCD5-3D11-6666-955F-2FE87522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1CAC21-8EE2-E93B-E910-F86316D6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995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A7C008-81F4-711E-034F-BB7FC187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CCB32AF-2DC7-352F-1607-4280A9AC6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8242A7-0BB1-ED78-BFD6-B1D934CD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61F300-9163-A9E3-D955-62BAA9F9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238CDB-BCC9-3786-EB04-42FB5168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6174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2BC6882-9A8B-0C49-B0B1-6E47787F8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F680219-FD5D-12EF-B216-A29A5521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C895E1-D96B-36DE-77BB-7069AFCB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D7D58D9-4569-1873-00A4-B05F4C18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4BEB9F-DC00-7CB7-41DC-702F4540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026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71BCBAA-2BCA-95EC-0E5D-38F11D10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CB66D4-4B5A-E008-DEA5-F24C1DBB4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5A2FC8-3FAB-5CA8-C163-8CD3AF4CF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02EFE-926D-4901-B612-AAF5574CC41A}" type="datetimeFigureOut">
              <a:rPr lang="en-IN" smtClean="0"/>
              <a:pPr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ED2187-09AB-7E5B-9AB6-2BED177C8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40BBD1-2726-1F73-C1A4-508D74EA0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C754D-6484-4282-8028-AB6B0A7734D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5524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xmlns="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DFC2EE-5E4C-7DB1-8EBE-8FF23D29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dirty="0" smtClean="0">
                <a:solidFill>
                  <a:srgbClr val="FFFFFF"/>
                </a:solidFill>
              </a:rPr>
              <a:t>DATA FROM </a:t>
            </a:r>
            <a:r>
              <a:rPr lang="en-US" sz="3400" dirty="0">
                <a:solidFill>
                  <a:srgbClr val="FFFFFF"/>
                </a:solidFill>
              </a:rPr>
              <a:t>NOTEPAD/TEXT FILE</a:t>
            </a:r>
            <a:br>
              <a:rPr lang="en-US" sz="3400" dirty="0">
                <a:solidFill>
                  <a:srgbClr val="FFFFFF"/>
                </a:solidFill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EE4E23-E424-9329-C225-20C415BD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4" y="1597432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We are using this option to read data from notepad to test script. For working with notepad, we need to import </a:t>
            </a:r>
            <a:r>
              <a:rPr lang="en-US" b="1" dirty="0"/>
              <a:t>FileReader</a:t>
            </a:r>
            <a:r>
              <a:rPr lang="en-US" dirty="0"/>
              <a:t> and </a:t>
            </a:r>
            <a:r>
              <a:rPr lang="en-US" b="1" dirty="0"/>
              <a:t>BufferedReader</a:t>
            </a:r>
            <a:r>
              <a:rPr lang="en-US" dirty="0"/>
              <a:t> classes by creating objects.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36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C50A1F-46E8-1CB1-C74C-2AFA04B82D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14432" y="643467"/>
            <a:ext cx="936313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51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462" y="383974"/>
            <a:ext cx="10823330" cy="606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827B839B-9ADE-406B-8590-F1CAEDED45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45">
            <a:extLst>
              <a:ext uri="{FF2B5EF4-FFF2-40B4-BE49-F238E27FC236}">
                <a16:creationId xmlns:a16="http://schemas.microsoft.com/office/drawing/2014/main" xmlns="" id="{CFE45BF0-46DB-408C-B5F7-7B117168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46">
            <a:extLst>
              <a:ext uri="{FF2B5EF4-FFF2-40B4-BE49-F238E27FC236}">
                <a16:creationId xmlns:a16="http://schemas.microsoft.com/office/drawing/2014/main" xmlns="" id="{2AEBC8F2-97B1-41B4-93F1-2D289E197F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47">
            <a:extLst>
              <a:ext uri="{FF2B5EF4-FFF2-40B4-BE49-F238E27FC236}">
                <a16:creationId xmlns:a16="http://schemas.microsoft.com/office/drawing/2014/main" xmlns="" id="{472E3A19-F5D5-48FC-BB9C-48C2F68F5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44">
            <a:extLst>
              <a:ext uri="{FF2B5EF4-FFF2-40B4-BE49-F238E27FC236}">
                <a16:creationId xmlns:a16="http://schemas.microsoft.com/office/drawing/2014/main" xmlns="" id="{7A62E32F-BB65-43A8-8EB5-92346890E5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14E91B64-9FCC-451E-AFB4-A827D63293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8C4250-9B5D-4DD2-9833-6631EBA5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Writing Data into Notepad</a:t>
            </a:r>
            <a:br>
              <a:rPr lang="en-US" sz="4000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9CED8D-B6C6-A2AE-D00E-F2352986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We are using this option to write output into notepad through test script. For writing data into notepad, we need to import “</a:t>
            </a:r>
            <a:r>
              <a:rPr lang="en-US" sz="2400" b="1" dirty="0" err="1"/>
              <a:t>FileWriter</a:t>
            </a:r>
            <a:r>
              <a:rPr lang="en-US" sz="2400" dirty="0"/>
              <a:t>” and “</a:t>
            </a:r>
            <a:r>
              <a:rPr lang="en-US" sz="2400" b="1" dirty="0" err="1"/>
              <a:t>BufferedWriter</a:t>
            </a:r>
            <a:r>
              <a:rPr lang="en-US" sz="2400" dirty="0"/>
              <a:t>” classes by creating objects.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21837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xmlns="" id="{CA5DB5FE-E60F-3A37-B0F9-EAECEDF4278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00710" y="1286934"/>
            <a:ext cx="6390581" cy="4105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1B610F-233C-80AE-8319-47500ECCEC6E}"/>
              </a:ext>
            </a:extLst>
          </p:cNvPr>
          <p:cNvSpPr txBox="1"/>
          <p:nvPr/>
        </p:nvSpPr>
        <p:spPr>
          <a:xfrm>
            <a:off x="2900710" y="8373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Prepare Test Script to write data into notepad.</a:t>
            </a:r>
          </a:p>
        </p:txBody>
      </p:sp>
    </p:spTree>
    <p:extLst>
      <p:ext uri="{BB962C8B-B14F-4D97-AF65-F5344CB8AC3E}">
        <p14:creationId xmlns:p14="http://schemas.microsoft.com/office/powerpoint/2010/main" xmlns="" val="340697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9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11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13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15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C76DD7F-CF88-372B-0FCB-F47FAC9AC0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52703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7309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89</Words>
  <Application>Microsoft Office PowerPoint</Application>
  <PresentationFormat>Custom</PresentationFormat>
  <Paragraphs>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DATA FROM NOTEPAD/TEXT FILE </vt:lpstr>
      <vt:lpstr>Slide 3</vt:lpstr>
      <vt:lpstr>Slide 4</vt:lpstr>
      <vt:lpstr>Writing Data into Notepad </vt:lpstr>
      <vt:lpstr>Slide 6</vt:lpstr>
      <vt:lpstr>Slide 7</vt:lpstr>
    </vt:vector>
  </TitlesOfParts>
  <Company>Operative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7</cp:revision>
  <dcterms:created xsi:type="dcterms:W3CDTF">2022-08-20T05:12:29Z</dcterms:created>
  <dcterms:modified xsi:type="dcterms:W3CDTF">2025-07-14T15:30:51Z</dcterms:modified>
</cp:coreProperties>
</file>