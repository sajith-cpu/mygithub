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74" r:id="rId4"/>
    <p:sldId id="259" r:id="rId5"/>
    <p:sldId id="275" r:id="rId6"/>
    <p:sldId id="260" r:id="rId7"/>
    <p:sldId id="27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0E147230-E53C-4A28-91CC-0A21F969E653}"/>
    <pc:docChg chg="undo custSel addSld modSld">
      <pc:chgData name="Manas Tuwani" userId="5d421215-a11f-4a6e-90ca-e8ac2213fab6" providerId="ADAL" clId="{0E147230-E53C-4A28-91CC-0A21F969E653}" dt="2024-01-16T03:26:59.020" v="7" actId="962"/>
      <pc:docMkLst>
        <pc:docMk/>
      </pc:docMkLst>
      <pc:sldChg chg="modSp mod">
        <pc:chgData name="Manas Tuwani" userId="5d421215-a11f-4a6e-90ca-e8ac2213fab6" providerId="ADAL" clId="{0E147230-E53C-4A28-91CC-0A21F969E653}" dt="2024-01-13T13:27:55.874" v="0" actId="313"/>
        <pc:sldMkLst>
          <pc:docMk/>
          <pc:sldMk cId="3188491689" sldId="261"/>
        </pc:sldMkLst>
        <pc:spChg chg="mod">
          <ac:chgData name="Manas Tuwani" userId="5d421215-a11f-4a6e-90ca-e8ac2213fab6" providerId="ADAL" clId="{0E147230-E53C-4A28-91CC-0A21F969E653}" dt="2024-01-13T13:27:55.874" v="0" actId="313"/>
          <ac:spMkLst>
            <pc:docMk/>
            <pc:sldMk cId="3188491689" sldId="261"/>
            <ac:spMk id="3" creationId="{98FE9474-AE69-2EE7-FF30-946FE75DD65B}"/>
          </ac:spMkLst>
        </pc:spChg>
      </pc:sldChg>
      <pc:sldChg chg="addSp delSp modSp new mod setBg">
        <pc:chgData name="Manas Tuwani" userId="5d421215-a11f-4a6e-90ca-e8ac2213fab6" providerId="ADAL" clId="{0E147230-E53C-4A28-91CC-0A21F969E653}" dt="2024-01-16T03:26:59.020" v="7" actId="962"/>
        <pc:sldMkLst>
          <pc:docMk/>
          <pc:sldMk cId="2186071621" sldId="275"/>
        </pc:sldMkLst>
        <pc:spChg chg="add del">
          <ac:chgData name="Manas Tuwani" userId="5d421215-a11f-4a6e-90ca-e8ac2213fab6" providerId="ADAL" clId="{0E147230-E53C-4A28-91CC-0A21F969E653}" dt="2024-01-16T03:26:56.396" v="4" actId="26606"/>
          <ac:spMkLst>
            <pc:docMk/>
            <pc:sldMk cId="2186071621" sldId="275"/>
            <ac:spMk id="8" creationId="{F3060C83-F051-4F0E-ABAD-AA0DFC48B218}"/>
          </ac:spMkLst>
        </pc:spChg>
        <pc:spChg chg="add del">
          <ac:chgData name="Manas Tuwani" userId="5d421215-a11f-4a6e-90ca-e8ac2213fab6" providerId="ADAL" clId="{0E147230-E53C-4A28-91CC-0A21F969E653}" dt="2024-01-16T03:26:56.396" v="4" actId="26606"/>
          <ac:spMkLst>
            <pc:docMk/>
            <pc:sldMk cId="2186071621" sldId="275"/>
            <ac:spMk id="10" creationId="{83C98ABE-055B-441F-B07E-44F97F083C39}"/>
          </ac:spMkLst>
        </pc:spChg>
        <pc:spChg chg="add del">
          <ac:chgData name="Manas Tuwani" userId="5d421215-a11f-4a6e-90ca-e8ac2213fab6" providerId="ADAL" clId="{0E147230-E53C-4A28-91CC-0A21F969E653}" dt="2024-01-16T03:26:56.396" v="4" actId="26606"/>
          <ac:spMkLst>
            <pc:docMk/>
            <pc:sldMk cId="2186071621" sldId="275"/>
            <ac:spMk id="12" creationId="{29FDB030-9B49-4CED-8CCD-4D99382388AC}"/>
          </ac:spMkLst>
        </pc:spChg>
        <pc:spChg chg="add del">
          <ac:chgData name="Manas Tuwani" userId="5d421215-a11f-4a6e-90ca-e8ac2213fab6" providerId="ADAL" clId="{0E147230-E53C-4A28-91CC-0A21F969E653}" dt="2024-01-16T03:26:56.396" v="4" actId="26606"/>
          <ac:spMkLst>
            <pc:docMk/>
            <pc:sldMk cId="2186071621" sldId="275"/>
            <ac:spMk id="14" creationId="{3783CA14-24A1-485C-8B30-D6A5D87987AD}"/>
          </ac:spMkLst>
        </pc:spChg>
        <pc:spChg chg="add del">
          <ac:chgData name="Manas Tuwani" userId="5d421215-a11f-4a6e-90ca-e8ac2213fab6" providerId="ADAL" clId="{0E147230-E53C-4A28-91CC-0A21F969E653}" dt="2024-01-16T03:26:56.396" v="4" actId="26606"/>
          <ac:spMkLst>
            <pc:docMk/>
            <pc:sldMk cId="2186071621" sldId="275"/>
            <ac:spMk id="16" creationId="{9A97C86A-04D6-40F7-AE84-31AB43E6A846}"/>
          </ac:spMkLst>
        </pc:spChg>
        <pc:spChg chg="add del">
          <ac:chgData name="Manas Tuwani" userId="5d421215-a11f-4a6e-90ca-e8ac2213fab6" providerId="ADAL" clId="{0E147230-E53C-4A28-91CC-0A21F969E653}" dt="2024-01-16T03:26:56.396" v="4" actId="26606"/>
          <ac:spMkLst>
            <pc:docMk/>
            <pc:sldMk cId="2186071621" sldId="275"/>
            <ac:spMk id="18" creationId="{FF9F2414-84E8-453E-B1F3-389FDE8192D9}"/>
          </ac:spMkLst>
        </pc:spChg>
        <pc:spChg chg="add del">
          <ac:chgData name="Manas Tuwani" userId="5d421215-a11f-4a6e-90ca-e8ac2213fab6" providerId="ADAL" clId="{0E147230-E53C-4A28-91CC-0A21F969E653}" dt="2024-01-16T03:26:56.396" v="4" actId="26606"/>
          <ac:spMkLst>
            <pc:docMk/>
            <pc:sldMk cId="2186071621" sldId="275"/>
            <ac:spMk id="20" creationId="{3ECA69A1-7536-43AC-85EF-C7106179F5ED}"/>
          </ac:spMkLst>
        </pc:spChg>
        <pc:picChg chg="add mod">
          <ac:chgData name="Manas Tuwani" userId="5d421215-a11f-4a6e-90ca-e8ac2213fab6" providerId="ADAL" clId="{0E147230-E53C-4A28-91CC-0A21F969E653}" dt="2024-01-16T03:26:59.020" v="7" actId="962"/>
          <ac:picMkLst>
            <pc:docMk/>
            <pc:sldMk cId="2186071621" sldId="275"/>
            <ac:picMk id="3" creationId="{038DD043-3495-D4FF-0321-E4F0A6600CC3}"/>
          </ac:picMkLst>
        </pc:picChg>
      </pc:sldChg>
    </pc:docChg>
  </pc:docChgLst>
  <pc:docChgLst>
    <pc:chgData name="Manas Tuwani" userId="5d421215-a11f-4a6e-90ca-e8ac2213fab6" providerId="ADAL" clId="{F48A450F-3B97-4812-BBB1-CFC4449171C6}"/>
    <pc:docChg chg="custSel addSld modSld">
      <pc:chgData name="Manas Tuwani" userId="5d421215-a11f-4a6e-90ca-e8ac2213fab6" providerId="ADAL" clId="{F48A450F-3B97-4812-BBB1-CFC4449171C6}" dt="2023-04-25T14:42:03.503" v="38" actId="255"/>
      <pc:docMkLst>
        <pc:docMk/>
      </pc:docMkLst>
      <pc:sldChg chg="addSp delSp modSp new mod setBg">
        <pc:chgData name="Manas Tuwani" userId="5d421215-a11f-4a6e-90ca-e8ac2213fab6" providerId="ADAL" clId="{F48A450F-3B97-4812-BBB1-CFC4449171C6}" dt="2023-04-25T14:42:03.503" v="38" actId="255"/>
        <pc:sldMkLst>
          <pc:docMk/>
          <pc:sldMk cId="2548592481" sldId="274"/>
        </pc:sldMkLst>
        <pc:spChg chg="mod">
          <ac:chgData name="Manas Tuwani" userId="5d421215-a11f-4a6e-90ca-e8ac2213fab6" providerId="ADAL" clId="{F48A450F-3B97-4812-BBB1-CFC4449171C6}" dt="2023-04-25T14:41:40.492" v="32" actId="26606"/>
          <ac:spMkLst>
            <pc:docMk/>
            <pc:sldMk cId="2548592481" sldId="274"/>
            <ac:spMk id="2" creationId="{6F704A03-9BF9-A971-1F76-4F954DA1C7F2}"/>
          </ac:spMkLst>
        </pc:spChg>
        <pc:spChg chg="mod">
          <ac:chgData name="Manas Tuwani" userId="5d421215-a11f-4a6e-90ca-e8ac2213fab6" providerId="ADAL" clId="{F48A450F-3B97-4812-BBB1-CFC4449171C6}" dt="2023-04-25T14:42:03.503" v="38" actId="255"/>
          <ac:spMkLst>
            <pc:docMk/>
            <pc:sldMk cId="2548592481" sldId="274"/>
            <ac:spMk id="3" creationId="{C322B991-2B4C-8D7E-F0E9-E41C5C24730F}"/>
          </ac:spMkLst>
        </pc:spChg>
        <pc:spChg chg="add del">
          <ac:chgData name="Manas Tuwani" userId="5d421215-a11f-4a6e-90ca-e8ac2213fab6" providerId="ADAL" clId="{F48A450F-3B97-4812-BBB1-CFC4449171C6}" dt="2023-04-25T14:41:55.811" v="37" actId="26606"/>
          <ac:spMkLst>
            <pc:docMk/>
            <pc:sldMk cId="2548592481" sldId="274"/>
            <ac:spMk id="8" creationId="{1B15ED52-F352-441B-82BF-E0EA34836D08}"/>
          </ac:spMkLst>
        </pc:spChg>
        <pc:spChg chg="add del">
          <ac:chgData name="Manas Tuwani" userId="5d421215-a11f-4a6e-90ca-e8ac2213fab6" providerId="ADAL" clId="{F48A450F-3B97-4812-BBB1-CFC4449171C6}" dt="2023-04-25T14:41:55.811" v="37" actId="26606"/>
          <ac:spMkLst>
            <pc:docMk/>
            <pc:sldMk cId="2548592481" sldId="274"/>
            <ac:spMk id="10" creationId="{3B2E3793-BFE6-45A2-9B7B-E18844431C99}"/>
          </ac:spMkLst>
        </pc:spChg>
        <pc:spChg chg="add del">
          <ac:chgData name="Manas Tuwani" userId="5d421215-a11f-4a6e-90ca-e8ac2213fab6" providerId="ADAL" clId="{F48A450F-3B97-4812-BBB1-CFC4449171C6}" dt="2023-04-25T14:41:55.811" v="37" actId="26606"/>
          <ac:spMkLst>
            <pc:docMk/>
            <pc:sldMk cId="2548592481" sldId="274"/>
            <ac:spMk id="12" creationId="{BC4C4868-CB8F-4AF9-9CDB-8108F2C19B67}"/>
          </ac:spMkLst>
        </pc:spChg>
        <pc:spChg chg="add del">
          <ac:chgData name="Manas Tuwani" userId="5d421215-a11f-4a6e-90ca-e8ac2213fab6" providerId="ADAL" clId="{F48A450F-3B97-4812-BBB1-CFC4449171C6}" dt="2023-04-25T14:41:55.811" v="37" actId="26606"/>
          <ac:spMkLst>
            <pc:docMk/>
            <pc:sldMk cId="2548592481" sldId="274"/>
            <ac:spMk id="14" creationId="{375E0459-6403-40CD-989D-56A4407CA12E}"/>
          </ac:spMkLst>
        </pc:spChg>
        <pc:spChg chg="add del">
          <ac:chgData name="Manas Tuwani" userId="5d421215-a11f-4a6e-90ca-e8ac2213fab6" providerId="ADAL" clId="{F48A450F-3B97-4812-BBB1-CFC4449171C6}" dt="2023-04-25T14:41:55.811" v="37" actId="26606"/>
          <ac:spMkLst>
            <pc:docMk/>
            <pc:sldMk cId="2548592481" sldId="274"/>
            <ac:spMk id="16" creationId="{53E5B1A8-3AC9-4BD1-9BBC-78CA94F2D1BA}"/>
          </ac:spMkLst>
        </pc:spChg>
        <pc:spChg chg="add">
          <ac:chgData name="Manas Tuwani" userId="5d421215-a11f-4a6e-90ca-e8ac2213fab6" providerId="ADAL" clId="{F48A450F-3B97-4812-BBB1-CFC4449171C6}" dt="2023-04-25T14:41:55.811" v="37" actId="26606"/>
          <ac:spMkLst>
            <pc:docMk/>
            <pc:sldMk cId="2548592481" sldId="274"/>
            <ac:spMk id="21" creationId="{1B15ED52-F352-441B-82BF-E0EA34836D08}"/>
          </ac:spMkLst>
        </pc:spChg>
        <pc:spChg chg="add">
          <ac:chgData name="Manas Tuwani" userId="5d421215-a11f-4a6e-90ca-e8ac2213fab6" providerId="ADAL" clId="{F48A450F-3B97-4812-BBB1-CFC4449171C6}" dt="2023-04-25T14:41:55.811" v="37" actId="26606"/>
          <ac:spMkLst>
            <pc:docMk/>
            <pc:sldMk cId="2548592481" sldId="274"/>
            <ac:spMk id="23" creationId="{3B2E3793-BFE6-45A2-9B7B-E18844431C99}"/>
          </ac:spMkLst>
        </pc:spChg>
        <pc:spChg chg="add">
          <ac:chgData name="Manas Tuwani" userId="5d421215-a11f-4a6e-90ca-e8ac2213fab6" providerId="ADAL" clId="{F48A450F-3B97-4812-BBB1-CFC4449171C6}" dt="2023-04-25T14:41:55.811" v="37" actId="26606"/>
          <ac:spMkLst>
            <pc:docMk/>
            <pc:sldMk cId="2548592481" sldId="274"/>
            <ac:spMk id="25" creationId="{BC4C4868-CB8F-4AF9-9CDB-8108F2C19B67}"/>
          </ac:spMkLst>
        </pc:spChg>
        <pc:spChg chg="add">
          <ac:chgData name="Manas Tuwani" userId="5d421215-a11f-4a6e-90ca-e8ac2213fab6" providerId="ADAL" clId="{F48A450F-3B97-4812-BBB1-CFC4449171C6}" dt="2023-04-25T14:41:55.811" v="37" actId="26606"/>
          <ac:spMkLst>
            <pc:docMk/>
            <pc:sldMk cId="2548592481" sldId="274"/>
            <ac:spMk id="27" creationId="{375E0459-6403-40CD-989D-56A4407CA12E}"/>
          </ac:spMkLst>
        </pc:spChg>
        <pc:spChg chg="add">
          <ac:chgData name="Manas Tuwani" userId="5d421215-a11f-4a6e-90ca-e8ac2213fab6" providerId="ADAL" clId="{F48A450F-3B97-4812-BBB1-CFC4449171C6}" dt="2023-04-25T14:41:55.811" v="37" actId="26606"/>
          <ac:spMkLst>
            <pc:docMk/>
            <pc:sldMk cId="2548592481" sldId="274"/>
            <ac:spMk id="29" creationId="{53E5B1A8-3AC9-4BD1-9BBC-78CA94F2D1BA}"/>
          </ac:spMkLst>
        </pc:spChg>
      </pc:sldChg>
    </pc:docChg>
  </pc:docChgLst>
  <pc:docChgLst>
    <pc:chgData name="Manas Tuwani" userId="5d421215-a11f-4a6e-90ca-e8ac2213fab6" providerId="ADAL" clId="{AEF1D779-FDA8-4D55-AAE6-31C8C996DAEA}"/>
    <pc:docChg chg="custSel addSld modSld">
      <pc:chgData name="Manas Tuwani" userId="5d421215-a11f-4a6e-90ca-e8ac2213fab6" providerId="ADAL" clId="{AEF1D779-FDA8-4D55-AAE6-31C8C996DAEA}" dt="2023-04-02T08:32:56.998" v="3" actId="27614"/>
      <pc:docMkLst>
        <pc:docMk/>
      </pc:docMkLst>
      <pc:sldChg chg="addSp modSp new mod setBg">
        <pc:chgData name="Manas Tuwani" userId="5d421215-a11f-4a6e-90ca-e8ac2213fab6" providerId="ADAL" clId="{AEF1D779-FDA8-4D55-AAE6-31C8C996DAEA}" dt="2023-04-02T08:32:56.998" v="3" actId="27614"/>
        <pc:sldMkLst>
          <pc:docMk/>
          <pc:sldMk cId="108394565" sldId="273"/>
        </pc:sldMkLst>
        <pc:picChg chg="add mod">
          <ac:chgData name="Manas Tuwani" userId="5d421215-a11f-4a6e-90ca-e8ac2213fab6" providerId="ADAL" clId="{AEF1D779-FDA8-4D55-AAE6-31C8C996DAEA}" dt="2023-04-02T08:32:56.998" v="3" actId="27614"/>
          <ac:picMkLst>
            <pc:docMk/>
            <pc:sldMk cId="108394565" sldId="273"/>
            <ac:picMk id="3" creationId="{7C9ED1E3-49FD-E46D-340A-7147BA642F18}"/>
          </ac:picMkLst>
        </pc:picChg>
      </pc:sldChg>
    </pc:docChg>
  </pc:docChgLst>
  <pc:docChgLst>
    <pc:chgData name="Manas Tuwani" userId="5d421215-a11f-4a6e-90ca-e8ac2213fab6" providerId="ADAL" clId="{43AA952B-75F0-42F4-84C5-34742077D798}"/>
    <pc:docChg chg="modSld">
      <pc:chgData name="Manas Tuwani" userId="5d421215-a11f-4a6e-90ca-e8ac2213fab6" providerId="ADAL" clId="{43AA952B-75F0-42F4-84C5-34742077D798}" dt="2022-08-23T13:20:42.100" v="0" actId="14100"/>
      <pc:docMkLst>
        <pc:docMk/>
      </pc:docMkLst>
      <pc:sldChg chg="modSp mod">
        <pc:chgData name="Manas Tuwani" userId="5d421215-a11f-4a6e-90ca-e8ac2213fab6" providerId="ADAL" clId="{43AA952B-75F0-42F4-84C5-34742077D798}" dt="2022-08-23T13:20:42.100" v="0" actId="14100"/>
        <pc:sldMkLst>
          <pc:docMk/>
          <pc:sldMk cId="2075337884" sldId="260"/>
        </pc:sldMkLst>
        <pc:picChg chg="mod">
          <ac:chgData name="Manas Tuwani" userId="5d421215-a11f-4a6e-90ca-e8ac2213fab6" providerId="ADAL" clId="{43AA952B-75F0-42F4-84C5-34742077D798}" dt="2022-08-23T13:20:42.100" v="0" actId="14100"/>
          <ac:picMkLst>
            <pc:docMk/>
            <pc:sldMk cId="2075337884" sldId="260"/>
            <ac:picMk id="3" creationId="{914B6012-9719-AE8B-7A54-4A674B9C91A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1CA8-23AC-A462-7B6C-B597D3AB1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17B42-959A-2778-A15C-0CE070745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4DD87-06CD-7086-8AD2-57917ECD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E78E-C09F-0175-6147-C931A6B2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AAA96-1C79-344C-9AD5-17F208BFD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428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87CD-E90B-8CCE-BA79-A7D3E83B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993C9-4D3B-03D7-C27F-9D2CA6E90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21474-2AEF-59C1-1898-5F51DB8D9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B279E-99E5-F322-20B1-1B800B5A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DF813-2B52-A45F-79F2-32FDFB2D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32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5E522-C7C5-8008-1A9D-C9A54211B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A30A6-AD69-D0A2-AE2F-B07765520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0C245-180C-46F6-81D2-F3746D8F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F2DAC-CA9D-E9EF-52D4-FAD9E129F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D7D83-C8E1-54BD-D496-AB9F981C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36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03D6-B8AA-27C7-79CE-A31DFD54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3B2E-4AB7-12F1-D28F-2E7834F96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58AB7-B678-4074-6E27-115724CC4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A693E-A606-1E07-7F98-70ECAD14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84293-064D-B8A4-77F7-E86BD4109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9634F-6FD4-DC46-8A23-21C5E510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30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543F9-41A6-8EC3-951D-0B28F6CE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D4EEA-6F48-6B98-BFFC-CD0610485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E04B8-11E1-D2D7-7DD0-5C083BF18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7616A-04B5-EF3B-885F-EE74ADB261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BC0329-B002-6433-3E35-A9F94A6F5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1F2EFC-81EF-BE67-59BA-B9B58219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23072-EB7C-A2D7-516C-3F61E2D2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0825A-CB9A-2FDB-B2FC-CF9A85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82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312EA-45CF-81E9-306A-35EAFDB06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0EE15B-DC4C-20EF-EEFE-63DBA84E2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9598B3-A0F1-1536-4D68-D0D53F15B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6583-0A10-6C8E-5874-60658D3A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72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4A3CD0-16AE-9B12-9E41-3A69A54A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115AC3-3F89-7664-6C2D-0E873C1E1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38CFE-E10E-F057-77AD-CD34D72B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37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A4A8-A97A-88ED-7A30-464768AE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41303-4262-2699-D85F-27B471B03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7C2FC-C350-E6CD-7C18-C8939C2DE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739DE-AA9B-ED11-6A06-FC8D4C0C3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CBE56-000D-38C5-8B8C-82143C6E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41C05-29D0-5DA8-1CF6-A3E213E6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65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3269-5A72-056D-459E-CEC4AA278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9C5AB-2BAE-9545-EBD6-3532B78D2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94F5A-8149-704E-2EB1-F6EDD0A1D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0ABD3-84E2-13B7-D199-7F2ED7C94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C5462-DDB0-3A6B-8540-B6C9CA99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0B72F-14C5-6880-9170-CDA0AC9A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45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DE5DD-16A7-38B3-64D1-7C859B899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E754E-16D4-5388-FA19-1EA57B33A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5598-B3C9-C43A-1604-AEA26197A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43ADC-C358-12D9-EC51-17B2B6CE0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24872-4D50-91FD-9486-49CFB9044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96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360F59-E96D-2424-902B-15DB75EF8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339CA-FFD1-524C-C370-EF77CC569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9031A-A2E7-31A9-B15D-45D1AD08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466B5-6574-6032-0886-8F3A4F2B9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B6175-5145-D5E3-2536-BB09A9C6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04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AF8A9-89B0-4A3F-EE11-C7256D6E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425E7-6C63-9905-665D-FE0F06A71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CEB07-5A55-0B85-AEAD-2E1155369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74BE1-D615-492B-8D30-0A97C799B0A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B1583-914C-2EC4-E6A6-F537A2065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4D1DF-E710-DA4B-38D4-B60FE6908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33002-5F53-45F5-8DEA-3619E29BB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96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5" y="476673"/>
            <a:ext cx="7344815" cy="46805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35560" y="4941169"/>
            <a:ext cx="5328592" cy="1138773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Automation Testing</a:t>
            </a:r>
          </a:p>
          <a:p>
            <a:r>
              <a:rPr lang="en-IN" sz="32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</a:t>
            </a:r>
            <a:r>
              <a:rPr lang="en-IN" sz="26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By- Manas </a:t>
            </a:r>
          </a:p>
        </p:txBody>
      </p:sp>
    </p:spTree>
    <p:extLst>
      <p:ext uri="{BB962C8B-B14F-4D97-AF65-F5344CB8AC3E}">
        <p14:creationId xmlns:p14="http://schemas.microsoft.com/office/powerpoint/2010/main" val="235606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F5D460-4C01-6EEF-DD3A-055F5980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b="1"/>
              <a:t>HANDLING FRAMES</a:t>
            </a:r>
            <a:br>
              <a:rPr lang="en-US" sz="3800"/>
            </a:br>
            <a:endParaRPr lang="en-IN" sz="3800"/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57813-1C62-3560-FF08-C55456ACB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/>
              <a:t>We are using this option to handle frames in application using webdriver. For handling frames we need to first switch to frame from driver using “switchTo” method.</a:t>
            </a:r>
          </a:p>
          <a:p>
            <a:pPr marL="0" indent="0">
              <a:buNone/>
            </a:pPr>
            <a:endParaRPr lang="en-IN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0C286-8688-C345-5C03-369523CAB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40625"/>
            <a:ext cx="6903720" cy="41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5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04A03-9BF9-A971-1F76-4F954DA1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+mn-lt"/>
              </a:rPr>
              <a:t>What is Frame</a:t>
            </a:r>
            <a:endParaRPr lang="en-IN" sz="4000" b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2B991-2B4C-8D7E-F0E9-E41C5C247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4" y="2041972"/>
            <a:ext cx="10887076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effectLst/>
                <a:latin typeface="Abadi" panose="020B0604020104020204" pitchFamily="34" charset="0"/>
              </a:rPr>
              <a:t>HTML frames are used to divide your browser window into multiple sections where each section can load a separate HTML document. </a:t>
            </a:r>
          </a:p>
          <a:p>
            <a:pPr marL="0" indent="0">
              <a:buNone/>
            </a:pPr>
            <a:endParaRPr lang="en-US" sz="2400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sz="2400" b="0" i="0" dirty="0">
                <a:effectLst/>
                <a:latin typeface="Abadi" panose="020B0604020104020204" pitchFamily="34" charset="0"/>
              </a:rPr>
              <a:t>A collection of frames in the browser window is known as a frameset. </a:t>
            </a:r>
          </a:p>
          <a:p>
            <a:pPr marL="0" indent="0">
              <a:buNone/>
            </a:pPr>
            <a:endParaRPr lang="en-US" sz="2400" b="0" i="0" dirty="0">
              <a:effectLst/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sz="2400" b="0" i="0" dirty="0">
                <a:effectLst/>
                <a:latin typeface="Abadi" panose="020B0604020104020204" pitchFamily="34" charset="0"/>
              </a:rPr>
              <a:t>The main advantage of frames is that it allows the user to view multiple documents within a single Web page. </a:t>
            </a:r>
            <a:endParaRPr lang="en-IN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59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56F1C-2E64-51C0-7579-D18C3A9D3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516" y="0"/>
            <a:ext cx="7434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4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38DD043-3495-D4FF-0321-E4F0A6600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40" y="643466"/>
            <a:ext cx="990412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71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4B6012-9719-AE8B-7A54-4A674B9C9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844" y="159798"/>
            <a:ext cx="7260311" cy="66982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CA9E6D-127C-1D7F-7DB5-9EB41DB2F49E}"/>
              </a:ext>
            </a:extLst>
          </p:cNvPr>
          <p:cNvSpPr txBox="1"/>
          <p:nvPr/>
        </p:nvSpPr>
        <p:spPr>
          <a:xfrm>
            <a:off x="3384612" y="5350561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driver.switchTo</a:t>
            </a:r>
            <a:r>
              <a:rPr lang="en-US" dirty="0"/>
              <a:t>().</a:t>
            </a:r>
            <a:r>
              <a:rPr lang="en-US" dirty="0" err="1"/>
              <a:t>parentFrame</a:t>
            </a:r>
            <a:r>
              <a:rPr lang="en-US" dirty="0"/>
              <a:t>();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A809F-60A1-67FA-368A-D9B760B39A01}"/>
              </a:ext>
            </a:extLst>
          </p:cNvPr>
          <p:cNvSpPr txBox="1"/>
          <p:nvPr/>
        </p:nvSpPr>
        <p:spPr>
          <a:xfrm>
            <a:off x="3215936" y="583439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driver.switchTo</a:t>
            </a:r>
            <a:r>
              <a:rPr lang="en-US" dirty="0"/>
              <a:t>().</a:t>
            </a:r>
            <a:r>
              <a:rPr lang="en-US" dirty="0" err="1"/>
              <a:t>defaultContent</a:t>
            </a:r>
            <a:r>
              <a:rPr lang="en-US" dirty="0"/>
              <a:t>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4F156B-2DC7-3E89-42B3-64B2DBC6BBD0}"/>
              </a:ext>
            </a:extLst>
          </p:cNvPr>
          <p:cNvSpPr txBox="1"/>
          <p:nvPr/>
        </p:nvSpPr>
        <p:spPr>
          <a:xfrm>
            <a:off x="4550403" y="5592478"/>
            <a:ext cx="1060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075337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7C9ED1E3-49FD-E46D-340A-7147BA642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40" y="643466"/>
            <a:ext cx="990412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E9474-AE69-2EE7-FF30-946FE75DD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65"/>
            <a:ext cx="10515600" cy="6043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FAQ’s:</a:t>
            </a:r>
          </a:p>
          <a:p>
            <a:pPr marL="0" indent="0">
              <a:buNone/>
            </a:pPr>
            <a:endParaRPr lang="en-US" sz="800" dirty="0"/>
          </a:p>
          <a:p>
            <a:pPr marL="514350" indent="-514350">
              <a:buAutoNum type="arabicPeriod"/>
            </a:pPr>
            <a:r>
              <a:rPr lang="en-US" sz="1200" dirty="0"/>
              <a:t>What is Frame in Application?</a:t>
            </a:r>
          </a:p>
          <a:p>
            <a:pPr marL="0" indent="0">
              <a:buNone/>
            </a:pPr>
            <a:r>
              <a:rPr lang="en-US" sz="1200" dirty="0"/>
              <a:t>A frame is a webpage inside another webpage. Selenium cannot directly access elements inside a frame; we must switch to that frame first using </a:t>
            </a:r>
            <a:r>
              <a:rPr lang="en-US" sz="1200" dirty="0" err="1"/>
              <a:t>driver.switchTo</a:t>
            </a:r>
            <a:r>
              <a:rPr lang="en-US" sz="1200" dirty="0"/>
              <a:t>().frame().</a:t>
            </a:r>
          </a:p>
          <a:p>
            <a:pPr marL="0" indent="0">
              <a:buNone/>
            </a:pPr>
            <a:r>
              <a:rPr lang="en-US" sz="1200" dirty="0"/>
              <a:t>2. What is the tag name for frame?</a:t>
            </a:r>
          </a:p>
          <a:p>
            <a:pPr marL="0" indent="0">
              <a:buNone/>
            </a:pPr>
            <a:r>
              <a:rPr lang="en-US" sz="1200" dirty="0"/>
              <a:t>frame</a:t>
            </a:r>
          </a:p>
          <a:p>
            <a:pPr marL="0" indent="0">
              <a:buNone/>
            </a:pPr>
            <a:r>
              <a:rPr lang="en-US" sz="1200" dirty="0"/>
              <a:t>3. How to count number of frames in window?</a:t>
            </a:r>
          </a:p>
          <a:p>
            <a:pPr marL="0" indent="0">
              <a:buNone/>
            </a:pPr>
            <a:r>
              <a:rPr lang="en-US" sz="1200" dirty="0"/>
              <a:t>int </a:t>
            </a:r>
            <a:r>
              <a:rPr lang="en-US" sz="1200" dirty="0" err="1"/>
              <a:t>totalFrames</a:t>
            </a:r>
            <a:r>
              <a:rPr lang="en-US" sz="1200" dirty="0"/>
              <a:t> = </a:t>
            </a:r>
            <a:r>
              <a:rPr lang="en-US" sz="1200" dirty="0" err="1"/>
              <a:t>driver.findElements</a:t>
            </a:r>
            <a:r>
              <a:rPr lang="en-US" sz="1200" dirty="0"/>
              <a:t>(</a:t>
            </a:r>
            <a:r>
              <a:rPr lang="en-US" sz="1200" dirty="0" err="1"/>
              <a:t>By.tagName</a:t>
            </a:r>
            <a:r>
              <a:rPr lang="en-US" sz="1200" dirty="0"/>
              <a:t>("frame")).size();</a:t>
            </a:r>
          </a:p>
          <a:p>
            <a:pPr marL="0" indent="0">
              <a:buNone/>
            </a:pPr>
            <a:r>
              <a:rPr lang="en-US" sz="1200" dirty="0" err="1"/>
              <a:t>System.out.println</a:t>
            </a:r>
            <a:r>
              <a:rPr lang="en-US" sz="1200" dirty="0"/>
              <a:t>(</a:t>
            </a:r>
            <a:r>
              <a:rPr lang="en-US" sz="1200" dirty="0" err="1"/>
              <a:t>totalFrames</a:t>
            </a:r>
            <a:r>
              <a:rPr lang="en-US" sz="1200" dirty="0"/>
              <a:t>);</a:t>
            </a:r>
          </a:p>
          <a:p>
            <a:pPr marL="0" indent="0">
              <a:buNone/>
            </a:pPr>
            <a:r>
              <a:rPr lang="en-US" sz="1200" dirty="0"/>
              <a:t>4. How to switch from one frame to another frame?</a:t>
            </a:r>
          </a:p>
        </p:txBody>
      </p:sp>
    </p:spTree>
    <p:extLst>
      <p:ext uri="{BB962C8B-B14F-4D97-AF65-F5344CB8AC3E}">
        <p14:creationId xmlns:p14="http://schemas.microsoft.com/office/powerpoint/2010/main" val="3188491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209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Abadi</vt:lpstr>
      <vt:lpstr>Arial</vt:lpstr>
      <vt:lpstr>Baskerville Old Face</vt:lpstr>
      <vt:lpstr>Calibri</vt:lpstr>
      <vt:lpstr>Calibri Light</vt:lpstr>
      <vt:lpstr>Office Theme</vt:lpstr>
      <vt:lpstr>PowerPoint Presentation</vt:lpstr>
      <vt:lpstr>HANDLING FRAMES </vt:lpstr>
      <vt:lpstr>What is Frame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Tuwani</dc:creator>
  <cp:lastModifiedBy>Sajith Pulparambil Saju(UST,IN)</cp:lastModifiedBy>
  <cp:revision>3</cp:revision>
  <dcterms:created xsi:type="dcterms:W3CDTF">2022-06-13T16:26:53Z</dcterms:created>
  <dcterms:modified xsi:type="dcterms:W3CDTF">2026-02-03T14:06:04Z</dcterms:modified>
</cp:coreProperties>
</file>