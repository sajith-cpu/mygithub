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59" r:id="rId4"/>
    <p:sldId id="273" r:id="rId5"/>
    <p:sldId id="274" r:id="rId6"/>
    <p:sldId id="261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689618E0-5AB2-4E23-AEB7-AB9612B6FB6C}"/>
    <pc:docChg chg="custSel addSld modSld">
      <pc:chgData name="Manas Tuwani" userId="5d421215-a11f-4a6e-90ca-e8ac2213fab6" providerId="ADAL" clId="{689618E0-5AB2-4E23-AEB7-AB9612B6FB6C}" dt="2023-04-24T02:43:10.526" v="2" actId="26606"/>
      <pc:docMkLst>
        <pc:docMk/>
      </pc:docMkLst>
      <pc:sldChg chg="addSp modSp new mod setBg">
        <pc:chgData name="Manas Tuwani" userId="5d421215-a11f-4a6e-90ca-e8ac2213fab6" providerId="ADAL" clId="{689618E0-5AB2-4E23-AEB7-AB9612B6FB6C}" dt="2023-04-24T02:43:10.526" v="2" actId="26606"/>
        <pc:sldMkLst>
          <pc:docMk/>
          <pc:sldMk cId="1865962895" sldId="273"/>
        </pc:sldMkLst>
        <pc:spChg chg="add">
          <ac:chgData name="Manas Tuwani" userId="5d421215-a11f-4a6e-90ca-e8ac2213fab6" providerId="ADAL" clId="{689618E0-5AB2-4E23-AEB7-AB9612B6FB6C}" dt="2023-04-24T02:43:10.526" v="2" actId="26606"/>
          <ac:spMkLst>
            <pc:docMk/>
            <pc:sldMk cId="1865962895" sldId="273"/>
            <ac:spMk id="8" creationId="{F3060C83-F051-4F0E-ABAD-AA0DFC48B218}"/>
          </ac:spMkLst>
        </pc:spChg>
        <pc:spChg chg="add">
          <ac:chgData name="Manas Tuwani" userId="5d421215-a11f-4a6e-90ca-e8ac2213fab6" providerId="ADAL" clId="{689618E0-5AB2-4E23-AEB7-AB9612B6FB6C}" dt="2023-04-24T02:43:10.526" v="2" actId="26606"/>
          <ac:spMkLst>
            <pc:docMk/>
            <pc:sldMk cId="1865962895" sldId="273"/>
            <ac:spMk id="10" creationId="{83C98ABE-055B-441F-B07E-44F97F083C39}"/>
          </ac:spMkLst>
        </pc:spChg>
        <pc:spChg chg="add">
          <ac:chgData name="Manas Tuwani" userId="5d421215-a11f-4a6e-90ca-e8ac2213fab6" providerId="ADAL" clId="{689618E0-5AB2-4E23-AEB7-AB9612B6FB6C}" dt="2023-04-24T02:43:10.526" v="2" actId="26606"/>
          <ac:spMkLst>
            <pc:docMk/>
            <pc:sldMk cId="1865962895" sldId="273"/>
            <ac:spMk id="12" creationId="{29FDB030-9B49-4CED-8CCD-4D99382388AC}"/>
          </ac:spMkLst>
        </pc:spChg>
        <pc:spChg chg="add">
          <ac:chgData name="Manas Tuwani" userId="5d421215-a11f-4a6e-90ca-e8ac2213fab6" providerId="ADAL" clId="{689618E0-5AB2-4E23-AEB7-AB9612B6FB6C}" dt="2023-04-24T02:43:10.526" v="2" actId="26606"/>
          <ac:spMkLst>
            <pc:docMk/>
            <pc:sldMk cId="1865962895" sldId="273"/>
            <ac:spMk id="14" creationId="{3783CA14-24A1-485C-8B30-D6A5D87987AD}"/>
          </ac:spMkLst>
        </pc:spChg>
        <pc:spChg chg="add">
          <ac:chgData name="Manas Tuwani" userId="5d421215-a11f-4a6e-90ca-e8ac2213fab6" providerId="ADAL" clId="{689618E0-5AB2-4E23-AEB7-AB9612B6FB6C}" dt="2023-04-24T02:43:10.526" v="2" actId="26606"/>
          <ac:spMkLst>
            <pc:docMk/>
            <pc:sldMk cId="1865962895" sldId="273"/>
            <ac:spMk id="16" creationId="{9A97C86A-04D6-40F7-AE84-31AB43E6A846}"/>
          </ac:spMkLst>
        </pc:spChg>
        <pc:spChg chg="add">
          <ac:chgData name="Manas Tuwani" userId="5d421215-a11f-4a6e-90ca-e8ac2213fab6" providerId="ADAL" clId="{689618E0-5AB2-4E23-AEB7-AB9612B6FB6C}" dt="2023-04-24T02:43:10.526" v="2" actId="26606"/>
          <ac:spMkLst>
            <pc:docMk/>
            <pc:sldMk cId="1865962895" sldId="273"/>
            <ac:spMk id="18" creationId="{FF9F2414-84E8-453E-B1F3-389FDE8192D9}"/>
          </ac:spMkLst>
        </pc:spChg>
        <pc:spChg chg="add">
          <ac:chgData name="Manas Tuwani" userId="5d421215-a11f-4a6e-90ca-e8ac2213fab6" providerId="ADAL" clId="{689618E0-5AB2-4E23-AEB7-AB9612B6FB6C}" dt="2023-04-24T02:43:10.526" v="2" actId="26606"/>
          <ac:spMkLst>
            <pc:docMk/>
            <pc:sldMk cId="1865962895" sldId="273"/>
            <ac:spMk id="20" creationId="{3ECA69A1-7536-43AC-85EF-C7106179F5ED}"/>
          </ac:spMkLst>
        </pc:spChg>
        <pc:picChg chg="add mod">
          <ac:chgData name="Manas Tuwani" userId="5d421215-a11f-4a6e-90ca-e8ac2213fab6" providerId="ADAL" clId="{689618E0-5AB2-4E23-AEB7-AB9612B6FB6C}" dt="2023-04-24T02:43:10.526" v="2" actId="26606"/>
          <ac:picMkLst>
            <pc:docMk/>
            <pc:sldMk cId="1865962895" sldId="273"/>
            <ac:picMk id="3" creationId="{94241942-1F71-0344-918E-1E76B9099572}"/>
          </ac:picMkLst>
        </pc:picChg>
      </pc:sldChg>
    </pc:docChg>
  </pc:docChgLst>
  <pc:docChgLst>
    <pc:chgData name="Manas Tuwani" userId="5d421215-a11f-4a6e-90ca-e8ac2213fab6" providerId="ADAL" clId="{4F7B2D70-6459-43EF-951B-E8A16A94AA8D}"/>
    <pc:docChg chg="custSel addSld modSld">
      <pc:chgData name="Manas Tuwani" userId="5d421215-a11f-4a6e-90ca-e8ac2213fab6" providerId="ADAL" clId="{4F7B2D70-6459-43EF-951B-E8A16A94AA8D}" dt="2023-12-24T04:49:54.152" v="197" actId="20577"/>
      <pc:docMkLst>
        <pc:docMk/>
      </pc:docMkLst>
      <pc:sldChg chg="addSp modSp new mod setBg">
        <pc:chgData name="Manas Tuwani" userId="5d421215-a11f-4a6e-90ca-e8ac2213fab6" providerId="ADAL" clId="{4F7B2D70-6459-43EF-951B-E8A16A94AA8D}" dt="2023-12-24T04:49:54.152" v="197" actId="20577"/>
        <pc:sldMkLst>
          <pc:docMk/>
          <pc:sldMk cId="1470856646" sldId="275"/>
        </pc:sldMkLst>
        <pc:spChg chg="mod">
          <ac:chgData name="Manas Tuwani" userId="5d421215-a11f-4a6e-90ca-e8ac2213fab6" providerId="ADAL" clId="{4F7B2D70-6459-43EF-951B-E8A16A94AA8D}" dt="2023-12-24T04:49:47.684" v="195" actId="113"/>
          <ac:spMkLst>
            <pc:docMk/>
            <pc:sldMk cId="1470856646" sldId="275"/>
            <ac:spMk id="2" creationId="{DBAC7232-CFAF-BEB2-74A2-C1A3D0AFE113}"/>
          </ac:spMkLst>
        </pc:spChg>
        <pc:spChg chg="mod">
          <ac:chgData name="Manas Tuwani" userId="5d421215-a11f-4a6e-90ca-e8ac2213fab6" providerId="ADAL" clId="{4F7B2D70-6459-43EF-951B-E8A16A94AA8D}" dt="2023-12-24T04:49:54.152" v="197" actId="20577"/>
          <ac:spMkLst>
            <pc:docMk/>
            <pc:sldMk cId="1470856646" sldId="275"/>
            <ac:spMk id="3" creationId="{24BF4D2C-476D-13AD-BF32-B0658E3810EE}"/>
          </ac:spMkLst>
        </pc:spChg>
        <pc:spChg chg="add">
          <ac:chgData name="Manas Tuwani" userId="5d421215-a11f-4a6e-90ca-e8ac2213fab6" providerId="ADAL" clId="{4F7B2D70-6459-43EF-951B-E8A16A94AA8D}" dt="2023-12-24T04:49:38.737" v="193" actId="26606"/>
          <ac:spMkLst>
            <pc:docMk/>
            <pc:sldMk cId="1470856646" sldId="275"/>
            <ac:spMk id="8" creationId="{100EDD19-6802-4EC3-95CE-CFFAB042CFD6}"/>
          </ac:spMkLst>
        </pc:spChg>
        <pc:spChg chg="add">
          <ac:chgData name="Manas Tuwani" userId="5d421215-a11f-4a6e-90ca-e8ac2213fab6" providerId="ADAL" clId="{4F7B2D70-6459-43EF-951B-E8A16A94AA8D}" dt="2023-12-24T04:49:38.737" v="193" actId="26606"/>
          <ac:spMkLst>
            <pc:docMk/>
            <pc:sldMk cId="1470856646" sldId="275"/>
            <ac:spMk id="10" creationId="{DB17E863-922E-4C26-BD64-E8FD41D28661}"/>
          </ac:spMkLst>
        </pc:spChg>
      </pc:sldChg>
    </pc:docChg>
  </pc:docChgLst>
  <pc:docChgLst>
    <pc:chgData name="Manas Tuwani" userId="5d421215-a11f-4a6e-90ca-e8ac2213fab6" providerId="ADAL" clId="{A0BF18A3-54CE-455A-B52A-86F0DFF9DA73}"/>
    <pc:docChg chg="modSld">
      <pc:chgData name="Manas Tuwani" userId="5d421215-a11f-4a6e-90ca-e8ac2213fab6" providerId="ADAL" clId="{A0BF18A3-54CE-455A-B52A-86F0DFF9DA73}" dt="2023-02-02T14:36:50.950" v="5" actId="1035"/>
      <pc:docMkLst>
        <pc:docMk/>
      </pc:docMkLst>
      <pc:sldChg chg="modSp mod">
        <pc:chgData name="Manas Tuwani" userId="5d421215-a11f-4a6e-90ca-e8ac2213fab6" providerId="ADAL" clId="{A0BF18A3-54CE-455A-B52A-86F0DFF9DA73}" dt="2023-02-02T14:36:50.950" v="5" actId="1035"/>
        <pc:sldMkLst>
          <pc:docMk/>
          <pc:sldMk cId="1481819288" sldId="258"/>
        </pc:sldMkLst>
        <pc:picChg chg="mod">
          <ac:chgData name="Manas Tuwani" userId="5d421215-a11f-4a6e-90ca-e8ac2213fab6" providerId="ADAL" clId="{A0BF18A3-54CE-455A-B52A-86F0DFF9DA73}" dt="2023-02-02T14:36:50.950" v="5" actId="1035"/>
          <ac:picMkLst>
            <pc:docMk/>
            <pc:sldMk cId="1481819288" sldId="258"/>
            <ac:picMk id="3" creationId="{F3F416AC-79E5-FB70-C1A0-0BEEA82CAF37}"/>
          </ac:picMkLst>
        </pc:picChg>
      </pc:sldChg>
    </pc:docChg>
  </pc:docChgLst>
  <pc:docChgLst>
    <pc:chgData name="Manas Tuwani" userId="5d421215-a11f-4a6e-90ca-e8ac2213fab6" providerId="ADAL" clId="{E2725265-11B2-4EB2-8D22-67E07ABC750F}"/>
    <pc:docChg chg="custSel addSld modSld">
      <pc:chgData name="Manas Tuwani" userId="5d421215-a11f-4a6e-90ca-e8ac2213fab6" providerId="ADAL" clId="{E2725265-11B2-4EB2-8D22-67E07ABC750F}" dt="2023-08-02T14:31:13.686" v="5" actId="1035"/>
      <pc:docMkLst>
        <pc:docMk/>
      </pc:docMkLst>
      <pc:sldChg chg="modSp mod">
        <pc:chgData name="Manas Tuwani" userId="5d421215-a11f-4a6e-90ca-e8ac2213fab6" providerId="ADAL" clId="{E2725265-11B2-4EB2-8D22-67E07ABC750F}" dt="2023-08-02T14:31:13.686" v="5" actId="1035"/>
        <pc:sldMkLst>
          <pc:docMk/>
          <pc:sldMk cId="3088181120" sldId="261"/>
        </pc:sldMkLst>
        <pc:picChg chg="mod">
          <ac:chgData name="Manas Tuwani" userId="5d421215-a11f-4a6e-90ca-e8ac2213fab6" providerId="ADAL" clId="{E2725265-11B2-4EB2-8D22-67E07ABC750F}" dt="2023-08-02T14:31:13.686" v="5" actId="1035"/>
          <ac:picMkLst>
            <pc:docMk/>
            <pc:sldMk cId="3088181120" sldId="261"/>
            <ac:picMk id="3" creationId="{DB5A9B9A-EA48-2B1B-3C20-DAD9C0B5996A}"/>
          </ac:picMkLst>
        </pc:picChg>
      </pc:sldChg>
      <pc:sldChg chg="addSp modSp new mod setBg">
        <pc:chgData name="Manas Tuwani" userId="5d421215-a11f-4a6e-90ca-e8ac2213fab6" providerId="ADAL" clId="{E2725265-11B2-4EB2-8D22-67E07ABC750F}" dt="2023-07-25T02:12:17.291" v="3" actId="27614"/>
        <pc:sldMkLst>
          <pc:docMk/>
          <pc:sldMk cId="3729062684" sldId="274"/>
        </pc:sldMkLst>
        <pc:spChg chg="add">
          <ac:chgData name="Manas Tuwani" userId="5d421215-a11f-4a6e-90ca-e8ac2213fab6" providerId="ADAL" clId="{E2725265-11B2-4EB2-8D22-67E07ABC750F}" dt="2023-07-25T02:12:14.251" v="2" actId="26606"/>
          <ac:spMkLst>
            <pc:docMk/>
            <pc:sldMk cId="3729062684" sldId="274"/>
            <ac:spMk id="8" creationId="{F3060C83-F051-4F0E-ABAD-AA0DFC48B218}"/>
          </ac:spMkLst>
        </pc:spChg>
        <pc:spChg chg="add">
          <ac:chgData name="Manas Tuwani" userId="5d421215-a11f-4a6e-90ca-e8ac2213fab6" providerId="ADAL" clId="{E2725265-11B2-4EB2-8D22-67E07ABC750F}" dt="2023-07-25T02:12:14.251" v="2" actId="26606"/>
          <ac:spMkLst>
            <pc:docMk/>
            <pc:sldMk cId="3729062684" sldId="274"/>
            <ac:spMk id="10" creationId="{83C98ABE-055B-441F-B07E-44F97F083C39}"/>
          </ac:spMkLst>
        </pc:spChg>
        <pc:spChg chg="add">
          <ac:chgData name="Manas Tuwani" userId="5d421215-a11f-4a6e-90ca-e8ac2213fab6" providerId="ADAL" clId="{E2725265-11B2-4EB2-8D22-67E07ABC750F}" dt="2023-07-25T02:12:14.251" v="2" actId="26606"/>
          <ac:spMkLst>
            <pc:docMk/>
            <pc:sldMk cId="3729062684" sldId="274"/>
            <ac:spMk id="12" creationId="{29FDB030-9B49-4CED-8CCD-4D99382388AC}"/>
          </ac:spMkLst>
        </pc:spChg>
        <pc:spChg chg="add">
          <ac:chgData name="Manas Tuwani" userId="5d421215-a11f-4a6e-90ca-e8ac2213fab6" providerId="ADAL" clId="{E2725265-11B2-4EB2-8D22-67E07ABC750F}" dt="2023-07-25T02:12:14.251" v="2" actId="26606"/>
          <ac:spMkLst>
            <pc:docMk/>
            <pc:sldMk cId="3729062684" sldId="274"/>
            <ac:spMk id="14" creationId="{3783CA14-24A1-485C-8B30-D6A5D87987AD}"/>
          </ac:spMkLst>
        </pc:spChg>
        <pc:spChg chg="add">
          <ac:chgData name="Manas Tuwani" userId="5d421215-a11f-4a6e-90ca-e8ac2213fab6" providerId="ADAL" clId="{E2725265-11B2-4EB2-8D22-67E07ABC750F}" dt="2023-07-25T02:12:14.251" v="2" actId="26606"/>
          <ac:spMkLst>
            <pc:docMk/>
            <pc:sldMk cId="3729062684" sldId="274"/>
            <ac:spMk id="16" creationId="{9A97C86A-04D6-40F7-AE84-31AB43E6A846}"/>
          </ac:spMkLst>
        </pc:spChg>
        <pc:spChg chg="add">
          <ac:chgData name="Manas Tuwani" userId="5d421215-a11f-4a6e-90ca-e8ac2213fab6" providerId="ADAL" clId="{E2725265-11B2-4EB2-8D22-67E07ABC750F}" dt="2023-07-25T02:12:14.251" v="2" actId="26606"/>
          <ac:spMkLst>
            <pc:docMk/>
            <pc:sldMk cId="3729062684" sldId="274"/>
            <ac:spMk id="18" creationId="{FF9F2414-84E8-453E-B1F3-389FDE8192D9}"/>
          </ac:spMkLst>
        </pc:spChg>
        <pc:spChg chg="add">
          <ac:chgData name="Manas Tuwani" userId="5d421215-a11f-4a6e-90ca-e8ac2213fab6" providerId="ADAL" clId="{E2725265-11B2-4EB2-8D22-67E07ABC750F}" dt="2023-07-25T02:12:14.251" v="2" actId="26606"/>
          <ac:spMkLst>
            <pc:docMk/>
            <pc:sldMk cId="3729062684" sldId="274"/>
            <ac:spMk id="20" creationId="{3ECA69A1-7536-43AC-85EF-C7106179F5ED}"/>
          </ac:spMkLst>
        </pc:spChg>
        <pc:picChg chg="add mod">
          <ac:chgData name="Manas Tuwani" userId="5d421215-a11f-4a6e-90ca-e8ac2213fab6" providerId="ADAL" clId="{E2725265-11B2-4EB2-8D22-67E07ABC750F}" dt="2023-07-25T02:12:17.291" v="3" actId="27614"/>
          <ac:picMkLst>
            <pc:docMk/>
            <pc:sldMk cId="3729062684" sldId="274"/>
            <ac:picMk id="3" creationId="{65F1ADAB-9BAC-61E3-D0A5-EEC8501EED8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23F331-5843-8387-3ADE-6B5234A5B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18B6792-6C10-CC06-7427-77998DE87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E2F5BC-1309-9D0B-C238-67DAEDD8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2D0AFF-DBFD-FCE9-EE56-0E37B23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B996897-5F3B-D46B-412F-247BCCD1F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5655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E2E6AA-59FA-8C1C-0F55-65A8E260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C6799D-FDD9-050C-7E6A-290487B5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0A0013-37A0-493C-D7E5-F556B3680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FAC4FF-08A5-9DC3-13C3-F87AD452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0D7A43-64CA-8FED-8B28-2FFEEACB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74839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264CA-4FFB-243D-08FD-1E7A266A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1C4CD7-28F3-2697-FDCA-BEBAC0C5F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CF547A-2E6F-B45D-E271-FB829AF5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315A66-59C3-96C8-E607-CC2DAAEC5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5839A56-F102-ACF6-9467-FE51B855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1227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116F7D-8D63-037D-68F3-31B1F750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B40246-43B0-42CD-24D4-523388AE5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D388EFA-992E-1185-EF45-3A4EAF63D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E5D134A-027C-10E5-21B5-0A73D463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B88A922-F901-A7CB-1688-8E6F551D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DE98941-9CE0-7837-581E-2BAA4D5F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7772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40264D-D54E-B903-8947-19B9E549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5A347C9-0952-337C-2E13-9C81F34E6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DF345D8-F3D6-7EE8-D3C6-A7443F082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AED2336-9B45-50C2-07EC-4B6C12796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CB3A86B-9EEA-6E2D-0822-AC7BF82A7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0DFD86B-44E6-6B34-A387-A76FA46E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925FFA8-B9C5-513F-D12E-23F7FB3B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D04C624-6B5C-C202-4D07-F794FAA8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4970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C45A2-6773-D61E-6F36-6F565B12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70376B0-6ECE-A4A1-BC54-C06292E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9C8B14-D531-EB84-D698-F19988EF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BECBBBE-359F-904F-408E-FDA3626C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7421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70C3085-5BEF-5224-5D8F-40FEC511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0479A45-D657-E8A0-A1BF-706E4AD4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E3E265-11CC-7415-5E18-9E2B2E6C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3261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8984F3-E85C-4831-75C7-44B9ECF6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16079E-DC52-4CBA-A713-3C8801ACF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F899DB-32DC-B1CC-D57E-B46EAEACD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0231F3-B89F-7C39-C758-3526B78A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67F402D-79A5-E39F-4EA8-9B7B45DC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F160981-BF3B-7FA0-DB74-0E40440E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3352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0C8DD5-53DA-CE88-D982-787E0E28B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6DB74ED-4CC4-4237-1064-4CEFF2B1C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92C548D-C6C0-5F50-5E8B-ECF20B69B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113A69E-6838-7B86-00AB-44C4B552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CDFEA64-F282-D7C4-F219-BFD8D776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4282B48-14D4-11A4-790A-42C303D6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6924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CCC2CE-E876-7D02-F6F4-F42A025A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EA0FFB9-D54F-F29B-DCFC-62ED0D856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09296E5-A648-B8D6-4605-429B1CA7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67CE93-4B36-6A1D-DA02-49EFB286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52B888-5B0A-7361-6354-48B3C83F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4234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363578C-BB2D-5EEC-4449-4B4781F2A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62321DF-5339-BE36-0EA0-DBC4379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6C7D52B-0970-B265-4F1F-A9F82DE9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7A9EA43-5866-0BEA-D569-DC76F84AD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A1E96F-D7D3-FB0B-27EC-5568E00E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0661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9F41CE0-5DD5-E4BD-7D27-EA45B566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7908E1-7FFA-7592-62A7-EDC937DA5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AEF8319-EC5E-8DA7-FB63-47854B8C3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0D352-E411-49D7-8F6B-A2D255544878}" type="datetimeFigureOut">
              <a:rPr lang="en-IN" smtClean="0"/>
              <a:pPr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85E0F2-33C3-618F-2C2A-A5A27E4F0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D3A5F6-DA9F-F4A2-B8E9-9811D9257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BCF6B-C452-44BF-956F-543581BDC8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0379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51585" y="476673"/>
            <a:ext cx="7344815" cy="46805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35560" y="4941169"/>
            <a:ext cx="5328592" cy="113877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2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</p:spTree>
    <p:extLst>
      <p:ext uri="{BB962C8B-B14F-4D97-AF65-F5344CB8AC3E}">
        <p14:creationId xmlns:p14="http://schemas.microsoft.com/office/powerpoint/2010/main" xmlns="" val="235606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2B566528-1B12-4246-9431-5C2D7D0811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676DD4-EF50-8306-8005-A3EDE34B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b="1" u="sng"/>
              <a:t>ACTIONS</a:t>
            </a:r>
            <a:br>
              <a:rPr lang="en-US" sz="3600" b="1" u="sng"/>
            </a:br>
            <a:endParaRPr lang="en-IN" sz="3600" b="1" u="sng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xmlns="" id="{31289499-CEB4-05DD-A740-7B5AF0AE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We are using actions to perform miscellaneous operations like Mouse Movements, Sendkeys, Double Clicks, Drag And Drop, ClickandHold etc..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For working with Actions, we need to import Actions class by creating object.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Syntax: Actions object=new Actions(WebDriver Driver)</a:t>
            </a:r>
            <a:endParaRPr lang="en-IN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xmlns="" id="{A580F890-B085-4E95-96AA-55AEBEC5CE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xmlns="" id="{D3F51FEB-38FB-4F6C-9F7B-2F2AFAB654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1E547BA6-BAE0-43BB-A7CA-60F69CE252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232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D77CA9-2EB5-F699-9D68-7B97C3DF4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426"/>
            <a:ext cx="867866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Sending Keyboard Operations using Actions: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are using Actions also for sending Keyboard operations to the application.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Syntax: Actions object=new Actions(WebDriver Driver)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2162160-ED58-6C97-FF4F-0E37578223AB}"/>
              </a:ext>
            </a:extLst>
          </p:cNvPr>
          <p:cNvSpPr/>
          <p:nvPr/>
        </p:nvSpPr>
        <p:spPr>
          <a:xfrm>
            <a:off x="838200" y="4057095"/>
            <a:ext cx="8478174" cy="949911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54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4241942-1F71-0344-918E-1E76B909957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6596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65F1ADAB-9BAC-61E3-D0A5-EEC8501EED8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2906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6FF76B9-219D-4469-AF87-0236D29032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DB88BD78-87E1-424D-B479-C37D8E41B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C05EB894-9410-4B20-95E4-7A25101AB8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166E38B6-B050-4340-8E8F-3A971DADC0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xmlns="" id="{633C5E46-DAC5-4661-9C87-22B08E2A51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B5A9B9A-EA48-2B1B-3C20-DAD9C0B5996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16224" y="26833"/>
            <a:ext cx="7224912" cy="67673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0881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AC7232-CFAF-BEB2-74A2-C1A3D0AF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FAQ’s</a:t>
            </a:r>
            <a:endParaRPr lang="en-IN" sz="4000" b="1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xmlns="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BF4D2C-476D-13AD-BF32-B0658E381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200" dirty="0"/>
              <a:t>How you will perform Mouse moment operation in Selenium</a:t>
            </a:r>
          </a:p>
          <a:p>
            <a:pPr marL="514350" indent="-514350">
              <a:buAutoNum type="arabicPeriod"/>
            </a:pPr>
            <a:r>
              <a:rPr lang="en-IN" sz="2200" dirty="0"/>
              <a:t>Which method you will user for right clicking on any element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N" sz="2200" dirty="0"/>
              <a:t>Which method you will user for </a:t>
            </a:r>
            <a:r>
              <a:rPr lang="en-US" sz="2200" dirty="0"/>
              <a:t>Mouse moment operation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200" dirty="0"/>
              <a:t>Actions class is present in </a:t>
            </a:r>
            <a:r>
              <a:rPr lang="en-US" sz="2200"/>
              <a:t>which package</a:t>
            </a:r>
            <a:endParaRPr lang="en-IN" sz="2200" dirty="0"/>
          </a:p>
          <a:p>
            <a:pPr marL="514350" indent="-514350">
              <a:buAutoNum type="arabicPeriod"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xmlns="" val="147085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115</Words>
  <Application>Microsoft Office PowerPoint</Application>
  <PresentationFormat>Custom</PresentationFormat>
  <Paragraphs>18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ACTIONS </vt:lpstr>
      <vt:lpstr>Slide 3</vt:lpstr>
      <vt:lpstr>Slide 4</vt:lpstr>
      <vt:lpstr>Slide 5</vt:lpstr>
      <vt:lpstr>Slide 6</vt:lpstr>
      <vt:lpstr>FAQ’s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2</cp:revision>
  <dcterms:created xsi:type="dcterms:W3CDTF">2022-05-29T13:34:40Z</dcterms:created>
  <dcterms:modified xsi:type="dcterms:W3CDTF">2025-07-02T15:40:04Z</dcterms:modified>
</cp:coreProperties>
</file>