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62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E959CADD-D192-49BA-80E3-8C11B8400ECF}"/>
    <pc:docChg chg="custSel modSld">
      <pc:chgData name="Manas Tuwani" userId="5d421215-a11f-4a6e-90ca-e8ac2213fab6" providerId="ADAL" clId="{E959CADD-D192-49BA-80E3-8C11B8400ECF}" dt="2022-09-30T13:10:54.547" v="7" actId="27636"/>
      <pc:docMkLst>
        <pc:docMk/>
      </pc:docMkLst>
      <pc:sldChg chg="modSp mod">
        <pc:chgData name="Manas Tuwani" userId="5d421215-a11f-4a6e-90ca-e8ac2213fab6" providerId="ADAL" clId="{E959CADD-D192-49BA-80E3-8C11B8400ECF}" dt="2022-09-30T13:10:54.547" v="7" actId="27636"/>
        <pc:sldMkLst>
          <pc:docMk/>
          <pc:sldMk cId="3785492521" sldId="260"/>
        </pc:sldMkLst>
        <pc:spChg chg="mod">
          <ac:chgData name="Manas Tuwani" userId="5d421215-a11f-4a6e-90ca-e8ac2213fab6" providerId="ADAL" clId="{E959CADD-D192-49BA-80E3-8C11B8400ECF}" dt="2022-09-30T13:10:54.547" v="7" actId="27636"/>
          <ac:spMkLst>
            <pc:docMk/>
            <pc:sldMk cId="3785492521" sldId="260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2D06771A-B7A8-4708-86AD-9EB2FE90F75D}"/>
    <pc:docChg chg="custSel addSld modSld">
      <pc:chgData name="Manas Tuwani" userId="5d421215-a11f-4a6e-90ca-e8ac2213fab6" providerId="ADAL" clId="{2D06771A-B7A8-4708-86AD-9EB2FE90F75D}" dt="2023-12-10T07:26:02.882" v="5" actId="14100"/>
      <pc:docMkLst>
        <pc:docMk/>
      </pc:docMkLst>
      <pc:sldChg chg="addSp delSp modSp new mod">
        <pc:chgData name="Manas Tuwani" userId="5d421215-a11f-4a6e-90ca-e8ac2213fab6" providerId="ADAL" clId="{2D06771A-B7A8-4708-86AD-9EB2FE90F75D}" dt="2023-12-10T07:26:02.882" v="5" actId="14100"/>
        <pc:sldMkLst>
          <pc:docMk/>
          <pc:sldMk cId="1087801008" sldId="262"/>
        </pc:sldMkLst>
        <pc:spChg chg="del">
          <ac:chgData name="Manas Tuwani" userId="5d421215-a11f-4a6e-90ca-e8ac2213fab6" providerId="ADAL" clId="{2D06771A-B7A8-4708-86AD-9EB2FE90F75D}" dt="2023-12-10T07:25:56.054" v="3" actId="478"/>
          <ac:spMkLst>
            <pc:docMk/>
            <pc:sldMk cId="1087801008" sldId="262"/>
            <ac:spMk id="2" creationId="{7804E3F7-E915-1340-CA3D-7E11311C29BA}"/>
          </ac:spMkLst>
        </pc:spChg>
        <pc:spChg chg="del mod">
          <ac:chgData name="Manas Tuwani" userId="5d421215-a11f-4a6e-90ca-e8ac2213fab6" providerId="ADAL" clId="{2D06771A-B7A8-4708-86AD-9EB2FE90F75D}" dt="2023-12-10T07:25:51.827" v="2" actId="22"/>
          <ac:spMkLst>
            <pc:docMk/>
            <pc:sldMk cId="1087801008" sldId="262"/>
            <ac:spMk id="3" creationId="{3EED3178-9F60-E65D-92CA-DC3D50469BB0}"/>
          </ac:spMkLst>
        </pc:spChg>
        <pc:picChg chg="add mod ord">
          <ac:chgData name="Manas Tuwani" userId="5d421215-a11f-4a6e-90ca-e8ac2213fab6" providerId="ADAL" clId="{2D06771A-B7A8-4708-86AD-9EB2FE90F75D}" dt="2023-12-10T07:26:02.882" v="5" actId="14100"/>
          <ac:picMkLst>
            <pc:docMk/>
            <pc:sldMk cId="1087801008" sldId="262"/>
            <ac:picMk id="5" creationId="{0A1559BE-E2D5-21A7-AE4B-AF4669CE989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52E4-86A7-4A2A-ADDE-6FA30072B64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930F-D6E3-4AD0-BA07-ACADA7022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119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52E4-86A7-4A2A-ADDE-6FA30072B64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930F-D6E3-4AD0-BA07-ACADA7022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012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52E4-86A7-4A2A-ADDE-6FA30072B64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930F-D6E3-4AD0-BA07-ACADA7022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89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52E4-86A7-4A2A-ADDE-6FA30072B64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930F-D6E3-4AD0-BA07-ACADA7022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95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52E4-86A7-4A2A-ADDE-6FA30072B64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930F-D6E3-4AD0-BA07-ACADA7022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64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52E4-86A7-4A2A-ADDE-6FA30072B64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930F-D6E3-4AD0-BA07-ACADA7022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43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52E4-86A7-4A2A-ADDE-6FA30072B64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930F-D6E3-4AD0-BA07-ACADA7022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056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52E4-86A7-4A2A-ADDE-6FA30072B64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930F-D6E3-4AD0-BA07-ACADA7022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06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52E4-86A7-4A2A-ADDE-6FA30072B64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930F-D6E3-4AD0-BA07-ACADA7022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52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52E4-86A7-4A2A-ADDE-6FA30072B64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930F-D6E3-4AD0-BA07-ACADA7022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78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52E4-86A7-4A2A-ADDE-6FA30072B64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5930F-D6E3-4AD0-BA07-ACADA7022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293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652E4-86A7-4A2A-ADDE-6FA30072B64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55930F-D6E3-4AD0-BA07-ACADA7022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255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476672"/>
            <a:ext cx="7344815" cy="46805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1560" y="4941168"/>
            <a:ext cx="5328592" cy="1138773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Automation Testing</a:t>
            </a:r>
          </a:p>
          <a:p>
            <a:r>
              <a:rPr lang="en-IN" sz="32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          </a:t>
            </a:r>
            <a:r>
              <a:rPr lang="en-IN" sz="26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By- Manas </a:t>
            </a:r>
          </a:p>
        </p:txBody>
      </p:sp>
    </p:spTree>
    <p:extLst>
      <p:ext uri="{BB962C8B-B14F-4D97-AF65-F5344CB8AC3E}">
        <p14:creationId xmlns:p14="http://schemas.microsoft.com/office/powerpoint/2010/main" val="1262198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002060"/>
                </a:solidFill>
              </a:rPr>
              <a:t>SELENIUM WEBDRIVER (3.XX)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Working with WebDriver:</a:t>
            </a:r>
          </a:p>
          <a:p>
            <a:pPr marL="0" indent="0">
              <a:buNone/>
            </a:pPr>
            <a:endParaRPr lang="en-IN" sz="1000" dirty="0"/>
          </a:p>
          <a:p>
            <a:pPr marL="0" indent="0">
              <a:buNone/>
            </a:pPr>
            <a:r>
              <a:rPr lang="en-IN" dirty="0"/>
              <a:t>For working with webdriver first we need to create an object by importing browser driver class and implement webdriver interface into browser driver by creating reference.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endParaRPr lang="en-IN" sz="1000" b="1" dirty="0"/>
          </a:p>
          <a:p>
            <a:pPr marL="0" indent="0">
              <a:buNone/>
            </a:pPr>
            <a:r>
              <a:rPr lang="en-IN" dirty="0"/>
              <a:t>FirefoxDriver f=new FirefoxDriver ();</a:t>
            </a:r>
          </a:p>
          <a:p>
            <a:pPr marL="0" indent="0">
              <a:buNone/>
            </a:pPr>
            <a:r>
              <a:rPr lang="en-IN" dirty="0"/>
              <a:t>WebDriver driver=f;</a:t>
            </a:r>
          </a:p>
          <a:p>
            <a:pPr marL="0" indent="0">
              <a:buNone/>
            </a:pPr>
            <a:endParaRPr lang="en-IN" sz="1000" dirty="0"/>
          </a:p>
          <a:p>
            <a:pPr marL="0" indent="0">
              <a:buNone/>
            </a:pPr>
            <a:r>
              <a:rPr lang="en-IN" dirty="0"/>
              <a:t>Or</a:t>
            </a:r>
          </a:p>
          <a:p>
            <a:pPr marL="0" indent="0">
              <a:buNone/>
            </a:pPr>
            <a:endParaRPr lang="en-IN" sz="1000" dirty="0"/>
          </a:p>
          <a:p>
            <a:pPr marL="0" indent="0">
              <a:buNone/>
            </a:pPr>
            <a:r>
              <a:rPr lang="en-IN" dirty="0"/>
              <a:t>WebDriver driver=new FirefoxDriver ();</a:t>
            </a:r>
          </a:p>
        </p:txBody>
      </p:sp>
    </p:spTree>
    <p:extLst>
      <p:ext uri="{BB962C8B-B14F-4D97-AF65-F5344CB8AC3E}">
        <p14:creationId xmlns:p14="http://schemas.microsoft.com/office/powerpoint/2010/main" val="3238181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404664"/>
            <a:ext cx="8496945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4528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1559BE-E2D5-21A7-AE4B-AF4669CE9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22" y="980729"/>
            <a:ext cx="8046156" cy="4968552"/>
          </a:xfrm>
        </p:spPr>
      </p:pic>
    </p:spTree>
    <p:extLst>
      <p:ext uri="{BB962C8B-B14F-4D97-AF65-F5344CB8AC3E}">
        <p14:creationId xmlns:p14="http://schemas.microsoft.com/office/powerpoint/2010/main" val="1087801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9512" y="188640"/>
            <a:ext cx="87849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Prepare Test Script to launch http://qshore.com maximize and close application in IE browser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7" y="834971"/>
            <a:ext cx="7776865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9132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4000" u="sng" dirty="0"/>
              <a:t>FAQs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688632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buAutoNum type="arabicPeriod"/>
            </a:pPr>
            <a:r>
              <a:rPr lang="en-IN" sz="2400" b="1" dirty="0"/>
              <a:t>What is WebDriver</a:t>
            </a:r>
          </a:p>
          <a:p>
            <a:pPr marL="0" indent="0">
              <a:buNone/>
            </a:pPr>
            <a:r>
              <a:rPr lang="en-US" sz="2400" dirty="0"/>
              <a:t>WebDriver is an interface in Selenium that allows automation of web browsers by directly communicating with browser drivers like </a:t>
            </a:r>
            <a:r>
              <a:rPr lang="en-US" sz="2400" dirty="0" err="1"/>
              <a:t>ChromeDriver</a:t>
            </a:r>
            <a:r>
              <a:rPr lang="en-US" sz="2400" dirty="0"/>
              <a:t>, </a:t>
            </a:r>
            <a:r>
              <a:rPr lang="en-US" sz="2400" dirty="0" err="1"/>
              <a:t>GeckoDriver</a:t>
            </a:r>
            <a:r>
              <a:rPr lang="en-US" sz="2400" dirty="0"/>
              <a:t>, </a:t>
            </a:r>
            <a:r>
              <a:rPr lang="en-US" sz="2400" dirty="0" err="1"/>
              <a:t>etc</a:t>
            </a: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2. How to create WebDriver Reference</a:t>
            </a:r>
          </a:p>
          <a:p>
            <a:pPr marL="0" indent="0">
              <a:buNone/>
            </a:pPr>
            <a:r>
              <a:rPr lang="en-IN" sz="2400" dirty="0"/>
              <a:t>WebDriver driver = new </a:t>
            </a:r>
            <a:r>
              <a:rPr lang="en-IN" sz="2400" dirty="0" err="1"/>
              <a:t>ChromeDriver</a:t>
            </a:r>
            <a:r>
              <a:rPr lang="en-IN" sz="2400" dirty="0"/>
              <a:t>();</a:t>
            </a:r>
          </a:p>
          <a:p>
            <a:pPr marL="0" indent="0">
              <a:buNone/>
            </a:pPr>
            <a:r>
              <a:rPr lang="en-IN" sz="2400" b="1" dirty="0"/>
              <a:t>3. How to work with Chrome and IE browsers in Webdriver</a:t>
            </a:r>
          </a:p>
          <a:p>
            <a:pPr marL="0" indent="0">
              <a:buNone/>
            </a:pPr>
            <a:r>
              <a:rPr lang="en-IN" sz="2400" dirty="0" err="1"/>
              <a:t>System.setProperty</a:t>
            </a:r>
            <a:r>
              <a:rPr lang="en-IN" sz="2400" dirty="0"/>
              <a:t>("</a:t>
            </a:r>
            <a:r>
              <a:rPr lang="en-IN" sz="2400" dirty="0" err="1"/>
              <a:t>webdriver.chrome.driver</a:t>
            </a:r>
            <a:r>
              <a:rPr lang="en-IN" sz="2400" dirty="0"/>
              <a:t>", "path");</a:t>
            </a:r>
          </a:p>
          <a:p>
            <a:pPr marL="0" indent="0">
              <a:buNone/>
            </a:pPr>
            <a:r>
              <a:rPr lang="en-IN" sz="2400" dirty="0"/>
              <a:t>WebDriver driver = new </a:t>
            </a:r>
            <a:r>
              <a:rPr lang="en-IN" sz="2400" dirty="0" err="1"/>
              <a:t>ChromeDriver</a:t>
            </a:r>
            <a:r>
              <a:rPr lang="en-IN" sz="2400" dirty="0"/>
              <a:t>();</a:t>
            </a:r>
          </a:p>
          <a:p>
            <a:pPr marL="0" indent="0">
              <a:buNone/>
            </a:pPr>
            <a:r>
              <a:rPr lang="en-IN" sz="2400" b="1" dirty="0"/>
              <a:t>4. What is the Syntax for “</a:t>
            </a:r>
            <a:r>
              <a:rPr lang="en-IN" sz="2400" b="1" dirty="0" err="1"/>
              <a:t>System.Setproperty</a:t>
            </a:r>
            <a:r>
              <a:rPr lang="en-IN" sz="2400" b="1" dirty="0"/>
              <a:t>”</a:t>
            </a:r>
          </a:p>
          <a:p>
            <a:pPr marL="0" indent="0">
              <a:buNone/>
            </a:pPr>
            <a:r>
              <a:rPr lang="en-US" sz="2400" dirty="0" err="1"/>
              <a:t>System.setProperty</a:t>
            </a:r>
            <a:r>
              <a:rPr lang="en-US" sz="2400" dirty="0"/>
              <a:t>("</a:t>
            </a:r>
            <a:r>
              <a:rPr lang="en-US" sz="2400" dirty="0" err="1"/>
              <a:t>webdriver.chrome.driver</a:t>
            </a:r>
            <a:r>
              <a:rPr lang="en-US" sz="2400" dirty="0"/>
              <a:t>", "</a:t>
            </a:r>
            <a:r>
              <a:rPr lang="en-US" sz="2400" dirty="0" err="1"/>
              <a:t>path_of_driver</a:t>
            </a:r>
            <a:r>
              <a:rPr lang="en-US" sz="2400" dirty="0"/>
              <a:t>");</a:t>
            </a:r>
          </a:p>
          <a:p>
            <a:pPr marL="0" indent="0">
              <a:buNone/>
            </a:pPr>
            <a:r>
              <a:rPr lang="en-IN" sz="2400" b="1" dirty="0"/>
              <a:t>5. How to launch Application using Webdriver</a:t>
            </a:r>
          </a:p>
          <a:p>
            <a:pPr marL="0" indent="0">
              <a:buNone/>
            </a:pPr>
            <a:r>
              <a:rPr lang="en-IN" sz="2400" dirty="0" err="1"/>
              <a:t>driver.get</a:t>
            </a:r>
            <a:r>
              <a:rPr lang="en-IN" sz="2400" dirty="0"/>
              <a:t>("https://www.google.com");</a:t>
            </a:r>
          </a:p>
          <a:p>
            <a:pPr marL="0" indent="0">
              <a:buNone/>
            </a:pPr>
            <a:r>
              <a:rPr lang="en-IN" sz="2400" b="1" dirty="0"/>
              <a:t>6. What is the command used for maximise application</a:t>
            </a:r>
          </a:p>
          <a:p>
            <a:pPr marL="0" indent="0">
              <a:buNone/>
            </a:pPr>
            <a:r>
              <a:rPr lang="en-IN" sz="2400" dirty="0" err="1"/>
              <a:t>driver.manage</a:t>
            </a:r>
            <a:r>
              <a:rPr lang="en-IN" sz="2400" dirty="0"/>
              <a:t>().window().maximize();</a:t>
            </a:r>
          </a:p>
          <a:p>
            <a:pPr marL="0" indent="0">
              <a:buNone/>
            </a:pPr>
            <a:r>
              <a:rPr lang="en-IN" sz="2400" b="1" dirty="0"/>
              <a:t>7. From which package we are importing </a:t>
            </a:r>
            <a:r>
              <a:rPr lang="en-IN" sz="2400" b="1" dirty="0" err="1"/>
              <a:t>webDriver</a:t>
            </a:r>
            <a:endParaRPr lang="en-IN" sz="2400" b="1" dirty="0"/>
          </a:p>
          <a:p>
            <a:pPr marL="0" indent="0">
              <a:buNone/>
            </a:pPr>
            <a:r>
              <a:rPr lang="en-IN" sz="2400" dirty="0"/>
              <a:t>import </a:t>
            </a:r>
            <a:r>
              <a:rPr lang="en-IN" sz="2400" dirty="0" err="1"/>
              <a:t>org.openqa.selenium.WebDriver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b="1" dirty="0"/>
              <a:t>8. How Webdriver different from RC</a:t>
            </a:r>
          </a:p>
          <a:p>
            <a:pPr marL="0" indent="0">
              <a:buNone/>
            </a:pPr>
            <a:r>
              <a:rPr lang="en-US" sz="2400" dirty="0"/>
              <a:t>WebDriver directly communicates with the browser driver, making it faster and more stable compared to Selenium RC, which uses JavaScript injection.</a:t>
            </a: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9. What is the latest version of Selenium Server</a:t>
            </a:r>
          </a:p>
          <a:p>
            <a:pPr marL="0" indent="0">
              <a:buNone/>
            </a:pPr>
            <a:r>
              <a:rPr lang="en-US" sz="2400" dirty="0"/>
              <a:t>Selenium 4 is the latest major version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85492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285</Words>
  <Application>Microsoft Office PowerPoint</Application>
  <PresentationFormat>On-screen Show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Baskerville Old Face</vt:lpstr>
      <vt:lpstr>Calibri</vt:lpstr>
      <vt:lpstr>Office Theme</vt:lpstr>
      <vt:lpstr>PowerPoint Presentation</vt:lpstr>
      <vt:lpstr>SELENIUM WEBDRIVER (3.XX)</vt:lpstr>
      <vt:lpstr>PowerPoint Presentation</vt:lpstr>
      <vt:lpstr>PowerPoint Presentation</vt:lpstr>
      <vt:lpstr>PowerPoint Presentation</vt:lpstr>
      <vt:lpstr>FAQs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1403375</dc:creator>
  <cp:lastModifiedBy>Sajith Pulparambil Saju(UST,IN)</cp:lastModifiedBy>
  <cp:revision>4</cp:revision>
  <dcterms:created xsi:type="dcterms:W3CDTF">2022-05-24T16:55:18Z</dcterms:created>
  <dcterms:modified xsi:type="dcterms:W3CDTF">2026-02-07T09:39:45Z</dcterms:modified>
</cp:coreProperties>
</file>