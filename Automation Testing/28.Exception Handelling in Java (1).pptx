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59" r:id="rId5"/>
    <p:sldId id="260" r:id="rId6"/>
    <p:sldId id="261" r:id="rId7"/>
    <p:sldId id="264" r:id="rId8"/>
    <p:sldId id="262" r:id="rId9"/>
    <p:sldId id="263" r:id="rId10"/>
    <p:sldId id="265" r:id="rId11"/>
    <p:sldId id="274" r:id="rId12"/>
    <p:sldId id="266" r:id="rId13"/>
    <p:sldId id="267" r:id="rId14"/>
    <p:sldId id="268" r:id="rId15"/>
    <p:sldId id="269" r:id="rId16"/>
    <p:sldId id="270" r:id="rId17"/>
    <p:sldId id="272" r:id="rId18"/>
    <p:sldId id="271"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324371D2-570B-4A77-8858-D25B7E00D768}"/>
    <pc:docChg chg="addSld modSld">
      <pc:chgData name="Manas Tuwani" userId="5d421215-a11f-4a6e-90ca-e8ac2213fab6" providerId="ADAL" clId="{324371D2-570B-4A77-8858-D25B7E00D768}" dt="2022-09-26T15:42:35.439" v="25" actId="207"/>
      <pc:docMkLst>
        <pc:docMk/>
      </pc:docMkLst>
      <pc:sldChg chg="modSp mod">
        <pc:chgData name="Manas Tuwani" userId="5d421215-a11f-4a6e-90ca-e8ac2213fab6" providerId="ADAL" clId="{324371D2-570B-4A77-8858-D25B7E00D768}" dt="2022-09-26T15:42:35.439" v="25" actId="207"/>
        <pc:sldMkLst>
          <pc:docMk/>
          <pc:sldMk cId="416574540" sldId="259"/>
        </pc:sldMkLst>
        <pc:spChg chg="mod">
          <ac:chgData name="Manas Tuwani" userId="5d421215-a11f-4a6e-90ca-e8ac2213fab6" providerId="ADAL" clId="{324371D2-570B-4A77-8858-D25B7E00D768}" dt="2022-09-26T15:42:35.439" v="25" actId="207"/>
          <ac:spMkLst>
            <pc:docMk/>
            <pc:sldMk cId="416574540" sldId="259"/>
            <ac:spMk id="2" creationId="{B7B1FF55-7443-E0A0-AC45-13CBC4ACB255}"/>
          </ac:spMkLst>
        </pc:spChg>
      </pc:sldChg>
      <pc:sldChg chg="addSp modSp new mod">
        <pc:chgData name="Manas Tuwani" userId="5d421215-a11f-4a6e-90ca-e8ac2213fab6" providerId="ADAL" clId="{324371D2-570B-4A77-8858-D25B7E00D768}" dt="2022-09-26T15:41:31.104" v="22" actId="207"/>
        <pc:sldMkLst>
          <pc:docMk/>
          <pc:sldMk cId="3453522204" sldId="263"/>
        </pc:sldMkLst>
        <pc:spChg chg="mod">
          <ac:chgData name="Manas Tuwani" userId="5d421215-a11f-4a6e-90ca-e8ac2213fab6" providerId="ADAL" clId="{324371D2-570B-4A77-8858-D25B7E00D768}" dt="2022-09-26T15:41:31.104" v="22" actId="207"/>
          <ac:spMkLst>
            <pc:docMk/>
            <pc:sldMk cId="3453522204" sldId="263"/>
            <ac:spMk id="2" creationId="{1F683FA5-1C30-9A15-DE24-61AF2B5A0976}"/>
          </ac:spMkLst>
        </pc:spChg>
        <pc:spChg chg="mod">
          <ac:chgData name="Manas Tuwani" userId="5d421215-a11f-4a6e-90ca-e8ac2213fab6" providerId="ADAL" clId="{324371D2-570B-4A77-8858-D25B7E00D768}" dt="2022-09-26T15:41:24.104" v="20" actId="20577"/>
          <ac:spMkLst>
            <pc:docMk/>
            <pc:sldMk cId="3453522204" sldId="263"/>
            <ac:spMk id="3" creationId="{A288FCBB-7072-B59E-DA5E-7786EAEC4822}"/>
          </ac:spMkLst>
        </pc:spChg>
        <pc:picChg chg="add mod">
          <ac:chgData name="Manas Tuwani" userId="5d421215-a11f-4a6e-90ca-e8ac2213fab6" providerId="ADAL" clId="{324371D2-570B-4A77-8858-D25B7E00D768}" dt="2022-09-26T15:41:26.335" v="21" actId="1076"/>
          <ac:picMkLst>
            <pc:docMk/>
            <pc:sldMk cId="3453522204" sldId="263"/>
            <ac:picMk id="5" creationId="{5E95CBE7-513A-A7AD-2A51-29CA75E7A510}"/>
          </ac:picMkLst>
        </pc:picChg>
      </pc:sldChg>
    </pc:docChg>
  </pc:docChgLst>
  <pc:docChgLst>
    <pc:chgData name="Manas Tuwani" userId="5d421215-a11f-4a6e-90ca-e8ac2213fab6" providerId="ADAL" clId="{49566423-FCBE-4816-9E01-5B5496909B8F}"/>
    <pc:docChg chg="undo custSel addSld delSld modSld sldOrd">
      <pc:chgData name="Manas Tuwani" userId="5d421215-a11f-4a6e-90ca-e8ac2213fab6" providerId="ADAL" clId="{49566423-FCBE-4816-9E01-5B5496909B8F}" dt="2022-11-20T11:57:46.292" v="299" actId="47"/>
      <pc:docMkLst>
        <pc:docMk/>
      </pc:docMkLst>
      <pc:sldChg chg="del">
        <pc:chgData name="Manas Tuwani" userId="5d421215-a11f-4a6e-90ca-e8ac2213fab6" providerId="ADAL" clId="{49566423-FCBE-4816-9E01-5B5496909B8F}" dt="2022-11-20T11:57:46.292" v="299" actId="47"/>
        <pc:sldMkLst>
          <pc:docMk/>
          <pc:sldMk cId="521330861" sldId="256"/>
        </pc:sldMkLst>
      </pc:sldChg>
      <pc:sldChg chg="addSp delSp modSp mod setBg">
        <pc:chgData name="Manas Tuwani" userId="5d421215-a11f-4a6e-90ca-e8ac2213fab6" providerId="ADAL" clId="{49566423-FCBE-4816-9E01-5B5496909B8F}" dt="2022-11-20T11:57:37.166" v="298" actId="1076"/>
        <pc:sldMkLst>
          <pc:docMk/>
          <pc:sldMk cId="56082282" sldId="262"/>
        </pc:sldMkLst>
        <pc:spChg chg="add del mod">
          <ac:chgData name="Manas Tuwani" userId="5d421215-a11f-4a6e-90ca-e8ac2213fab6" providerId="ADAL" clId="{49566423-FCBE-4816-9E01-5B5496909B8F}" dt="2022-11-20T09:55:16.523" v="41" actId="26606"/>
          <ac:spMkLst>
            <pc:docMk/>
            <pc:sldMk cId="56082282" sldId="262"/>
            <ac:spMk id="3" creationId="{512F582C-57BA-F1AA-FECE-718C66251DD7}"/>
          </ac:spMkLst>
        </pc:spChg>
        <pc:spChg chg="add del">
          <ac:chgData name="Manas Tuwani" userId="5d421215-a11f-4a6e-90ca-e8ac2213fab6" providerId="ADAL" clId="{49566423-FCBE-4816-9E01-5B5496909B8F}" dt="2022-11-20T09:54:42.663" v="33" actId="26606"/>
          <ac:spMkLst>
            <pc:docMk/>
            <pc:sldMk cId="56082282" sldId="262"/>
            <ac:spMk id="5" creationId="{CBB2B1F0-0DD6-4744-9A46-7A344FB48E40}"/>
          </ac:spMkLst>
        </pc:spChg>
        <pc:spChg chg="add del">
          <ac:chgData name="Manas Tuwani" userId="5d421215-a11f-4a6e-90ca-e8ac2213fab6" providerId="ADAL" clId="{49566423-FCBE-4816-9E01-5B5496909B8F}" dt="2022-11-20T09:54:42.663" v="33" actId="26606"/>
          <ac:spMkLst>
            <pc:docMk/>
            <pc:sldMk cId="56082282" sldId="262"/>
            <ac:spMk id="6" creationId="{52D502E5-F6B4-4D58-B4AE-FC466FF15EE8}"/>
          </ac:spMkLst>
        </pc:spChg>
        <pc:spChg chg="add del">
          <ac:chgData name="Manas Tuwani" userId="5d421215-a11f-4a6e-90ca-e8ac2213fab6" providerId="ADAL" clId="{49566423-FCBE-4816-9E01-5B5496909B8F}" dt="2022-11-20T09:54:42.663" v="33" actId="26606"/>
          <ac:spMkLst>
            <pc:docMk/>
            <pc:sldMk cId="56082282" sldId="262"/>
            <ac:spMk id="7" creationId="{9DECDBF4-02B6-4BB4-B65B-B8107AD6A9E8}"/>
          </ac:spMkLst>
        </pc:spChg>
        <pc:spChg chg="add del">
          <ac:chgData name="Manas Tuwani" userId="5d421215-a11f-4a6e-90ca-e8ac2213fab6" providerId="ADAL" clId="{49566423-FCBE-4816-9E01-5B5496909B8F}" dt="2022-11-20T09:54:09.798" v="25" actId="26606"/>
          <ac:spMkLst>
            <pc:docMk/>
            <pc:sldMk cId="56082282" sldId="262"/>
            <ac:spMk id="8" creationId="{2B566528-1B12-4246-9431-5C2D7D081168}"/>
          </ac:spMkLst>
        </pc:spChg>
        <pc:spChg chg="add del">
          <ac:chgData name="Manas Tuwani" userId="5d421215-a11f-4a6e-90ca-e8ac2213fab6" providerId="ADAL" clId="{49566423-FCBE-4816-9E01-5B5496909B8F}" dt="2022-11-20T09:54:57.042" v="35" actId="26606"/>
          <ac:spMkLst>
            <pc:docMk/>
            <pc:sldMk cId="56082282" sldId="262"/>
            <ac:spMk id="9" creationId="{DBF61EA3-B236-439E-9C0B-340980D56BEE}"/>
          </ac:spMkLst>
        </pc:spChg>
        <pc:spChg chg="add del">
          <ac:chgData name="Manas Tuwani" userId="5d421215-a11f-4a6e-90ca-e8ac2213fab6" providerId="ADAL" clId="{49566423-FCBE-4816-9E01-5B5496909B8F}" dt="2022-11-20T09:54:09.798" v="25" actId="26606"/>
          <ac:spMkLst>
            <pc:docMk/>
            <pc:sldMk cId="56082282" sldId="262"/>
            <ac:spMk id="10" creationId="{2E80C965-DB6D-4F81-9E9E-B027384D0BD6}"/>
          </ac:spMkLst>
        </pc:spChg>
        <pc:spChg chg="add del">
          <ac:chgData name="Manas Tuwani" userId="5d421215-a11f-4a6e-90ca-e8ac2213fab6" providerId="ADAL" clId="{49566423-FCBE-4816-9E01-5B5496909B8F}" dt="2022-11-20T09:54:09.798" v="25" actId="26606"/>
          <ac:spMkLst>
            <pc:docMk/>
            <pc:sldMk cId="56082282" sldId="262"/>
            <ac:spMk id="12" creationId="{A580F890-B085-4E95-96AA-55AEBEC5CE6E}"/>
          </ac:spMkLst>
        </pc:spChg>
        <pc:spChg chg="add del">
          <ac:chgData name="Manas Tuwani" userId="5d421215-a11f-4a6e-90ca-e8ac2213fab6" providerId="ADAL" clId="{49566423-FCBE-4816-9E01-5B5496909B8F}" dt="2022-11-20T09:54:09.798" v="25" actId="26606"/>
          <ac:spMkLst>
            <pc:docMk/>
            <pc:sldMk cId="56082282" sldId="262"/>
            <ac:spMk id="14" creationId="{D3F51FEB-38FB-4F6C-9F7B-2F2AFAB65463}"/>
          </ac:spMkLst>
        </pc:spChg>
        <pc:spChg chg="add del">
          <ac:chgData name="Manas Tuwani" userId="5d421215-a11f-4a6e-90ca-e8ac2213fab6" providerId="ADAL" clId="{49566423-FCBE-4816-9E01-5B5496909B8F}" dt="2022-11-20T09:54:09.798" v="25" actId="26606"/>
          <ac:spMkLst>
            <pc:docMk/>
            <pc:sldMk cId="56082282" sldId="262"/>
            <ac:spMk id="16" creationId="{1E547BA6-BAE0-43BB-A7CA-60F69CE252F0}"/>
          </ac:spMkLst>
        </pc:spChg>
        <pc:spChg chg="add del">
          <ac:chgData name="Manas Tuwani" userId="5d421215-a11f-4a6e-90ca-e8ac2213fab6" providerId="ADAL" clId="{49566423-FCBE-4816-9E01-5B5496909B8F}" dt="2022-11-20T09:54:57.042" v="35" actId="26606"/>
          <ac:spMkLst>
            <pc:docMk/>
            <pc:sldMk cId="56082282" sldId="262"/>
            <ac:spMk id="17" creationId="{E659831F-0D9A-4C63-9EBB-8435B85A440F}"/>
          </ac:spMkLst>
        </pc:spChg>
        <pc:spChg chg="add del">
          <ac:chgData name="Manas Tuwani" userId="5d421215-a11f-4a6e-90ca-e8ac2213fab6" providerId="ADAL" clId="{49566423-FCBE-4816-9E01-5B5496909B8F}" dt="2022-11-20T09:54:17.617" v="27" actId="26606"/>
          <ac:spMkLst>
            <pc:docMk/>
            <pc:sldMk cId="56082282" sldId="262"/>
            <ac:spMk id="18" creationId="{488333BA-AE6E-427A-9B16-A39C8073F4EB}"/>
          </ac:spMkLst>
        </pc:spChg>
        <pc:spChg chg="add del">
          <ac:chgData name="Manas Tuwani" userId="5d421215-a11f-4a6e-90ca-e8ac2213fab6" providerId="ADAL" clId="{49566423-FCBE-4816-9E01-5B5496909B8F}" dt="2022-11-20T09:54:17.617" v="27" actId="26606"/>
          <ac:spMkLst>
            <pc:docMk/>
            <pc:sldMk cId="56082282" sldId="262"/>
            <ac:spMk id="19" creationId="{F98ED85F-DCEE-4B50-802E-71A6E3E12B04}"/>
          </ac:spMkLst>
        </pc:spChg>
        <pc:spChg chg="add del">
          <ac:chgData name="Manas Tuwani" userId="5d421215-a11f-4a6e-90ca-e8ac2213fab6" providerId="ADAL" clId="{49566423-FCBE-4816-9E01-5B5496909B8F}" dt="2022-11-20T09:55:16.523" v="41" actId="26606"/>
          <ac:spMkLst>
            <pc:docMk/>
            <pc:sldMk cId="56082282" sldId="262"/>
            <ac:spMk id="20" creationId="{2029D5AD-8348-4446-B191-6A9B6FE03F21}"/>
          </ac:spMkLst>
        </pc:spChg>
        <pc:spChg chg="add del">
          <ac:chgData name="Manas Tuwani" userId="5d421215-a11f-4a6e-90ca-e8ac2213fab6" providerId="ADAL" clId="{49566423-FCBE-4816-9E01-5B5496909B8F}" dt="2022-11-20T09:54:32.424" v="29" actId="26606"/>
          <ac:spMkLst>
            <pc:docMk/>
            <pc:sldMk cId="56082282" sldId="262"/>
            <ac:spMk id="21" creationId="{2029D5AD-8348-4446-B191-6A9B6FE03F21}"/>
          </ac:spMkLst>
        </pc:spChg>
        <pc:spChg chg="add del">
          <ac:chgData name="Manas Tuwani" userId="5d421215-a11f-4a6e-90ca-e8ac2213fab6" providerId="ADAL" clId="{49566423-FCBE-4816-9E01-5B5496909B8F}" dt="2022-11-20T09:54:32.424" v="29" actId="26606"/>
          <ac:spMkLst>
            <pc:docMk/>
            <pc:sldMk cId="56082282" sldId="262"/>
            <ac:spMk id="22" creationId="{A3F395A2-2B64-4749-BD93-2F159C7E1FB5}"/>
          </ac:spMkLst>
        </pc:spChg>
        <pc:spChg chg="add del">
          <ac:chgData name="Manas Tuwani" userId="5d421215-a11f-4a6e-90ca-e8ac2213fab6" providerId="ADAL" clId="{49566423-FCBE-4816-9E01-5B5496909B8F}" dt="2022-11-20T09:54:32.424" v="29" actId="26606"/>
          <ac:spMkLst>
            <pc:docMk/>
            <pc:sldMk cId="56082282" sldId="262"/>
            <ac:spMk id="23" creationId="{5CF0135B-EAB8-4CA0-896C-2D897ECD28BC}"/>
          </ac:spMkLst>
        </pc:spChg>
        <pc:spChg chg="add del">
          <ac:chgData name="Manas Tuwani" userId="5d421215-a11f-4a6e-90ca-e8ac2213fab6" providerId="ADAL" clId="{49566423-FCBE-4816-9E01-5B5496909B8F}" dt="2022-11-20T09:54:32.424" v="29" actId="26606"/>
          <ac:spMkLst>
            <pc:docMk/>
            <pc:sldMk cId="56082282" sldId="262"/>
            <ac:spMk id="24" creationId="{92C3387C-D24F-4737-8A37-1DC5CFF09CFA}"/>
          </ac:spMkLst>
        </pc:spChg>
        <pc:spChg chg="add del">
          <ac:chgData name="Manas Tuwani" userId="5d421215-a11f-4a6e-90ca-e8ac2213fab6" providerId="ADAL" clId="{49566423-FCBE-4816-9E01-5B5496909B8F}" dt="2022-11-20T09:55:16.523" v="41" actId="26606"/>
          <ac:spMkLst>
            <pc:docMk/>
            <pc:sldMk cId="56082282" sldId="262"/>
            <ac:spMk id="25" creationId="{A3F395A2-2B64-4749-BD93-2F159C7E1FB5}"/>
          </ac:spMkLst>
        </pc:spChg>
        <pc:spChg chg="add del">
          <ac:chgData name="Manas Tuwani" userId="5d421215-a11f-4a6e-90ca-e8ac2213fab6" providerId="ADAL" clId="{49566423-FCBE-4816-9E01-5B5496909B8F}" dt="2022-11-20T09:54:36.171" v="31" actId="26606"/>
          <ac:spMkLst>
            <pc:docMk/>
            <pc:sldMk cId="56082282" sldId="262"/>
            <ac:spMk id="26" creationId="{70DFC902-7D23-471A-B557-B6B6917D7A0D}"/>
          </ac:spMkLst>
        </pc:spChg>
        <pc:spChg chg="add del">
          <ac:chgData name="Manas Tuwani" userId="5d421215-a11f-4a6e-90ca-e8ac2213fab6" providerId="ADAL" clId="{49566423-FCBE-4816-9E01-5B5496909B8F}" dt="2022-11-20T09:54:36.171" v="31" actId="26606"/>
          <ac:spMkLst>
            <pc:docMk/>
            <pc:sldMk cId="56082282" sldId="262"/>
            <ac:spMk id="27" creationId="{A55D5633-D557-4DCA-982C-FF36EB7A1C00}"/>
          </ac:spMkLst>
        </pc:spChg>
        <pc:spChg chg="add del">
          <ac:chgData name="Manas Tuwani" userId="5d421215-a11f-4a6e-90ca-e8ac2213fab6" providerId="ADAL" clId="{49566423-FCBE-4816-9E01-5B5496909B8F}" dt="2022-11-20T09:54:36.171" v="31" actId="26606"/>
          <ac:spMkLst>
            <pc:docMk/>
            <pc:sldMk cId="56082282" sldId="262"/>
            <ac:spMk id="28" creationId="{450D3AD2-FA80-415F-A9CE-54D884561CD7}"/>
          </ac:spMkLst>
        </pc:spChg>
        <pc:spChg chg="add del">
          <ac:chgData name="Manas Tuwani" userId="5d421215-a11f-4a6e-90ca-e8ac2213fab6" providerId="ADAL" clId="{49566423-FCBE-4816-9E01-5B5496909B8F}" dt="2022-11-20T09:55:16.523" v="41" actId="26606"/>
          <ac:spMkLst>
            <pc:docMk/>
            <pc:sldMk cId="56082282" sldId="262"/>
            <ac:spMk id="29" creationId="{5CF0135B-EAB8-4CA0-896C-2D897ECD28BC}"/>
          </ac:spMkLst>
        </pc:spChg>
        <pc:spChg chg="add del">
          <ac:chgData name="Manas Tuwani" userId="5d421215-a11f-4a6e-90ca-e8ac2213fab6" providerId="ADAL" clId="{49566423-FCBE-4816-9E01-5B5496909B8F}" dt="2022-11-20T09:55:16.523" v="41" actId="26606"/>
          <ac:spMkLst>
            <pc:docMk/>
            <pc:sldMk cId="56082282" sldId="262"/>
            <ac:spMk id="30" creationId="{92C3387C-D24F-4737-8A37-1DC5CFF09CFA}"/>
          </ac:spMkLst>
        </pc:spChg>
        <pc:spChg chg="add del">
          <ac:chgData name="Manas Tuwani" userId="5d421215-a11f-4a6e-90ca-e8ac2213fab6" providerId="ADAL" clId="{49566423-FCBE-4816-9E01-5B5496909B8F}" dt="2022-11-20T09:55:15.153" v="38" actId="26606"/>
          <ac:spMkLst>
            <pc:docMk/>
            <pc:sldMk cId="56082282" sldId="262"/>
            <ac:spMk id="35" creationId="{488333BA-AE6E-427A-9B16-A39C8073F4EB}"/>
          </ac:spMkLst>
        </pc:spChg>
        <pc:spChg chg="add del">
          <ac:chgData name="Manas Tuwani" userId="5d421215-a11f-4a6e-90ca-e8ac2213fab6" providerId="ADAL" clId="{49566423-FCBE-4816-9E01-5B5496909B8F}" dt="2022-11-20T09:55:15.153" v="38" actId="26606"/>
          <ac:spMkLst>
            <pc:docMk/>
            <pc:sldMk cId="56082282" sldId="262"/>
            <ac:spMk id="37" creationId="{F98ED85F-DCEE-4B50-802E-71A6E3E12B04}"/>
          </ac:spMkLst>
        </pc:spChg>
        <pc:spChg chg="add del">
          <ac:chgData name="Manas Tuwani" userId="5d421215-a11f-4a6e-90ca-e8ac2213fab6" providerId="ADAL" clId="{49566423-FCBE-4816-9E01-5B5496909B8F}" dt="2022-11-20T09:55:16.519" v="40" actId="26606"/>
          <ac:spMkLst>
            <pc:docMk/>
            <pc:sldMk cId="56082282" sldId="262"/>
            <ac:spMk id="39" creationId="{B50AB553-2A96-4A92-96F2-93548E096954}"/>
          </ac:spMkLst>
        </pc:spChg>
        <pc:spChg chg="add">
          <ac:chgData name="Manas Tuwani" userId="5d421215-a11f-4a6e-90ca-e8ac2213fab6" providerId="ADAL" clId="{49566423-FCBE-4816-9E01-5B5496909B8F}" dt="2022-11-20T09:55:16.523" v="41" actId="26606"/>
          <ac:spMkLst>
            <pc:docMk/>
            <pc:sldMk cId="56082282" sldId="262"/>
            <ac:spMk id="41" creationId="{488333BA-AE6E-427A-9B16-A39C8073F4EB}"/>
          </ac:spMkLst>
        </pc:spChg>
        <pc:spChg chg="add">
          <ac:chgData name="Manas Tuwani" userId="5d421215-a11f-4a6e-90ca-e8ac2213fab6" providerId="ADAL" clId="{49566423-FCBE-4816-9E01-5B5496909B8F}" dt="2022-11-20T09:55:16.523" v="41" actId="26606"/>
          <ac:spMkLst>
            <pc:docMk/>
            <pc:sldMk cId="56082282" sldId="262"/>
            <ac:spMk id="42" creationId="{F98ED85F-DCEE-4B50-802E-71A6E3E12B04}"/>
          </ac:spMkLst>
        </pc:spChg>
        <pc:spChg chg="add mod">
          <ac:chgData name="Manas Tuwani" userId="5d421215-a11f-4a6e-90ca-e8ac2213fab6" providerId="ADAL" clId="{49566423-FCBE-4816-9E01-5B5496909B8F}" dt="2022-11-20T11:57:37.166" v="298" actId="1076"/>
          <ac:spMkLst>
            <pc:docMk/>
            <pc:sldMk cId="56082282" sldId="262"/>
            <ac:spMk id="43" creationId="{512F582C-57BA-F1AA-FECE-718C66251DD7}"/>
          </ac:spMkLst>
        </pc:spChg>
        <pc:grpChg chg="add del">
          <ac:chgData name="Manas Tuwani" userId="5d421215-a11f-4a6e-90ca-e8ac2213fab6" providerId="ADAL" clId="{49566423-FCBE-4816-9E01-5B5496909B8F}" dt="2022-11-20T09:54:57.042" v="35" actId="26606"/>
          <ac:grpSpMkLst>
            <pc:docMk/>
            <pc:sldMk cId="56082282" sldId="262"/>
            <ac:grpSpMk id="13" creationId="{28FAF094-D087-493F-8DF9-A486C2D6BBAA}"/>
          </ac:grpSpMkLst>
        </pc:grpChg>
        <pc:graphicFrameChg chg="add del">
          <ac:chgData name="Manas Tuwani" userId="5d421215-a11f-4a6e-90ca-e8ac2213fab6" providerId="ADAL" clId="{49566423-FCBE-4816-9E01-5B5496909B8F}" dt="2022-11-20T09:55:16.519" v="40" actId="26606"/>
          <ac:graphicFrameMkLst>
            <pc:docMk/>
            <pc:sldMk cId="56082282" sldId="262"/>
            <ac:graphicFrameMk id="32" creationId="{90854C7B-5F54-2AD5-E54A-F9B744F7649D}"/>
          </ac:graphicFrameMkLst>
        </pc:graphicFrameChg>
        <pc:picChg chg="add del">
          <ac:chgData name="Manas Tuwani" userId="5d421215-a11f-4a6e-90ca-e8ac2213fab6" providerId="ADAL" clId="{49566423-FCBE-4816-9E01-5B5496909B8F}" dt="2022-11-20T09:55:16.519" v="40" actId="26606"/>
          <ac:picMkLst>
            <pc:docMk/>
            <pc:sldMk cId="56082282" sldId="262"/>
            <ac:picMk id="33" creationId="{10DD131D-05F5-2579-26A5-13B0C2C6A6E3}"/>
          </ac:picMkLst>
        </pc:picChg>
      </pc:sldChg>
      <pc:sldChg chg="addSp delSp modSp new mod setBg">
        <pc:chgData name="Manas Tuwani" userId="5d421215-a11f-4a6e-90ca-e8ac2213fab6" providerId="ADAL" clId="{49566423-FCBE-4816-9E01-5B5496909B8F}" dt="2022-11-20T09:47:38.574" v="14" actId="26606"/>
        <pc:sldMkLst>
          <pc:docMk/>
          <pc:sldMk cId="3226478818" sldId="264"/>
        </pc:sldMkLst>
        <pc:spChg chg="add del">
          <ac:chgData name="Manas Tuwani" userId="5d421215-a11f-4a6e-90ca-e8ac2213fab6" providerId="ADAL" clId="{49566423-FCBE-4816-9E01-5B5496909B8F}" dt="2022-11-20T09:47:29.599" v="11" actId="26606"/>
          <ac:spMkLst>
            <pc:docMk/>
            <pc:sldMk cId="3226478818" sldId="264"/>
            <ac:spMk id="5" creationId="{22F15A2D-2324-487D-A02A-BF46C5C580EB}"/>
          </ac:spMkLst>
        </pc:spChg>
        <pc:spChg chg="add del">
          <ac:chgData name="Manas Tuwani" userId="5d421215-a11f-4a6e-90ca-e8ac2213fab6" providerId="ADAL" clId="{49566423-FCBE-4816-9E01-5B5496909B8F}" dt="2022-11-20T09:47:29.599" v="11" actId="26606"/>
          <ac:spMkLst>
            <pc:docMk/>
            <pc:sldMk cId="3226478818" sldId="264"/>
            <ac:spMk id="6" creationId="{2AEAFA59-923A-4F54-8B49-44C970BCC323}"/>
          </ac:spMkLst>
        </pc:spChg>
        <pc:spChg chg="add del">
          <ac:chgData name="Manas Tuwani" userId="5d421215-a11f-4a6e-90ca-e8ac2213fab6" providerId="ADAL" clId="{49566423-FCBE-4816-9E01-5B5496909B8F}" dt="2022-11-20T09:47:29.599" v="11" actId="26606"/>
          <ac:spMkLst>
            <pc:docMk/>
            <pc:sldMk cId="3226478818" sldId="264"/>
            <ac:spMk id="7" creationId="{C37E9D4B-7BFA-4D10-B666-547BAC499469}"/>
          </ac:spMkLst>
        </pc:spChg>
        <pc:spChg chg="add del">
          <ac:chgData name="Manas Tuwani" userId="5d421215-a11f-4a6e-90ca-e8ac2213fab6" providerId="ADAL" clId="{49566423-FCBE-4816-9E01-5B5496909B8F}" dt="2022-11-20T09:47:18.017" v="3" actId="26606"/>
          <ac:spMkLst>
            <pc:docMk/>
            <pc:sldMk cId="3226478818" sldId="264"/>
            <ac:spMk id="8" creationId="{F3060C83-F051-4F0E-ABAD-AA0DFC48B218}"/>
          </ac:spMkLst>
        </pc:spChg>
        <pc:spChg chg="add">
          <ac:chgData name="Manas Tuwani" userId="5d421215-a11f-4a6e-90ca-e8ac2213fab6" providerId="ADAL" clId="{49566423-FCBE-4816-9E01-5B5496909B8F}" dt="2022-11-20T09:47:38.574" v="14" actId="26606"/>
          <ac:spMkLst>
            <pc:docMk/>
            <pc:sldMk cId="3226478818" sldId="264"/>
            <ac:spMk id="9" creationId="{42A4FC2C-047E-45A5-965D-8E1E3BF09BC6}"/>
          </ac:spMkLst>
        </pc:spChg>
        <pc:spChg chg="add del">
          <ac:chgData name="Manas Tuwani" userId="5d421215-a11f-4a6e-90ca-e8ac2213fab6" providerId="ADAL" clId="{49566423-FCBE-4816-9E01-5B5496909B8F}" dt="2022-11-20T09:47:18.017" v="3" actId="26606"/>
          <ac:spMkLst>
            <pc:docMk/>
            <pc:sldMk cId="3226478818" sldId="264"/>
            <ac:spMk id="10" creationId="{83C98ABE-055B-441F-B07E-44F97F083C39}"/>
          </ac:spMkLst>
        </pc:spChg>
        <pc:spChg chg="add del">
          <ac:chgData name="Manas Tuwani" userId="5d421215-a11f-4a6e-90ca-e8ac2213fab6" providerId="ADAL" clId="{49566423-FCBE-4816-9E01-5B5496909B8F}" dt="2022-11-20T09:47:18.017" v="3" actId="26606"/>
          <ac:spMkLst>
            <pc:docMk/>
            <pc:sldMk cId="3226478818" sldId="264"/>
            <ac:spMk id="12" creationId="{29FDB030-9B49-4CED-8CCD-4D99382388AC}"/>
          </ac:spMkLst>
        </pc:spChg>
        <pc:spChg chg="add del">
          <ac:chgData name="Manas Tuwani" userId="5d421215-a11f-4a6e-90ca-e8ac2213fab6" providerId="ADAL" clId="{49566423-FCBE-4816-9E01-5B5496909B8F}" dt="2022-11-20T09:47:18.017" v="3" actId="26606"/>
          <ac:spMkLst>
            <pc:docMk/>
            <pc:sldMk cId="3226478818" sldId="264"/>
            <ac:spMk id="14" creationId="{3783CA14-24A1-485C-8B30-D6A5D87987AD}"/>
          </ac:spMkLst>
        </pc:spChg>
        <pc:spChg chg="add del">
          <ac:chgData name="Manas Tuwani" userId="5d421215-a11f-4a6e-90ca-e8ac2213fab6" providerId="ADAL" clId="{49566423-FCBE-4816-9E01-5B5496909B8F}" dt="2022-11-20T09:47:18.017" v="3" actId="26606"/>
          <ac:spMkLst>
            <pc:docMk/>
            <pc:sldMk cId="3226478818" sldId="264"/>
            <ac:spMk id="16" creationId="{9A97C86A-04D6-40F7-AE84-31AB43E6A846}"/>
          </ac:spMkLst>
        </pc:spChg>
        <pc:spChg chg="add del">
          <ac:chgData name="Manas Tuwani" userId="5d421215-a11f-4a6e-90ca-e8ac2213fab6" providerId="ADAL" clId="{49566423-FCBE-4816-9E01-5B5496909B8F}" dt="2022-11-20T09:47:18.017" v="3" actId="26606"/>
          <ac:spMkLst>
            <pc:docMk/>
            <pc:sldMk cId="3226478818" sldId="264"/>
            <ac:spMk id="18" creationId="{FF9F2414-84E8-453E-B1F3-389FDE8192D9}"/>
          </ac:spMkLst>
        </pc:spChg>
        <pc:spChg chg="add del">
          <ac:chgData name="Manas Tuwani" userId="5d421215-a11f-4a6e-90ca-e8ac2213fab6" providerId="ADAL" clId="{49566423-FCBE-4816-9E01-5B5496909B8F}" dt="2022-11-20T09:47:18.017" v="3" actId="26606"/>
          <ac:spMkLst>
            <pc:docMk/>
            <pc:sldMk cId="3226478818" sldId="264"/>
            <ac:spMk id="20" creationId="{3ECA69A1-7536-43AC-85EF-C7106179F5ED}"/>
          </ac:spMkLst>
        </pc:spChg>
        <pc:spChg chg="add del">
          <ac:chgData name="Manas Tuwani" userId="5d421215-a11f-4a6e-90ca-e8ac2213fab6" providerId="ADAL" clId="{49566423-FCBE-4816-9E01-5B5496909B8F}" dt="2022-11-20T09:47:21.322" v="5" actId="26606"/>
          <ac:spMkLst>
            <pc:docMk/>
            <pc:sldMk cId="3226478818" sldId="264"/>
            <ac:spMk id="22" creationId="{B9FF99BD-075F-4761-A995-6FC574BD25EA}"/>
          </ac:spMkLst>
        </pc:spChg>
        <pc:spChg chg="add del">
          <ac:chgData name="Manas Tuwani" userId="5d421215-a11f-4a6e-90ca-e8ac2213fab6" providerId="ADAL" clId="{49566423-FCBE-4816-9E01-5B5496909B8F}" dt="2022-11-20T09:47:21.322" v="5" actId="26606"/>
          <ac:spMkLst>
            <pc:docMk/>
            <pc:sldMk cId="3226478818" sldId="264"/>
            <ac:spMk id="23" creationId="{A7B21A54-9BA3-4EA9-B460-5A829ADD9051}"/>
          </ac:spMkLst>
        </pc:spChg>
        <pc:spChg chg="add del">
          <ac:chgData name="Manas Tuwani" userId="5d421215-a11f-4a6e-90ca-e8ac2213fab6" providerId="ADAL" clId="{49566423-FCBE-4816-9E01-5B5496909B8F}" dt="2022-11-20T09:47:21.322" v="5" actId="26606"/>
          <ac:spMkLst>
            <pc:docMk/>
            <pc:sldMk cId="3226478818" sldId="264"/>
            <ac:spMk id="24" creationId="{6FA8F714-B9D8-488A-8CCA-E9948FF913A9}"/>
          </ac:spMkLst>
        </pc:spChg>
        <pc:spChg chg="add del">
          <ac:chgData name="Manas Tuwani" userId="5d421215-a11f-4a6e-90ca-e8ac2213fab6" providerId="ADAL" clId="{49566423-FCBE-4816-9E01-5B5496909B8F}" dt="2022-11-20T09:47:22.960" v="7" actId="26606"/>
          <ac:spMkLst>
            <pc:docMk/>
            <pc:sldMk cId="3226478818" sldId="264"/>
            <ac:spMk id="26" creationId="{C7F55EAC-550A-4BDD-9099-3F20B8FA0EBC}"/>
          </ac:spMkLst>
        </pc:spChg>
        <pc:spChg chg="add del">
          <ac:chgData name="Manas Tuwani" userId="5d421215-a11f-4a6e-90ca-e8ac2213fab6" providerId="ADAL" clId="{49566423-FCBE-4816-9E01-5B5496909B8F}" dt="2022-11-20T09:47:22.960" v="7" actId="26606"/>
          <ac:spMkLst>
            <pc:docMk/>
            <pc:sldMk cId="3226478818" sldId="264"/>
            <ac:spMk id="27" creationId="{DC4F5A5F-493F-49AE-89B6-D5AF5EBC8B0E}"/>
          </ac:spMkLst>
        </pc:spChg>
        <pc:picChg chg="add mod">
          <ac:chgData name="Manas Tuwani" userId="5d421215-a11f-4a6e-90ca-e8ac2213fab6" providerId="ADAL" clId="{49566423-FCBE-4816-9E01-5B5496909B8F}" dt="2022-11-20T09:47:38.574" v="14" actId="26606"/>
          <ac:picMkLst>
            <pc:docMk/>
            <pc:sldMk cId="3226478818" sldId="264"/>
            <ac:picMk id="3" creationId="{E343407E-2A60-F4EC-55FD-52A3A3AE2C73}"/>
          </ac:picMkLst>
        </pc:picChg>
      </pc:sldChg>
      <pc:sldChg chg="addSp new mod">
        <pc:chgData name="Manas Tuwani" userId="5d421215-a11f-4a6e-90ca-e8ac2213fab6" providerId="ADAL" clId="{49566423-FCBE-4816-9E01-5B5496909B8F}" dt="2022-11-20T09:50:10.712" v="16" actId="22"/>
        <pc:sldMkLst>
          <pc:docMk/>
          <pc:sldMk cId="40565119" sldId="265"/>
        </pc:sldMkLst>
        <pc:picChg chg="add">
          <ac:chgData name="Manas Tuwani" userId="5d421215-a11f-4a6e-90ca-e8ac2213fab6" providerId="ADAL" clId="{49566423-FCBE-4816-9E01-5B5496909B8F}" dt="2022-11-20T09:50:10.712" v="16" actId="22"/>
          <ac:picMkLst>
            <pc:docMk/>
            <pc:sldMk cId="40565119" sldId="265"/>
            <ac:picMk id="3" creationId="{E8B1C42B-C57B-1437-3775-DC5635B01134}"/>
          </ac:picMkLst>
        </pc:picChg>
      </pc:sldChg>
      <pc:sldChg chg="modSp new mod ord">
        <pc:chgData name="Manas Tuwani" userId="5d421215-a11f-4a6e-90ca-e8ac2213fab6" providerId="ADAL" clId="{49566423-FCBE-4816-9E01-5B5496909B8F}" dt="2022-11-20T10:23:07.195" v="93" actId="20577"/>
        <pc:sldMkLst>
          <pc:docMk/>
          <pc:sldMk cId="966271097" sldId="266"/>
        </pc:sldMkLst>
        <pc:spChg chg="mod">
          <ac:chgData name="Manas Tuwani" userId="5d421215-a11f-4a6e-90ca-e8ac2213fab6" providerId="ADAL" clId="{49566423-FCBE-4816-9E01-5B5496909B8F}" dt="2022-11-20T10:19:41.370" v="60" actId="207"/>
          <ac:spMkLst>
            <pc:docMk/>
            <pc:sldMk cId="966271097" sldId="266"/>
            <ac:spMk id="2" creationId="{5934C8A0-DBE1-BC6C-196D-79786A95DFA2}"/>
          </ac:spMkLst>
        </pc:spChg>
        <pc:spChg chg="mod">
          <ac:chgData name="Manas Tuwani" userId="5d421215-a11f-4a6e-90ca-e8ac2213fab6" providerId="ADAL" clId="{49566423-FCBE-4816-9E01-5B5496909B8F}" dt="2022-11-20T10:23:07.195" v="93" actId="20577"/>
          <ac:spMkLst>
            <pc:docMk/>
            <pc:sldMk cId="966271097" sldId="266"/>
            <ac:spMk id="3" creationId="{D2862689-F28B-97BC-FA12-0ED38D78DCD7}"/>
          </ac:spMkLst>
        </pc:spChg>
      </pc:sldChg>
      <pc:sldChg chg="delSp modSp new mod">
        <pc:chgData name="Manas Tuwani" userId="5d421215-a11f-4a6e-90ca-e8ac2213fab6" providerId="ADAL" clId="{49566423-FCBE-4816-9E01-5B5496909B8F}" dt="2022-11-20T11:48:04.109" v="297" actId="20577"/>
        <pc:sldMkLst>
          <pc:docMk/>
          <pc:sldMk cId="1243403855" sldId="267"/>
        </pc:sldMkLst>
        <pc:spChg chg="del">
          <ac:chgData name="Manas Tuwani" userId="5d421215-a11f-4a6e-90ca-e8ac2213fab6" providerId="ADAL" clId="{49566423-FCBE-4816-9E01-5B5496909B8F}" dt="2022-11-20T10:22:24.510" v="85" actId="478"/>
          <ac:spMkLst>
            <pc:docMk/>
            <pc:sldMk cId="1243403855" sldId="267"/>
            <ac:spMk id="2" creationId="{03B07213-FD3F-79F7-7D61-CC9BBDED2F65}"/>
          </ac:spMkLst>
        </pc:spChg>
        <pc:spChg chg="mod">
          <ac:chgData name="Manas Tuwani" userId="5d421215-a11f-4a6e-90ca-e8ac2213fab6" providerId="ADAL" clId="{49566423-FCBE-4816-9E01-5B5496909B8F}" dt="2022-11-20T11:48:04.109" v="297" actId="20577"/>
          <ac:spMkLst>
            <pc:docMk/>
            <pc:sldMk cId="1243403855" sldId="267"/>
            <ac:spMk id="3" creationId="{F34C930C-9EFD-58E5-9007-9326E1023421}"/>
          </ac:spMkLst>
        </pc:spChg>
      </pc:sldChg>
      <pc:sldChg chg="delSp modSp new mod">
        <pc:chgData name="Manas Tuwani" userId="5d421215-a11f-4a6e-90ca-e8ac2213fab6" providerId="ADAL" clId="{49566423-FCBE-4816-9E01-5B5496909B8F}" dt="2022-11-20T11:30:09.166" v="285" actId="113"/>
        <pc:sldMkLst>
          <pc:docMk/>
          <pc:sldMk cId="3861591320" sldId="268"/>
        </pc:sldMkLst>
        <pc:spChg chg="del">
          <ac:chgData name="Manas Tuwani" userId="5d421215-a11f-4a6e-90ca-e8ac2213fab6" providerId="ADAL" clId="{49566423-FCBE-4816-9E01-5B5496909B8F}" dt="2022-11-20T11:29:16.912" v="278" actId="478"/>
          <ac:spMkLst>
            <pc:docMk/>
            <pc:sldMk cId="3861591320" sldId="268"/>
            <ac:spMk id="2" creationId="{9F4B98C4-1814-33DB-11E2-B20DC0920281}"/>
          </ac:spMkLst>
        </pc:spChg>
        <pc:spChg chg="mod">
          <ac:chgData name="Manas Tuwani" userId="5d421215-a11f-4a6e-90ca-e8ac2213fab6" providerId="ADAL" clId="{49566423-FCBE-4816-9E01-5B5496909B8F}" dt="2022-11-20T11:30:09.166" v="285" actId="113"/>
          <ac:spMkLst>
            <pc:docMk/>
            <pc:sldMk cId="3861591320" sldId="268"/>
            <ac:spMk id="3" creationId="{ADCF5B50-25CE-3C74-1F8B-A8D0CDD52882}"/>
          </ac:spMkLst>
        </pc:spChg>
      </pc:sldChg>
      <pc:sldChg chg="addSp modSp new del mod">
        <pc:chgData name="Manas Tuwani" userId="5d421215-a11f-4a6e-90ca-e8ac2213fab6" providerId="ADAL" clId="{49566423-FCBE-4816-9E01-5B5496909B8F}" dt="2022-11-20T11:31:16.735" v="286" actId="47"/>
        <pc:sldMkLst>
          <pc:docMk/>
          <pc:sldMk cId="1453506702" sldId="269"/>
        </pc:sldMkLst>
        <pc:spChg chg="add mod">
          <ac:chgData name="Manas Tuwani" userId="5d421215-a11f-4a6e-90ca-e8ac2213fab6" providerId="ADAL" clId="{49566423-FCBE-4816-9E01-5B5496909B8F}" dt="2022-11-20T11:21:34.847" v="208" actId="14100"/>
          <ac:spMkLst>
            <pc:docMk/>
            <pc:sldMk cId="1453506702" sldId="269"/>
            <ac:spMk id="3" creationId="{0442357E-C33A-7B7B-36AF-079D0C6227A0}"/>
          </ac:spMkLst>
        </pc:spChg>
      </pc:sldChg>
    </pc:docChg>
  </pc:docChgLst>
  <pc:docChgLst>
    <pc:chgData name="Manas Tuwani" userId="5d421215-a11f-4a6e-90ca-e8ac2213fab6" providerId="ADAL" clId="{0FEB99CF-40F3-4DE3-90BD-8B914B4EB888}"/>
    <pc:docChg chg="undo redo custSel addSld delSld modSld sldOrd">
      <pc:chgData name="Manas Tuwani" userId="5d421215-a11f-4a6e-90ca-e8ac2213fab6" providerId="ADAL" clId="{0FEB99CF-40F3-4DE3-90BD-8B914B4EB888}" dt="2022-12-20T13:28:41.644" v="246" actId="47"/>
      <pc:docMkLst>
        <pc:docMk/>
      </pc:docMkLst>
      <pc:sldChg chg="modSp mod">
        <pc:chgData name="Manas Tuwani" userId="5d421215-a11f-4a6e-90ca-e8ac2213fab6" providerId="ADAL" clId="{0FEB99CF-40F3-4DE3-90BD-8B914B4EB888}" dt="2022-12-20T04:05:05.363" v="205" actId="113"/>
        <pc:sldMkLst>
          <pc:docMk/>
          <pc:sldMk cId="1243403855" sldId="267"/>
        </pc:sldMkLst>
        <pc:spChg chg="mod">
          <ac:chgData name="Manas Tuwani" userId="5d421215-a11f-4a6e-90ca-e8ac2213fab6" providerId="ADAL" clId="{0FEB99CF-40F3-4DE3-90BD-8B914B4EB888}" dt="2022-12-20T04:05:05.363" v="205" actId="113"/>
          <ac:spMkLst>
            <pc:docMk/>
            <pc:sldMk cId="1243403855" sldId="267"/>
            <ac:spMk id="3" creationId="{F34C930C-9EFD-58E5-9007-9326E1023421}"/>
          </ac:spMkLst>
        </pc:spChg>
      </pc:sldChg>
      <pc:sldChg chg="modSp new mod">
        <pc:chgData name="Manas Tuwani" userId="5d421215-a11f-4a6e-90ca-e8ac2213fab6" providerId="ADAL" clId="{0FEB99CF-40F3-4DE3-90BD-8B914B4EB888}" dt="2022-12-20T03:56:39.907" v="80" actId="255"/>
        <pc:sldMkLst>
          <pc:docMk/>
          <pc:sldMk cId="398743168" sldId="269"/>
        </pc:sldMkLst>
        <pc:spChg chg="mod">
          <ac:chgData name="Manas Tuwani" userId="5d421215-a11f-4a6e-90ca-e8ac2213fab6" providerId="ADAL" clId="{0FEB99CF-40F3-4DE3-90BD-8B914B4EB888}" dt="2022-12-20T03:56:39.907" v="80" actId="255"/>
          <ac:spMkLst>
            <pc:docMk/>
            <pc:sldMk cId="398743168" sldId="269"/>
            <ac:spMk id="2" creationId="{64600665-1EAB-624D-3278-6417074DDA81}"/>
          </ac:spMkLst>
        </pc:spChg>
        <pc:spChg chg="mod">
          <ac:chgData name="Manas Tuwani" userId="5d421215-a11f-4a6e-90ca-e8ac2213fab6" providerId="ADAL" clId="{0FEB99CF-40F3-4DE3-90BD-8B914B4EB888}" dt="2022-12-20T03:55:20.001" v="79" actId="207"/>
          <ac:spMkLst>
            <pc:docMk/>
            <pc:sldMk cId="398743168" sldId="269"/>
            <ac:spMk id="3" creationId="{0A1BF197-5272-36DF-2B6C-ABABA165B88D}"/>
          </ac:spMkLst>
        </pc:spChg>
      </pc:sldChg>
      <pc:sldChg chg="modSp new mod">
        <pc:chgData name="Manas Tuwani" userId="5d421215-a11f-4a6e-90ca-e8ac2213fab6" providerId="ADAL" clId="{0FEB99CF-40F3-4DE3-90BD-8B914B4EB888}" dt="2022-12-20T04:05:17.907" v="206" actId="255"/>
        <pc:sldMkLst>
          <pc:docMk/>
          <pc:sldMk cId="445982889" sldId="270"/>
        </pc:sldMkLst>
        <pc:spChg chg="mod">
          <ac:chgData name="Manas Tuwani" userId="5d421215-a11f-4a6e-90ca-e8ac2213fab6" providerId="ADAL" clId="{0FEB99CF-40F3-4DE3-90BD-8B914B4EB888}" dt="2022-12-20T04:05:17.907" v="206" actId="255"/>
          <ac:spMkLst>
            <pc:docMk/>
            <pc:sldMk cId="445982889" sldId="270"/>
            <ac:spMk id="2" creationId="{5B44FA6D-D154-485F-3719-D958AAC4BCDB}"/>
          </ac:spMkLst>
        </pc:spChg>
        <pc:spChg chg="mod">
          <ac:chgData name="Manas Tuwani" userId="5d421215-a11f-4a6e-90ca-e8ac2213fab6" providerId="ADAL" clId="{0FEB99CF-40F3-4DE3-90BD-8B914B4EB888}" dt="2022-12-20T04:02:41.228" v="198" actId="20577"/>
          <ac:spMkLst>
            <pc:docMk/>
            <pc:sldMk cId="445982889" sldId="270"/>
            <ac:spMk id="3" creationId="{2A182CA1-E604-5202-800D-100918B8BAFA}"/>
          </ac:spMkLst>
        </pc:spChg>
      </pc:sldChg>
      <pc:sldChg chg="modSp new mod">
        <pc:chgData name="Manas Tuwani" userId="5d421215-a11f-4a6e-90ca-e8ac2213fab6" providerId="ADAL" clId="{0FEB99CF-40F3-4DE3-90BD-8B914B4EB888}" dt="2022-12-20T05:42:47.065" v="241" actId="207"/>
        <pc:sldMkLst>
          <pc:docMk/>
          <pc:sldMk cId="1326013240" sldId="271"/>
        </pc:sldMkLst>
        <pc:spChg chg="mod">
          <ac:chgData name="Manas Tuwani" userId="5d421215-a11f-4a6e-90ca-e8ac2213fab6" providerId="ADAL" clId="{0FEB99CF-40F3-4DE3-90BD-8B914B4EB888}" dt="2022-12-20T04:47:46.390" v="222" actId="20577"/>
          <ac:spMkLst>
            <pc:docMk/>
            <pc:sldMk cId="1326013240" sldId="271"/>
            <ac:spMk id="2" creationId="{B4BEB8BF-5529-4B5D-0659-DE0A6F9643DA}"/>
          </ac:spMkLst>
        </pc:spChg>
        <pc:spChg chg="mod">
          <ac:chgData name="Manas Tuwani" userId="5d421215-a11f-4a6e-90ca-e8ac2213fab6" providerId="ADAL" clId="{0FEB99CF-40F3-4DE3-90BD-8B914B4EB888}" dt="2022-12-20T05:42:47.065" v="241" actId="207"/>
          <ac:spMkLst>
            <pc:docMk/>
            <pc:sldMk cId="1326013240" sldId="271"/>
            <ac:spMk id="3" creationId="{28B69411-3F2D-EB16-104B-E8BFFBA9EE09}"/>
          </ac:spMkLst>
        </pc:spChg>
      </pc:sldChg>
      <pc:sldChg chg="modSp new mod">
        <pc:chgData name="Manas Tuwani" userId="5d421215-a11f-4a6e-90ca-e8ac2213fab6" providerId="ADAL" clId="{0FEB99CF-40F3-4DE3-90BD-8B914B4EB888}" dt="2022-12-20T05:11:38.635" v="239" actId="255"/>
        <pc:sldMkLst>
          <pc:docMk/>
          <pc:sldMk cId="151273686" sldId="272"/>
        </pc:sldMkLst>
        <pc:spChg chg="mod">
          <ac:chgData name="Manas Tuwani" userId="5d421215-a11f-4a6e-90ca-e8ac2213fab6" providerId="ADAL" clId="{0FEB99CF-40F3-4DE3-90BD-8B914B4EB888}" dt="2022-12-20T05:11:24.653" v="237" actId="20577"/>
          <ac:spMkLst>
            <pc:docMk/>
            <pc:sldMk cId="151273686" sldId="272"/>
            <ac:spMk id="2" creationId="{B1DBA875-AFBF-EB08-7E3B-6437A78E3F6A}"/>
          </ac:spMkLst>
        </pc:spChg>
        <pc:spChg chg="mod">
          <ac:chgData name="Manas Tuwani" userId="5d421215-a11f-4a6e-90ca-e8ac2213fab6" providerId="ADAL" clId="{0FEB99CF-40F3-4DE3-90BD-8B914B4EB888}" dt="2022-12-20T05:11:38.635" v="239" actId="255"/>
          <ac:spMkLst>
            <pc:docMk/>
            <pc:sldMk cId="151273686" sldId="272"/>
            <ac:spMk id="3" creationId="{E559A47D-04D2-68BE-BE31-8C7857E8ACF0}"/>
          </ac:spMkLst>
        </pc:spChg>
      </pc:sldChg>
      <pc:sldChg chg="add ord">
        <pc:chgData name="Manas Tuwani" userId="5d421215-a11f-4a6e-90ca-e8ac2213fab6" providerId="ADAL" clId="{0FEB99CF-40F3-4DE3-90BD-8B914B4EB888}" dt="2022-12-20T07:54:19.470" v="244"/>
        <pc:sldMkLst>
          <pc:docMk/>
          <pc:sldMk cId="1658143286" sldId="273"/>
        </pc:sldMkLst>
      </pc:sldChg>
      <pc:sldChg chg="new del">
        <pc:chgData name="Manas Tuwani" userId="5d421215-a11f-4a6e-90ca-e8ac2213fab6" providerId="ADAL" clId="{0FEB99CF-40F3-4DE3-90BD-8B914B4EB888}" dt="2022-12-20T13:28:41.644" v="246" actId="47"/>
        <pc:sldMkLst>
          <pc:docMk/>
          <pc:sldMk cId="1351616571" sldId="274"/>
        </pc:sldMkLst>
      </pc:sldChg>
    </pc:docChg>
  </pc:docChgLst>
  <pc:docChgLst>
    <pc:chgData name="Manas Tuwani" userId="5d421215-a11f-4a6e-90ca-e8ac2213fab6" providerId="ADAL" clId="{B3FFED99-9516-417D-A210-E2ECEB05D379}"/>
    <pc:docChg chg="undo custSel addSld modSld">
      <pc:chgData name="Manas Tuwani" userId="5d421215-a11f-4a6e-90ca-e8ac2213fab6" providerId="ADAL" clId="{B3FFED99-9516-417D-A210-E2ECEB05D379}" dt="2023-08-07T16:16:12.057" v="109" actId="1076"/>
      <pc:docMkLst>
        <pc:docMk/>
      </pc:docMkLst>
      <pc:sldChg chg="addSp modSp add mod">
        <pc:chgData name="Manas Tuwani" userId="5d421215-a11f-4a6e-90ca-e8ac2213fab6" providerId="ADAL" clId="{B3FFED99-9516-417D-A210-E2ECEB05D379}" dt="2023-08-07T16:16:12.057" v="109" actId="1076"/>
        <pc:sldMkLst>
          <pc:docMk/>
          <pc:sldMk cId="4007390775" sldId="275"/>
        </pc:sldMkLst>
        <pc:spChg chg="mod">
          <ac:chgData name="Manas Tuwani" userId="5d421215-a11f-4a6e-90ca-e8ac2213fab6" providerId="ADAL" clId="{B3FFED99-9516-417D-A210-E2ECEB05D379}" dt="2023-08-07T16:16:12.057" v="109" actId="1076"/>
          <ac:spMkLst>
            <pc:docMk/>
            <pc:sldMk cId="4007390775" sldId="275"/>
            <ac:spMk id="2" creationId="{B4BEB8BF-5529-4B5D-0659-DE0A6F9643DA}"/>
          </ac:spMkLst>
        </pc:spChg>
        <pc:spChg chg="mod">
          <ac:chgData name="Manas Tuwani" userId="5d421215-a11f-4a6e-90ca-e8ac2213fab6" providerId="ADAL" clId="{B3FFED99-9516-417D-A210-E2ECEB05D379}" dt="2023-08-07T16:15:06.441" v="105" actId="255"/>
          <ac:spMkLst>
            <pc:docMk/>
            <pc:sldMk cId="4007390775" sldId="275"/>
            <ac:spMk id="3" creationId="{28B69411-3F2D-EB16-104B-E8BFFBA9EE09}"/>
          </ac:spMkLst>
        </pc:spChg>
        <pc:spChg chg="add mod">
          <ac:chgData name="Manas Tuwani" userId="5d421215-a11f-4a6e-90ca-e8ac2213fab6" providerId="ADAL" clId="{B3FFED99-9516-417D-A210-E2ECEB05D379}" dt="2023-08-07T16:13:11.916" v="83" actId="207"/>
          <ac:spMkLst>
            <pc:docMk/>
            <pc:sldMk cId="4007390775" sldId="275"/>
            <ac:spMk id="4" creationId="{F8212215-EAD2-A10F-3542-D18F761B03D7}"/>
          </ac:spMkLst>
        </pc:spChg>
        <pc:spChg chg="add mod">
          <ac:chgData name="Manas Tuwani" userId="5d421215-a11f-4a6e-90ca-e8ac2213fab6" providerId="ADAL" clId="{B3FFED99-9516-417D-A210-E2ECEB05D379}" dt="2023-08-07T16:15:26.491" v="107" actId="14100"/>
          <ac:spMkLst>
            <pc:docMk/>
            <pc:sldMk cId="4007390775" sldId="275"/>
            <ac:spMk id="5" creationId="{A800E6F2-3DE9-FCB1-4BBC-60A20652FB38}"/>
          </ac:spMkLst>
        </pc:spChg>
      </pc:sldChg>
    </pc:docChg>
  </pc:docChgLst>
  <pc:docChgLst>
    <pc:chgData name="Manas Tuwani" userId="5d421215-a11f-4a6e-90ca-e8ac2213fab6" providerId="ADAL" clId="{7B64897F-F752-45F1-B2C7-5D18536A9943}"/>
    <pc:docChg chg="addSld modSld">
      <pc:chgData name="Manas Tuwani" userId="5d421215-a11f-4a6e-90ca-e8ac2213fab6" providerId="ADAL" clId="{7B64897F-F752-45F1-B2C7-5D18536A9943}" dt="2023-01-12T02:20:37.511" v="1" actId="22"/>
      <pc:docMkLst>
        <pc:docMk/>
      </pc:docMkLst>
      <pc:sldChg chg="addSp new mod">
        <pc:chgData name="Manas Tuwani" userId="5d421215-a11f-4a6e-90ca-e8ac2213fab6" providerId="ADAL" clId="{7B64897F-F752-45F1-B2C7-5D18536A9943}" dt="2023-01-12T02:20:37.511" v="1" actId="22"/>
        <pc:sldMkLst>
          <pc:docMk/>
          <pc:sldMk cId="262482228" sldId="274"/>
        </pc:sldMkLst>
        <pc:picChg chg="add">
          <ac:chgData name="Manas Tuwani" userId="5d421215-a11f-4a6e-90ca-e8ac2213fab6" providerId="ADAL" clId="{7B64897F-F752-45F1-B2C7-5D18536A9943}" dt="2023-01-12T02:20:37.511" v="1" actId="22"/>
          <ac:picMkLst>
            <pc:docMk/>
            <pc:sldMk cId="262482228" sldId="274"/>
            <ac:picMk id="3" creationId="{215B771D-EA29-8FB3-CA38-0ACBC349B90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4998A6-417E-AF03-C2C0-4807B65595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EAB219FC-F14B-6AA7-3BE4-B545525D4F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5F3981B-32C8-7B92-34EE-F40B88BD726C}"/>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5" name="Footer Placeholder 4">
            <a:extLst>
              <a:ext uri="{FF2B5EF4-FFF2-40B4-BE49-F238E27FC236}">
                <a16:creationId xmlns:a16="http://schemas.microsoft.com/office/drawing/2014/main" xmlns="" id="{6048316A-8CF1-062E-B523-1F110D304E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46DB815-2DBF-9A4F-EDF9-89A92E83B002}"/>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599186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A5E9CF-0CD1-F4BF-01D0-3F1787365E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4FC4853-581E-354C-B6BB-F5A840260B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D64FBEE-DC25-9740-ED26-24880A3F33B7}"/>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5" name="Footer Placeholder 4">
            <a:extLst>
              <a:ext uri="{FF2B5EF4-FFF2-40B4-BE49-F238E27FC236}">
                <a16:creationId xmlns:a16="http://schemas.microsoft.com/office/drawing/2014/main" xmlns="" id="{5468D984-D4BF-A2B7-D4B3-A021EFA99C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07BC849-8092-5764-5C15-57131A2E4408}"/>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3479888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D875BC-01BB-5CC4-FE36-AA8559C8F7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9560FAE-2639-509C-CF72-06974C4FFC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00B9FA3-1B56-2744-42AC-5875100C57C1}"/>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5" name="Footer Placeholder 4">
            <a:extLst>
              <a:ext uri="{FF2B5EF4-FFF2-40B4-BE49-F238E27FC236}">
                <a16:creationId xmlns:a16="http://schemas.microsoft.com/office/drawing/2014/main" xmlns="" id="{8BA2D45D-A336-714B-77C3-F7F6C99771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D38F632-82B7-0A9C-7FB6-B41D2A5B9BA3}"/>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3303415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325315-7048-6FDA-979D-E7A961F7B1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BE7CB25-E1DD-DCD0-BA7F-AAEE85B7C1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8E4DA971-10C5-1848-4498-87D7D59347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6B8458E9-0CE9-8595-FA57-187D7FAEC284}"/>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6" name="Footer Placeholder 5">
            <a:extLst>
              <a:ext uri="{FF2B5EF4-FFF2-40B4-BE49-F238E27FC236}">
                <a16:creationId xmlns:a16="http://schemas.microsoft.com/office/drawing/2014/main" xmlns="" id="{B91661C0-0C5F-EF05-7FA4-36A4B777C9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A10871A-7E3C-E032-AB39-A43F17B59A43}"/>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1840251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315A74-1FC0-673F-7296-3FE66D7366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E8E585E-E813-3995-9D41-70D012BED8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E90DA63-B843-CB57-8D0C-3E676E59F4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1C1FD215-8AFF-6CF0-D671-0C14866057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2902A34-8FDB-942B-A04A-96848DCA6C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A7B690F1-B939-1A85-52FE-BDBF9C40D96C}"/>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8" name="Footer Placeholder 7">
            <a:extLst>
              <a:ext uri="{FF2B5EF4-FFF2-40B4-BE49-F238E27FC236}">
                <a16:creationId xmlns:a16="http://schemas.microsoft.com/office/drawing/2014/main" xmlns="" id="{3546A97D-5B67-9B38-2668-06537F27BE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EB696F6-9F93-E9DE-EB52-15A294A537C0}"/>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2937865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FC48AE-89FE-E348-009F-21D49BF6F4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8615955-CAC4-8B55-BA90-AB792278DC50}"/>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4" name="Footer Placeholder 3">
            <a:extLst>
              <a:ext uri="{FF2B5EF4-FFF2-40B4-BE49-F238E27FC236}">
                <a16:creationId xmlns:a16="http://schemas.microsoft.com/office/drawing/2014/main" xmlns="" id="{4594C624-D11C-A100-2E0C-FF3AE86CC9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A3D7C728-C21C-11F4-E763-E8AE932E2452}"/>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1188956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C18C82B-B763-27D5-842B-77C1B15BE07C}"/>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3" name="Footer Placeholder 2">
            <a:extLst>
              <a:ext uri="{FF2B5EF4-FFF2-40B4-BE49-F238E27FC236}">
                <a16:creationId xmlns:a16="http://schemas.microsoft.com/office/drawing/2014/main" xmlns="" id="{598F7871-312E-E5DD-12D4-21AE98BBCEB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74712756-9C44-BA26-0660-B0BC4CA680EC}"/>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2597844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3C641B-57DA-2DA5-BD24-219F7165E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C1CF8E3-EC45-0E2F-0C1D-32B66A3FF7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69432189-03A8-E081-7BA4-948F22B5CE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2888A49-A3D6-AC4E-11A8-0C7F470E97BC}"/>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6" name="Footer Placeholder 5">
            <a:extLst>
              <a:ext uri="{FF2B5EF4-FFF2-40B4-BE49-F238E27FC236}">
                <a16:creationId xmlns:a16="http://schemas.microsoft.com/office/drawing/2014/main" xmlns="" id="{05D736E6-7A83-95B9-4F01-53B6556A74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5F2156A-4468-E6D6-5E60-9C4BC625DCEF}"/>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91334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B9C8EB-5426-EA2D-17DD-0E645BE5B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F7D2739-1D4F-7DE6-802A-08B60CA2F2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3975654C-86C5-D456-5AB1-819C4ED37E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A26C6E7-940D-D58F-B0A7-BAAA4AE09DAB}"/>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6" name="Footer Placeholder 5">
            <a:extLst>
              <a:ext uri="{FF2B5EF4-FFF2-40B4-BE49-F238E27FC236}">
                <a16:creationId xmlns:a16="http://schemas.microsoft.com/office/drawing/2014/main" xmlns="" id="{39ECA814-341B-D37A-B40D-917C99FB08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37D2118-A04C-615E-3752-29B1BEA792E4}"/>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1057805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2769F2-05D9-9DD7-F585-0023EC1B8E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2A6FD0C-F1A4-6B6C-3F73-D7E1FD0B05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67664ED-3568-BA61-F85A-82065148387E}"/>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5" name="Footer Placeholder 4">
            <a:extLst>
              <a:ext uri="{FF2B5EF4-FFF2-40B4-BE49-F238E27FC236}">
                <a16:creationId xmlns:a16="http://schemas.microsoft.com/office/drawing/2014/main" xmlns="" id="{80058DCA-6B95-6E62-D956-045A9A5B14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FFA8613-98DA-A77B-AAEA-7511C52986E5}"/>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2773045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3F7817D-A80E-E41E-C940-0402D4F23D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E7C70F2-AF5C-2E88-8A37-D2CBCADCB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69ED5C-0F02-1550-6B76-7FF0BF14735A}"/>
              </a:ext>
            </a:extLst>
          </p:cNvPr>
          <p:cNvSpPr>
            <a:spLocks noGrp="1"/>
          </p:cNvSpPr>
          <p:nvPr>
            <p:ph type="dt" sz="half" idx="10"/>
          </p:nvPr>
        </p:nvSpPr>
        <p:spPr/>
        <p:txBody>
          <a:bodyPr/>
          <a:lstStyle/>
          <a:p>
            <a:fld id="{00677485-D62F-418C-9B75-C2F9C2253AB6}" type="datetimeFigureOut">
              <a:rPr lang="en-IN" smtClean="0"/>
              <a:pPr/>
              <a:t>27-11-2024</a:t>
            </a:fld>
            <a:endParaRPr lang="en-IN"/>
          </a:p>
        </p:txBody>
      </p:sp>
      <p:sp>
        <p:nvSpPr>
          <p:cNvPr id="5" name="Footer Placeholder 4">
            <a:extLst>
              <a:ext uri="{FF2B5EF4-FFF2-40B4-BE49-F238E27FC236}">
                <a16:creationId xmlns:a16="http://schemas.microsoft.com/office/drawing/2014/main" xmlns="" id="{855778B8-B7B8-81E8-ADC8-46E33AC155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93658D3-C8B4-E583-89C1-2BBDD492CE2E}"/>
              </a:ext>
            </a:extLst>
          </p:cNvPr>
          <p:cNvSpPr>
            <a:spLocks noGrp="1"/>
          </p:cNvSpPr>
          <p:nvPr>
            <p:ph type="sldNum" sz="quarter" idx="12"/>
          </p:nvPr>
        </p:nvSpPr>
        <p:spPr/>
        <p:txBody>
          <a:body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2852402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EF518DC-BBCB-5186-2970-E4E7146336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E58E69B-2D10-DBBD-6894-E7DF55B17C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0E36879-7791-7382-B544-F3258F80D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677485-D62F-418C-9B75-C2F9C2253AB6}" type="datetimeFigureOut">
              <a:rPr lang="en-IN" smtClean="0"/>
              <a:pPr/>
              <a:t>27-11-2024</a:t>
            </a:fld>
            <a:endParaRPr lang="en-IN"/>
          </a:p>
        </p:txBody>
      </p:sp>
      <p:sp>
        <p:nvSpPr>
          <p:cNvPr id="5" name="Footer Placeholder 4">
            <a:extLst>
              <a:ext uri="{FF2B5EF4-FFF2-40B4-BE49-F238E27FC236}">
                <a16:creationId xmlns:a16="http://schemas.microsoft.com/office/drawing/2014/main" xmlns="" id="{D9DACF86-04D6-7B89-3BCC-36704AB1F4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121DBCA-EA8D-985C-D1F3-B29263DAE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C87704-9298-426E-A47E-B3446A73CBE3}" type="slidenum">
              <a:rPr lang="en-IN" smtClean="0"/>
              <a:pPr/>
              <a:t>‹#›</a:t>
            </a:fld>
            <a:endParaRPr lang="en-IN"/>
          </a:p>
        </p:txBody>
      </p:sp>
    </p:spTree>
    <p:extLst>
      <p:ext uri="{BB962C8B-B14F-4D97-AF65-F5344CB8AC3E}">
        <p14:creationId xmlns:p14="http://schemas.microsoft.com/office/powerpoint/2010/main" xmlns="" val="3445010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1520552" y="0"/>
            <a:ext cx="9147448" cy="6858000"/>
          </a:xfrm>
          <a:prstGeom prst="rect">
            <a:avLst/>
          </a:prstGeom>
        </p:spPr>
      </p:pic>
      <p:sp>
        <p:nvSpPr>
          <p:cNvPr id="5" name="TextBox 4"/>
          <p:cNvSpPr txBox="1"/>
          <p:nvPr/>
        </p:nvSpPr>
        <p:spPr>
          <a:xfrm>
            <a:off x="5221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p14="http://schemas.microsoft.com/office/powerpoint/2010/main" xmlns="" val="1658143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492FFA-BEC3-BAB8-5FB5-55860C9B921D}"/>
              </a:ext>
            </a:extLst>
          </p:cNvPr>
          <p:cNvSpPr>
            <a:spLocks noGrp="1"/>
          </p:cNvSpPr>
          <p:nvPr>
            <p:ph type="title"/>
          </p:nvPr>
        </p:nvSpPr>
        <p:spPr/>
        <p:txBody>
          <a:bodyPr/>
          <a:lstStyle/>
          <a:p>
            <a:r>
              <a:rPr lang="en-US" sz="3600" b="1" i="0" dirty="0">
                <a:solidFill>
                  <a:schemeClr val="accent1">
                    <a:lumMod val="50000"/>
                  </a:schemeClr>
                </a:solidFill>
                <a:effectLst/>
                <a:latin typeface="Segoe UI" panose="020B0502040204020203" pitchFamily="34" charset="0"/>
              </a:rPr>
              <a:t>What is an Exception in Java?</a:t>
            </a:r>
            <a:r>
              <a:rPr lang="en-US" b="1" i="0" dirty="0">
                <a:solidFill>
                  <a:srgbClr val="282829"/>
                </a:solidFill>
                <a:effectLst/>
                <a:latin typeface="Segoe UI" panose="020B0502040204020203" pitchFamily="34" charset="0"/>
              </a:rPr>
              <a:t/>
            </a:r>
            <a:br>
              <a:rPr lang="en-US" b="1" i="0" dirty="0">
                <a:solidFill>
                  <a:srgbClr val="282829"/>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xmlns="" id="{DEBD2BB8-4304-02B4-35B3-1809909266E6}"/>
              </a:ext>
            </a:extLst>
          </p:cNvPr>
          <p:cNvSpPr>
            <a:spLocks noGrp="1"/>
          </p:cNvSpPr>
          <p:nvPr>
            <p:ph idx="1"/>
          </p:nvPr>
        </p:nvSpPr>
        <p:spPr/>
        <p:txBody>
          <a:bodyPr>
            <a:normAutofit/>
          </a:bodyPr>
          <a:lstStyle/>
          <a:p>
            <a:pPr marL="0" indent="0" algn="l">
              <a:buNone/>
            </a:pPr>
            <a:r>
              <a:rPr lang="en-US" sz="2000" b="1" i="0" dirty="0">
                <a:solidFill>
                  <a:srgbClr val="333333"/>
                </a:solidFill>
                <a:effectLst/>
              </a:rPr>
              <a:t>Dictionary Meaning:</a:t>
            </a:r>
            <a:r>
              <a:rPr lang="en-US" sz="2000" b="0" i="0" dirty="0">
                <a:solidFill>
                  <a:srgbClr val="333333"/>
                </a:solidFill>
                <a:effectLst/>
              </a:rPr>
              <a:t> Exception is an abnormal condition.</a:t>
            </a:r>
            <a:endParaRPr lang="en-US" sz="2000" dirty="0">
              <a:solidFill>
                <a:srgbClr val="282829"/>
              </a:solidFill>
            </a:endParaRPr>
          </a:p>
          <a:p>
            <a:pPr marL="0" indent="0" algn="l">
              <a:buNone/>
            </a:pPr>
            <a:r>
              <a:rPr lang="en-US" sz="2000" b="0" i="0" dirty="0">
                <a:solidFill>
                  <a:srgbClr val="282829"/>
                </a:solidFill>
                <a:effectLst/>
              </a:rPr>
              <a:t>An exception is an unwanted or unexpected event that occurs at the time of execution. It disrupts the normal flow of the program which often leads to termination of the program or application.</a:t>
            </a:r>
          </a:p>
          <a:p>
            <a:pPr marL="0" indent="0" algn="l">
              <a:buNone/>
            </a:pPr>
            <a:r>
              <a:rPr lang="en-US" sz="2000" b="0" i="0" dirty="0">
                <a:solidFill>
                  <a:srgbClr val="282829"/>
                </a:solidFill>
                <a:effectLst/>
              </a:rPr>
              <a:t/>
            </a:r>
            <a:br>
              <a:rPr lang="en-US" sz="2000" b="0" i="0" dirty="0">
                <a:solidFill>
                  <a:srgbClr val="282829"/>
                </a:solidFill>
                <a:effectLst/>
              </a:rPr>
            </a:br>
            <a:r>
              <a:rPr lang="en-US" sz="2000" b="0" i="0" dirty="0">
                <a:solidFill>
                  <a:srgbClr val="282829"/>
                </a:solidFill>
                <a:effectLst/>
              </a:rPr>
              <a:t/>
            </a:r>
            <a:br>
              <a:rPr lang="en-US" sz="2000" b="0" i="0" dirty="0">
                <a:solidFill>
                  <a:srgbClr val="282829"/>
                </a:solidFill>
                <a:effectLst/>
              </a:rPr>
            </a:br>
            <a:r>
              <a:rPr lang="en-US" sz="2000" b="0" i="0" dirty="0">
                <a:solidFill>
                  <a:srgbClr val="282829"/>
                </a:solidFill>
                <a:effectLst/>
              </a:rPr>
              <a:t>Exceptions in Java can occur due to several reasons like trying to access an element of an array with an index greater than the size of the array, trying to access a non-existing file in your program, invalid data input, network problems, etc. Fortunately, Java has a robust system for handling such errors to prevent the termination of the program.</a:t>
            </a:r>
          </a:p>
          <a:p>
            <a:pPr marL="0" indent="0">
              <a:buNone/>
            </a:pPr>
            <a:endParaRPr lang="en-IN" dirty="0"/>
          </a:p>
        </p:txBody>
      </p:sp>
    </p:spTree>
    <p:extLst>
      <p:ext uri="{BB962C8B-B14F-4D97-AF65-F5344CB8AC3E}">
        <p14:creationId xmlns:p14="http://schemas.microsoft.com/office/powerpoint/2010/main" xmlns="" val="26102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02212D-4FD9-5EA0-43C4-4A9D5CD67FA0}"/>
              </a:ext>
            </a:extLst>
          </p:cNvPr>
          <p:cNvSpPr>
            <a:spLocks noGrp="1"/>
          </p:cNvSpPr>
          <p:nvPr>
            <p:ph type="title"/>
          </p:nvPr>
        </p:nvSpPr>
        <p:spPr/>
        <p:txBody>
          <a:bodyPr>
            <a:normAutofit/>
          </a:bodyPr>
          <a:lstStyle/>
          <a:p>
            <a:r>
              <a:rPr lang="en-US" sz="3600" b="1" i="0" dirty="0">
                <a:solidFill>
                  <a:schemeClr val="accent1">
                    <a:lumMod val="50000"/>
                  </a:schemeClr>
                </a:solidFill>
                <a:effectLst/>
                <a:latin typeface="Segoe UI" panose="020B0502040204020203" pitchFamily="34" charset="0"/>
              </a:rPr>
              <a:t>What is Exception handling in Java?</a:t>
            </a:r>
            <a:r>
              <a:rPr lang="en-US" sz="3600" b="1" i="0" dirty="0">
                <a:solidFill>
                  <a:srgbClr val="282829"/>
                </a:solidFill>
                <a:effectLst/>
                <a:latin typeface="Segoe UI" panose="020B0502040204020203" pitchFamily="34" charset="0"/>
              </a:rPr>
              <a:t/>
            </a:r>
            <a:br>
              <a:rPr lang="en-US" sz="3600" b="1" i="0" dirty="0">
                <a:solidFill>
                  <a:srgbClr val="282829"/>
                </a:solidFill>
                <a:effectLst/>
                <a:latin typeface="Segoe UI" panose="020B0502040204020203" pitchFamily="34" charset="0"/>
              </a:rPr>
            </a:br>
            <a:endParaRPr lang="en-IN" sz="3600" dirty="0"/>
          </a:p>
        </p:txBody>
      </p:sp>
      <p:sp>
        <p:nvSpPr>
          <p:cNvPr id="3" name="Content Placeholder 2">
            <a:extLst>
              <a:ext uri="{FF2B5EF4-FFF2-40B4-BE49-F238E27FC236}">
                <a16:creationId xmlns:a16="http://schemas.microsoft.com/office/drawing/2014/main" xmlns="" id="{8A596546-244F-7366-5000-E3F9233B3314}"/>
              </a:ext>
            </a:extLst>
          </p:cNvPr>
          <p:cNvSpPr>
            <a:spLocks noGrp="1"/>
          </p:cNvSpPr>
          <p:nvPr>
            <p:ph idx="1"/>
          </p:nvPr>
        </p:nvSpPr>
        <p:spPr>
          <a:xfrm>
            <a:off x="508986" y="1843380"/>
            <a:ext cx="10419426" cy="4351338"/>
          </a:xfrm>
        </p:spPr>
        <p:txBody>
          <a:bodyPr/>
          <a:lstStyle/>
          <a:p>
            <a:pPr marL="0" indent="0">
              <a:buNone/>
            </a:pPr>
            <a:r>
              <a:rPr lang="en-US" sz="2400" dirty="0">
                <a:solidFill>
                  <a:srgbClr val="273239"/>
                </a:solidFill>
                <a:effectLst/>
                <a:latin typeface="Abadi" panose="020B0604020104020204" pitchFamily="34" charset="0"/>
              </a:rPr>
              <a:t>Exception Handling in Java is one of the effective means to handle the runtime errors so that the regular flow of the application can be preserved. Java Exception Handling is a mechanism to handle runtime errors such as </a:t>
            </a:r>
            <a:r>
              <a:rPr lang="en-US" sz="2400" dirty="0" err="1">
                <a:solidFill>
                  <a:srgbClr val="273239"/>
                </a:solidFill>
                <a:effectLst/>
                <a:latin typeface="Abadi" panose="020B0604020104020204" pitchFamily="34" charset="0"/>
              </a:rPr>
              <a:t>ClassNotFoundException</a:t>
            </a:r>
            <a:r>
              <a:rPr lang="en-US" sz="2400" dirty="0">
                <a:solidFill>
                  <a:srgbClr val="273239"/>
                </a:solidFill>
                <a:effectLst/>
                <a:latin typeface="Abadi" panose="020B0604020104020204" pitchFamily="34" charset="0"/>
              </a:rPr>
              <a:t>, </a:t>
            </a:r>
            <a:r>
              <a:rPr lang="en-US" sz="2400" dirty="0" err="1">
                <a:solidFill>
                  <a:srgbClr val="273239"/>
                </a:solidFill>
                <a:effectLst/>
                <a:latin typeface="Abadi" panose="020B0604020104020204" pitchFamily="34" charset="0"/>
              </a:rPr>
              <a:t>IOException</a:t>
            </a:r>
            <a:r>
              <a:rPr lang="en-US" sz="2400" dirty="0">
                <a:solidFill>
                  <a:srgbClr val="273239"/>
                </a:solidFill>
                <a:effectLst/>
                <a:latin typeface="Abadi" panose="020B0604020104020204" pitchFamily="34" charset="0"/>
              </a:rPr>
              <a:t>, </a:t>
            </a:r>
            <a:r>
              <a:rPr lang="en-US" sz="2400" dirty="0" err="1">
                <a:solidFill>
                  <a:srgbClr val="273239"/>
                </a:solidFill>
                <a:effectLst/>
                <a:latin typeface="Abadi" panose="020B0604020104020204" pitchFamily="34" charset="0"/>
              </a:rPr>
              <a:t>RemoteException</a:t>
            </a:r>
            <a:r>
              <a:rPr lang="en-US" sz="2400" dirty="0">
                <a:solidFill>
                  <a:srgbClr val="273239"/>
                </a:solidFill>
                <a:effectLst/>
                <a:latin typeface="Abadi" panose="020B0604020104020204" pitchFamily="34" charset="0"/>
              </a:rPr>
              <a:t>, etc.</a:t>
            </a:r>
          </a:p>
          <a:p>
            <a:pPr marL="0" indent="0">
              <a:buNone/>
            </a:pPr>
            <a:endParaRPr lang="en-US" sz="2400" dirty="0">
              <a:solidFill>
                <a:srgbClr val="273239"/>
              </a:solidFill>
              <a:latin typeface="Abadi" panose="020B0604020104020204" pitchFamily="34" charset="0"/>
            </a:endParaRPr>
          </a:p>
          <a:p>
            <a:pPr marL="0" indent="0">
              <a:buNone/>
            </a:pPr>
            <a:endParaRPr lang="en-US" sz="2400" dirty="0">
              <a:solidFill>
                <a:srgbClr val="273239"/>
              </a:solidFill>
              <a:latin typeface="Abadi" panose="020B0604020104020204" pitchFamily="34" charset="0"/>
            </a:endParaRPr>
          </a:p>
          <a:p>
            <a:pPr marL="0" indent="0">
              <a:buNone/>
            </a:pPr>
            <a:r>
              <a:rPr lang="en-US" sz="2400" dirty="0">
                <a:solidFill>
                  <a:srgbClr val="333333"/>
                </a:solidFill>
                <a:effectLst/>
                <a:latin typeface="Abadi" panose="020B0604020104020204" pitchFamily="34" charset="0"/>
              </a:rPr>
              <a:t>“The Exception Handling in Java is one of the powerful mechanism to handle the </a:t>
            </a:r>
            <a:r>
              <a:rPr lang="en-US" sz="2400" dirty="0" err="1">
                <a:solidFill>
                  <a:srgbClr val="333333"/>
                </a:solidFill>
                <a:effectLst/>
                <a:latin typeface="Abadi" panose="020B0604020104020204" pitchFamily="34" charset="0"/>
              </a:rPr>
              <a:t>rutime</a:t>
            </a:r>
            <a:r>
              <a:rPr lang="en-US" sz="2400" dirty="0">
                <a:solidFill>
                  <a:srgbClr val="333333"/>
                </a:solidFill>
                <a:effectLst/>
                <a:latin typeface="Abadi" panose="020B0604020104020204" pitchFamily="34" charset="0"/>
              </a:rPr>
              <a:t> errors so that the normal flow of the application can be maintained.’’</a:t>
            </a:r>
            <a:endParaRPr lang="en-IN" sz="2400" dirty="0">
              <a:latin typeface="Abadi" panose="020B0604020104020204" pitchFamily="34" charset="0"/>
            </a:endParaRPr>
          </a:p>
        </p:txBody>
      </p:sp>
    </p:spTree>
    <p:extLst>
      <p:ext uri="{BB962C8B-B14F-4D97-AF65-F5344CB8AC3E}">
        <p14:creationId xmlns:p14="http://schemas.microsoft.com/office/powerpoint/2010/main" xmlns="" val="27753461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B1FF55-7443-E0A0-AC45-13CBC4ACB255}"/>
              </a:ext>
            </a:extLst>
          </p:cNvPr>
          <p:cNvSpPr>
            <a:spLocks noGrp="1"/>
          </p:cNvSpPr>
          <p:nvPr>
            <p:ph type="title"/>
          </p:nvPr>
        </p:nvSpPr>
        <p:spPr/>
        <p:txBody>
          <a:bodyPr>
            <a:normAutofit/>
          </a:bodyPr>
          <a:lstStyle/>
          <a:p>
            <a:r>
              <a:rPr lang="en-US" sz="3600" b="1" i="0" dirty="0">
                <a:solidFill>
                  <a:schemeClr val="accent1">
                    <a:lumMod val="50000"/>
                  </a:schemeClr>
                </a:solidFill>
                <a:effectLst/>
                <a:latin typeface="erdana"/>
              </a:rPr>
              <a:t>Advantage of Exception Handling</a:t>
            </a:r>
            <a:br>
              <a:rPr lang="en-US" sz="3600" b="1" i="0" dirty="0">
                <a:solidFill>
                  <a:schemeClr val="accent1">
                    <a:lumMod val="50000"/>
                  </a:schemeClr>
                </a:solidFill>
                <a:effectLst/>
                <a:latin typeface="erdana"/>
              </a:rPr>
            </a:br>
            <a:endParaRPr lang="en-IN" sz="3600" b="1" dirty="0">
              <a:solidFill>
                <a:schemeClr val="accent1">
                  <a:lumMod val="50000"/>
                </a:schemeClr>
              </a:solidFill>
            </a:endParaRPr>
          </a:p>
        </p:txBody>
      </p:sp>
      <p:sp>
        <p:nvSpPr>
          <p:cNvPr id="3" name="Content Placeholder 2">
            <a:extLst>
              <a:ext uri="{FF2B5EF4-FFF2-40B4-BE49-F238E27FC236}">
                <a16:creationId xmlns:a16="http://schemas.microsoft.com/office/drawing/2014/main" xmlns="" id="{3C974FE4-C420-F7EB-52CC-AC3D78E57940}"/>
              </a:ext>
            </a:extLst>
          </p:cNvPr>
          <p:cNvSpPr>
            <a:spLocks noGrp="1"/>
          </p:cNvSpPr>
          <p:nvPr>
            <p:ph idx="1"/>
          </p:nvPr>
        </p:nvSpPr>
        <p:spPr>
          <a:xfrm>
            <a:off x="758301" y="1402672"/>
            <a:ext cx="10515600" cy="5184559"/>
          </a:xfrm>
        </p:spPr>
        <p:txBody>
          <a:bodyPr>
            <a:normAutofit fontScale="92500" lnSpcReduction="20000"/>
          </a:bodyPr>
          <a:lstStyle/>
          <a:p>
            <a:pPr marL="0" indent="0" algn="just">
              <a:buNone/>
            </a:pPr>
            <a:r>
              <a:rPr lang="en-US" sz="2400" i="0" dirty="0">
                <a:solidFill>
                  <a:srgbClr val="333333"/>
                </a:solidFill>
                <a:effectLst/>
                <a:latin typeface="Abadi" panose="020B0604020104020204" pitchFamily="34" charset="0"/>
              </a:rPr>
              <a:t>The core advantage of exception handling is to maintain the normal flow of the application. An exception normally disrupts the normal flow of the application; that is why we need to handle exceptions. </a:t>
            </a:r>
          </a:p>
          <a:p>
            <a:pPr marL="0" indent="0" algn="just">
              <a:buNone/>
            </a:pPr>
            <a:endParaRPr lang="en-US" sz="2400" dirty="0">
              <a:solidFill>
                <a:srgbClr val="333333"/>
              </a:solidFill>
              <a:latin typeface="Abadi" panose="020B0604020104020204" pitchFamily="34" charset="0"/>
            </a:endParaRPr>
          </a:p>
          <a:p>
            <a:pPr marL="0" indent="0" algn="just">
              <a:buNone/>
            </a:pPr>
            <a:endParaRPr lang="en-US" sz="2400" b="0" i="0" dirty="0">
              <a:solidFill>
                <a:srgbClr val="333333"/>
              </a:solidFill>
              <a:effectLst/>
              <a:latin typeface="Abadi" panose="020B0604020104020204" pitchFamily="34" charset="0"/>
            </a:endParaRPr>
          </a:p>
          <a:p>
            <a:pPr marL="0" indent="0" algn="just">
              <a:buNone/>
            </a:pPr>
            <a:endParaRPr lang="en-US" sz="2400" dirty="0">
              <a:solidFill>
                <a:srgbClr val="333333"/>
              </a:solidFill>
              <a:latin typeface="Abadi" panose="020B0604020104020204" pitchFamily="34" charset="0"/>
            </a:endParaRPr>
          </a:p>
          <a:p>
            <a:pPr marL="0" indent="0" algn="just">
              <a:buNone/>
            </a:pPr>
            <a:endParaRPr lang="en-US" sz="2400" b="0" i="0" dirty="0">
              <a:solidFill>
                <a:srgbClr val="333333"/>
              </a:solidFill>
              <a:effectLst/>
            </a:endParaRPr>
          </a:p>
          <a:p>
            <a:pPr marL="0" indent="0" algn="just">
              <a:buNone/>
            </a:pPr>
            <a:endParaRPr lang="en-US" sz="2400" dirty="0">
              <a:solidFill>
                <a:srgbClr val="333333"/>
              </a:solidFill>
              <a:latin typeface="Abadi" panose="020B0604020104020204" pitchFamily="34" charset="0"/>
            </a:endParaRPr>
          </a:p>
          <a:p>
            <a:pPr marL="0" indent="0" algn="just">
              <a:buNone/>
            </a:pPr>
            <a:endParaRPr lang="en-US" sz="2400" b="0" i="0" dirty="0">
              <a:solidFill>
                <a:srgbClr val="333333"/>
              </a:solidFill>
              <a:effectLst/>
              <a:latin typeface="Abadi" panose="020B0604020104020204" pitchFamily="34" charset="0"/>
            </a:endParaRPr>
          </a:p>
          <a:p>
            <a:pPr marL="0" indent="0" algn="just">
              <a:buNone/>
            </a:pPr>
            <a:endParaRPr lang="en-US" sz="2400" dirty="0">
              <a:solidFill>
                <a:srgbClr val="333333"/>
              </a:solidFill>
              <a:latin typeface="Abadi" panose="020B0604020104020204" pitchFamily="34" charset="0"/>
            </a:endParaRPr>
          </a:p>
          <a:p>
            <a:pPr marL="0" indent="0" algn="just">
              <a:buNone/>
            </a:pPr>
            <a:endParaRPr lang="en-US" sz="2400" dirty="0">
              <a:solidFill>
                <a:srgbClr val="333333"/>
              </a:solidFill>
              <a:latin typeface="Abadi" panose="020B0604020104020204" pitchFamily="34" charset="0"/>
            </a:endParaRPr>
          </a:p>
          <a:p>
            <a:pPr marL="0" indent="0" algn="just">
              <a:buNone/>
            </a:pPr>
            <a:endParaRPr lang="en-US" sz="2400" b="0" i="0" dirty="0">
              <a:solidFill>
                <a:srgbClr val="333333"/>
              </a:solidFill>
              <a:effectLst/>
              <a:latin typeface="Abadi" panose="020B0604020104020204" pitchFamily="34" charset="0"/>
            </a:endParaRPr>
          </a:p>
          <a:p>
            <a:pPr marL="0" indent="0" algn="just">
              <a:buNone/>
            </a:pPr>
            <a:r>
              <a:rPr lang="en-US" sz="2400" b="0" i="0" dirty="0">
                <a:solidFill>
                  <a:srgbClr val="333333"/>
                </a:solidFill>
                <a:effectLst/>
                <a:latin typeface="Abadi" panose="020B0604020104020204" pitchFamily="34" charset="0"/>
              </a:rPr>
              <a:t>Suppose there are 10 statements in a Java program and an exception occurs at statement 5; the rest of the code will not be executed, i.e., statements 6 to 10 will not be executed. However, when we perform exception handling, the rest of the statements will be executed. That is why we use exception handling in JAVA.</a:t>
            </a:r>
          </a:p>
          <a:p>
            <a:pPr marL="0" indent="0" algn="just">
              <a:buNone/>
            </a:pPr>
            <a:endParaRPr lang="en-US" dirty="0">
              <a:solidFill>
                <a:srgbClr val="333333"/>
              </a:solidFill>
              <a:latin typeface="inter-regular"/>
            </a:endParaRPr>
          </a:p>
          <a:p>
            <a:pPr marL="0" indent="0" algn="just">
              <a:buNone/>
            </a:pPr>
            <a:endParaRPr lang="en-US" b="0" i="0" dirty="0">
              <a:solidFill>
                <a:srgbClr val="333333"/>
              </a:solidFill>
              <a:effectLst/>
              <a:latin typeface="inter-regular"/>
            </a:endParaRPr>
          </a:p>
          <a:p>
            <a:pPr marL="0" indent="0" algn="just">
              <a:buNone/>
            </a:pPr>
            <a:endParaRPr lang="en-US" b="0" i="0" dirty="0">
              <a:solidFill>
                <a:srgbClr val="333333"/>
              </a:solidFill>
              <a:effectLst/>
              <a:latin typeface="inter-regular"/>
            </a:endParaRPr>
          </a:p>
          <a:p>
            <a:pPr marL="0" indent="0">
              <a:buNone/>
            </a:pPr>
            <a:endParaRPr lang="en-IN" dirty="0"/>
          </a:p>
        </p:txBody>
      </p:sp>
      <p:pic>
        <p:nvPicPr>
          <p:cNvPr id="5" name="Picture 4">
            <a:extLst>
              <a:ext uri="{FF2B5EF4-FFF2-40B4-BE49-F238E27FC236}">
                <a16:creationId xmlns:a16="http://schemas.microsoft.com/office/drawing/2014/main" xmlns="" id="{D3A1AFC3-D1E5-B872-AB20-94D16F525984}"/>
              </a:ext>
            </a:extLst>
          </p:cNvPr>
          <p:cNvPicPr>
            <a:picLocks noChangeAspect="1"/>
          </p:cNvPicPr>
          <p:nvPr/>
        </p:nvPicPr>
        <p:blipFill>
          <a:blip r:embed="rId2"/>
          <a:stretch>
            <a:fillRect/>
          </a:stretch>
        </p:blipFill>
        <p:spPr>
          <a:xfrm>
            <a:off x="1069019" y="2483623"/>
            <a:ext cx="6983028" cy="2807468"/>
          </a:xfrm>
          <a:prstGeom prst="rect">
            <a:avLst/>
          </a:prstGeom>
        </p:spPr>
      </p:pic>
    </p:spTree>
    <p:extLst>
      <p:ext uri="{BB962C8B-B14F-4D97-AF65-F5344CB8AC3E}">
        <p14:creationId xmlns:p14="http://schemas.microsoft.com/office/powerpoint/2010/main" xmlns="" val="4165745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038440-FB0E-FFFB-594C-FE7D20EDA341}"/>
              </a:ext>
            </a:extLst>
          </p:cNvPr>
          <p:cNvSpPr>
            <a:spLocks noGrp="1"/>
          </p:cNvSpPr>
          <p:nvPr>
            <p:ph type="title"/>
          </p:nvPr>
        </p:nvSpPr>
        <p:spPr/>
        <p:txBody>
          <a:bodyPr/>
          <a:lstStyle/>
          <a:p>
            <a:r>
              <a:rPr lang="en-IN" sz="3600" b="1" i="0" dirty="0">
                <a:solidFill>
                  <a:schemeClr val="accent1">
                    <a:lumMod val="50000"/>
                  </a:schemeClr>
                </a:solidFill>
                <a:effectLst/>
                <a:latin typeface="Segoe UI" panose="020B0502040204020203" pitchFamily="34" charset="0"/>
              </a:rPr>
              <a:t>The Try Block</a:t>
            </a:r>
            <a:r>
              <a:rPr lang="en-IN" b="0" i="0" dirty="0">
                <a:solidFill>
                  <a:srgbClr val="282829"/>
                </a:solidFill>
                <a:effectLst/>
                <a:latin typeface="Segoe UI" panose="020B0502040204020203" pitchFamily="34" charset="0"/>
              </a:rPr>
              <a:t/>
            </a:r>
            <a:br>
              <a:rPr lang="en-IN" b="0" i="0" dirty="0">
                <a:solidFill>
                  <a:srgbClr val="282829"/>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xmlns="" id="{AAE51382-0DCB-1B23-2109-50329D9635DA}"/>
              </a:ext>
            </a:extLst>
          </p:cNvPr>
          <p:cNvSpPr>
            <a:spLocks noGrp="1"/>
          </p:cNvSpPr>
          <p:nvPr>
            <p:ph idx="1"/>
          </p:nvPr>
        </p:nvSpPr>
        <p:spPr>
          <a:xfrm>
            <a:off x="838200" y="1242874"/>
            <a:ext cx="10515600" cy="5424256"/>
          </a:xfrm>
        </p:spPr>
        <p:txBody>
          <a:bodyPr>
            <a:normAutofit fontScale="92500" lnSpcReduction="10000"/>
          </a:bodyPr>
          <a:lstStyle/>
          <a:p>
            <a:pPr marL="0" indent="0">
              <a:buNone/>
            </a:pPr>
            <a:r>
              <a:rPr lang="en-US" sz="2600" b="0" i="0" dirty="0">
                <a:solidFill>
                  <a:srgbClr val="282829"/>
                </a:solidFill>
                <a:effectLst/>
                <a:latin typeface="Abadi" panose="020B0604020104020204" pitchFamily="34" charset="0"/>
              </a:rPr>
              <a:t>The first essential step to exception handling is to enclose the lines which can cause an exception, within the try block. The try block contains those lines which can cause an exception and can have one or more legal lines of code. If an exception occurs at a particular statement of the try block, the rest of the statements will not be executed. Thus, it is recommended to exclude those lines which won’t throw an exception. The try block syntax is:</a:t>
            </a:r>
          </a:p>
          <a:p>
            <a:pPr marL="0" indent="0">
              <a:buNone/>
            </a:pPr>
            <a:endParaRPr lang="en-US" sz="2600" dirty="0">
              <a:solidFill>
                <a:srgbClr val="282829"/>
              </a:solidFill>
              <a:latin typeface="Abadi" panose="020B0604020104020204" pitchFamily="34" charset="0"/>
            </a:endParaRPr>
          </a:p>
          <a:p>
            <a:pPr marL="0" indent="0">
              <a:buNone/>
            </a:pPr>
            <a:endParaRPr lang="en-US" sz="2600" b="0" i="0" dirty="0">
              <a:solidFill>
                <a:srgbClr val="282829"/>
              </a:solidFill>
              <a:effectLst/>
              <a:latin typeface="Abadi" panose="020B0604020104020204" pitchFamily="34" charset="0"/>
            </a:endParaRPr>
          </a:p>
          <a:p>
            <a:pPr marL="0" indent="0">
              <a:buNone/>
            </a:pPr>
            <a:endParaRPr lang="en-US" sz="2600" dirty="0">
              <a:solidFill>
                <a:srgbClr val="282829"/>
              </a:solidFill>
              <a:latin typeface="Abadi" panose="020B0604020104020204" pitchFamily="34" charset="0"/>
            </a:endParaRPr>
          </a:p>
          <a:p>
            <a:pPr marL="0" indent="0">
              <a:buNone/>
            </a:pPr>
            <a:endParaRPr lang="en-US" sz="2600" b="0" i="0" dirty="0">
              <a:solidFill>
                <a:srgbClr val="282829"/>
              </a:solidFill>
              <a:effectLst/>
              <a:latin typeface="Abadi" panose="020B0604020104020204" pitchFamily="34" charset="0"/>
            </a:endParaRPr>
          </a:p>
          <a:p>
            <a:pPr marL="0" indent="0">
              <a:buNone/>
            </a:pPr>
            <a:endParaRPr lang="en-US" sz="2600" b="0" i="0" dirty="0">
              <a:solidFill>
                <a:srgbClr val="282829"/>
              </a:solidFill>
              <a:effectLst/>
              <a:latin typeface="Abadi" panose="020B0604020104020204" pitchFamily="34" charset="0"/>
            </a:endParaRPr>
          </a:p>
          <a:p>
            <a:pPr marL="0" indent="0">
              <a:buNone/>
            </a:pPr>
            <a:endParaRPr lang="en-US" sz="2600" b="0" i="0" dirty="0">
              <a:solidFill>
                <a:srgbClr val="282829"/>
              </a:solidFill>
              <a:effectLst/>
              <a:latin typeface="Abadi" panose="020B0604020104020204" pitchFamily="34" charset="0"/>
            </a:endParaRPr>
          </a:p>
          <a:p>
            <a:pPr marL="0" indent="0">
              <a:buNone/>
            </a:pPr>
            <a:r>
              <a:rPr lang="en-US" sz="2600" b="0" i="0" dirty="0">
                <a:solidFill>
                  <a:srgbClr val="282829"/>
                </a:solidFill>
                <a:effectLst/>
                <a:latin typeface="Abadi" panose="020B0604020104020204" pitchFamily="34" charset="0"/>
              </a:rPr>
              <a:t>A try block must always be followed by a catch block or finally block or both.</a:t>
            </a:r>
            <a:r>
              <a:rPr lang="en-US" dirty="0"/>
              <a:t/>
            </a:r>
            <a:br>
              <a:rPr lang="en-US" dirty="0"/>
            </a:br>
            <a:endParaRPr lang="en-US" b="0" i="0" dirty="0">
              <a:solidFill>
                <a:srgbClr val="282829"/>
              </a:solidFill>
              <a:effectLst/>
              <a:latin typeface="Segoe UI" panose="020B0502040204020203" pitchFamily="34" charset="0"/>
            </a:endParaRPr>
          </a:p>
          <a:p>
            <a:pPr marL="0" indent="0">
              <a:buNone/>
            </a:pPr>
            <a:endParaRPr lang="en-IN" dirty="0"/>
          </a:p>
        </p:txBody>
      </p:sp>
      <p:pic>
        <p:nvPicPr>
          <p:cNvPr id="7" name="Picture 6">
            <a:extLst>
              <a:ext uri="{FF2B5EF4-FFF2-40B4-BE49-F238E27FC236}">
                <a16:creationId xmlns:a16="http://schemas.microsoft.com/office/drawing/2014/main" xmlns="" id="{E4A8B6EA-589E-6999-541D-CB1752A77010}"/>
              </a:ext>
            </a:extLst>
          </p:cNvPr>
          <p:cNvPicPr>
            <a:picLocks noChangeAspect="1"/>
          </p:cNvPicPr>
          <p:nvPr/>
        </p:nvPicPr>
        <p:blipFill>
          <a:blip r:embed="rId2"/>
          <a:stretch>
            <a:fillRect/>
          </a:stretch>
        </p:blipFill>
        <p:spPr>
          <a:xfrm>
            <a:off x="989491" y="3616510"/>
            <a:ext cx="6324600" cy="1647825"/>
          </a:xfrm>
          <a:prstGeom prst="rect">
            <a:avLst/>
          </a:prstGeom>
        </p:spPr>
      </p:pic>
    </p:spTree>
    <p:extLst>
      <p:ext uri="{BB962C8B-B14F-4D97-AF65-F5344CB8AC3E}">
        <p14:creationId xmlns:p14="http://schemas.microsoft.com/office/powerpoint/2010/main" xmlns="" val="34461949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B3A7E1-5B06-32B8-0ABC-F460B347A556}"/>
              </a:ext>
            </a:extLst>
          </p:cNvPr>
          <p:cNvSpPr>
            <a:spLocks noGrp="1"/>
          </p:cNvSpPr>
          <p:nvPr>
            <p:ph type="title"/>
          </p:nvPr>
        </p:nvSpPr>
        <p:spPr>
          <a:xfrm>
            <a:off x="838200" y="95251"/>
            <a:ext cx="10515600" cy="1325563"/>
          </a:xfrm>
        </p:spPr>
        <p:txBody>
          <a:bodyPr>
            <a:normAutofit/>
          </a:bodyPr>
          <a:lstStyle/>
          <a:p>
            <a:r>
              <a:rPr lang="en-IN" sz="3600" b="1" i="0" dirty="0">
                <a:solidFill>
                  <a:schemeClr val="accent1">
                    <a:lumMod val="50000"/>
                  </a:schemeClr>
                </a:solidFill>
                <a:effectLst/>
                <a:latin typeface="Segoe UI" panose="020B0502040204020203" pitchFamily="34" charset="0"/>
              </a:rPr>
              <a:t>The Catch Block</a:t>
            </a:r>
            <a:endParaRPr lang="en-IN" sz="3600" dirty="0"/>
          </a:p>
        </p:txBody>
      </p:sp>
      <p:sp>
        <p:nvSpPr>
          <p:cNvPr id="3" name="Content Placeholder 2">
            <a:extLst>
              <a:ext uri="{FF2B5EF4-FFF2-40B4-BE49-F238E27FC236}">
                <a16:creationId xmlns:a16="http://schemas.microsoft.com/office/drawing/2014/main" xmlns="" id="{629172D7-6675-BBB2-5E9F-953EC2F71F00}"/>
              </a:ext>
            </a:extLst>
          </p:cNvPr>
          <p:cNvSpPr>
            <a:spLocks noGrp="1"/>
          </p:cNvSpPr>
          <p:nvPr>
            <p:ph idx="1"/>
          </p:nvPr>
        </p:nvSpPr>
        <p:spPr>
          <a:xfrm>
            <a:off x="838200" y="1420814"/>
            <a:ext cx="10515600" cy="4351338"/>
          </a:xfrm>
        </p:spPr>
        <p:txBody>
          <a:bodyPr/>
          <a:lstStyle/>
          <a:p>
            <a:pPr marL="0" indent="0" algn="l">
              <a:buNone/>
            </a:pPr>
            <a:r>
              <a:rPr lang="en-US" sz="2400" b="0" i="0" dirty="0">
                <a:solidFill>
                  <a:srgbClr val="282829"/>
                </a:solidFill>
                <a:effectLst/>
                <a:latin typeface="Abadi" panose="020B0604020104020204" pitchFamily="34" charset="0"/>
              </a:rPr>
              <a:t>The catch block is required to handle the exception. It contains lines of code that will be executed if an exception occurs. Each catch block is an exception handler that handles the type of exception specified by the argument. </a:t>
            </a:r>
          </a:p>
          <a:p>
            <a:pPr marL="0" indent="0" algn="l">
              <a:buNone/>
            </a:pPr>
            <a:r>
              <a:rPr lang="en-US" sz="2400" b="0" i="0" dirty="0">
                <a:solidFill>
                  <a:srgbClr val="282829"/>
                </a:solidFill>
                <a:effectLst/>
                <a:latin typeface="Abadi" panose="020B0604020104020204" pitchFamily="34" charset="0"/>
              </a:rPr>
              <a:t>To declare the exception type that the catch block will handle, we need to know the type of Exception that can be thrown by the JVM in the try block. The syntax of the catch block is:</a:t>
            </a:r>
          </a:p>
          <a:p>
            <a:pPr marL="0" indent="0" algn="l">
              <a:buNone/>
            </a:pPr>
            <a:endParaRPr lang="en-US" b="0" i="0" dirty="0">
              <a:solidFill>
                <a:srgbClr val="282829"/>
              </a:solidFill>
              <a:effectLst/>
              <a:latin typeface="Segoe UI" panose="020B0502040204020203" pitchFamily="34" charset="0"/>
            </a:endParaRPr>
          </a:p>
          <a:p>
            <a:pPr marL="0" indent="0">
              <a:buNone/>
            </a:pPr>
            <a:endParaRPr lang="en-IN" dirty="0"/>
          </a:p>
        </p:txBody>
      </p:sp>
      <p:pic>
        <p:nvPicPr>
          <p:cNvPr id="5" name="Picture 4">
            <a:extLst>
              <a:ext uri="{FF2B5EF4-FFF2-40B4-BE49-F238E27FC236}">
                <a16:creationId xmlns:a16="http://schemas.microsoft.com/office/drawing/2014/main" xmlns="" id="{32BFE445-7DE8-9C87-0F36-A0AA695DF3A4}"/>
              </a:ext>
            </a:extLst>
          </p:cNvPr>
          <p:cNvPicPr>
            <a:picLocks noChangeAspect="1"/>
          </p:cNvPicPr>
          <p:nvPr/>
        </p:nvPicPr>
        <p:blipFill>
          <a:blip r:embed="rId2"/>
          <a:stretch>
            <a:fillRect/>
          </a:stretch>
        </p:blipFill>
        <p:spPr>
          <a:xfrm>
            <a:off x="838199" y="3932044"/>
            <a:ext cx="7160581" cy="2335591"/>
          </a:xfrm>
          <a:prstGeom prst="rect">
            <a:avLst/>
          </a:prstGeom>
        </p:spPr>
      </p:pic>
    </p:spTree>
    <p:extLst>
      <p:ext uri="{BB962C8B-B14F-4D97-AF65-F5344CB8AC3E}">
        <p14:creationId xmlns:p14="http://schemas.microsoft.com/office/powerpoint/2010/main" xmlns="" val="32357788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xmlns="" id="{42A4FC2C-047E-45A5-965D-8E1E3BF09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xmlns="" id="{E343407E-2A60-F4EC-55FD-52A3A3AE2C73}"/>
              </a:ext>
            </a:extLst>
          </p:cNvPr>
          <p:cNvPicPr>
            <a:picLocks noChangeAspect="1"/>
          </p:cNvPicPr>
          <p:nvPr/>
        </p:nvPicPr>
        <p:blipFill rotWithShape="1">
          <a:blip r:embed="rId2"/>
          <a:srcRect b="19"/>
          <a:stretch/>
        </p:blipFill>
        <p:spPr>
          <a:xfrm>
            <a:off x="0" y="0"/>
            <a:ext cx="12192000" cy="6858000"/>
          </a:xfrm>
          <a:prstGeom prst="rect">
            <a:avLst/>
          </a:prstGeom>
        </p:spPr>
      </p:pic>
    </p:spTree>
    <p:extLst>
      <p:ext uri="{BB962C8B-B14F-4D97-AF65-F5344CB8AC3E}">
        <p14:creationId xmlns:p14="http://schemas.microsoft.com/office/powerpoint/2010/main" xmlns="" val="32264788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34">
            <a:extLst>
              <a:ext uri="{FF2B5EF4-FFF2-40B4-BE49-F238E27FC236}">
                <a16:creationId xmlns:a16="http://schemas.microsoft.com/office/drawing/2014/main" xmlns="" id="{488333BA-AE6E-427A-9B16-A39C8073F4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6">
            <a:extLst>
              <a:ext uri="{FF2B5EF4-FFF2-40B4-BE49-F238E27FC236}">
                <a16:creationId xmlns:a16="http://schemas.microsoft.com/office/drawing/2014/main" xmlns="" id="{F98ED85F-DCEE-4B50-802E-71A6E3E12B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ontent Placeholder 2">
            <a:extLst>
              <a:ext uri="{FF2B5EF4-FFF2-40B4-BE49-F238E27FC236}">
                <a16:creationId xmlns:a16="http://schemas.microsoft.com/office/drawing/2014/main" xmlns="" id="{512F582C-57BA-F1AA-FECE-718C66251DD7}"/>
              </a:ext>
            </a:extLst>
          </p:cNvPr>
          <p:cNvSpPr>
            <a:spLocks noGrp="1"/>
          </p:cNvSpPr>
          <p:nvPr>
            <p:ph idx="1"/>
          </p:nvPr>
        </p:nvSpPr>
        <p:spPr>
          <a:xfrm>
            <a:off x="836676" y="1711171"/>
            <a:ext cx="10515600" cy="3871762"/>
          </a:xfrm>
        </p:spPr>
        <p:txBody>
          <a:bodyPr>
            <a:normAutofit/>
          </a:bodyPr>
          <a:lstStyle/>
          <a:p>
            <a:pPr marL="0" indent="0">
              <a:buNone/>
            </a:pPr>
            <a:r>
              <a:rPr lang="en-US" sz="2000" b="0" i="0" dirty="0">
                <a:effectLst/>
                <a:latin typeface="Abadi" panose="020B0604020104020204" pitchFamily="34" charset="0"/>
              </a:rPr>
              <a:t>A few points to be remembered for the try-catch block are:</a:t>
            </a:r>
          </a:p>
          <a:p>
            <a:pPr marL="0" indent="0">
              <a:buNone/>
            </a:pPr>
            <a:endParaRPr lang="en-US" sz="2000" b="0" i="0" dirty="0">
              <a:effectLst/>
              <a:latin typeface="Abadi" panose="020B0604020104020204" pitchFamily="34" charset="0"/>
            </a:endParaRPr>
          </a:p>
          <a:p>
            <a:pPr>
              <a:buFont typeface="+mj-lt"/>
              <a:buAutoNum type="arabicPeriod"/>
            </a:pPr>
            <a:r>
              <a:rPr lang="en-US" sz="2000" b="0" i="0" dirty="0">
                <a:effectLst/>
                <a:latin typeface="Abadi" panose="020B0604020104020204" pitchFamily="34" charset="0"/>
              </a:rPr>
              <a:t> A single try block can have multiple catch blocks and the try block contains only those statements which can cause an exception.</a:t>
            </a:r>
            <a:br>
              <a:rPr lang="en-US" sz="2000" b="0" i="0" dirty="0">
                <a:effectLst/>
                <a:latin typeface="Abadi" panose="020B0604020104020204" pitchFamily="34" charset="0"/>
              </a:rPr>
            </a:br>
            <a:r>
              <a:rPr lang="en-US" sz="2000" b="0" i="0" dirty="0">
                <a:effectLst/>
                <a:latin typeface="Abadi" panose="020B0604020104020204" pitchFamily="34" charset="0"/>
              </a:rPr>
              <a:t/>
            </a:r>
            <a:br>
              <a:rPr lang="en-US" sz="2000" b="0" i="0" dirty="0">
                <a:effectLst/>
                <a:latin typeface="Abadi" panose="020B0604020104020204" pitchFamily="34" charset="0"/>
              </a:rPr>
            </a:br>
            <a:endParaRPr lang="en-US" sz="2000" b="0" i="0" dirty="0">
              <a:effectLst/>
              <a:latin typeface="Abadi" panose="020B0604020104020204" pitchFamily="34" charset="0"/>
            </a:endParaRPr>
          </a:p>
          <a:p>
            <a:pPr>
              <a:buFont typeface="+mj-lt"/>
              <a:buAutoNum type="arabicPeriod"/>
            </a:pPr>
            <a:r>
              <a:rPr lang="en-US" sz="2000" b="0" i="0" dirty="0">
                <a:effectLst/>
                <a:latin typeface="Abadi" panose="020B0604020104020204" pitchFamily="34" charset="0"/>
              </a:rPr>
              <a:t> Corresponding catch blocks are executed for that specific type of exception. Example- catch(ArithmeticException e) will handle only arithmetic exceptions, catch(</a:t>
            </a:r>
            <a:r>
              <a:rPr lang="en-US" sz="2000" b="0" i="0" dirty="0" err="1">
                <a:effectLst/>
                <a:latin typeface="Abadi" panose="020B0604020104020204" pitchFamily="34" charset="0"/>
              </a:rPr>
              <a:t>NullPointException</a:t>
            </a:r>
            <a:r>
              <a:rPr lang="en-US" sz="2000" b="0" i="0" dirty="0">
                <a:effectLst/>
                <a:latin typeface="Abadi" panose="020B0604020104020204" pitchFamily="34" charset="0"/>
              </a:rPr>
              <a:t> e) will handle only </a:t>
            </a:r>
            <a:r>
              <a:rPr lang="en-US" sz="2000" b="0" i="0" dirty="0" err="1">
                <a:effectLst/>
                <a:latin typeface="Abadi" panose="020B0604020104020204" pitchFamily="34" charset="0"/>
              </a:rPr>
              <a:t>NullPointExceptions</a:t>
            </a:r>
            <a:r>
              <a:rPr lang="en-US" sz="2000" b="0" i="0" dirty="0">
                <a:effectLst/>
                <a:latin typeface="Abadi" panose="020B0604020104020204" pitchFamily="34" charset="0"/>
              </a:rPr>
              <a:t>. </a:t>
            </a:r>
            <a:br>
              <a:rPr lang="en-US" sz="2000" b="0" i="0" dirty="0">
                <a:effectLst/>
                <a:latin typeface="Abadi" panose="020B0604020104020204" pitchFamily="34" charset="0"/>
              </a:rPr>
            </a:br>
            <a:endParaRPr lang="en-US" sz="2000" b="0" i="0" dirty="0">
              <a:effectLst/>
              <a:latin typeface="Abadi" panose="020B0604020104020204" pitchFamily="34" charset="0"/>
            </a:endParaRPr>
          </a:p>
          <a:p>
            <a:pPr>
              <a:buFont typeface="+mj-lt"/>
              <a:buAutoNum type="arabicPeriod"/>
            </a:pPr>
            <a:r>
              <a:rPr lang="en-US" sz="2000" b="0" i="0" dirty="0">
                <a:effectLst/>
                <a:latin typeface="Abadi" panose="020B0604020104020204" pitchFamily="34" charset="0"/>
              </a:rPr>
              <a:t> If no exception occurs, then all the catch blocks will be completely ignored.</a:t>
            </a:r>
          </a:p>
          <a:p>
            <a:pPr marL="0" indent="0">
              <a:buNone/>
            </a:pPr>
            <a:endParaRPr lang="en-IN" sz="2000" dirty="0"/>
          </a:p>
        </p:txBody>
      </p:sp>
    </p:spTree>
    <p:extLst>
      <p:ext uri="{BB962C8B-B14F-4D97-AF65-F5344CB8AC3E}">
        <p14:creationId xmlns:p14="http://schemas.microsoft.com/office/powerpoint/2010/main" xmlns="" val="560822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683FA5-1C30-9A15-DE24-61AF2B5A0976}"/>
              </a:ext>
            </a:extLst>
          </p:cNvPr>
          <p:cNvSpPr>
            <a:spLocks noGrp="1"/>
          </p:cNvSpPr>
          <p:nvPr>
            <p:ph type="title"/>
          </p:nvPr>
        </p:nvSpPr>
        <p:spPr/>
        <p:txBody>
          <a:bodyPr/>
          <a:lstStyle/>
          <a:p>
            <a:r>
              <a:rPr lang="en-US" sz="3600" b="1" i="0" dirty="0">
                <a:solidFill>
                  <a:schemeClr val="accent1">
                    <a:lumMod val="50000"/>
                  </a:schemeClr>
                </a:solidFill>
                <a:effectLst/>
                <a:latin typeface="Segoe UI" panose="020B0502040204020203" pitchFamily="34" charset="0"/>
              </a:rPr>
              <a:t>Finally block</a:t>
            </a:r>
            <a:r>
              <a:rPr lang="en-US" b="0" i="0" dirty="0">
                <a:solidFill>
                  <a:srgbClr val="282829"/>
                </a:solidFill>
                <a:effectLst/>
                <a:latin typeface="Segoe UI" panose="020B0502040204020203" pitchFamily="34" charset="0"/>
              </a:rPr>
              <a:t/>
            </a:r>
            <a:br>
              <a:rPr lang="en-US" b="0" i="0" dirty="0">
                <a:solidFill>
                  <a:srgbClr val="282829"/>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xmlns="" id="{A288FCBB-7072-B59E-DA5E-7786EAEC4822}"/>
              </a:ext>
            </a:extLst>
          </p:cNvPr>
          <p:cNvSpPr>
            <a:spLocks noGrp="1"/>
          </p:cNvSpPr>
          <p:nvPr>
            <p:ph idx="1"/>
          </p:nvPr>
        </p:nvSpPr>
        <p:spPr>
          <a:xfrm>
            <a:off x="838200" y="1615736"/>
            <a:ext cx="10515600" cy="4561227"/>
          </a:xfrm>
        </p:spPr>
        <p:txBody>
          <a:bodyPr>
            <a:normAutofit/>
          </a:bodyPr>
          <a:lstStyle/>
          <a:p>
            <a:pPr marL="0" indent="0" algn="l">
              <a:buNone/>
            </a:pPr>
            <a:r>
              <a:rPr lang="en-US" sz="2400" b="0" i="0" dirty="0">
                <a:solidFill>
                  <a:srgbClr val="282829"/>
                </a:solidFill>
                <a:effectLst/>
                <a:latin typeface="Abadi" panose="020B0604020104020204" pitchFamily="34" charset="0"/>
              </a:rPr>
              <a:t>The lines contained inside the ‘finally’ block will be executed whether or not an exception occurs. This block is written after the end of all the catch blocks.</a:t>
            </a:r>
          </a:p>
          <a:p>
            <a:pPr marL="0" indent="0" algn="l">
              <a:buNone/>
            </a:pPr>
            <a:endParaRPr lang="en-US" sz="2400" b="0" i="0" dirty="0">
              <a:solidFill>
                <a:srgbClr val="282829"/>
              </a:solidFill>
              <a:effectLst/>
              <a:latin typeface="Abadi" panose="020B0604020104020204" pitchFamily="34" charset="0"/>
            </a:endParaRPr>
          </a:p>
          <a:p>
            <a:pPr marL="0" indent="0" algn="l">
              <a:buNone/>
            </a:pPr>
            <a:endParaRPr lang="en-US" sz="2400" dirty="0">
              <a:solidFill>
                <a:srgbClr val="282829"/>
              </a:solidFill>
              <a:latin typeface="Abadi" panose="020B0604020104020204" pitchFamily="34" charset="0"/>
            </a:endParaRPr>
          </a:p>
          <a:p>
            <a:pPr marL="0" indent="0" algn="l">
              <a:buNone/>
            </a:pPr>
            <a:endParaRPr lang="en-US" sz="2400" b="0" i="0" dirty="0">
              <a:solidFill>
                <a:srgbClr val="333333"/>
              </a:solidFill>
              <a:effectLst/>
              <a:latin typeface="Abadi" panose="020B0604020104020204" pitchFamily="34" charset="0"/>
            </a:endParaRPr>
          </a:p>
          <a:p>
            <a:pPr marL="0" indent="0" algn="l">
              <a:buNone/>
            </a:pPr>
            <a:endParaRPr lang="en-US" sz="2400" b="0" i="0" dirty="0">
              <a:solidFill>
                <a:srgbClr val="333333"/>
              </a:solidFill>
              <a:effectLst/>
              <a:latin typeface="Abadi" panose="020B0604020104020204" pitchFamily="34" charset="0"/>
            </a:endParaRPr>
          </a:p>
          <a:p>
            <a:pPr marL="0" indent="0" algn="l">
              <a:buNone/>
            </a:pPr>
            <a:endParaRPr lang="en-US" sz="2400" b="0" i="0" dirty="0">
              <a:solidFill>
                <a:srgbClr val="333333"/>
              </a:solidFill>
              <a:effectLst/>
              <a:latin typeface="Abadi" panose="020B0604020104020204" pitchFamily="34" charset="0"/>
            </a:endParaRPr>
          </a:p>
          <a:p>
            <a:pPr marL="0" indent="0" algn="l">
              <a:buNone/>
            </a:pPr>
            <a:r>
              <a:rPr lang="en-US" sz="2400" b="0" i="0" dirty="0">
                <a:solidFill>
                  <a:srgbClr val="333333"/>
                </a:solidFill>
                <a:effectLst/>
                <a:latin typeface="Abadi" panose="020B0604020104020204" pitchFamily="34" charset="0"/>
              </a:rPr>
              <a:t>The "finally" block is used to execute the necessary code of the program. It is executed whether an exception is handled or not.</a:t>
            </a:r>
            <a:endParaRPr lang="en-US" sz="2400" b="0" i="0" dirty="0">
              <a:solidFill>
                <a:srgbClr val="282829"/>
              </a:solidFill>
              <a:effectLst/>
              <a:latin typeface="Abadi" panose="020B0604020104020204" pitchFamily="34" charset="0"/>
            </a:endParaRPr>
          </a:p>
          <a:p>
            <a:pPr marL="0" indent="0">
              <a:buNone/>
            </a:pPr>
            <a:endParaRPr lang="en-IN" sz="2400" dirty="0"/>
          </a:p>
        </p:txBody>
      </p:sp>
      <p:pic>
        <p:nvPicPr>
          <p:cNvPr id="5" name="Picture 4">
            <a:extLst>
              <a:ext uri="{FF2B5EF4-FFF2-40B4-BE49-F238E27FC236}">
                <a16:creationId xmlns:a16="http://schemas.microsoft.com/office/drawing/2014/main" xmlns="" id="{5E95CBE7-513A-A7AD-2A51-29CA75E7A510}"/>
              </a:ext>
            </a:extLst>
          </p:cNvPr>
          <p:cNvPicPr>
            <a:picLocks noChangeAspect="1"/>
          </p:cNvPicPr>
          <p:nvPr/>
        </p:nvPicPr>
        <p:blipFill>
          <a:blip r:embed="rId2"/>
          <a:stretch>
            <a:fillRect/>
          </a:stretch>
        </p:blipFill>
        <p:spPr>
          <a:xfrm>
            <a:off x="838200" y="2643187"/>
            <a:ext cx="6572250" cy="1571625"/>
          </a:xfrm>
          <a:prstGeom prst="rect">
            <a:avLst/>
          </a:prstGeom>
        </p:spPr>
      </p:pic>
    </p:spTree>
    <p:extLst>
      <p:ext uri="{BB962C8B-B14F-4D97-AF65-F5344CB8AC3E}">
        <p14:creationId xmlns:p14="http://schemas.microsoft.com/office/powerpoint/2010/main" xmlns="" val="34535222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8B1C42B-C57B-1437-3775-DC5635B0113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xmlns="" val="405651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215B771D-EA29-8FB3-CA38-0ACBC349B90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xmlns="" val="2624822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34C8A0-DBE1-BC6C-196D-79786A95DFA2}"/>
              </a:ext>
            </a:extLst>
          </p:cNvPr>
          <p:cNvSpPr>
            <a:spLocks noGrp="1"/>
          </p:cNvSpPr>
          <p:nvPr>
            <p:ph type="title"/>
          </p:nvPr>
        </p:nvSpPr>
        <p:spPr/>
        <p:txBody>
          <a:bodyPr/>
          <a:lstStyle/>
          <a:p>
            <a:r>
              <a:rPr lang="en-US" sz="3600" b="1" i="0" dirty="0">
                <a:solidFill>
                  <a:schemeClr val="accent1">
                    <a:lumMod val="50000"/>
                  </a:schemeClr>
                </a:solidFill>
                <a:effectLst/>
                <a:latin typeface="erdana"/>
              </a:rPr>
              <a:t>Common Scenarios of Java Exceptions</a:t>
            </a:r>
            <a:r>
              <a:rPr lang="en-US" b="0" i="0" dirty="0">
                <a:solidFill>
                  <a:srgbClr val="610B38"/>
                </a:solidFill>
                <a:effectLst/>
                <a:latin typeface="erdana"/>
              </a:rPr>
              <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D2862689-F28B-97BC-FA12-0ED38D78DCD7}"/>
              </a:ext>
            </a:extLst>
          </p:cNvPr>
          <p:cNvSpPr>
            <a:spLocks noGrp="1"/>
          </p:cNvSpPr>
          <p:nvPr>
            <p:ph idx="1"/>
          </p:nvPr>
        </p:nvSpPr>
        <p:spPr>
          <a:xfrm>
            <a:off x="838200" y="1322773"/>
            <a:ext cx="10515600" cy="4854190"/>
          </a:xfrm>
        </p:spPr>
        <p:txBody>
          <a:bodyPr/>
          <a:lstStyle/>
          <a:p>
            <a:pPr marL="0" indent="0" algn="just">
              <a:buNone/>
            </a:pPr>
            <a:r>
              <a:rPr lang="en-US" b="0" i="0" dirty="0">
                <a:solidFill>
                  <a:srgbClr val="333333"/>
                </a:solidFill>
                <a:effectLst/>
                <a:latin typeface="inter-regular"/>
              </a:rPr>
              <a:t>There are given some scenarios where unchecked exceptions may occur. They are as follows:</a:t>
            </a:r>
          </a:p>
          <a:p>
            <a:pPr marL="0" indent="0" algn="just">
              <a:buNone/>
            </a:pPr>
            <a:endParaRPr lang="en-US" b="0" i="0" dirty="0">
              <a:solidFill>
                <a:srgbClr val="333333"/>
              </a:solidFill>
              <a:effectLst/>
              <a:latin typeface="inter-regular"/>
            </a:endParaRPr>
          </a:p>
          <a:p>
            <a:pPr marL="514350" indent="-514350" algn="just">
              <a:buAutoNum type="arabicParenR"/>
            </a:pPr>
            <a:r>
              <a:rPr lang="en-US" b="0" i="0" dirty="0">
                <a:solidFill>
                  <a:srgbClr val="610B4B"/>
                </a:solidFill>
                <a:effectLst/>
                <a:latin typeface="erdana"/>
              </a:rPr>
              <a:t>A scenario where ArithmeticException occurs</a:t>
            </a:r>
          </a:p>
          <a:p>
            <a:pPr marL="0" indent="0" algn="just">
              <a:buNone/>
            </a:pPr>
            <a:endParaRPr lang="en-US" sz="800" b="0" i="0" dirty="0">
              <a:solidFill>
                <a:srgbClr val="610B4B"/>
              </a:solidFill>
              <a:effectLst/>
              <a:latin typeface="erdana"/>
            </a:endParaRPr>
          </a:p>
          <a:p>
            <a:pPr marL="0" indent="0" algn="just">
              <a:buNone/>
            </a:pPr>
            <a:r>
              <a:rPr lang="en-US" b="0" i="0" dirty="0">
                <a:solidFill>
                  <a:srgbClr val="333333"/>
                </a:solidFill>
                <a:effectLst/>
                <a:latin typeface="inter-regular"/>
              </a:rPr>
              <a:t>If we divide any number by zero, there occurs an ArithmeticException.</a:t>
            </a:r>
            <a:endParaRPr lang="en-IN" dirty="0"/>
          </a:p>
          <a:p>
            <a:pPr marL="0" indent="0">
              <a:buNone/>
            </a:pPr>
            <a:r>
              <a:rPr lang="en-IN" b="1" i="0" dirty="0">
                <a:effectLst/>
                <a:latin typeface="inter-regular"/>
              </a:rPr>
              <a:t>int</a:t>
            </a:r>
            <a:r>
              <a:rPr lang="en-IN" b="0" i="0" dirty="0">
                <a:effectLst/>
                <a:latin typeface="inter-regular"/>
              </a:rPr>
              <a:t> a=50/0; </a:t>
            </a:r>
          </a:p>
          <a:p>
            <a:pPr marL="0" indent="0">
              <a:buNone/>
            </a:pPr>
            <a:r>
              <a:rPr lang="en-IN" b="0" i="0" dirty="0">
                <a:solidFill>
                  <a:srgbClr val="000000"/>
                </a:solidFill>
                <a:effectLst/>
                <a:latin typeface="inter-regular"/>
              </a:rPr>
              <a:t>System.out.println</a:t>
            </a:r>
            <a:r>
              <a:rPr lang="en-IN" dirty="0">
                <a:solidFill>
                  <a:srgbClr val="000000"/>
                </a:solidFill>
                <a:latin typeface="inter-regular"/>
              </a:rPr>
              <a:t>(a)</a:t>
            </a:r>
            <a:r>
              <a:rPr lang="en-IN" b="0" i="0" dirty="0">
                <a:effectLst/>
                <a:latin typeface="inter-regular"/>
              </a:rPr>
              <a:t> </a:t>
            </a:r>
            <a:r>
              <a:rPr lang="en-IN" b="0" i="0" dirty="0">
                <a:solidFill>
                  <a:srgbClr val="008200"/>
                </a:solidFill>
                <a:effectLst/>
                <a:latin typeface="inter-regular"/>
              </a:rPr>
              <a:t>//</a:t>
            </a:r>
            <a:r>
              <a:rPr lang="en-IN" b="0" i="0" dirty="0" err="1">
                <a:solidFill>
                  <a:srgbClr val="008200"/>
                </a:solidFill>
                <a:effectLst/>
                <a:latin typeface="inter-regular"/>
              </a:rPr>
              <a:t>ArithmeticException</a:t>
            </a:r>
            <a:r>
              <a:rPr lang="en-IN" b="0" i="0" dirty="0">
                <a:solidFill>
                  <a:srgbClr val="000000"/>
                </a:solidFill>
                <a:effectLst/>
                <a:latin typeface="inter-regular"/>
              </a:rPr>
              <a:t>  </a:t>
            </a:r>
          </a:p>
          <a:p>
            <a:pPr marL="0" indent="0">
              <a:buNone/>
            </a:pPr>
            <a:endParaRPr lang="en-IN" dirty="0"/>
          </a:p>
        </p:txBody>
      </p:sp>
    </p:spTree>
    <p:extLst>
      <p:ext uri="{BB962C8B-B14F-4D97-AF65-F5344CB8AC3E}">
        <p14:creationId xmlns:p14="http://schemas.microsoft.com/office/powerpoint/2010/main" xmlns="" val="9662710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34C930C-9EFD-58E5-9007-9326E1023421}"/>
              </a:ext>
            </a:extLst>
          </p:cNvPr>
          <p:cNvSpPr>
            <a:spLocks noGrp="1"/>
          </p:cNvSpPr>
          <p:nvPr>
            <p:ph idx="1"/>
          </p:nvPr>
        </p:nvSpPr>
        <p:spPr>
          <a:xfrm>
            <a:off x="838200" y="1390619"/>
            <a:ext cx="10515600" cy="4351338"/>
          </a:xfrm>
        </p:spPr>
        <p:txBody>
          <a:bodyPr/>
          <a:lstStyle/>
          <a:p>
            <a:pPr marL="0" indent="0" algn="just">
              <a:buNone/>
            </a:pPr>
            <a:r>
              <a:rPr lang="en-US" b="1" i="0" dirty="0">
                <a:solidFill>
                  <a:srgbClr val="002060"/>
                </a:solidFill>
                <a:effectLst/>
                <a:latin typeface="erdana"/>
              </a:rPr>
              <a:t>2) A scenario where NullPointerException occurs</a:t>
            </a:r>
          </a:p>
          <a:p>
            <a:pPr marL="0" indent="0" algn="just">
              <a:buNone/>
            </a:pPr>
            <a:endParaRPr lang="en-US" b="0" i="0" dirty="0">
              <a:solidFill>
                <a:srgbClr val="610B4B"/>
              </a:solidFill>
              <a:effectLst/>
              <a:latin typeface="erdana"/>
            </a:endParaRPr>
          </a:p>
          <a:p>
            <a:pPr marL="0" indent="0" algn="just">
              <a:buNone/>
            </a:pPr>
            <a:r>
              <a:rPr lang="en-US" b="0" i="0" dirty="0">
                <a:effectLst/>
                <a:latin typeface="inter-regular"/>
              </a:rPr>
              <a:t>If we have a null value in any </a:t>
            </a:r>
            <a:r>
              <a:rPr lang="en-US" b="0" i="0" u="none" strike="noStrike" dirty="0">
                <a:effectLst/>
                <a:latin typeface="inter-regular"/>
              </a:rPr>
              <a:t>variable</a:t>
            </a:r>
            <a:r>
              <a:rPr lang="en-US" b="0" i="0" dirty="0">
                <a:effectLst/>
                <a:latin typeface="inter-regular"/>
              </a:rPr>
              <a:t>, performing any operation on the variable throws a NullPointerException.</a:t>
            </a:r>
          </a:p>
          <a:p>
            <a:pPr marL="0" indent="0" algn="just">
              <a:buNone/>
            </a:pPr>
            <a:endParaRPr lang="en-US" dirty="0">
              <a:latin typeface="inter-regular"/>
            </a:endParaRPr>
          </a:p>
          <a:p>
            <a:pPr marL="0" indent="0" algn="just">
              <a:buNone/>
            </a:pPr>
            <a:r>
              <a:rPr lang="en-IN" b="0" i="0" dirty="0">
                <a:solidFill>
                  <a:srgbClr val="000000"/>
                </a:solidFill>
                <a:effectLst/>
                <a:latin typeface="inter-regular"/>
              </a:rPr>
              <a:t>String s=</a:t>
            </a:r>
            <a:r>
              <a:rPr lang="en-IN" b="1" i="0" dirty="0">
                <a:solidFill>
                  <a:srgbClr val="006699"/>
                </a:solidFill>
                <a:effectLst/>
                <a:latin typeface="inter-regular"/>
              </a:rPr>
              <a:t>null</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System.out.println(s.length());  </a:t>
            </a:r>
            <a:r>
              <a:rPr lang="en-IN" b="0" i="0" dirty="0">
                <a:solidFill>
                  <a:srgbClr val="008200"/>
                </a:solidFill>
                <a:effectLst/>
                <a:latin typeface="inter-regular"/>
              </a:rPr>
              <a:t>//NullPointerException</a:t>
            </a:r>
            <a:r>
              <a:rPr lang="en-IN" b="0" i="0" dirty="0">
                <a:solidFill>
                  <a:srgbClr val="000000"/>
                </a:solidFill>
                <a:effectLst/>
                <a:latin typeface="inter-regular"/>
              </a:rPr>
              <a:t>  </a:t>
            </a:r>
          </a:p>
          <a:p>
            <a:pPr marL="0" indent="0" algn="just">
              <a:buNone/>
            </a:pPr>
            <a:endParaRPr lang="en-US" b="0" i="0" dirty="0">
              <a:effectLst/>
              <a:latin typeface="inter-regular"/>
            </a:endParaRPr>
          </a:p>
          <a:p>
            <a:pPr marL="0" indent="0">
              <a:buNone/>
            </a:pPr>
            <a:endParaRPr lang="en-IN" dirty="0"/>
          </a:p>
        </p:txBody>
      </p:sp>
    </p:spTree>
    <p:extLst>
      <p:ext uri="{BB962C8B-B14F-4D97-AF65-F5344CB8AC3E}">
        <p14:creationId xmlns:p14="http://schemas.microsoft.com/office/powerpoint/2010/main" xmlns="" val="12434038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DCF5B50-25CE-3C74-1F8B-A8D0CDD52882}"/>
              </a:ext>
            </a:extLst>
          </p:cNvPr>
          <p:cNvSpPr>
            <a:spLocks noGrp="1"/>
          </p:cNvSpPr>
          <p:nvPr>
            <p:ph idx="1"/>
          </p:nvPr>
        </p:nvSpPr>
        <p:spPr>
          <a:xfrm>
            <a:off x="918099" y="1319598"/>
            <a:ext cx="9468775" cy="4351338"/>
          </a:xfrm>
        </p:spPr>
        <p:txBody>
          <a:bodyPr/>
          <a:lstStyle/>
          <a:p>
            <a:pPr marL="0" indent="0" algn="just">
              <a:buNone/>
            </a:pPr>
            <a:r>
              <a:rPr lang="en-US" b="1" dirty="0">
                <a:solidFill>
                  <a:schemeClr val="accent1">
                    <a:lumMod val="50000"/>
                  </a:schemeClr>
                </a:solidFill>
              </a:rPr>
              <a:t>3) A scenario where ArrayIndexOutOfBoundsException occurs</a:t>
            </a:r>
          </a:p>
          <a:p>
            <a:pPr marL="0" indent="0" algn="just">
              <a:buNone/>
            </a:pPr>
            <a:endParaRPr lang="en-US" dirty="0"/>
          </a:p>
          <a:p>
            <a:pPr marL="0" indent="0">
              <a:buNone/>
            </a:pPr>
            <a:r>
              <a:rPr lang="en-US" dirty="0"/>
              <a:t>When an array exceeds to its size, the ArrayIndexOutOfBoundsException occurs. there may be other reasons to occur ArrayIndexOutOfBoundsException. Consider the following statements.</a:t>
            </a:r>
          </a:p>
          <a:p>
            <a:pPr marL="0" indent="0" algn="just">
              <a:buNone/>
            </a:pPr>
            <a:endParaRPr lang="en-US" dirty="0"/>
          </a:p>
          <a:p>
            <a:pPr marL="0" indent="0" algn="just">
              <a:buNone/>
            </a:pPr>
            <a:r>
              <a:rPr lang="en-US" i="0" dirty="0">
                <a:effectLst/>
                <a:latin typeface="inter-regular"/>
              </a:rPr>
              <a:t>int a[]=new int[5];  </a:t>
            </a:r>
          </a:p>
          <a:p>
            <a:pPr marL="0" indent="0" algn="just">
              <a:buNone/>
            </a:pPr>
            <a:r>
              <a:rPr lang="en-US" i="0" dirty="0">
                <a:effectLst/>
                <a:latin typeface="inter-regular"/>
              </a:rPr>
              <a:t>a[10]=50;  </a:t>
            </a:r>
            <a:r>
              <a:rPr lang="en-US" b="0" i="0" dirty="0">
                <a:solidFill>
                  <a:srgbClr val="008200"/>
                </a:solidFill>
                <a:effectLst/>
                <a:latin typeface="inter-regular"/>
              </a:rPr>
              <a:t>//ArrayIndexOutOfBoundsException</a:t>
            </a:r>
            <a:r>
              <a:rPr lang="en-US" b="0" i="0" dirty="0">
                <a:solidFill>
                  <a:srgbClr val="000000"/>
                </a:solidFill>
                <a:effectLst/>
                <a:latin typeface="inter-regular"/>
              </a:rPr>
              <a:t>  </a:t>
            </a:r>
          </a:p>
          <a:p>
            <a:pPr marL="0" indent="0">
              <a:buNone/>
            </a:pPr>
            <a:endParaRPr lang="en-US" dirty="0"/>
          </a:p>
        </p:txBody>
      </p:sp>
    </p:spTree>
    <p:extLst>
      <p:ext uri="{BB962C8B-B14F-4D97-AF65-F5344CB8AC3E}">
        <p14:creationId xmlns:p14="http://schemas.microsoft.com/office/powerpoint/2010/main" xmlns="" val="38615913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600665-1EAB-624D-3278-6417074DDA81}"/>
              </a:ext>
            </a:extLst>
          </p:cNvPr>
          <p:cNvSpPr>
            <a:spLocks noGrp="1"/>
          </p:cNvSpPr>
          <p:nvPr>
            <p:ph type="title"/>
          </p:nvPr>
        </p:nvSpPr>
        <p:spPr/>
        <p:txBody>
          <a:bodyPr>
            <a:normAutofit/>
          </a:bodyPr>
          <a:lstStyle/>
          <a:p>
            <a:r>
              <a:rPr lang="en-US" sz="2800" b="1" i="0" dirty="0">
                <a:solidFill>
                  <a:srgbClr val="002060"/>
                </a:solidFill>
                <a:effectLst/>
                <a:latin typeface="Segoe UI" panose="020B0502040204020203" pitchFamily="34" charset="0"/>
              </a:rPr>
              <a:t>4) </a:t>
            </a:r>
            <a:r>
              <a:rPr lang="en-US" sz="2800" b="1" i="0" dirty="0" err="1">
                <a:solidFill>
                  <a:srgbClr val="002060"/>
                </a:solidFill>
                <a:effectLst/>
                <a:latin typeface="Segoe UI" panose="020B0502040204020203" pitchFamily="34" charset="0"/>
              </a:rPr>
              <a:t>StringIndexOutOfBoundsException</a:t>
            </a:r>
            <a:endParaRPr lang="en-IN" sz="2800" dirty="0">
              <a:solidFill>
                <a:srgbClr val="002060"/>
              </a:solidFill>
            </a:endParaRPr>
          </a:p>
        </p:txBody>
      </p:sp>
      <p:sp>
        <p:nvSpPr>
          <p:cNvPr id="3" name="Content Placeholder 2">
            <a:extLst>
              <a:ext uri="{FF2B5EF4-FFF2-40B4-BE49-F238E27FC236}">
                <a16:creationId xmlns:a16="http://schemas.microsoft.com/office/drawing/2014/main" xmlns="" id="{0A1BF197-5272-36DF-2B6C-ABABA165B88D}"/>
              </a:ext>
            </a:extLst>
          </p:cNvPr>
          <p:cNvSpPr>
            <a:spLocks noGrp="1"/>
          </p:cNvSpPr>
          <p:nvPr>
            <p:ph idx="1"/>
          </p:nvPr>
        </p:nvSpPr>
        <p:spPr>
          <a:xfrm>
            <a:off x="838200" y="1825625"/>
            <a:ext cx="8980503" cy="4351338"/>
          </a:xfrm>
        </p:spPr>
        <p:txBody>
          <a:bodyPr>
            <a:normAutofit/>
          </a:bodyPr>
          <a:lstStyle/>
          <a:p>
            <a:pPr marL="0" indent="0">
              <a:buNone/>
            </a:pPr>
            <a:r>
              <a:rPr lang="en-US" sz="2400" b="1" i="0" dirty="0" err="1">
                <a:solidFill>
                  <a:srgbClr val="282829"/>
                </a:solidFill>
                <a:effectLst/>
                <a:latin typeface="Segoe UI" panose="020B0502040204020203" pitchFamily="34" charset="0"/>
              </a:rPr>
              <a:t>StringIndexOutOfBoundsException</a:t>
            </a:r>
            <a:r>
              <a:rPr lang="en-US" sz="2400" b="0" i="0" dirty="0">
                <a:solidFill>
                  <a:srgbClr val="282829"/>
                </a:solidFill>
                <a:effectLst/>
                <a:latin typeface="Segoe UI" panose="020B0502040204020203" pitchFamily="34" charset="0"/>
              </a:rPr>
              <a:t>: Similar to the </a:t>
            </a:r>
            <a:r>
              <a:rPr lang="en-US" sz="2400" b="0" i="0" dirty="0" err="1">
                <a:solidFill>
                  <a:srgbClr val="282829"/>
                </a:solidFill>
                <a:effectLst/>
                <a:latin typeface="Segoe UI" panose="020B0502040204020203" pitchFamily="34" charset="0"/>
              </a:rPr>
              <a:t>ArrayIndexOutOfBounds</a:t>
            </a:r>
            <a:r>
              <a:rPr lang="en-US" sz="2400" b="0" i="0" dirty="0">
                <a:solidFill>
                  <a:srgbClr val="282829"/>
                </a:solidFill>
                <a:effectLst/>
                <a:latin typeface="Segoe UI" panose="020B0502040204020203" pitchFamily="34" charset="0"/>
              </a:rPr>
              <a:t> exception, this exception arises when a non-existent string index is accessed.</a:t>
            </a:r>
          </a:p>
          <a:p>
            <a:pPr marL="0" indent="0">
              <a:buNone/>
            </a:pPr>
            <a:endParaRPr lang="en-US" sz="2400" dirty="0">
              <a:solidFill>
                <a:srgbClr val="282829"/>
              </a:solidFill>
              <a:latin typeface="Segoe UI" panose="020B0502040204020203" pitchFamily="34" charset="0"/>
            </a:endParaRPr>
          </a:p>
          <a:p>
            <a:pPr marL="0" indent="0">
              <a:buNone/>
            </a:pPr>
            <a:r>
              <a:rPr lang="en-US" sz="2400" dirty="0">
                <a:solidFill>
                  <a:srgbClr val="282829"/>
                </a:solidFill>
                <a:latin typeface="Segoe UI" panose="020B0502040204020203" pitchFamily="34" charset="0"/>
              </a:rPr>
              <a:t>String s = “Manas”;</a:t>
            </a:r>
          </a:p>
          <a:p>
            <a:pPr marL="0" indent="0">
              <a:buNone/>
            </a:pPr>
            <a:r>
              <a:rPr lang="en-US" sz="2400" dirty="0" err="1">
                <a:solidFill>
                  <a:srgbClr val="282829"/>
                </a:solidFill>
                <a:latin typeface="Segoe UI" panose="020B0502040204020203" pitchFamily="34" charset="0"/>
              </a:rPr>
              <a:t>s.charAt</a:t>
            </a:r>
            <a:r>
              <a:rPr lang="en-US" sz="2400" dirty="0">
                <a:solidFill>
                  <a:srgbClr val="282829"/>
                </a:solidFill>
                <a:latin typeface="Segoe UI" panose="020B0502040204020203" pitchFamily="34" charset="0"/>
              </a:rPr>
              <a:t>(7);  </a:t>
            </a:r>
            <a:r>
              <a:rPr lang="en-US" sz="2400" dirty="0">
                <a:solidFill>
                  <a:srgbClr val="00B050"/>
                </a:solidFill>
                <a:latin typeface="Segoe UI" panose="020B0502040204020203" pitchFamily="34" charset="0"/>
              </a:rPr>
              <a:t>//</a:t>
            </a:r>
            <a:r>
              <a:rPr lang="en-US" sz="2400" b="1" i="0" dirty="0">
                <a:solidFill>
                  <a:srgbClr val="00B050"/>
                </a:solidFill>
                <a:effectLst/>
                <a:latin typeface="Segoe UI" panose="020B0502040204020203" pitchFamily="34" charset="0"/>
              </a:rPr>
              <a:t> </a:t>
            </a:r>
            <a:r>
              <a:rPr lang="en-US" sz="2400" b="1" i="0" dirty="0" err="1">
                <a:solidFill>
                  <a:srgbClr val="00B050"/>
                </a:solidFill>
                <a:effectLst/>
                <a:latin typeface="Segoe UI" panose="020B0502040204020203" pitchFamily="34" charset="0"/>
              </a:rPr>
              <a:t>StringIndexOutOfBoundsException</a:t>
            </a:r>
            <a:endParaRPr lang="en-US" sz="2400" dirty="0">
              <a:solidFill>
                <a:srgbClr val="00B050"/>
              </a:solidFill>
              <a:latin typeface="Segoe UI" panose="020B0502040204020203" pitchFamily="34" charset="0"/>
            </a:endParaRPr>
          </a:p>
        </p:txBody>
      </p:sp>
    </p:spTree>
    <p:extLst>
      <p:ext uri="{BB962C8B-B14F-4D97-AF65-F5344CB8AC3E}">
        <p14:creationId xmlns:p14="http://schemas.microsoft.com/office/powerpoint/2010/main" xmlns="" val="3987431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44FA6D-D154-485F-3719-D958AAC4BCDB}"/>
              </a:ext>
            </a:extLst>
          </p:cNvPr>
          <p:cNvSpPr>
            <a:spLocks noGrp="1"/>
          </p:cNvSpPr>
          <p:nvPr>
            <p:ph type="title"/>
          </p:nvPr>
        </p:nvSpPr>
        <p:spPr/>
        <p:txBody>
          <a:bodyPr>
            <a:normAutofit/>
          </a:bodyPr>
          <a:lstStyle/>
          <a:p>
            <a:r>
              <a:rPr lang="en-US" sz="2800" b="1" i="0" dirty="0">
                <a:solidFill>
                  <a:srgbClr val="002060"/>
                </a:solidFill>
                <a:effectLst/>
                <a:latin typeface="Segoe UI" panose="020B0502040204020203" pitchFamily="34" charset="0"/>
              </a:rPr>
              <a:t>5) </a:t>
            </a:r>
            <a:r>
              <a:rPr lang="en-US" sz="2800" b="1" i="0" dirty="0" err="1">
                <a:solidFill>
                  <a:srgbClr val="002060"/>
                </a:solidFill>
                <a:effectLst/>
                <a:latin typeface="Segoe UI" panose="020B0502040204020203" pitchFamily="34" charset="0"/>
              </a:rPr>
              <a:t>FileNotFoundException</a:t>
            </a:r>
            <a:endParaRPr lang="en-IN" sz="2800" dirty="0">
              <a:solidFill>
                <a:srgbClr val="002060"/>
              </a:solidFill>
            </a:endParaRPr>
          </a:p>
        </p:txBody>
      </p:sp>
      <p:sp>
        <p:nvSpPr>
          <p:cNvPr id="3" name="Content Placeholder 2">
            <a:extLst>
              <a:ext uri="{FF2B5EF4-FFF2-40B4-BE49-F238E27FC236}">
                <a16:creationId xmlns:a16="http://schemas.microsoft.com/office/drawing/2014/main" xmlns="" id="{2A182CA1-E604-5202-800D-100918B8BAFA}"/>
              </a:ext>
            </a:extLst>
          </p:cNvPr>
          <p:cNvSpPr>
            <a:spLocks noGrp="1"/>
          </p:cNvSpPr>
          <p:nvPr>
            <p:ph idx="1"/>
          </p:nvPr>
        </p:nvSpPr>
        <p:spPr/>
        <p:txBody>
          <a:bodyPr/>
          <a:lstStyle/>
          <a:p>
            <a:pPr marL="0" indent="0">
              <a:buNone/>
            </a:pPr>
            <a:r>
              <a:rPr lang="en-US" b="1" i="0" dirty="0" err="1">
                <a:solidFill>
                  <a:srgbClr val="282829"/>
                </a:solidFill>
                <a:effectLst/>
              </a:rPr>
              <a:t>FileNotFoundException</a:t>
            </a:r>
            <a:r>
              <a:rPr lang="en-US" b="0" i="0" dirty="0">
                <a:solidFill>
                  <a:srgbClr val="282829"/>
                </a:solidFill>
                <a:effectLst/>
              </a:rPr>
              <a:t>: This exception occurs when an attempt to open a file denoted by a specified pathname has failed.</a:t>
            </a:r>
          </a:p>
          <a:p>
            <a:pPr marL="0" indent="0">
              <a:buNone/>
            </a:pPr>
            <a:endParaRPr lang="en-US" dirty="0">
              <a:solidFill>
                <a:srgbClr val="282829"/>
              </a:solidFill>
            </a:endParaRPr>
          </a:p>
          <a:p>
            <a:pPr marL="0" indent="0">
              <a:buNone/>
            </a:pPr>
            <a:r>
              <a:rPr lang="en-IN" sz="1800" dirty="0" err="1">
                <a:solidFill>
                  <a:srgbClr val="000000"/>
                </a:solidFill>
              </a:rPr>
              <a:t>FileInputStream</a:t>
            </a:r>
            <a:r>
              <a:rPr lang="en-IN" sz="1800" dirty="0">
                <a:solidFill>
                  <a:srgbClr val="000000"/>
                </a:solidFill>
              </a:rPr>
              <a:t> </a:t>
            </a:r>
            <a:r>
              <a:rPr lang="en-IN" sz="1800" dirty="0">
                <a:solidFill>
                  <a:srgbClr val="6A3E3E"/>
                </a:solidFill>
              </a:rPr>
              <a:t>f</a:t>
            </a:r>
            <a:r>
              <a:rPr lang="en-IN" sz="1800" dirty="0">
                <a:solidFill>
                  <a:srgbClr val="000000"/>
                </a:solidFill>
              </a:rPr>
              <a:t> = </a:t>
            </a:r>
            <a:r>
              <a:rPr lang="en-IN" sz="1800" b="1" dirty="0">
                <a:solidFill>
                  <a:srgbClr val="7F0055"/>
                </a:solidFill>
              </a:rPr>
              <a:t>new</a:t>
            </a:r>
            <a:r>
              <a:rPr lang="en-IN" sz="1800" b="1" dirty="0">
                <a:solidFill>
                  <a:srgbClr val="000000"/>
                </a:solidFill>
              </a:rPr>
              <a:t> </a:t>
            </a:r>
            <a:r>
              <a:rPr lang="en-IN" sz="1800" b="1" dirty="0" err="1">
                <a:solidFill>
                  <a:srgbClr val="000000"/>
                </a:solidFill>
              </a:rPr>
              <a:t>FileInputStream</a:t>
            </a:r>
            <a:r>
              <a:rPr lang="en-IN" sz="1800" b="1" dirty="0">
                <a:solidFill>
                  <a:srgbClr val="000000"/>
                </a:solidFill>
              </a:rPr>
              <a:t>(</a:t>
            </a:r>
            <a:r>
              <a:rPr lang="en-IN" sz="1800" b="1" dirty="0">
                <a:solidFill>
                  <a:srgbClr val="2A00FF"/>
                </a:solidFill>
              </a:rPr>
              <a:t>"C:\\Users\\Desktop\\Inputdata.xls"</a:t>
            </a:r>
            <a:r>
              <a:rPr lang="en-IN" sz="1800" b="1" dirty="0">
                <a:solidFill>
                  <a:srgbClr val="000000"/>
                </a:solidFill>
              </a:rPr>
              <a:t>);</a:t>
            </a:r>
          </a:p>
          <a:p>
            <a:pPr marL="0" indent="0">
              <a:buNone/>
            </a:pPr>
            <a:endParaRPr lang="en-IN" sz="1800" b="1" dirty="0">
              <a:solidFill>
                <a:srgbClr val="000000"/>
              </a:solidFill>
            </a:endParaRPr>
          </a:p>
          <a:p>
            <a:pPr marL="0" indent="0">
              <a:buNone/>
            </a:pPr>
            <a:r>
              <a:rPr lang="en-IN" sz="1800" b="1" dirty="0">
                <a:solidFill>
                  <a:srgbClr val="000000"/>
                </a:solidFill>
              </a:rPr>
              <a:t>Note: This error will occur if Inputdata.xls file is not present in above location</a:t>
            </a:r>
          </a:p>
        </p:txBody>
      </p:sp>
    </p:spTree>
    <p:extLst>
      <p:ext uri="{BB962C8B-B14F-4D97-AF65-F5344CB8AC3E}">
        <p14:creationId xmlns:p14="http://schemas.microsoft.com/office/powerpoint/2010/main" xmlns="" val="4459828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DBA875-AFBF-EB08-7E3B-6437A78E3F6A}"/>
              </a:ext>
            </a:extLst>
          </p:cNvPr>
          <p:cNvSpPr>
            <a:spLocks noGrp="1"/>
          </p:cNvSpPr>
          <p:nvPr>
            <p:ph type="title"/>
          </p:nvPr>
        </p:nvSpPr>
        <p:spPr/>
        <p:txBody>
          <a:bodyPr>
            <a:normAutofit/>
          </a:bodyPr>
          <a:lstStyle/>
          <a:p>
            <a:r>
              <a:rPr lang="en-US" sz="3200" b="1" i="0" dirty="0">
                <a:solidFill>
                  <a:srgbClr val="002060"/>
                </a:solidFill>
                <a:effectLst/>
                <a:latin typeface="Segoe UI" panose="020B0502040204020203" pitchFamily="34" charset="0"/>
              </a:rPr>
              <a:t>6) </a:t>
            </a:r>
            <a:r>
              <a:rPr lang="en-US" sz="3200" b="1" i="0" dirty="0" err="1">
                <a:solidFill>
                  <a:srgbClr val="002060"/>
                </a:solidFill>
                <a:effectLst/>
                <a:latin typeface="Segoe UI" panose="020B0502040204020203" pitchFamily="34" charset="0"/>
              </a:rPr>
              <a:t>IOException</a:t>
            </a:r>
            <a:endParaRPr lang="en-IN" sz="3200" dirty="0">
              <a:solidFill>
                <a:srgbClr val="002060"/>
              </a:solidFill>
            </a:endParaRPr>
          </a:p>
        </p:txBody>
      </p:sp>
      <p:sp>
        <p:nvSpPr>
          <p:cNvPr id="3" name="Content Placeholder 2">
            <a:extLst>
              <a:ext uri="{FF2B5EF4-FFF2-40B4-BE49-F238E27FC236}">
                <a16:creationId xmlns:a16="http://schemas.microsoft.com/office/drawing/2014/main" xmlns="" id="{E559A47D-04D2-68BE-BE31-8C7857E8ACF0}"/>
              </a:ext>
            </a:extLst>
          </p:cNvPr>
          <p:cNvSpPr>
            <a:spLocks noGrp="1"/>
          </p:cNvSpPr>
          <p:nvPr>
            <p:ph idx="1"/>
          </p:nvPr>
        </p:nvSpPr>
        <p:spPr/>
        <p:txBody>
          <a:bodyPr>
            <a:normAutofit/>
          </a:bodyPr>
          <a:lstStyle/>
          <a:p>
            <a:pPr marL="0" indent="0">
              <a:buNone/>
            </a:pPr>
            <a:r>
              <a:rPr lang="en-US" sz="2400" b="0" i="0" dirty="0">
                <a:solidFill>
                  <a:schemeClr val="tx1">
                    <a:lumMod val="85000"/>
                    <a:lumOff val="15000"/>
                  </a:schemeClr>
                </a:solidFill>
                <a:effectLst/>
                <a:latin typeface="Segoe UI" panose="020B0502040204020203" pitchFamily="34" charset="0"/>
              </a:rPr>
              <a:t>This exception occurs when there has been a failure in the input/output operations.</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xmlns="" val="1512736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BEB8BF-5529-4B5D-0659-DE0A6F9643DA}"/>
              </a:ext>
            </a:extLst>
          </p:cNvPr>
          <p:cNvSpPr>
            <a:spLocks noGrp="1"/>
          </p:cNvSpPr>
          <p:nvPr>
            <p:ph type="title"/>
          </p:nvPr>
        </p:nvSpPr>
        <p:spPr/>
        <p:txBody>
          <a:bodyPr/>
          <a:lstStyle/>
          <a:p>
            <a:r>
              <a:rPr lang="en-US" b="1" i="0" dirty="0">
                <a:solidFill>
                  <a:srgbClr val="282829"/>
                </a:solidFill>
                <a:effectLst/>
                <a:latin typeface="Segoe UI" panose="020B0502040204020203" pitchFamily="34" charset="0"/>
              </a:rPr>
              <a:t>Throws Keyword</a:t>
            </a:r>
            <a:r>
              <a:rPr lang="en-US" b="0" i="0" dirty="0">
                <a:solidFill>
                  <a:srgbClr val="282829"/>
                </a:solidFill>
                <a:effectLst/>
                <a:latin typeface="Segoe UI" panose="020B0502040204020203" pitchFamily="34" charset="0"/>
              </a:rPr>
              <a:t/>
            </a:r>
            <a:br>
              <a:rPr lang="en-US" b="0" i="0" dirty="0">
                <a:solidFill>
                  <a:srgbClr val="282829"/>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xmlns="" id="{28B69411-3F2D-EB16-104B-E8BFFBA9EE09}"/>
              </a:ext>
            </a:extLst>
          </p:cNvPr>
          <p:cNvSpPr>
            <a:spLocks noGrp="1"/>
          </p:cNvSpPr>
          <p:nvPr>
            <p:ph idx="1"/>
          </p:nvPr>
        </p:nvSpPr>
        <p:spPr/>
        <p:txBody>
          <a:bodyPr/>
          <a:lstStyle/>
          <a:p>
            <a:pPr marL="0" indent="0" algn="l">
              <a:buNone/>
            </a:pPr>
            <a:r>
              <a:rPr lang="en-US" sz="2000" b="0" i="0" dirty="0">
                <a:solidFill>
                  <a:srgbClr val="282829"/>
                </a:solidFill>
                <a:effectLst/>
                <a:latin typeface="Segoe UI" panose="020B0502040204020203" pitchFamily="34" charset="0"/>
              </a:rPr>
              <a:t>The throws keyword is used to indicate that a particular method may throw an exception of a specific type. The caller of this method has to handle the exception using a try-catch block. The throws keyword declares an exception and if not handled, could cause compilation</a:t>
            </a:r>
          </a:p>
          <a:p>
            <a:pPr marL="0" indent="0" algn="l">
              <a:buNone/>
            </a:pPr>
            <a:endParaRPr lang="en-US" b="0" i="0" dirty="0">
              <a:solidFill>
                <a:srgbClr val="282829"/>
              </a:solidFill>
              <a:effectLst/>
              <a:latin typeface="Segoe UI" panose="020B0502040204020203" pitchFamily="34" charset="0"/>
            </a:endParaRPr>
          </a:p>
          <a:p>
            <a:pPr marL="0" indent="0">
              <a:buNone/>
            </a:pPr>
            <a:r>
              <a:rPr lang="en-US" sz="1800" b="1" dirty="0">
                <a:solidFill>
                  <a:schemeClr val="tx1">
                    <a:lumMod val="85000"/>
                    <a:lumOff val="15000"/>
                  </a:schemeClr>
                </a:solidFill>
                <a:latin typeface="Consolas" panose="020B0609020204030204" pitchFamily="49" charset="0"/>
              </a:rPr>
              <a:t>public static void main(String[] args) </a:t>
            </a:r>
            <a:r>
              <a:rPr lang="en-US" sz="1800" b="1" dirty="0">
                <a:solidFill>
                  <a:srgbClr val="C00000"/>
                </a:solidFill>
                <a:latin typeface="Consolas" panose="020B0609020204030204" pitchFamily="49" charset="0"/>
              </a:rPr>
              <a:t>throws</a:t>
            </a:r>
            <a:r>
              <a:rPr lang="en-US" sz="1800" b="1" dirty="0">
                <a:solidFill>
                  <a:schemeClr val="tx1">
                    <a:lumMod val="85000"/>
                    <a:lumOff val="15000"/>
                  </a:schemeClr>
                </a:solidFill>
                <a:latin typeface="Consolas" panose="020B0609020204030204" pitchFamily="49" charset="0"/>
              </a:rPr>
              <a:t> Exception {</a:t>
            </a:r>
          </a:p>
          <a:p>
            <a:pPr marL="0" indent="0">
              <a:buNone/>
            </a:pPr>
            <a:r>
              <a:rPr lang="en-US" sz="1800" b="1" dirty="0">
                <a:solidFill>
                  <a:schemeClr val="tx1">
                    <a:lumMod val="85000"/>
                    <a:lumOff val="15000"/>
                  </a:schemeClr>
                </a:solidFill>
                <a:latin typeface="Consolas" panose="020B0609020204030204" pitchFamily="49" charset="0"/>
              </a:rPr>
              <a:t>}</a:t>
            </a:r>
            <a:endParaRPr lang="en-IN" dirty="0">
              <a:solidFill>
                <a:schemeClr val="tx1">
                  <a:lumMod val="85000"/>
                  <a:lumOff val="15000"/>
                </a:schemeClr>
              </a:solidFill>
            </a:endParaRPr>
          </a:p>
        </p:txBody>
      </p:sp>
    </p:spTree>
    <p:extLst>
      <p:ext uri="{BB962C8B-B14F-4D97-AF65-F5344CB8AC3E}">
        <p14:creationId xmlns:p14="http://schemas.microsoft.com/office/powerpoint/2010/main" xmlns="" val="13260132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BEB8BF-5529-4B5D-0659-DE0A6F9643DA}"/>
              </a:ext>
            </a:extLst>
          </p:cNvPr>
          <p:cNvSpPr>
            <a:spLocks noGrp="1"/>
          </p:cNvSpPr>
          <p:nvPr>
            <p:ph type="title"/>
          </p:nvPr>
        </p:nvSpPr>
        <p:spPr>
          <a:xfrm>
            <a:off x="838200" y="502226"/>
            <a:ext cx="10515600" cy="1325563"/>
          </a:xfrm>
        </p:spPr>
        <p:txBody>
          <a:bodyPr/>
          <a:lstStyle/>
          <a:p>
            <a:r>
              <a:rPr lang="en-US" b="1" u="sng" dirty="0">
                <a:solidFill>
                  <a:srgbClr val="282829"/>
                </a:solidFill>
                <a:latin typeface="Segoe UI" panose="020B0502040204020203" pitchFamily="34" charset="0"/>
              </a:rPr>
              <a:t>Throw Vs </a:t>
            </a:r>
            <a:r>
              <a:rPr lang="en-US" b="1" i="0" u="sng" dirty="0">
                <a:solidFill>
                  <a:srgbClr val="282829"/>
                </a:solidFill>
                <a:effectLst/>
                <a:latin typeface="Segoe UI" panose="020B0502040204020203" pitchFamily="34" charset="0"/>
              </a:rPr>
              <a:t>Throws Keyword</a:t>
            </a:r>
            <a:r>
              <a:rPr lang="en-US" b="0" i="0" u="sng" dirty="0">
                <a:solidFill>
                  <a:srgbClr val="282829"/>
                </a:solidFill>
                <a:effectLst/>
                <a:latin typeface="Segoe UI" panose="020B0502040204020203" pitchFamily="34" charset="0"/>
              </a:rPr>
              <a:t/>
            </a:r>
            <a:br>
              <a:rPr lang="en-US" b="0" i="0" u="sng" dirty="0">
                <a:solidFill>
                  <a:srgbClr val="282829"/>
                </a:solidFill>
                <a:effectLst/>
                <a:latin typeface="Segoe UI" panose="020B0502040204020203" pitchFamily="34" charset="0"/>
              </a:rPr>
            </a:br>
            <a:endParaRPr lang="en-IN" u="sng" dirty="0"/>
          </a:p>
        </p:txBody>
      </p:sp>
      <p:sp>
        <p:nvSpPr>
          <p:cNvPr id="3" name="Content Placeholder 2">
            <a:extLst>
              <a:ext uri="{FF2B5EF4-FFF2-40B4-BE49-F238E27FC236}">
                <a16:creationId xmlns:a16="http://schemas.microsoft.com/office/drawing/2014/main" xmlns="" id="{28B69411-3F2D-EB16-104B-E8BFFBA9EE09}"/>
              </a:ext>
            </a:extLst>
          </p:cNvPr>
          <p:cNvSpPr>
            <a:spLocks noGrp="1"/>
          </p:cNvSpPr>
          <p:nvPr>
            <p:ph idx="1"/>
          </p:nvPr>
        </p:nvSpPr>
        <p:spPr>
          <a:xfrm>
            <a:off x="838200" y="1825625"/>
            <a:ext cx="10515600" cy="4351338"/>
          </a:xfrm>
        </p:spPr>
        <p:txBody>
          <a:bodyPr>
            <a:normAutofit fontScale="92500" lnSpcReduction="20000"/>
          </a:bodyPr>
          <a:lstStyle/>
          <a:p>
            <a:pPr marL="0" indent="0" algn="l">
              <a:buNone/>
            </a:pPr>
            <a:r>
              <a:rPr lang="en-US" sz="2400" b="0" i="0" dirty="0">
                <a:effectLst/>
              </a:rPr>
              <a:t>Java throw keyword is used throw an exception explicitly in the code, inside the function or the block of code.</a:t>
            </a:r>
          </a:p>
          <a:p>
            <a:pPr marL="0" indent="0" algn="l">
              <a:buNone/>
            </a:pPr>
            <a:endParaRPr lang="en-US" sz="2400" b="0" i="0" dirty="0">
              <a:effectLst/>
            </a:endParaRPr>
          </a:p>
          <a:p>
            <a:pPr marL="0" indent="0" algn="just">
              <a:buNone/>
            </a:pPr>
            <a:r>
              <a:rPr lang="en-US" sz="1600" b="0" i="0" dirty="0">
                <a:effectLst/>
                <a:latin typeface="inter-regular"/>
              </a:rPr>
              <a:t> </a:t>
            </a:r>
            <a:r>
              <a:rPr lang="en-US" sz="2200" b="1" i="0" dirty="0">
                <a:effectLst/>
                <a:latin typeface="inter-regular"/>
              </a:rPr>
              <a:t>public static void </a:t>
            </a:r>
            <a:r>
              <a:rPr lang="en-US" sz="2200" b="1" i="0" dirty="0" err="1">
                <a:effectLst/>
                <a:latin typeface="inter-regular"/>
              </a:rPr>
              <a:t>checkNum</a:t>
            </a:r>
            <a:r>
              <a:rPr lang="en-US" sz="2200" b="1" i="0" dirty="0">
                <a:effectLst/>
                <a:latin typeface="inter-regular"/>
              </a:rPr>
              <a:t>(int num) {  </a:t>
            </a:r>
          </a:p>
          <a:p>
            <a:pPr marL="0" indent="0" algn="just">
              <a:buNone/>
            </a:pPr>
            <a:r>
              <a:rPr lang="en-US" sz="2200" b="1" i="0" dirty="0">
                <a:effectLst/>
                <a:latin typeface="inter-regular"/>
              </a:rPr>
              <a:t> if (num &lt; 1) {  </a:t>
            </a:r>
          </a:p>
          <a:p>
            <a:pPr marL="0" indent="0" algn="just">
              <a:buNone/>
            </a:pPr>
            <a:r>
              <a:rPr lang="en-US" sz="2200" b="1" i="0" dirty="0">
                <a:effectLst/>
                <a:latin typeface="inter-regular"/>
              </a:rPr>
              <a:t> </a:t>
            </a:r>
            <a:r>
              <a:rPr lang="en-US" sz="2200" b="1" i="0" dirty="0">
                <a:solidFill>
                  <a:srgbClr val="FF0000"/>
                </a:solidFill>
                <a:effectLst/>
                <a:latin typeface="inter-regular"/>
              </a:rPr>
              <a:t>throw</a:t>
            </a:r>
            <a:r>
              <a:rPr lang="en-US" sz="2200" b="1" i="0" dirty="0">
                <a:effectLst/>
                <a:latin typeface="inter-regular"/>
              </a:rPr>
              <a:t> new ArithmeticException("Number is negative, cannot calculate square");  } </a:t>
            </a:r>
          </a:p>
          <a:p>
            <a:pPr marL="0" indent="0" algn="l">
              <a:buNone/>
            </a:pPr>
            <a:endParaRPr lang="en-US" sz="2200" b="0" i="0" dirty="0">
              <a:effectLst/>
            </a:endParaRPr>
          </a:p>
          <a:p>
            <a:pPr marL="0" indent="0" algn="l">
              <a:buNone/>
            </a:pPr>
            <a:endParaRPr lang="en-US" sz="2400" b="0" i="0" dirty="0">
              <a:effectLst/>
            </a:endParaRPr>
          </a:p>
          <a:p>
            <a:pPr marL="0" indent="0" algn="l">
              <a:buNone/>
            </a:pPr>
            <a:r>
              <a:rPr lang="en-US" sz="2400" b="0" i="0" dirty="0">
                <a:effectLst/>
              </a:rPr>
              <a:t>Whereas Java throws keyword is used in the method signature to declare an exception which might be thrown by the function while the execution of the code.</a:t>
            </a:r>
          </a:p>
          <a:p>
            <a:pPr marL="0" indent="0" algn="l">
              <a:buNone/>
            </a:pPr>
            <a:endParaRPr lang="en-US" sz="2400" b="1" dirty="0"/>
          </a:p>
          <a:p>
            <a:pPr marL="0" indent="0">
              <a:buNone/>
            </a:pPr>
            <a:r>
              <a:rPr lang="en-US" sz="2300" b="1" dirty="0"/>
              <a:t>public static void main(String[] args) </a:t>
            </a:r>
            <a:r>
              <a:rPr lang="en-US" sz="2300" b="1" dirty="0">
                <a:solidFill>
                  <a:srgbClr val="FF0000"/>
                </a:solidFill>
              </a:rPr>
              <a:t>throws</a:t>
            </a:r>
            <a:r>
              <a:rPr lang="en-US" sz="2300" b="1" dirty="0"/>
              <a:t> Exception {</a:t>
            </a:r>
          </a:p>
          <a:p>
            <a:pPr marL="0" indent="0">
              <a:buNone/>
            </a:pPr>
            <a:r>
              <a:rPr lang="en-US" sz="2300" b="1" dirty="0"/>
              <a:t>}</a:t>
            </a:r>
            <a:endParaRPr lang="en-IN" sz="2300" dirty="0"/>
          </a:p>
          <a:p>
            <a:pPr marL="0" indent="0" algn="l">
              <a:buNone/>
            </a:pPr>
            <a:endParaRPr lang="en-US" b="0" i="0" dirty="0">
              <a:solidFill>
                <a:srgbClr val="282829"/>
              </a:solidFill>
              <a:effectLst/>
              <a:latin typeface="Segoe UI" panose="020B0502040204020203" pitchFamily="34" charset="0"/>
            </a:endParaRPr>
          </a:p>
        </p:txBody>
      </p:sp>
      <p:sp>
        <p:nvSpPr>
          <p:cNvPr id="4" name="Rectangle 3">
            <a:extLst>
              <a:ext uri="{FF2B5EF4-FFF2-40B4-BE49-F238E27FC236}">
                <a16:creationId xmlns:a16="http://schemas.microsoft.com/office/drawing/2014/main" xmlns="" id="{F8212215-EAD2-A10F-3542-D18F761B03D7}"/>
              </a:ext>
            </a:extLst>
          </p:cNvPr>
          <p:cNvSpPr/>
          <p:nvPr/>
        </p:nvSpPr>
        <p:spPr>
          <a:xfrm>
            <a:off x="838200" y="2669309"/>
            <a:ext cx="10196146" cy="1191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5" name="Rectangle 4">
            <a:extLst>
              <a:ext uri="{FF2B5EF4-FFF2-40B4-BE49-F238E27FC236}">
                <a16:creationId xmlns:a16="http://schemas.microsoft.com/office/drawing/2014/main" xmlns="" id="{A800E6F2-3DE9-FCB1-4BBC-60A20652FB38}"/>
              </a:ext>
            </a:extLst>
          </p:cNvPr>
          <p:cNvSpPr/>
          <p:nvPr/>
        </p:nvSpPr>
        <p:spPr>
          <a:xfrm>
            <a:off x="838200" y="5329383"/>
            <a:ext cx="7068127" cy="8475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0073907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793</TotalTime>
  <Words>603</Words>
  <Application>Microsoft Office PowerPoint</Application>
  <PresentationFormat>Custom</PresentationFormat>
  <Paragraphs>99</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What is an Exception in Java? </vt:lpstr>
      <vt:lpstr>What is Exception handling in Java? </vt:lpstr>
      <vt:lpstr>Advantage of Exception Handling </vt:lpstr>
      <vt:lpstr>The Try Block </vt:lpstr>
      <vt:lpstr>The Catch Block</vt:lpstr>
      <vt:lpstr>Slide 7</vt:lpstr>
      <vt:lpstr>Slide 8</vt:lpstr>
      <vt:lpstr>Finally block </vt:lpstr>
      <vt:lpstr>Slide 10</vt:lpstr>
      <vt:lpstr>Slide 11</vt:lpstr>
      <vt:lpstr>Common Scenarios of Java Exceptions </vt:lpstr>
      <vt:lpstr>Slide 13</vt:lpstr>
      <vt:lpstr>Slide 14</vt:lpstr>
      <vt:lpstr>4) StringIndexOutOfBoundsException</vt:lpstr>
      <vt:lpstr>5) FileNotFoundException</vt:lpstr>
      <vt:lpstr>6) IOException</vt:lpstr>
      <vt:lpstr>Throws Keyword </vt:lpstr>
      <vt:lpstr>Throw Vs Throws Keyword </vt:lpstr>
    </vt:vector>
  </TitlesOfParts>
  <Company>Operative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2</cp:revision>
  <dcterms:created xsi:type="dcterms:W3CDTF">2022-09-26T13:33:43Z</dcterms:created>
  <dcterms:modified xsi:type="dcterms:W3CDTF">2024-11-27T16:21:39Z</dcterms:modified>
</cp:coreProperties>
</file>