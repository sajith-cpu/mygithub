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57" r:id="rId3"/>
    <p:sldId id="258" r:id="rId4"/>
    <p:sldId id="275" r:id="rId5"/>
    <p:sldId id="281" r:id="rId6"/>
    <p:sldId id="274" r:id="rId7"/>
    <p:sldId id="27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8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610423B0-68C2-480A-9BD7-1D682F816646}"/>
    <pc:docChg chg="undo custSel addSld delSld modSld">
      <pc:chgData name="Manas Tuwani" userId="5d421215-a11f-4a6e-90ca-e8ac2213fab6" providerId="ADAL" clId="{610423B0-68C2-480A-9BD7-1D682F816646}" dt="2023-04-27T01:55:55.914" v="160" actId="20577"/>
      <pc:docMkLst>
        <pc:docMk/>
      </pc:docMkLst>
      <pc:sldChg chg="modSp mod">
        <pc:chgData name="Manas Tuwani" userId="5d421215-a11f-4a6e-90ca-e8ac2213fab6" providerId="ADAL" clId="{610423B0-68C2-480A-9BD7-1D682F816646}" dt="2023-04-26T14:42:29.570" v="153" actId="20577"/>
        <pc:sldMkLst>
          <pc:docMk/>
          <pc:sldMk cId="3208142" sldId="257"/>
        </pc:sldMkLst>
        <pc:spChg chg="mod">
          <ac:chgData name="Manas Tuwani" userId="5d421215-a11f-4a6e-90ca-e8ac2213fab6" providerId="ADAL" clId="{610423B0-68C2-480A-9BD7-1D682F816646}" dt="2023-04-26T14:42:29.570" v="153" actId="20577"/>
          <ac:spMkLst>
            <pc:docMk/>
            <pc:sldMk cId="3208142" sldId="257"/>
            <ac:spMk id="3" creationId="{5337ED43-62FA-3A66-B504-C77A137485D5}"/>
          </ac:spMkLst>
        </pc:spChg>
      </pc:sldChg>
      <pc:sldChg chg="addSp delSp del mod">
        <pc:chgData name="Manas Tuwani" userId="5d421215-a11f-4a6e-90ca-e8ac2213fab6" providerId="ADAL" clId="{610423B0-68C2-480A-9BD7-1D682F816646}" dt="2023-04-26T14:42:00.451" v="151" actId="47"/>
        <pc:sldMkLst>
          <pc:docMk/>
          <pc:sldMk cId="323480207" sldId="259"/>
        </pc:sldMkLst>
        <pc:picChg chg="add del">
          <ac:chgData name="Manas Tuwani" userId="5d421215-a11f-4a6e-90ca-e8ac2213fab6" providerId="ADAL" clId="{610423B0-68C2-480A-9BD7-1D682F816646}" dt="2023-04-26T14:39:49.140" v="7" actId="478"/>
          <ac:picMkLst>
            <pc:docMk/>
            <pc:sldMk cId="323480207" sldId="259"/>
            <ac:picMk id="3" creationId="{53CC1C9A-426C-968E-DDEE-36BD603E5D3A}"/>
          </ac:picMkLst>
        </pc:picChg>
      </pc:sldChg>
      <pc:sldChg chg="addSp modSp new mod setBg">
        <pc:chgData name="Manas Tuwani" userId="5d421215-a11f-4a6e-90ca-e8ac2213fab6" providerId="ADAL" clId="{610423B0-68C2-480A-9BD7-1D682F816646}" dt="2023-04-27T01:55:55.914" v="160" actId="20577"/>
        <pc:sldMkLst>
          <pc:docMk/>
          <pc:sldMk cId="1859262649" sldId="275"/>
        </pc:sldMkLst>
        <pc:spChg chg="mod">
          <ac:chgData name="Manas Tuwani" userId="5d421215-a11f-4a6e-90ca-e8ac2213fab6" providerId="ADAL" clId="{610423B0-68C2-480A-9BD7-1D682F816646}" dt="2023-04-26T14:41:47.104" v="150" actId="26606"/>
          <ac:spMkLst>
            <pc:docMk/>
            <pc:sldMk cId="1859262649" sldId="275"/>
            <ac:spMk id="2" creationId="{B4811960-3D33-0F0B-772F-1F8912FA4DF1}"/>
          </ac:spMkLst>
        </pc:spChg>
        <pc:spChg chg="mod">
          <ac:chgData name="Manas Tuwani" userId="5d421215-a11f-4a6e-90ca-e8ac2213fab6" providerId="ADAL" clId="{610423B0-68C2-480A-9BD7-1D682F816646}" dt="2023-04-27T01:55:55.914" v="160" actId="20577"/>
          <ac:spMkLst>
            <pc:docMk/>
            <pc:sldMk cId="1859262649" sldId="275"/>
            <ac:spMk id="3" creationId="{43B3EF37-BA94-7435-1A4A-15CB5843E95D}"/>
          </ac:spMkLst>
        </pc:spChg>
        <pc:spChg chg="add">
          <ac:chgData name="Manas Tuwani" userId="5d421215-a11f-4a6e-90ca-e8ac2213fab6" providerId="ADAL" clId="{610423B0-68C2-480A-9BD7-1D682F816646}" dt="2023-04-26T14:41:47.104" v="150" actId="26606"/>
          <ac:spMkLst>
            <pc:docMk/>
            <pc:sldMk cId="1859262649" sldId="275"/>
            <ac:spMk id="9" creationId="{D009D6D5-DAC2-4A8B-A17A-E206B9012D09}"/>
          </ac:spMkLst>
        </pc:spChg>
        <pc:picChg chg="add">
          <ac:chgData name="Manas Tuwani" userId="5d421215-a11f-4a6e-90ca-e8ac2213fab6" providerId="ADAL" clId="{610423B0-68C2-480A-9BD7-1D682F816646}" dt="2023-04-26T14:41:47.104" v="150" actId="26606"/>
          <ac:picMkLst>
            <pc:docMk/>
            <pc:sldMk cId="1859262649" sldId="275"/>
            <ac:picMk id="5" creationId="{F026990D-F223-F4A6-58EB-C4AF85952C76}"/>
          </ac:picMkLst>
        </pc:picChg>
      </pc:sldChg>
      <pc:sldChg chg="modSp new del mod">
        <pc:chgData name="Manas Tuwani" userId="5d421215-a11f-4a6e-90ca-e8ac2213fab6" providerId="ADAL" clId="{610423B0-68C2-480A-9BD7-1D682F816646}" dt="2023-04-26T14:39:48.629" v="6" actId="680"/>
        <pc:sldMkLst>
          <pc:docMk/>
          <pc:sldMk cId="2059575572" sldId="275"/>
        </pc:sldMkLst>
        <pc:spChg chg="mod">
          <ac:chgData name="Manas Tuwani" userId="5d421215-a11f-4a6e-90ca-e8ac2213fab6" providerId="ADAL" clId="{610423B0-68C2-480A-9BD7-1D682F816646}" dt="2023-04-26T14:39:48.134" v="5" actId="20577"/>
          <ac:spMkLst>
            <pc:docMk/>
            <pc:sldMk cId="2059575572" sldId="275"/>
            <ac:spMk id="2" creationId="{4F3D1933-0841-4D4D-8B55-898EDF3ADA16}"/>
          </ac:spMkLst>
        </pc:spChg>
      </pc:sldChg>
    </pc:docChg>
  </pc:docChgLst>
  <pc:docChgLst>
    <pc:chgData name="Manas Tuwani" userId="5d421215-a11f-4a6e-90ca-e8ac2213fab6" providerId="ADAL" clId="{207B779C-287E-4D82-AAC6-BE5921A7D6AE}"/>
    <pc:docChg chg="custSel addSld modSld">
      <pc:chgData name="Manas Tuwani" userId="5d421215-a11f-4a6e-90ca-e8ac2213fab6" providerId="ADAL" clId="{207B779C-287E-4D82-AAC6-BE5921A7D6AE}" dt="2024-02-11T12:11:53.889" v="2" actId="26606"/>
      <pc:docMkLst>
        <pc:docMk/>
      </pc:docMkLst>
      <pc:sldChg chg="addSp delSp modSp add mod setBg delDesignElem">
        <pc:chgData name="Manas Tuwani" userId="5d421215-a11f-4a6e-90ca-e8ac2213fab6" providerId="ADAL" clId="{207B779C-287E-4D82-AAC6-BE5921A7D6AE}" dt="2024-02-11T12:11:53.889" v="2" actId="26606"/>
        <pc:sldMkLst>
          <pc:docMk/>
          <pc:sldMk cId="1823586179" sldId="279"/>
        </pc:sldMkLst>
        <pc:spChg chg="add">
          <ac:chgData name="Manas Tuwani" userId="5d421215-a11f-4a6e-90ca-e8ac2213fab6" providerId="ADAL" clId="{207B779C-287E-4D82-AAC6-BE5921A7D6AE}" dt="2024-02-11T12:11:53.889" v="2" actId="26606"/>
          <ac:spMkLst>
            <pc:docMk/>
            <pc:sldMk cId="1823586179" sldId="279"/>
            <ac:spMk id="10" creationId="{A4AC5506-6312-4701-8D3C-40187889A947}"/>
          </ac:spMkLst>
        </pc:spChg>
        <pc:spChg chg="del">
          <ac:chgData name="Manas Tuwani" userId="5d421215-a11f-4a6e-90ca-e8ac2213fab6" providerId="ADAL" clId="{207B779C-287E-4D82-AAC6-BE5921A7D6AE}" dt="2024-02-11T12:11:39.472" v="1"/>
          <ac:spMkLst>
            <pc:docMk/>
            <pc:sldMk cId="1823586179" sldId="279"/>
            <ac:spMk id="12" creationId="{A4AC5506-6312-4701-8D3C-40187889A947}"/>
          </ac:spMkLst>
        </pc:spChg>
        <pc:picChg chg="mod">
          <ac:chgData name="Manas Tuwani" userId="5d421215-a11f-4a6e-90ca-e8ac2213fab6" providerId="ADAL" clId="{207B779C-287E-4D82-AAC6-BE5921A7D6AE}" dt="2024-02-11T12:11:53.889" v="2" actId="26606"/>
          <ac:picMkLst>
            <pc:docMk/>
            <pc:sldMk cId="1823586179" sldId="279"/>
            <ac:picMk id="5" creationId="{D7AB66F8-83D6-7B3A-44FD-2E234157484B}"/>
          </ac:picMkLst>
        </pc:picChg>
      </pc:sldChg>
    </pc:docChg>
  </pc:docChgLst>
  <pc:docChgLst>
    <pc:chgData name="Manas Tuwani" userId="5d421215-a11f-4a6e-90ca-e8ac2213fab6" providerId="ADAL" clId="{560771A9-F799-4D97-AE0D-F6D7F9009FFA}"/>
    <pc:docChg chg="custSel addSld delSld modSld">
      <pc:chgData name="Manas Tuwani" userId="5d421215-a11f-4a6e-90ca-e8ac2213fab6" providerId="ADAL" clId="{560771A9-F799-4D97-AE0D-F6D7F9009FFA}" dt="2023-01-03T02:07:48.433" v="47" actId="14100"/>
      <pc:docMkLst>
        <pc:docMk/>
      </pc:docMkLst>
      <pc:sldChg chg="addSp delSp modSp new del mod setBg">
        <pc:chgData name="Manas Tuwani" userId="5d421215-a11f-4a6e-90ca-e8ac2213fab6" providerId="ADAL" clId="{560771A9-F799-4D97-AE0D-F6D7F9009FFA}" dt="2023-01-03T02:07:18.627" v="41" actId="47"/>
        <pc:sldMkLst>
          <pc:docMk/>
          <pc:sldMk cId="2438180826" sldId="273"/>
        </pc:sldMkLst>
        <pc:spChg chg="add">
          <ac:chgData name="Manas Tuwani" userId="5d421215-a11f-4a6e-90ca-e8ac2213fab6" providerId="ADAL" clId="{560771A9-F799-4D97-AE0D-F6D7F9009FFA}" dt="2023-01-03T01:43:48.407" v="2" actId="26606"/>
          <ac:spMkLst>
            <pc:docMk/>
            <pc:sldMk cId="2438180826" sldId="273"/>
            <ac:spMk id="8" creationId="{F3060C83-F051-4F0E-ABAD-AA0DFC48B218}"/>
          </ac:spMkLst>
        </pc:spChg>
        <pc:spChg chg="add">
          <ac:chgData name="Manas Tuwani" userId="5d421215-a11f-4a6e-90ca-e8ac2213fab6" providerId="ADAL" clId="{560771A9-F799-4D97-AE0D-F6D7F9009FFA}" dt="2023-01-03T01:43:48.407" v="2" actId="26606"/>
          <ac:spMkLst>
            <pc:docMk/>
            <pc:sldMk cId="2438180826" sldId="273"/>
            <ac:spMk id="10" creationId="{83C98ABE-055B-441F-B07E-44F97F083C39}"/>
          </ac:spMkLst>
        </pc:spChg>
        <pc:spChg chg="add">
          <ac:chgData name="Manas Tuwani" userId="5d421215-a11f-4a6e-90ca-e8ac2213fab6" providerId="ADAL" clId="{560771A9-F799-4D97-AE0D-F6D7F9009FFA}" dt="2023-01-03T01:43:48.407" v="2" actId="26606"/>
          <ac:spMkLst>
            <pc:docMk/>
            <pc:sldMk cId="2438180826" sldId="273"/>
            <ac:spMk id="12" creationId="{29FDB030-9B49-4CED-8CCD-4D99382388AC}"/>
          </ac:spMkLst>
        </pc:spChg>
        <pc:spChg chg="add">
          <ac:chgData name="Manas Tuwani" userId="5d421215-a11f-4a6e-90ca-e8ac2213fab6" providerId="ADAL" clId="{560771A9-F799-4D97-AE0D-F6D7F9009FFA}" dt="2023-01-03T01:43:48.407" v="2" actId="26606"/>
          <ac:spMkLst>
            <pc:docMk/>
            <pc:sldMk cId="2438180826" sldId="273"/>
            <ac:spMk id="14" creationId="{3783CA14-24A1-485C-8B30-D6A5D87987AD}"/>
          </ac:spMkLst>
        </pc:spChg>
        <pc:spChg chg="add">
          <ac:chgData name="Manas Tuwani" userId="5d421215-a11f-4a6e-90ca-e8ac2213fab6" providerId="ADAL" clId="{560771A9-F799-4D97-AE0D-F6D7F9009FFA}" dt="2023-01-03T01:43:48.407" v="2" actId="26606"/>
          <ac:spMkLst>
            <pc:docMk/>
            <pc:sldMk cId="2438180826" sldId="273"/>
            <ac:spMk id="16" creationId="{9A97C86A-04D6-40F7-AE84-31AB43E6A846}"/>
          </ac:spMkLst>
        </pc:spChg>
        <pc:spChg chg="add">
          <ac:chgData name="Manas Tuwani" userId="5d421215-a11f-4a6e-90ca-e8ac2213fab6" providerId="ADAL" clId="{560771A9-F799-4D97-AE0D-F6D7F9009FFA}" dt="2023-01-03T01:43:48.407" v="2" actId="26606"/>
          <ac:spMkLst>
            <pc:docMk/>
            <pc:sldMk cId="2438180826" sldId="273"/>
            <ac:spMk id="18" creationId="{FF9F2414-84E8-453E-B1F3-389FDE8192D9}"/>
          </ac:spMkLst>
        </pc:spChg>
        <pc:spChg chg="add">
          <ac:chgData name="Manas Tuwani" userId="5d421215-a11f-4a6e-90ca-e8ac2213fab6" providerId="ADAL" clId="{560771A9-F799-4D97-AE0D-F6D7F9009FFA}" dt="2023-01-03T01:43:48.407" v="2" actId="26606"/>
          <ac:spMkLst>
            <pc:docMk/>
            <pc:sldMk cId="2438180826" sldId="273"/>
            <ac:spMk id="20" creationId="{3ECA69A1-7536-43AC-85EF-C7106179F5ED}"/>
          </ac:spMkLst>
        </pc:spChg>
        <pc:picChg chg="add del mod">
          <ac:chgData name="Manas Tuwani" userId="5d421215-a11f-4a6e-90ca-e8ac2213fab6" providerId="ADAL" clId="{560771A9-F799-4D97-AE0D-F6D7F9009FFA}" dt="2023-01-03T02:06:40.331" v="3" actId="478"/>
          <ac:picMkLst>
            <pc:docMk/>
            <pc:sldMk cId="2438180826" sldId="273"/>
            <ac:picMk id="3" creationId="{3FC7107A-3B67-96BE-021A-D2B2F44F16A4}"/>
          </ac:picMkLst>
        </pc:picChg>
      </pc:sldChg>
      <pc:sldChg chg="addSp delSp modSp new mod setBg">
        <pc:chgData name="Manas Tuwani" userId="5d421215-a11f-4a6e-90ca-e8ac2213fab6" providerId="ADAL" clId="{560771A9-F799-4D97-AE0D-F6D7F9009FFA}" dt="2023-01-03T02:07:48.433" v="47" actId="14100"/>
        <pc:sldMkLst>
          <pc:docMk/>
          <pc:sldMk cId="3299570090" sldId="274"/>
        </pc:sldMkLst>
        <pc:spChg chg="mod">
          <ac:chgData name="Manas Tuwani" userId="5d421215-a11f-4a6e-90ca-e8ac2213fab6" providerId="ADAL" clId="{560771A9-F799-4D97-AE0D-F6D7F9009FFA}" dt="2023-01-03T02:07:36.790" v="42" actId="26606"/>
          <ac:spMkLst>
            <pc:docMk/>
            <pc:sldMk cId="3299570090" sldId="274"/>
            <ac:spMk id="2" creationId="{834759DB-1DD6-AE62-5A52-12A72E142BB5}"/>
          </ac:spMkLst>
        </pc:spChg>
        <pc:spChg chg="del mod">
          <ac:chgData name="Manas Tuwani" userId="5d421215-a11f-4a6e-90ca-e8ac2213fab6" providerId="ADAL" clId="{560771A9-F799-4D97-AE0D-F6D7F9009FFA}" dt="2023-01-03T02:06:48.105" v="6"/>
          <ac:spMkLst>
            <pc:docMk/>
            <pc:sldMk cId="3299570090" sldId="274"/>
            <ac:spMk id="3" creationId="{BB276BF5-BB65-EFD6-8490-9078AEF98D90}"/>
          </ac:spMkLst>
        </pc:spChg>
        <pc:spChg chg="add">
          <ac:chgData name="Manas Tuwani" userId="5d421215-a11f-4a6e-90ca-e8ac2213fab6" providerId="ADAL" clId="{560771A9-F799-4D97-AE0D-F6D7F9009FFA}" dt="2023-01-03T02:07:36.790" v="42" actId="26606"/>
          <ac:spMkLst>
            <pc:docMk/>
            <pc:sldMk cId="3299570090" sldId="274"/>
            <ac:spMk id="9" creationId="{A4AC5506-6312-4701-8D3C-40187889A947}"/>
          </ac:spMkLst>
        </pc:spChg>
        <pc:picChg chg="add mod">
          <ac:chgData name="Manas Tuwani" userId="5d421215-a11f-4a6e-90ca-e8ac2213fab6" providerId="ADAL" clId="{560771A9-F799-4D97-AE0D-F6D7F9009FFA}" dt="2023-01-03T02:07:48.433" v="47" actId="14100"/>
          <ac:picMkLst>
            <pc:docMk/>
            <pc:sldMk cId="3299570090" sldId="274"/>
            <ac:picMk id="4" creationId="{9EA08333-49D8-FA71-1472-6B6BA9455898}"/>
          </ac:picMkLst>
        </pc:picChg>
      </pc:sldChg>
    </pc:docChg>
  </pc:docChgLst>
  <pc:docChgLst>
    <pc:chgData name="Manas Tuwani" userId="5d421215-a11f-4a6e-90ca-e8ac2213fab6" providerId="ADAL" clId="{C73FE6F0-4C7D-4D5E-9A67-4F2AF4E084B2}"/>
    <pc:docChg chg="custSel addSld modSld">
      <pc:chgData name="Manas Tuwani" userId="5d421215-a11f-4a6e-90ca-e8ac2213fab6" providerId="ADAL" clId="{C73FE6F0-4C7D-4D5E-9A67-4F2AF4E084B2}" dt="2024-03-02T13:19:07.653" v="43" actId="14100"/>
      <pc:docMkLst>
        <pc:docMk/>
      </pc:docMkLst>
      <pc:sldChg chg="addSp delSp modSp new mod setBg">
        <pc:chgData name="Manas Tuwani" userId="5d421215-a11f-4a6e-90ca-e8ac2213fab6" providerId="ADAL" clId="{C73FE6F0-4C7D-4D5E-9A67-4F2AF4E084B2}" dt="2024-03-02T13:19:07.653" v="43" actId="14100"/>
        <pc:sldMkLst>
          <pc:docMk/>
          <pc:sldMk cId="3671096904" sldId="280"/>
        </pc:sldMkLst>
        <pc:spChg chg="mod">
          <ac:chgData name="Manas Tuwani" userId="5d421215-a11f-4a6e-90ca-e8ac2213fab6" providerId="ADAL" clId="{C73FE6F0-4C7D-4D5E-9A67-4F2AF4E084B2}" dt="2024-03-02T13:18:52.529" v="37" actId="26606"/>
          <ac:spMkLst>
            <pc:docMk/>
            <pc:sldMk cId="3671096904" sldId="280"/>
            <ac:spMk id="2" creationId="{2EB0C43F-7E53-6605-6EBC-B7C5381E896C}"/>
          </ac:spMkLst>
        </pc:spChg>
        <pc:spChg chg="del mod">
          <ac:chgData name="Manas Tuwani" userId="5d421215-a11f-4a6e-90ca-e8ac2213fab6" providerId="ADAL" clId="{C73FE6F0-4C7D-4D5E-9A67-4F2AF4E084B2}" dt="2024-03-02T13:18:02.969" v="2" actId="22"/>
          <ac:spMkLst>
            <pc:docMk/>
            <pc:sldMk cId="3671096904" sldId="280"/>
            <ac:spMk id="3" creationId="{655BAD1F-87D3-8D9E-5570-FA9CE5E4EC30}"/>
          </ac:spMkLst>
        </pc:spChg>
        <pc:spChg chg="add">
          <ac:chgData name="Manas Tuwani" userId="5d421215-a11f-4a6e-90ca-e8ac2213fab6" providerId="ADAL" clId="{C73FE6F0-4C7D-4D5E-9A67-4F2AF4E084B2}" dt="2024-03-02T13:18:52.529" v="37" actId="26606"/>
          <ac:spMkLst>
            <pc:docMk/>
            <pc:sldMk cId="3671096904" sldId="280"/>
            <ac:spMk id="10" creationId="{A4AC5506-6312-4701-8D3C-40187889A947}"/>
          </ac:spMkLst>
        </pc:spChg>
        <pc:picChg chg="add mod ord">
          <ac:chgData name="Manas Tuwani" userId="5d421215-a11f-4a6e-90ca-e8ac2213fab6" providerId="ADAL" clId="{C73FE6F0-4C7D-4D5E-9A67-4F2AF4E084B2}" dt="2024-03-02T13:19:07.653" v="43" actId="14100"/>
          <ac:picMkLst>
            <pc:docMk/>
            <pc:sldMk cId="3671096904" sldId="280"/>
            <ac:picMk id="5" creationId="{59CFFA29-6044-7397-C82D-60388A620AC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BAD42FD-CCDC-E02E-AE17-60318F9E15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742BFF54-2BDB-0060-E57D-2ADB35B261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71C148DB-F51B-9197-F88F-4B9E02EAC618}"/>
              </a:ext>
            </a:extLst>
          </p:cNvPr>
          <p:cNvSpPr>
            <a:spLocks noGrp="1"/>
          </p:cNvSpPr>
          <p:nvPr>
            <p:ph type="dt" sz="half" idx="10"/>
          </p:nvPr>
        </p:nvSpPr>
        <p:spPr/>
        <p:txBody>
          <a:bodyPr/>
          <a:lstStyle/>
          <a:p>
            <a:fld id="{0369ECC5-CDF1-4955-A271-704E65334268}" type="datetimeFigureOut">
              <a:rPr lang="en-IN" smtClean="0"/>
              <a:pPr/>
              <a:t>29-09-2025</a:t>
            </a:fld>
            <a:endParaRPr lang="en-IN"/>
          </a:p>
        </p:txBody>
      </p:sp>
      <p:sp>
        <p:nvSpPr>
          <p:cNvPr id="5" name="Footer Placeholder 4">
            <a:extLst>
              <a:ext uri="{FF2B5EF4-FFF2-40B4-BE49-F238E27FC236}">
                <a16:creationId xmlns:a16="http://schemas.microsoft.com/office/drawing/2014/main" xmlns="" id="{7D371BE8-EF45-7AC7-C4D9-00F8763C50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D45BB5C-4A82-E207-B86D-2B233DA0A66E}"/>
              </a:ext>
            </a:extLst>
          </p:cNvPr>
          <p:cNvSpPr>
            <a:spLocks noGrp="1"/>
          </p:cNvSpPr>
          <p:nvPr>
            <p:ph type="sldNum" sz="quarter" idx="12"/>
          </p:nvPr>
        </p:nvSpPr>
        <p:spPr/>
        <p:txBody>
          <a:bodyPr/>
          <a:lstStyle/>
          <a:p>
            <a:fld id="{7BAF0AC7-563D-4173-A7CA-7786312DE070}" type="slidenum">
              <a:rPr lang="en-IN" smtClean="0"/>
              <a:pPr/>
              <a:t>‹#›</a:t>
            </a:fld>
            <a:endParaRPr lang="en-IN"/>
          </a:p>
        </p:txBody>
      </p:sp>
    </p:spTree>
    <p:extLst>
      <p:ext uri="{BB962C8B-B14F-4D97-AF65-F5344CB8AC3E}">
        <p14:creationId xmlns:p14="http://schemas.microsoft.com/office/powerpoint/2010/main" xmlns="" val="3778772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44F96F-093F-8D9C-703D-6E4769F95C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DFA38AB-35CA-BF16-3843-77BB410F3F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D2BB294-93BA-9271-A0C4-CEB98B23DA0A}"/>
              </a:ext>
            </a:extLst>
          </p:cNvPr>
          <p:cNvSpPr>
            <a:spLocks noGrp="1"/>
          </p:cNvSpPr>
          <p:nvPr>
            <p:ph type="dt" sz="half" idx="10"/>
          </p:nvPr>
        </p:nvSpPr>
        <p:spPr/>
        <p:txBody>
          <a:bodyPr/>
          <a:lstStyle/>
          <a:p>
            <a:fld id="{0369ECC5-CDF1-4955-A271-704E65334268}" type="datetimeFigureOut">
              <a:rPr lang="en-IN" smtClean="0"/>
              <a:pPr/>
              <a:t>29-09-2025</a:t>
            </a:fld>
            <a:endParaRPr lang="en-IN"/>
          </a:p>
        </p:txBody>
      </p:sp>
      <p:sp>
        <p:nvSpPr>
          <p:cNvPr id="5" name="Footer Placeholder 4">
            <a:extLst>
              <a:ext uri="{FF2B5EF4-FFF2-40B4-BE49-F238E27FC236}">
                <a16:creationId xmlns:a16="http://schemas.microsoft.com/office/drawing/2014/main" xmlns="" id="{903B8572-1915-1E38-CB82-F84384D002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6579893-CCEB-07E1-004C-254803F3EBDB}"/>
              </a:ext>
            </a:extLst>
          </p:cNvPr>
          <p:cNvSpPr>
            <a:spLocks noGrp="1"/>
          </p:cNvSpPr>
          <p:nvPr>
            <p:ph type="sldNum" sz="quarter" idx="12"/>
          </p:nvPr>
        </p:nvSpPr>
        <p:spPr/>
        <p:txBody>
          <a:bodyPr/>
          <a:lstStyle/>
          <a:p>
            <a:fld id="{7BAF0AC7-563D-4173-A7CA-7786312DE070}" type="slidenum">
              <a:rPr lang="en-IN" smtClean="0"/>
              <a:pPr/>
              <a:t>‹#›</a:t>
            </a:fld>
            <a:endParaRPr lang="en-IN"/>
          </a:p>
        </p:txBody>
      </p:sp>
    </p:spTree>
    <p:extLst>
      <p:ext uri="{BB962C8B-B14F-4D97-AF65-F5344CB8AC3E}">
        <p14:creationId xmlns:p14="http://schemas.microsoft.com/office/powerpoint/2010/main" xmlns="" val="837916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8E1EBC-A7C6-EAFF-1F17-86FBF05ABE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1CC4C663-E616-A9E2-B951-FABBD37CB0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35C03867-2CB2-8EA2-A4EE-A093C6E2B11B}"/>
              </a:ext>
            </a:extLst>
          </p:cNvPr>
          <p:cNvSpPr>
            <a:spLocks noGrp="1"/>
          </p:cNvSpPr>
          <p:nvPr>
            <p:ph type="dt" sz="half" idx="10"/>
          </p:nvPr>
        </p:nvSpPr>
        <p:spPr/>
        <p:txBody>
          <a:bodyPr/>
          <a:lstStyle/>
          <a:p>
            <a:fld id="{0369ECC5-CDF1-4955-A271-704E65334268}" type="datetimeFigureOut">
              <a:rPr lang="en-IN" smtClean="0"/>
              <a:pPr/>
              <a:t>29-09-2025</a:t>
            </a:fld>
            <a:endParaRPr lang="en-IN"/>
          </a:p>
        </p:txBody>
      </p:sp>
      <p:sp>
        <p:nvSpPr>
          <p:cNvPr id="5" name="Footer Placeholder 4">
            <a:extLst>
              <a:ext uri="{FF2B5EF4-FFF2-40B4-BE49-F238E27FC236}">
                <a16:creationId xmlns:a16="http://schemas.microsoft.com/office/drawing/2014/main" xmlns="" id="{711C39BE-242D-97B6-F42F-9D192957CF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8C27683-9E86-282D-85C4-50A7097A17B1}"/>
              </a:ext>
            </a:extLst>
          </p:cNvPr>
          <p:cNvSpPr>
            <a:spLocks noGrp="1"/>
          </p:cNvSpPr>
          <p:nvPr>
            <p:ph type="sldNum" sz="quarter" idx="12"/>
          </p:nvPr>
        </p:nvSpPr>
        <p:spPr/>
        <p:txBody>
          <a:bodyPr/>
          <a:lstStyle/>
          <a:p>
            <a:fld id="{7BAF0AC7-563D-4173-A7CA-7786312DE070}" type="slidenum">
              <a:rPr lang="en-IN" smtClean="0"/>
              <a:pPr/>
              <a:t>‹#›</a:t>
            </a:fld>
            <a:endParaRPr lang="en-IN"/>
          </a:p>
        </p:txBody>
      </p:sp>
    </p:spTree>
    <p:extLst>
      <p:ext uri="{BB962C8B-B14F-4D97-AF65-F5344CB8AC3E}">
        <p14:creationId xmlns:p14="http://schemas.microsoft.com/office/powerpoint/2010/main" xmlns="" val="1370440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A281B1-C28D-AD02-BD0F-E921CD0C58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8AFF04CE-D5B6-8CDB-F5E3-A0771D9CC9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14A1ADD7-C9F7-910A-39C3-389805AA47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DCF3DCE-1025-3F80-0120-BA343C31B372}"/>
              </a:ext>
            </a:extLst>
          </p:cNvPr>
          <p:cNvSpPr>
            <a:spLocks noGrp="1"/>
          </p:cNvSpPr>
          <p:nvPr>
            <p:ph type="dt" sz="half" idx="10"/>
          </p:nvPr>
        </p:nvSpPr>
        <p:spPr/>
        <p:txBody>
          <a:bodyPr/>
          <a:lstStyle/>
          <a:p>
            <a:fld id="{0369ECC5-CDF1-4955-A271-704E65334268}" type="datetimeFigureOut">
              <a:rPr lang="en-IN" smtClean="0"/>
              <a:pPr/>
              <a:t>29-09-2025</a:t>
            </a:fld>
            <a:endParaRPr lang="en-IN"/>
          </a:p>
        </p:txBody>
      </p:sp>
      <p:sp>
        <p:nvSpPr>
          <p:cNvPr id="6" name="Footer Placeholder 5">
            <a:extLst>
              <a:ext uri="{FF2B5EF4-FFF2-40B4-BE49-F238E27FC236}">
                <a16:creationId xmlns:a16="http://schemas.microsoft.com/office/drawing/2014/main" xmlns="" id="{6C999F2A-2F87-E91B-4C15-BB441DE69D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98F7D9AE-548B-47BF-93B9-9A2D6B0BA54B}"/>
              </a:ext>
            </a:extLst>
          </p:cNvPr>
          <p:cNvSpPr>
            <a:spLocks noGrp="1"/>
          </p:cNvSpPr>
          <p:nvPr>
            <p:ph type="sldNum" sz="quarter" idx="12"/>
          </p:nvPr>
        </p:nvSpPr>
        <p:spPr/>
        <p:txBody>
          <a:bodyPr/>
          <a:lstStyle/>
          <a:p>
            <a:fld id="{7BAF0AC7-563D-4173-A7CA-7786312DE070}" type="slidenum">
              <a:rPr lang="en-IN" smtClean="0"/>
              <a:pPr/>
              <a:t>‹#›</a:t>
            </a:fld>
            <a:endParaRPr lang="en-IN"/>
          </a:p>
        </p:txBody>
      </p:sp>
    </p:spTree>
    <p:extLst>
      <p:ext uri="{BB962C8B-B14F-4D97-AF65-F5344CB8AC3E}">
        <p14:creationId xmlns:p14="http://schemas.microsoft.com/office/powerpoint/2010/main" xmlns="" val="4240429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8C0ACB-646E-1B1B-D008-A53678F3510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E618405-71B6-6042-A1A2-E25970A39D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874EEA25-8EC3-9105-6DF8-26F0E414B3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118FAB12-23C5-8069-67EE-6E454F9527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46EEB7D5-6691-5EF1-EF86-BCFDE02895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8E52C799-69B4-11B1-A6FF-0B52BD50B6F9}"/>
              </a:ext>
            </a:extLst>
          </p:cNvPr>
          <p:cNvSpPr>
            <a:spLocks noGrp="1"/>
          </p:cNvSpPr>
          <p:nvPr>
            <p:ph type="dt" sz="half" idx="10"/>
          </p:nvPr>
        </p:nvSpPr>
        <p:spPr/>
        <p:txBody>
          <a:bodyPr/>
          <a:lstStyle/>
          <a:p>
            <a:fld id="{0369ECC5-CDF1-4955-A271-704E65334268}" type="datetimeFigureOut">
              <a:rPr lang="en-IN" smtClean="0"/>
              <a:pPr/>
              <a:t>29-09-2025</a:t>
            </a:fld>
            <a:endParaRPr lang="en-IN"/>
          </a:p>
        </p:txBody>
      </p:sp>
      <p:sp>
        <p:nvSpPr>
          <p:cNvPr id="8" name="Footer Placeholder 7">
            <a:extLst>
              <a:ext uri="{FF2B5EF4-FFF2-40B4-BE49-F238E27FC236}">
                <a16:creationId xmlns:a16="http://schemas.microsoft.com/office/drawing/2014/main" xmlns="" id="{B82F14DD-79AC-6D8A-33BA-120A909B255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40E081D7-909E-5F3A-25EB-33F355225882}"/>
              </a:ext>
            </a:extLst>
          </p:cNvPr>
          <p:cNvSpPr>
            <a:spLocks noGrp="1"/>
          </p:cNvSpPr>
          <p:nvPr>
            <p:ph type="sldNum" sz="quarter" idx="12"/>
          </p:nvPr>
        </p:nvSpPr>
        <p:spPr/>
        <p:txBody>
          <a:bodyPr/>
          <a:lstStyle/>
          <a:p>
            <a:fld id="{7BAF0AC7-563D-4173-A7CA-7786312DE070}" type="slidenum">
              <a:rPr lang="en-IN" smtClean="0"/>
              <a:pPr/>
              <a:t>‹#›</a:t>
            </a:fld>
            <a:endParaRPr lang="en-IN"/>
          </a:p>
        </p:txBody>
      </p:sp>
    </p:spTree>
    <p:extLst>
      <p:ext uri="{BB962C8B-B14F-4D97-AF65-F5344CB8AC3E}">
        <p14:creationId xmlns:p14="http://schemas.microsoft.com/office/powerpoint/2010/main" xmlns="" val="901057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7B2281-7724-34A7-9984-468442B0FB0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3CC208C1-0C64-FAEE-1EEE-39ABCFB1FB62}"/>
              </a:ext>
            </a:extLst>
          </p:cNvPr>
          <p:cNvSpPr>
            <a:spLocks noGrp="1"/>
          </p:cNvSpPr>
          <p:nvPr>
            <p:ph type="dt" sz="half" idx="10"/>
          </p:nvPr>
        </p:nvSpPr>
        <p:spPr/>
        <p:txBody>
          <a:bodyPr/>
          <a:lstStyle/>
          <a:p>
            <a:fld id="{0369ECC5-CDF1-4955-A271-704E65334268}" type="datetimeFigureOut">
              <a:rPr lang="en-IN" smtClean="0"/>
              <a:pPr/>
              <a:t>29-09-2025</a:t>
            </a:fld>
            <a:endParaRPr lang="en-IN"/>
          </a:p>
        </p:txBody>
      </p:sp>
      <p:sp>
        <p:nvSpPr>
          <p:cNvPr id="4" name="Footer Placeholder 3">
            <a:extLst>
              <a:ext uri="{FF2B5EF4-FFF2-40B4-BE49-F238E27FC236}">
                <a16:creationId xmlns:a16="http://schemas.microsoft.com/office/drawing/2014/main" xmlns="" id="{0292B169-6176-1A20-60E2-EA1E14E8922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4FB71409-9322-2CA6-1137-4147D08B2115}"/>
              </a:ext>
            </a:extLst>
          </p:cNvPr>
          <p:cNvSpPr>
            <a:spLocks noGrp="1"/>
          </p:cNvSpPr>
          <p:nvPr>
            <p:ph type="sldNum" sz="quarter" idx="12"/>
          </p:nvPr>
        </p:nvSpPr>
        <p:spPr/>
        <p:txBody>
          <a:bodyPr/>
          <a:lstStyle/>
          <a:p>
            <a:fld id="{7BAF0AC7-563D-4173-A7CA-7786312DE070}" type="slidenum">
              <a:rPr lang="en-IN" smtClean="0"/>
              <a:pPr/>
              <a:t>‹#›</a:t>
            </a:fld>
            <a:endParaRPr lang="en-IN"/>
          </a:p>
        </p:txBody>
      </p:sp>
    </p:spTree>
    <p:extLst>
      <p:ext uri="{BB962C8B-B14F-4D97-AF65-F5344CB8AC3E}">
        <p14:creationId xmlns:p14="http://schemas.microsoft.com/office/powerpoint/2010/main" xmlns="" val="3737486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34D1C76-8B41-FCF5-DC26-813F2542E763}"/>
              </a:ext>
            </a:extLst>
          </p:cNvPr>
          <p:cNvSpPr>
            <a:spLocks noGrp="1"/>
          </p:cNvSpPr>
          <p:nvPr>
            <p:ph type="dt" sz="half" idx="10"/>
          </p:nvPr>
        </p:nvSpPr>
        <p:spPr/>
        <p:txBody>
          <a:bodyPr/>
          <a:lstStyle/>
          <a:p>
            <a:fld id="{0369ECC5-CDF1-4955-A271-704E65334268}" type="datetimeFigureOut">
              <a:rPr lang="en-IN" smtClean="0"/>
              <a:pPr/>
              <a:t>29-09-2025</a:t>
            </a:fld>
            <a:endParaRPr lang="en-IN"/>
          </a:p>
        </p:txBody>
      </p:sp>
      <p:sp>
        <p:nvSpPr>
          <p:cNvPr id="3" name="Footer Placeholder 2">
            <a:extLst>
              <a:ext uri="{FF2B5EF4-FFF2-40B4-BE49-F238E27FC236}">
                <a16:creationId xmlns:a16="http://schemas.microsoft.com/office/drawing/2014/main" xmlns="" id="{12AE0FB2-2433-7968-9290-C2E74A1E764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274E0F1D-CE4F-BAD5-B020-476947051709}"/>
              </a:ext>
            </a:extLst>
          </p:cNvPr>
          <p:cNvSpPr>
            <a:spLocks noGrp="1"/>
          </p:cNvSpPr>
          <p:nvPr>
            <p:ph type="sldNum" sz="quarter" idx="12"/>
          </p:nvPr>
        </p:nvSpPr>
        <p:spPr/>
        <p:txBody>
          <a:bodyPr/>
          <a:lstStyle/>
          <a:p>
            <a:fld id="{7BAF0AC7-563D-4173-A7CA-7786312DE070}" type="slidenum">
              <a:rPr lang="en-IN" smtClean="0"/>
              <a:pPr/>
              <a:t>‹#›</a:t>
            </a:fld>
            <a:endParaRPr lang="en-IN"/>
          </a:p>
        </p:txBody>
      </p:sp>
    </p:spTree>
    <p:extLst>
      <p:ext uri="{BB962C8B-B14F-4D97-AF65-F5344CB8AC3E}">
        <p14:creationId xmlns:p14="http://schemas.microsoft.com/office/powerpoint/2010/main" xmlns="" val="569317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AED782-EBF9-B031-7F42-5227F0F77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D4E0B97-AB87-BE1D-E4B4-755E66590A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3556470A-FAB9-73C0-6530-3DF26CEE27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A4D2699-5B9C-B6A9-CD2E-E2DDC86F7E9C}"/>
              </a:ext>
            </a:extLst>
          </p:cNvPr>
          <p:cNvSpPr>
            <a:spLocks noGrp="1"/>
          </p:cNvSpPr>
          <p:nvPr>
            <p:ph type="dt" sz="half" idx="10"/>
          </p:nvPr>
        </p:nvSpPr>
        <p:spPr/>
        <p:txBody>
          <a:bodyPr/>
          <a:lstStyle/>
          <a:p>
            <a:fld id="{0369ECC5-CDF1-4955-A271-704E65334268}" type="datetimeFigureOut">
              <a:rPr lang="en-IN" smtClean="0"/>
              <a:pPr/>
              <a:t>29-09-2025</a:t>
            </a:fld>
            <a:endParaRPr lang="en-IN"/>
          </a:p>
        </p:txBody>
      </p:sp>
      <p:sp>
        <p:nvSpPr>
          <p:cNvPr id="6" name="Footer Placeholder 5">
            <a:extLst>
              <a:ext uri="{FF2B5EF4-FFF2-40B4-BE49-F238E27FC236}">
                <a16:creationId xmlns:a16="http://schemas.microsoft.com/office/drawing/2014/main" xmlns="" id="{6556F966-8E28-E947-A007-E4210DE858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D16F1061-590A-360D-BDD5-890AC7EA7480}"/>
              </a:ext>
            </a:extLst>
          </p:cNvPr>
          <p:cNvSpPr>
            <a:spLocks noGrp="1"/>
          </p:cNvSpPr>
          <p:nvPr>
            <p:ph type="sldNum" sz="quarter" idx="12"/>
          </p:nvPr>
        </p:nvSpPr>
        <p:spPr/>
        <p:txBody>
          <a:bodyPr/>
          <a:lstStyle/>
          <a:p>
            <a:fld id="{7BAF0AC7-563D-4173-A7CA-7786312DE070}" type="slidenum">
              <a:rPr lang="en-IN" smtClean="0"/>
              <a:pPr/>
              <a:t>‹#›</a:t>
            </a:fld>
            <a:endParaRPr lang="en-IN"/>
          </a:p>
        </p:txBody>
      </p:sp>
    </p:spTree>
    <p:extLst>
      <p:ext uri="{BB962C8B-B14F-4D97-AF65-F5344CB8AC3E}">
        <p14:creationId xmlns:p14="http://schemas.microsoft.com/office/powerpoint/2010/main" xmlns="" val="2753101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68C1CA-6915-1CF2-1B64-1A2E9F1FC5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9ABA6689-031B-2844-FA95-1371A51FE4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C361FEF5-F1E7-DA86-84ED-1964FFD702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16314BC-192D-B400-625F-38CC44B962CA}"/>
              </a:ext>
            </a:extLst>
          </p:cNvPr>
          <p:cNvSpPr>
            <a:spLocks noGrp="1"/>
          </p:cNvSpPr>
          <p:nvPr>
            <p:ph type="dt" sz="half" idx="10"/>
          </p:nvPr>
        </p:nvSpPr>
        <p:spPr/>
        <p:txBody>
          <a:bodyPr/>
          <a:lstStyle/>
          <a:p>
            <a:fld id="{0369ECC5-CDF1-4955-A271-704E65334268}" type="datetimeFigureOut">
              <a:rPr lang="en-IN" smtClean="0"/>
              <a:pPr/>
              <a:t>29-09-2025</a:t>
            </a:fld>
            <a:endParaRPr lang="en-IN"/>
          </a:p>
        </p:txBody>
      </p:sp>
      <p:sp>
        <p:nvSpPr>
          <p:cNvPr id="6" name="Footer Placeholder 5">
            <a:extLst>
              <a:ext uri="{FF2B5EF4-FFF2-40B4-BE49-F238E27FC236}">
                <a16:creationId xmlns:a16="http://schemas.microsoft.com/office/drawing/2014/main" xmlns="" id="{D8C60FD4-4B6C-62EB-A9D5-FE5D5C78C3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1DBC913F-ADDC-54C4-EF3A-744FBB24798E}"/>
              </a:ext>
            </a:extLst>
          </p:cNvPr>
          <p:cNvSpPr>
            <a:spLocks noGrp="1"/>
          </p:cNvSpPr>
          <p:nvPr>
            <p:ph type="sldNum" sz="quarter" idx="12"/>
          </p:nvPr>
        </p:nvSpPr>
        <p:spPr/>
        <p:txBody>
          <a:bodyPr/>
          <a:lstStyle/>
          <a:p>
            <a:fld id="{7BAF0AC7-563D-4173-A7CA-7786312DE070}" type="slidenum">
              <a:rPr lang="en-IN" smtClean="0"/>
              <a:pPr/>
              <a:t>‹#›</a:t>
            </a:fld>
            <a:endParaRPr lang="en-IN"/>
          </a:p>
        </p:txBody>
      </p:sp>
    </p:spTree>
    <p:extLst>
      <p:ext uri="{BB962C8B-B14F-4D97-AF65-F5344CB8AC3E}">
        <p14:creationId xmlns:p14="http://schemas.microsoft.com/office/powerpoint/2010/main" xmlns="" val="918105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27582B-A005-9B33-2A7A-BC66A980372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36CCE25D-24D6-D4A9-C9EE-B493A92F2B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492BFB6-88E7-8625-ACC8-2B7F45D6ED2C}"/>
              </a:ext>
            </a:extLst>
          </p:cNvPr>
          <p:cNvSpPr>
            <a:spLocks noGrp="1"/>
          </p:cNvSpPr>
          <p:nvPr>
            <p:ph type="dt" sz="half" idx="10"/>
          </p:nvPr>
        </p:nvSpPr>
        <p:spPr/>
        <p:txBody>
          <a:bodyPr/>
          <a:lstStyle/>
          <a:p>
            <a:fld id="{0369ECC5-CDF1-4955-A271-704E65334268}" type="datetimeFigureOut">
              <a:rPr lang="en-IN" smtClean="0"/>
              <a:pPr/>
              <a:t>29-09-2025</a:t>
            </a:fld>
            <a:endParaRPr lang="en-IN"/>
          </a:p>
        </p:txBody>
      </p:sp>
      <p:sp>
        <p:nvSpPr>
          <p:cNvPr id="5" name="Footer Placeholder 4">
            <a:extLst>
              <a:ext uri="{FF2B5EF4-FFF2-40B4-BE49-F238E27FC236}">
                <a16:creationId xmlns:a16="http://schemas.microsoft.com/office/drawing/2014/main" xmlns="" id="{6467AEA2-F24D-A5D6-38B7-0476D266CC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AF1C4DBE-FD7D-0AB1-798A-D53EC937D556}"/>
              </a:ext>
            </a:extLst>
          </p:cNvPr>
          <p:cNvSpPr>
            <a:spLocks noGrp="1"/>
          </p:cNvSpPr>
          <p:nvPr>
            <p:ph type="sldNum" sz="quarter" idx="12"/>
          </p:nvPr>
        </p:nvSpPr>
        <p:spPr/>
        <p:txBody>
          <a:bodyPr/>
          <a:lstStyle/>
          <a:p>
            <a:fld id="{7BAF0AC7-563D-4173-A7CA-7786312DE070}" type="slidenum">
              <a:rPr lang="en-IN" smtClean="0"/>
              <a:pPr/>
              <a:t>‹#›</a:t>
            </a:fld>
            <a:endParaRPr lang="en-IN"/>
          </a:p>
        </p:txBody>
      </p:sp>
    </p:spTree>
    <p:extLst>
      <p:ext uri="{BB962C8B-B14F-4D97-AF65-F5344CB8AC3E}">
        <p14:creationId xmlns:p14="http://schemas.microsoft.com/office/powerpoint/2010/main" xmlns="" val="1655178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8F83FCF-0991-426F-9203-33408740F0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CA4BAF14-1216-0B22-2341-3B25D1A3EF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97F308E-D176-B39A-3DB2-19A515C24693}"/>
              </a:ext>
            </a:extLst>
          </p:cNvPr>
          <p:cNvSpPr>
            <a:spLocks noGrp="1"/>
          </p:cNvSpPr>
          <p:nvPr>
            <p:ph type="dt" sz="half" idx="10"/>
          </p:nvPr>
        </p:nvSpPr>
        <p:spPr/>
        <p:txBody>
          <a:bodyPr/>
          <a:lstStyle/>
          <a:p>
            <a:fld id="{0369ECC5-CDF1-4955-A271-704E65334268}" type="datetimeFigureOut">
              <a:rPr lang="en-IN" smtClean="0"/>
              <a:pPr/>
              <a:t>29-09-2025</a:t>
            </a:fld>
            <a:endParaRPr lang="en-IN"/>
          </a:p>
        </p:txBody>
      </p:sp>
      <p:sp>
        <p:nvSpPr>
          <p:cNvPr id="5" name="Footer Placeholder 4">
            <a:extLst>
              <a:ext uri="{FF2B5EF4-FFF2-40B4-BE49-F238E27FC236}">
                <a16:creationId xmlns:a16="http://schemas.microsoft.com/office/drawing/2014/main" xmlns="" id="{5CE66822-0992-D7C5-FAC0-062C7B7CB3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27ED674-CBBD-40C9-65F8-D1A44377F215}"/>
              </a:ext>
            </a:extLst>
          </p:cNvPr>
          <p:cNvSpPr>
            <a:spLocks noGrp="1"/>
          </p:cNvSpPr>
          <p:nvPr>
            <p:ph type="sldNum" sz="quarter" idx="12"/>
          </p:nvPr>
        </p:nvSpPr>
        <p:spPr/>
        <p:txBody>
          <a:bodyPr/>
          <a:lstStyle/>
          <a:p>
            <a:fld id="{7BAF0AC7-563D-4173-A7CA-7786312DE070}" type="slidenum">
              <a:rPr lang="en-IN" smtClean="0"/>
              <a:pPr/>
              <a:t>‹#›</a:t>
            </a:fld>
            <a:endParaRPr lang="en-IN"/>
          </a:p>
        </p:txBody>
      </p:sp>
    </p:spTree>
    <p:extLst>
      <p:ext uri="{BB962C8B-B14F-4D97-AF65-F5344CB8AC3E}">
        <p14:creationId xmlns:p14="http://schemas.microsoft.com/office/powerpoint/2010/main" xmlns="" val="4244264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0A0613E-04F9-8791-4E0E-4E00F6789E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BC827F87-C430-1D21-D499-0D32A2F924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4841687-D6D3-4398-456A-ADBEF72C4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69ECC5-CDF1-4955-A271-704E65334268}" type="datetimeFigureOut">
              <a:rPr lang="en-IN" smtClean="0"/>
              <a:pPr/>
              <a:t>29-09-2025</a:t>
            </a:fld>
            <a:endParaRPr lang="en-IN"/>
          </a:p>
        </p:txBody>
      </p:sp>
      <p:sp>
        <p:nvSpPr>
          <p:cNvPr id="5" name="Footer Placeholder 4">
            <a:extLst>
              <a:ext uri="{FF2B5EF4-FFF2-40B4-BE49-F238E27FC236}">
                <a16:creationId xmlns:a16="http://schemas.microsoft.com/office/drawing/2014/main" xmlns="" id="{B19B7E5B-B759-C409-33CF-118B9914B8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00FE2B14-97AB-BCC0-AF39-F71F78B809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AF0AC7-563D-4173-A7CA-7786312DE070}" type="slidenum">
              <a:rPr lang="en-IN" smtClean="0"/>
              <a:pPr/>
              <a:t>‹#›</a:t>
            </a:fld>
            <a:endParaRPr lang="en-IN"/>
          </a:p>
        </p:txBody>
      </p:sp>
    </p:spTree>
    <p:extLst>
      <p:ext uri="{BB962C8B-B14F-4D97-AF65-F5344CB8AC3E}">
        <p14:creationId xmlns:p14="http://schemas.microsoft.com/office/powerpoint/2010/main" xmlns="" val="2223002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351585" y="476673"/>
            <a:ext cx="7344815" cy="4680521"/>
          </a:xfrm>
          <a:prstGeom prst="rect">
            <a:avLst/>
          </a:prstGeom>
        </p:spPr>
      </p:pic>
      <p:sp>
        <p:nvSpPr>
          <p:cNvPr id="5" name="Rectangle 4"/>
          <p:cNvSpPr/>
          <p:nvPr/>
        </p:nvSpPr>
        <p:spPr>
          <a:xfrm>
            <a:off x="2135560" y="4941169"/>
            <a:ext cx="5328592" cy="1138773"/>
          </a:xfrm>
          <a:prstGeom prst="rect">
            <a:avLst/>
          </a:prstGeom>
          <a:ln w="12700">
            <a:noFill/>
          </a:ln>
        </p:spPr>
        <p:txBody>
          <a:bodyPr wrap="square">
            <a:spAutoFit/>
          </a:bodyPr>
          <a:lstStyle/>
          <a:p>
            <a:r>
              <a:rPr lang="en-IN" sz="3600" b="1" dirty="0">
                <a:solidFill>
                  <a:schemeClr val="tx2">
                    <a:lumMod val="75000"/>
                  </a:schemeClr>
                </a:solidFill>
                <a:latin typeface="Baskerville Old Face" panose="02020602080505020303" pitchFamily="18" charset="0"/>
              </a:rPr>
              <a:t>Automation Testing</a:t>
            </a:r>
          </a:p>
          <a:p>
            <a:r>
              <a:rPr lang="en-IN" sz="3200" b="1" dirty="0">
                <a:solidFill>
                  <a:schemeClr val="tx2">
                    <a:lumMod val="75000"/>
                  </a:schemeClr>
                </a:solidFill>
                <a:latin typeface="Baskerville Old Face" panose="02020602080505020303" pitchFamily="18" charset="0"/>
              </a:rPr>
              <a:t>          </a:t>
            </a:r>
            <a:r>
              <a:rPr lang="en-IN" sz="2600" b="1" dirty="0">
                <a:solidFill>
                  <a:srgbClr val="FF0000"/>
                </a:solidFill>
                <a:latin typeface="Baskerville Old Face" panose="02020602080505020303" pitchFamily="18" charset="0"/>
              </a:rPr>
              <a:t>By- Manas </a:t>
            </a:r>
          </a:p>
        </p:txBody>
      </p:sp>
    </p:spTree>
    <p:extLst>
      <p:ext uri="{BB962C8B-B14F-4D97-AF65-F5344CB8AC3E}">
        <p14:creationId xmlns:p14="http://schemas.microsoft.com/office/powerpoint/2010/main" xmlns="" val="2356061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08D1CF-36D7-7956-BDC3-469D28F229C2}"/>
              </a:ext>
            </a:extLst>
          </p:cNvPr>
          <p:cNvSpPr>
            <a:spLocks noGrp="1"/>
          </p:cNvSpPr>
          <p:nvPr>
            <p:ph type="title"/>
          </p:nvPr>
        </p:nvSpPr>
        <p:spPr/>
        <p:txBody>
          <a:bodyPr/>
          <a:lstStyle/>
          <a:p>
            <a:pPr algn="ctr"/>
            <a:r>
              <a:rPr lang="en-US" b="1" dirty="0"/>
              <a:t>HANDLING ALERTS IN WEBDRIVER</a:t>
            </a:r>
            <a:br>
              <a:rPr lang="en-US" b="1" dirty="0"/>
            </a:br>
            <a:endParaRPr lang="en-IN" b="1" dirty="0"/>
          </a:p>
        </p:txBody>
      </p:sp>
      <p:sp>
        <p:nvSpPr>
          <p:cNvPr id="3" name="Content Placeholder 2">
            <a:extLst>
              <a:ext uri="{FF2B5EF4-FFF2-40B4-BE49-F238E27FC236}">
                <a16:creationId xmlns:a16="http://schemas.microsoft.com/office/drawing/2014/main" xmlns="" id="{5337ED43-62FA-3A66-B504-C77A137485D5}"/>
              </a:ext>
            </a:extLst>
          </p:cNvPr>
          <p:cNvSpPr>
            <a:spLocks noGrp="1"/>
          </p:cNvSpPr>
          <p:nvPr>
            <p:ph idx="1"/>
          </p:nvPr>
        </p:nvSpPr>
        <p:spPr>
          <a:xfrm>
            <a:off x="747712" y="1597025"/>
            <a:ext cx="10515600" cy="4351338"/>
          </a:xfrm>
        </p:spPr>
        <p:txBody>
          <a:bodyPr>
            <a:normAutofit/>
          </a:bodyPr>
          <a:lstStyle/>
          <a:p>
            <a:pPr marL="0" indent="0">
              <a:buNone/>
            </a:pPr>
            <a:r>
              <a:rPr lang="en-US" dirty="0"/>
              <a:t>We are using this option to handle alerts during execution time in application. Sometimes some alerts are interrupting application. Because of that we are unable to continue execution until close the alert message. </a:t>
            </a:r>
          </a:p>
          <a:p>
            <a:pPr marL="0" indent="0">
              <a:buNone/>
            </a:pPr>
            <a:r>
              <a:rPr lang="en-US" dirty="0"/>
              <a:t>If any alert comes, we need to switch focus from driver to Alert using ‘</a:t>
            </a:r>
            <a:r>
              <a:rPr lang="en-US" dirty="0" err="1"/>
              <a:t>switchTo</a:t>
            </a:r>
            <a:r>
              <a:rPr lang="en-US" dirty="0"/>
              <a:t>’ method by using Alert Interface creating reference. With the help of reference, we can handle alerts.</a:t>
            </a:r>
            <a:endParaRPr lang="en-IN" dirty="0"/>
          </a:p>
        </p:txBody>
      </p:sp>
      <p:pic>
        <p:nvPicPr>
          <p:cNvPr id="5" name="Picture 4">
            <a:extLst>
              <a:ext uri="{FF2B5EF4-FFF2-40B4-BE49-F238E27FC236}">
                <a16:creationId xmlns:a16="http://schemas.microsoft.com/office/drawing/2014/main" xmlns="" id="{50B52E76-27A7-9BB6-1338-418A79EE95AD}"/>
              </a:ext>
            </a:extLst>
          </p:cNvPr>
          <p:cNvPicPr>
            <a:picLocks noChangeAspect="1"/>
          </p:cNvPicPr>
          <p:nvPr/>
        </p:nvPicPr>
        <p:blipFill>
          <a:blip r:embed="rId2" cstate="print"/>
          <a:stretch>
            <a:fillRect/>
          </a:stretch>
        </p:blipFill>
        <p:spPr>
          <a:xfrm>
            <a:off x="747712" y="4941886"/>
            <a:ext cx="10334625" cy="1325563"/>
          </a:xfrm>
          <a:prstGeom prst="rect">
            <a:avLst/>
          </a:prstGeom>
        </p:spPr>
      </p:pic>
    </p:spTree>
    <p:extLst>
      <p:ext uri="{BB962C8B-B14F-4D97-AF65-F5344CB8AC3E}">
        <p14:creationId xmlns:p14="http://schemas.microsoft.com/office/powerpoint/2010/main" xmlns="" val="3208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86FF76B9-219D-4469-AF87-0236D29032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xmlns="" id="{DB88BD78-87E1-424D-B479-C37D8E41B12E}"/>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flipH="1">
            <a:off x="10964637" y="2358"/>
            <a:ext cx="1876653" cy="1766008"/>
            <a:chOff x="-648769" y="2358"/>
            <a:chExt cx="1876653" cy="1766008"/>
          </a:xfrm>
        </p:grpSpPr>
        <p:sp>
          <p:nvSpPr>
            <p:cNvPr id="11" name="Freeform: Shape 10">
              <a:extLst>
                <a:ext uri="{FF2B5EF4-FFF2-40B4-BE49-F238E27FC236}">
                  <a16:creationId xmlns:a16="http://schemas.microsoft.com/office/drawing/2014/main" xmlns="" id="{C05EB894-9410-4B20-95E4-7A25101AB89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166E38B6-B050-4340-8E8F-3A971DADC03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xmlns="" id="{2E80C965-DB6D-4F81-9E9E-B027384D0B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xmlns="" id="{633C5E46-DAC5-4661-9C87-22B08E2A512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xmlns="" id="{A025F05D-EC59-983A-A24A-0D07EA43B23B}"/>
              </a:ext>
            </a:extLst>
          </p:cNvPr>
          <p:cNvPicPr>
            <a:picLocks noChangeAspect="1"/>
          </p:cNvPicPr>
          <p:nvPr/>
        </p:nvPicPr>
        <p:blipFill>
          <a:blip r:embed="rId2" cstate="print"/>
          <a:stretch>
            <a:fillRect/>
          </a:stretch>
        </p:blipFill>
        <p:spPr>
          <a:xfrm>
            <a:off x="3279072" y="228600"/>
            <a:ext cx="6884103" cy="6400800"/>
          </a:xfrm>
          <a:prstGeom prst="rect">
            <a:avLst/>
          </a:prstGeom>
          <a:ln>
            <a:noFill/>
          </a:ln>
        </p:spPr>
      </p:pic>
    </p:spTree>
    <p:extLst>
      <p:ext uri="{BB962C8B-B14F-4D97-AF65-F5344CB8AC3E}">
        <p14:creationId xmlns:p14="http://schemas.microsoft.com/office/powerpoint/2010/main" xmlns="" val="2557720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D009D6D5-DAC2-4A8B-A17A-E206B9012D0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B4811960-3D33-0F0B-772F-1F8912FA4DF1}"/>
              </a:ext>
            </a:extLst>
          </p:cNvPr>
          <p:cNvSpPr>
            <a:spLocks noGrp="1"/>
          </p:cNvSpPr>
          <p:nvPr>
            <p:ph type="title"/>
          </p:nvPr>
        </p:nvSpPr>
        <p:spPr>
          <a:xfrm>
            <a:off x="838201" y="365125"/>
            <a:ext cx="5251316" cy="1807305"/>
          </a:xfrm>
        </p:spPr>
        <p:txBody>
          <a:bodyPr>
            <a:normAutofit/>
          </a:bodyPr>
          <a:lstStyle/>
          <a:p>
            <a:r>
              <a:rPr lang="en-US" b="1" u="sng" dirty="0"/>
              <a:t>FAQs</a:t>
            </a:r>
            <a:endParaRPr lang="en-IN" b="1" u="sng" dirty="0"/>
          </a:p>
        </p:txBody>
      </p:sp>
      <p:sp>
        <p:nvSpPr>
          <p:cNvPr id="3" name="Content Placeholder 2">
            <a:extLst>
              <a:ext uri="{FF2B5EF4-FFF2-40B4-BE49-F238E27FC236}">
                <a16:creationId xmlns:a16="http://schemas.microsoft.com/office/drawing/2014/main" xmlns="" id="{43B3EF37-BA94-7435-1A4A-15CB5843E95D}"/>
              </a:ext>
            </a:extLst>
          </p:cNvPr>
          <p:cNvSpPr>
            <a:spLocks noGrp="1"/>
          </p:cNvSpPr>
          <p:nvPr>
            <p:ph idx="1"/>
          </p:nvPr>
        </p:nvSpPr>
        <p:spPr>
          <a:xfrm>
            <a:off x="838200" y="2333297"/>
            <a:ext cx="4619621" cy="3843666"/>
          </a:xfrm>
        </p:spPr>
        <p:txBody>
          <a:bodyPr>
            <a:normAutofit/>
          </a:bodyPr>
          <a:lstStyle/>
          <a:p>
            <a:pPr marL="514350" indent="-514350">
              <a:buAutoNum type="arabicPeriod"/>
            </a:pPr>
            <a:r>
              <a:rPr lang="en-US" sz="2000" dirty="0"/>
              <a:t>What is Alert in Application</a:t>
            </a:r>
          </a:p>
          <a:p>
            <a:pPr marL="514350" indent="-514350">
              <a:buAutoNum type="arabicPeriod"/>
            </a:pPr>
            <a:r>
              <a:rPr lang="en-US" sz="2000" dirty="0"/>
              <a:t>How to handle the Alert in </a:t>
            </a:r>
            <a:r>
              <a:rPr lang="en-US" sz="2000" dirty="0" err="1"/>
              <a:t>Webdriver</a:t>
            </a:r>
            <a:endParaRPr lang="en-US" sz="2000" dirty="0"/>
          </a:p>
          <a:p>
            <a:pPr marL="514350" indent="-514350">
              <a:buAutoNum type="arabicPeriod"/>
            </a:pPr>
            <a:r>
              <a:rPr lang="en-US" sz="2000" dirty="0"/>
              <a:t>How to Close the Alert</a:t>
            </a:r>
          </a:p>
          <a:p>
            <a:pPr marL="514350" indent="-514350">
              <a:buAutoNum type="arabicPeriod"/>
            </a:pPr>
            <a:r>
              <a:rPr lang="en-US" sz="2000" dirty="0"/>
              <a:t>How to read the text from alert</a:t>
            </a:r>
          </a:p>
          <a:p>
            <a:pPr marL="514350" indent="-514350">
              <a:buAutoNum type="arabicPeriod"/>
            </a:pPr>
            <a:endParaRPr lang="en-US" sz="2000" dirty="0"/>
          </a:p>
          <a:p>
            <a:pPr marL="514350" indent="-514350">
              <a:buAutoNum type="arabicPeriod"/>
            </a:pPr>
            <a:endParaRPr lang="en-IN" sz="2000" dirty="0"/>
          </a:p>
        </p:txBody>
      </p:sp>
      <p:pic>
        <p:nvPicPr>
          <p:cNvPr id="5" name="Picture 4" descr="Yellow and blue symbols">
            <a:extLst>
              <a:ext uri="{FF2B5EF4-FFF2-40B4-BE49-F238E27FC236}">
                <a16:creationId xmlns:a16="http://schemas.microsoft.com/office/drawing/2014/main" xmlns="" id="{F026990D-F223-F4A6-58EB-C4AF85952C76}"/>
              </a:ext>
            </a:extLst>
          </p:cNvPr>
          <p:cNvPicPr>
            <a:picLocks noChangeAspect="1"/>
          </p:cNvPicPr>
          <p:nvPr/>
        </p:nvPicPr>
        <p:blipFill rotWithShape="1">
          <a:blip r:embed="rId2" cstate="print"/>
          <a:srcRect l="14185" r="19301"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xmlns="" val="1859262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2EB0C43F-7E53-6605-6EBC-B7C5381E896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Handling Scrollbar Option</a:t>
            </a:r>
          </a:p>
        </p:txBody>
      </p:sp>
      <p:pic>
        <p:nvPicPr>
          <p:cNvPr id="5" name="Content Placeholder 4" descr="A screenshot of a computer&#10;&#10;Description automatically generated">
            <a:extLst>
              <a:ext uri="{FF2B5EF4-FFF2-40B4-BE49-F238E27FC236}">
                <a16:creationId xmlns:a16="http://schemas.microsoft.com/office/drawing/2014/main" xmlns="" id="{59CFFA29-6044-7397-C82D-60388A620AC7}"/>
              </a:ext>
            </a:extLst>
          </p:cNvPr>
          <p:cNvPicPr>
            <a:picLocks noGrp="1" noChangeAspect="1"/>
          </p:cNvPicPr>
          <p:nvPr>
            <p:ph idx="1"/>
          </p:nvPr>
        </p:nvPicPr>
        <p:blipFill>
          <a:blip r:embed="rId2" cstate="print"/>
          <a:stretch>
            <a:fillRect/>
          </a:stretch>
        </p:blipFill>
        <p:spPr>
          <a:xfrm>
            <a:off x="1791478" y="1502230"/>
            <a:ext cx="8490857" cy="5197150"/>
          </a:xfrm>
          <a:prstGeom prst="rect">
            <a:avLst/>
          </a:prstGeom>
        </p:spPr>
      </p:pic>
    </p:spTree>
    <p:extLst>
      <p:ext uri="{BB962C8B-B14F-4D97-AF65-F5344CB8AC3E}">
        <p14:creationId xmlns:p14="http://schemas.microsoft.com/office/powerpoint/2010/main" xmlns="" val="3671096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834759DB-1DD6-AE62-5A52-12A72E142BB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Navigation Command in Web driver</a:t>
            </a:r>
          </a:p>
        </p:txBody>
      </p:sp>
      <p:pic>
        <p:nvPicPr>
          <p:cNvPr id="4" name="Content Placeholder 3" descr="Graphical user interface, text, application&#10;&#10;Description automatically generated">
            <a:extLst>
              <a:ext uri="{FF2B5EF4-FFF2-40B4-BE49-F238E27FC236}">
                <a16:creationId xmlns:a16="http://schemas.microsoft.com/office/drawing/2014/main" xmlns="" id="{9EA08333-49D8-FA71-1472-6B6BA9455898}"/>
              </a:ext>
            </a:extLst>
          </p:cNvPr>
          <p:cNvPicPr>
            <a:picLocks noGrp="1" noChangeAspect="1"/>
          </p:cNvPicPr>
          <p:nvPr>
            <p:ph idx="1"/>
          </p:nvPr>
        </p:nvPicPr>
        <p:blipFill>
          <a:blip r:embed="rId2" cstate="print"/>
          <a:stretch>
            <a:fillRect/>
          </a:stretch>
        </p:blipFill>
        <p:spPr>
          <a:xfrm>
            <a:off x="1767863" y="1630838"/>
            <a:ext cx="8858712" cy="4983025"/>
          </a:xfrm>
          <a:prstGeom prst="rect">
            <a:avLst/>
          </a:prstGeom>
        </p:spPr>
      </p:pic>
    </p:spTree>
    <p:extLst>
      <p:ext uri="{BB962C8B-B14F-4D97-AF65-F5344CB8AC3E}">
        <p14:creationId xmlns:p14="http://schemas.microsoft.com/office/powerpoint/2010/main" xmlns="" val="3299570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55CC0C36-C54D-DC64-D934-0A5DC3387E7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Checking Internet speed</a:t>
            </a:r>
          </a:p>
        </p:txBody>
      </p:sp>
      <p:pic>
        <p:nvPicPr>
          <p:cNvPr id="5" name="Content Placeholder 4" descr="A screenshot of a computer&#10;&#10;Description automatically generated">
            <a:extLst>
              <a:ext uri="{FF2B5EF4-FFF2-40B4-BE49-F238E27FC236}">
                <a16:creationId xmlns:a16="http://schemas.microsoft.com/office/drawing/2014/main" xmlns="" id="{D7AB66F8-83D6-7B3A-44FD-2E234157484B}"/>
              </a:ext>
            </a:extLst>
          </p:cNvPr>
          <p:cNvPicPr>
            <a:picLocks noGrp="1" noChangeAspect="1"/>
          </p:cNvPicPr>
          <p:nvPr>
            <p:ph idx="1"/>
          </p:nvPr>
        </p:nvPicPr>
        <p:blipFill>
          <a:blip r:embed="rId2" cstate="print"/>
          <a:stretch>
            <a:fillRect/>
          </a:stretch>
        </p:blipFill>
        <p:spPr>
          <a:xfrm>
            <a:off x="2190045" y="1675227"/>
            <a:ext cx="7811910" cy="4394199"/>
          </a:xfrm>
          <a:prstGeom prst="rect">
            <a:avLst/>
          </a:prstGeom>
        </p:spPr>
      </p:pic>
    </p:spTree>
    <p:extLst>
      <p:ext uri="{BB962C8B-B14F-4D97-AF65-F5344CB8AC3E}">
        <p14:creationId xmlns:p14="http://schemas.microsoft.com/office/powerpoint/2010/main" xmlns="" val="18235861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118</Words>
  <Application>Microsoft Office PowerPoint</Application>
  <PresentationFormat>Custom</PresentationFormat>
  <Paragraphs>13</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Slide 1</vt:lpstr>
      <vt:lpstr>HANDLING ALERTS IN WEBDRIVER </vt:lpstr>
      <vt:lpstr>Slide 3</vt:lpstr>
      <vt:lpstr>FAQs</vt:lpstr>
      <vt:lpstr>Handling Scrollbar Option</vt:lpstr>
      <vt:lpstr>Navigation Command in Web driver</vt:lpstr>
      <vt:lpstr>Checking Internet speed</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 Tuwani</dc:creator>
  <cp:lastModifiedBy>Manas Tuwani</cp:lastModifiedBy>
  <cp:revision>2</cp:revision>
  <dcterms:created xsi:type="dcterms:W3CDTF">2022-06-10T15:04:50Z</dcterms:created>
  <dcterms:modified xsi:type="dcterms:W3CDTF">2025-09-29T15:59:05Z</dcterms:modified>
</cp:coreProperties>
</file>