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73" r:id="rId3"/>
    <p:sldId id="279" r:id="rId4"/>
    <p:sldId id="280" r:id="rId5"/>
    <p:sldId id="276" r:id="rId6"/>
    <p:sldId id="27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-528" y="-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as Tuwani" userId="5d421215-a11f-4a6e-90ca-e8ac2213fab6" providerId="ADAL" clId="{91596E5C-1C5D-4DAC-B1C2-A3E0C9113B63}"/>
    <pc:docChg chg="addSld delSld modSld">
      <pc:chgData name="Manas Tuwani" userId="5d421215-a11f-4a6e-90ca-e8ac2213fab6" providerId="ADAL" clId="{91596E5C-1C5D-4DAC-B1C2-A3E0C9113B63}" dt="2024-06-18T03:02:51.344" v="2" actId="47"/>
      <pc:docMkLst>
        <pc:docMk/>
      </pc:docMkLst>
      <pc:sldChg chg="del">
        <pc:chgData name="Manas Tuwani" userId="5d421215-a11f-4a6e-90ca-e8ac2213fab6" providerId="ADAL" clId="{91596E5C-1C5D-4DAC-B1C2-A3E0C9113B63}" dt="2024-06-18T03:02:51.344" v="2" actId="47"/>
        <pc:sldMkLst>
          <pc:docMk/>
          <pc:sldMk cId="197880185" sldId="275"/>
        </pc:sldMkLst>
      </pc:sldChg>
      <pc:sldChg chg="addSp new mod">
        <pc:chgData name="Manas Tuwani" userId="5d421215-a11f-4a6e-90ca-e8ac2213fab6" providerId="ADAL" clId="{91596E5C-1C5D-4DAC-B1C2-A3E0C9113B63}" dt="2024-06-18T03:02:46.397" v="1" actId="22"/>
        <pc:sldMkLst>
          <pc:docMk/>
          <pc:sldMk cId="975901719" sldId="280"/>
        </pc:sldMkLst>
        <pc:picChg chg="add">
          <ac:chgData name="Manas Tuwani" userId="5d421215-a11f-4a6e-90ca-e8ac2213fab6" providerId="ADAL" clId="{91596E5C-1C5D-4DAC-B1C2-A3E0C9113B63}" dt="2024-06-18T03:02:46.397" v="1" actId="22"/>
          <ac:picMkLst>
            <pc:docMk/>
            <pc:sldMk cId="975901719" sldId="280"/>
            <ac:picMk id="3" creationId="{BACFFAC7-F117-A420-4FCF-698511624448}"/>
          </ac:picMkLst>
        </pc:picChg>
      </pc:sldChg>
    </pc:docChg>
  </pc:docChgLst>
  <pc:docChgLst>
    <pc:chgData name="Manas Tuwani" userId="5d421215-a11f-4a6e-90ca-e8ac2213fab6" providerId="ADAL" clId="{F84863F2-C512-4DAD-86AF-BE1F8284F90E}"/>
    <pc:docChg chg="addSld modSld">
      <pc:chgData name="Manas Tuwani" userId="5d421215-a11f-4a6e-90ca-e8ac2213fab6" providerId="ADAL" clId="{F84863F2-C512-4DAD-86AF-BE1F8284F90E}" dt="2022-08-22T14:19:12.502" v="1" actId="22"/>
      <pc:docMkLst>
        <pc:docMk/>
      </pc:docMkLst>
      <pc:sldChg chg="addSp new mod">
        <pc:chgData name="Manas Tuwani" userId="5d421215-a11f-4a6e-90ca-e8ac2213fab6" providerId="ADAL" clId="{F84863F2-C512-4DAD-86AF-BE1F8284F90E}" dt="2022-08-22T14:19:12.502" v="1" actId="22"/>
        <pc:sldMkLst>
          <pc:docMk/>
          <pc:sldMk cId="3705782198" sldId="278"/>
        </pc:sldMkLst>
        <pc:picChg chg="add">
          <ac:chgData name="Manas Tuwani" userId="5d421215-a11f-4a6e-90ca-e8ac2213fab6" providerId="ADAL" clId="{F84863F2-C512-4DAD-86AF-BE1F8284F90E}" dt="2022-08-22T14:19:12.502" v="1" actId="22"/>
          <ac:picMkLst>
            <pc:docMk/>
            <pc:sldMk cId="3705782198" sldId="278"/>
            <ac:picMk id="3" creationId="{23BA91E0-3B51-69DC-1CAB-9088CD1ABD1E}"/>
          </ac:picMkLst>
        </pc:picChg>
      </pc:sldChg>
    </pc:docChg>
  </pc:docChgLst>
  <pc:docChgLst>
    <pc:chgData name="Manas Tuwani" userId="5d421215-a11f-4a6e-90ca-e8ac2213fab6" providerId="ADAL" clId="{D4ABE8D3-6754-4ADD-9F61-AE7520949DA4}"/>
    <pc:docChg chg="modSld">
      <pc:chgData name="Manas Tuwani" userId="5d421215-a11f-4a6e-90ca-e8ac2213fab6" providerId="ADAL" clId="{D4ABE8D3-6754-4ADD-9F61-AE7520949DA4}" dt="2023-02-06T14:31:28.308" v="0" actId="1076"/>
      <pc:docMkLst>
        <pc:docMk/>
      </pc:docMkLst>
      <pc:sldChg chg="modSp mod">
        <pc:chgData name="Manas Tuwani" userId="5d421215-a11f-4a6e-90ca-e8ac2213fab6" providerId="ADAL" clId="{D4ABE8D3-6754-4ADD-9F61-AE7520949DA4}" dt="2023-02-06T14:31:28.308" v="0" actId="1076"/>
        <pc:sldMkLst>
          <pc:docMk/>
          <pc:sldMk cId="2365909155" sldId="273"/>
        </pc:sldMkLst>
        <pc:spChg chg="mod">
          <ac:chgData name="Manas Tuwani" userId="5d421215-a11f-4a6e-90ca-e8ac2213fab6" providerId="ADAL" clId="{D4ABE8D3-6754-4ADD-9F61-AE7520949DA4}" dt="2023-02-06T14:31:28.308" v="0" actId="1076"/>
          <ac:spMkLst>
            <pc:docMk/>
            <pc:sldMk cId="2365909155" sldId="273"/>
            <ac:spMk id="2" creationId="{5ADF5C6F-27D5-F565-7CFE-59B0029B14B1}"/>
          </ac:spMkLst>
        </pc:spChg>
      </pc:sldChg>
    </pc:docChg>
  </pc:docChgLst>
  <pc:docChgLst>
    <pc:chgData name="Manas Tuwani" userId="5d421215-a11f-4a6e-90ca-e8ac2213fab6" providerId="ADAL" clId="{D93094A4-E224-454F-AAE8-7D721C78208F}"/>
    <pc:docChg chg="modSld">
      <pc:chgData name="Manas Tuwani" userId="5d421215-a11f-4a6e-90ca-e8ac2213fab6" providerId="ADAL" clId="{D93094A4-E224-454F-AAE8-7D721C78208F}" dt="2023-04-28T14:52:16.312" v="42" actId="20577"/>
      <pc:docMkLst>
        <pc:docMk/>
      </pc:docMkLst>
      <pc:sldChg chg="modSp mod">
        <pc:chgData name="Manas Tuwani" userId="5d421215-a11f-4a6e-90ca-e8ac2213fab6" providerId="ADAL" clId="{D93094A4-E224-454F-AAE8-7D721C78208F}" dt="2023-04-28T14:52:16.312" v="42" actId="20577"/>
        <pc:sldMkLst>
          <pc:docMk/>
          <pc:sldMk cId="1848264439" sldId="277"/>
        </pc:sldMkLst>
        <pc:spChg chg="mod">
          <ac:chgData name="Manas Tuwani" userId="5d421215-a11f-4a6e-90ca-e8ac2213fab6" providerId="ADAL" clId="{D93094A4-E224-454F-AAE8-7D721C78208F}" dt="2023-04-28T14:52:16.312" v="42" actId="20577"/>
          <ac:spMkLst>
            <pc:docMk/>
            <pc:sldMk cId="1848264439" sldId="277"/>
            <ac:spMk id="49" creationId="{946ABE03-B7EF-3612-62CE-C7931382A0C0}"/>
          </ac:spMkLst>
        </pc:spChg>
      </pc:sldChg>
    </pc:docChg>
  </pc:docChgLst>
  <pc:docChgLst>
    <pc:chgData name="Manas Tuwani" userId="5d421215-a11f-4a6e-90ca-e8ac2213fab6" providerId="ADAL" clId="{A52BE48E-4099-4204-9567-BE1C1662D812}"/>
    <pc:docChg chg="addSld delSld modSld">
      <pc:chgData name="Manas Tuwani" userId="5d421215-a11f-4a6e-90ca-e8ac2213fab6" providerId="ADAL" clId="{A52BE48E-4099-4204-9567-BE1C1662D812}" dt="2023-08-01T16:50:45.949" v="2" actId="22"/>
      <pc:docMkLst>
        <pc:docMk/>
      </pc:docMkLst>
      <pc:sldChg chg="del">
        <pc:chgData name="Manas Tuwani" userId="5d421215-a11f-4a6e-90ca-e8ac2213fab6" providerId="ADAL" clId="{A52BE48E-4099-4204-9567-BE1C1662D812}" dt="2023-08-01T16:27:50.463" v="0" actId="47"/>
        <pc:sldMkLst>
          <pc:docMk/>
          <pc:sldMk cId="1977008603" sldId="274"/>
        </pc:sldMkLst>
      </pc:sldChg>
      <pc:sldChg chg="addSp new mod">
        <pc:chgData name="Manas Tuwani" userId="5d421215-a11f-4a6e-90ca-e8ac2213fab6" providerId="ADAL" clId="{A52BE48E-4099-4204-9567-BE1C1662D812}" dt="2023-08-01T16:50:45.949" v="2" actId="22"/>
        <pc:sldMkLst>
          <pc:docMk/>
          <pc:sldMk cId="1867853489" sldId="279"/>
        </pc:sldMkLst>
        <pc:picChg chg="add">
          <ac:chgData name="Manas Tuwani" userId="5d421215-a11f-4a6e-90ca-e8ac2213fab6" providerId="ADAL" clId="{A52BE48E-4099-4204-9567-BE1C1662D812}" dt="2023-08-01T16:50:45.949" v="2" actId="22"/>
          <ac:picMkLst>
            <pc:docMk/>
            <pc:sldMk cId="1867853489" sldId="279"/>
            <ac:picMk id="3" creationId="{9691FD62-67E6-C938-F142-5B2100E2B85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0BEA7F-9F0D-403E-2A95-E7F7E942D3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B067A056-FE83-70D5-7F08-345228A663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66D1C18-186D-3252-4118-8B19A7389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BB525-CABF-4821-9DC2-798D1C6E38D2}" type="datetimeFigureOut">
              <a:rPr lang="en-IN" smtClean="0"/>
              <a:pPr/>
              <a:t>24-10-2025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7AEEB9A-73C7-8404-BAC5-E46A84B0A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D8C3791-7D2A-7E7C-1BCE-DF34C0152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65F58-1B5F-41BB-9AB6-B5FD238A462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950988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D837914-09B5-9B2F-CCD3-59D82BBFC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E2BE258-D63A-9A51-140D-578395227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2A4BBFF-B53A-BDE7-71C4-E9C663D01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BB525-CABF-4821-9DC2-798D1C6E38D2}" type="datetimeFigureOut">
              <a:rPr lang="en-IN" smtClean="0"/>
              <a:pPr/>
              <a:t>24-10-2025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1749019-54D6-9072-6EDD-E5F6B3128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2E117A1-C5D2-60E1-7E8C-D0D55884E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65F58-1B5F-41BB-9AB6-B5FD238A462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59588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DC63D3C-47E2-812F-E3C8-354BB3584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7C3EF9B-61DE-DA5D-395C-799E6254EC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B7635B1-8101-FEA0-47ED-A4940FB83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BB525-CABF-4821-9DC2-798D1C6E38D2}" type="datetimeFigureOut">
              <a:rPr lang="en-IN" smtClean="0"/>
              <a:pPr/>
              <a:t>24-10-2025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7653513-7001-67D3-FEDA-93E321187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C01D65D-A0B2-7D30-F323-DB39261E9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65F58-1B5F-41BB-9AB6-B5FD238A462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035732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AC93474-E0BA-4CEF-B8A5-096BB6200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8FAA9D7-5D14-6117-EE99-898410705D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C5F9097E-4002-B99A-25D7-C31776FC02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DDA7F0F-A051-0F5C-29BF-CBFBFF6F8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BB525-CABF-4821-9DC2-798D1C6E38D2}" type="datetimeFigureOut">
              <a:rPr lang="en-IN" smtClean="0"/>
              <a:pPr/>
              <a:t>24-10-2025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58C0EBF-7F90-CAA9-0488-EA7D21ED0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01224C5-4F5F-1180-923D-EAEB25677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65F58-1B5F-41BB-9AB6-B5FD238A462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910010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3152219-C402-EC6F-F388-89DA690A4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D468EE9-9FC1-C085-3B8A-D5F3037398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F24CC07-D9F0-698E-2D02-8E2C5B4FFE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49D8DAB3-FAA6-5D79-4D58-B12B84C0BD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8158A243-1CBA-A4E5-82F3-38D5C13FDF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62E44081-B958-2196-7274-0D79FB1EF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BB525-CABF-4821-9DC2-798D1C6E38D2}" type="datetimeFigureOut">
              <a:rPr lang="en-IN" smtClean="0"/>
              <a:pPr/>
              <a:t>24-10-2025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CE3A0C55-9D75-DA1F-F2EF-BFFB930D7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A10B22E5-6427-9074-19A5-7F536B4F1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65F58-1B5F-41BB-9AB6-B5FD238A462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248107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01E6E1-C4D3-9550-62EB-FDDE26D94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2A9C0F5E-7779-0EBD-F1E1-56857938C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BB525-CABF-4821-9DC2-798D1C6E38D2}" type="datetimeFigureOut">
              <a:rPr lang="en-IN" smtClean="0"/>
              <a:pPr/>
              <a:t>24-10-2025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9C4ED4C7-5CFE-E6A1-36EC-BF1F23B03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315F648C-B9B6-D396-884B-D8E2C37F1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65F58-1B5F-41BB-9AB6-B5FD238A462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16099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EA2D6285-A6FB-BE8A-68AC-DE0A858E1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BB525-CABF-4821-9DC2-798D1C6E38D2}" type="datetimeFigureOut">
              <a:rPr lang="en-IN" smtClean="0"/>
              <a:pPr/>
              <a:t>24-10-2025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C48965C9-EA97-E2C1-A835-C8979D32D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99B2C96-324F-45FB-95CD-35FB0AD5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65F58-1B5F-41BB-9AB6-B5FD238A462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528695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F033EA9-975D-B40F-7963-1E6FA6F7F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19CE3AE-9577-6D01-EB5F-F54C6A8C57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9A5ED22A-C056-BECB-1DBF-0A8F70C560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1B20E55-A7CB-36F2-C265-A007175DF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BB525-CABF-4821-9DC2-798D1C6E38D2}" type="datetimeFigureOut">
              <a:rPr lang="en-IN" smtClean="0"/>
              <a:pPr/>
              <a:t>24-10-2025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2B9DD46-CF63-6636-6AA8-FD0400B62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72C49E7-D5E9-48D5-5DFA-15291B32A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65F58-1B5F-41BB-9AB6-B5FD238A462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210518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D0EF1CC-4BE9-D5CD-ECDD-C0920ED85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EE4DB08A-4585-0F85-3D66-13A063C560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928C4F44-5D63-F3E1-514B-5A414099A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D0C256C-7B7B-3DAB-43A0-613CB1505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BB525-CABF-4821-9DC2-798D1C6E38D2}" type="datetimeFigureOut">
              <a:rPr lang="en-IN" smtClean="0"/>
              <a:pPr/>
              <a:t>24-10-2025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5A9C67C-E5EA-891E-77A8-0E0CD6D32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F53E0DE-C1A4-8C2C-C93C-CE3B75A3F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65F58-1B5F-41BB-9AB6-B5FD238A462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090495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73D3F43-74B9-317F-7A7F-C373AA22C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2F3BCAC1-F34E-9C55-0B88-58FFFC1A8C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ABFB04F-640C-FBDD-E82A-3F29D7340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BB525-CABF-4821-9DC2-798D1C6E38D2}" type="datetimeFigureOut">
              <a:rPr lang="en-IN" smtClean="0"/>
              <a:pPr/>
              <a:t>24-10-2025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C1BBD9D-C944-5430-C2A4-6624A4D08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9E2C049-7731-F449-B888-501AC1ED0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65F58-1B5F-41BB-9AB6-B5FD238A462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476808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608ACD71-A2EE-0992-12B7-F11B110F57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6715939B-6E27-436D-172D-28FD1CE002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346048A-F288-17F8-F1D8-FABAF7C26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BB525-CABF-4821-9DC2-798D1C6E38D2}" type="datetimeFigureOut">
              <a:rPr lang="en-IN" smtClean="0"/>
              <a:pPr/>
              <a:t>24-10-2025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73C9DC3-01FC-6D20-F786-706643E2D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FEA2DB4-C967-A359-295B-F8F89123E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65F58-1B5F-41BB-9AB6-B5FD238A462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053943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9C5FC153-6DC6-58C6-19BE-38562717A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03306AE-E58C-5EBD-908F-09B3766F3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417EC62-156B-702C-85A9-DF8EC3FCE6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EBB525-CABF-4821-9DC2-798D1C6E38D2}" type="datetimeFigureOut">
              <a:rPr lang="en-IN" smtClean="0"/>
              <a:pPr/>
              <a:t>24-10-2025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7280242-2989-A985-8D57-B476380A60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758F30D-FD44-5C88-7E6D-60F335EE5A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65F58-1B5F-41BB-9AB6-B5FD238A462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317273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351585" y="476673"/>
            <a:ext cx="7344815" cy="468052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135560" y="4941169"/>
            <a:ext cx="5328592" cy="1138773"/>
          </a:xfrm>
          <a:prstGeom prst="rect">
            <a:avLst/>
          </a:prstGeom>
          <a:ln w="12700">
            <a:noFill/>
          </a:ln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tx2">
                    <a:lumMod val="75000"/>
                  </a:schemeClr>
                </a:solidFill>
                <a:latin typeface="Baskerville Old Face" panose="02020602080505020303" pitchFamily="18" charset="0"/>
              </a:rPr>
              <a:t>Automation Testing</a:t>
            </a:r>
          </a:p>
          <a:p>
            <a:r>
              <a:rPr lang="en-IN" sz="3200" b="1" dirty="0">
                <a:solidFill>
                  <a:schemeClr val="tx2">
                    <a:lumMod val="75000"/>
                  </a:schemeClr>
                </a:solidFill>
                <a:latin typeface="Baskerville Old Face" panose="02020602080505020303" pitchFamily="18" charset="0"/>
              </a:rPr>
              <a:t>          </a:t>
            </a:r>
            <a:r>
              <a:rPr lang="en-IN" sz="2600" b="1" dirty="0">
                <a:solidFill>
                  <a:srgbClr val="FF0000"/>
                </a:solidFill>
                <a:latin typeface="Baskerville Old Face" panose="02020602080505020303" pitchFamily="18" charset="0"/>
              </a:rPr>
              <a:t>By- Manas </a:t>
            </a:r>
          </a:p>
        </p:txBody>
      </p:sp>
    </p:spTree>
    <p:extLst>
      <p:ext uri="{BB962C8B-B14F-4D97-AF65-F5344CB8AC3E}">
        <p14:creationId xmlns:p14="http://schemas.microsoft.com/office/powerpoint/2010/main" xmlns="" val="2356061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7">
            <a:extLst>
              <a:ext uri="{FF2B5EF4-FFF2-40B4-BE49-F238E27FC236}">
                <a16:creationId xmlns:a16="http://schemas.microsoft.com/office/drawing/2014/main" xmlns="" id="{827B839B-9ADE-406B-8590-F1CAEDED45A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45">
            <a:extLst>
              <a:ext uri="{FF2B5EF4-FFF2-40B4-BE49-F238E27FC236}">
                <a16:creationId xmlns:a16="http://schemas.microsoft.com/office/drawing/2014/main" xmlns="" id="{CFE45BF0-46DB-408C-B5F7-7B11716805D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Freeform 46">
            <a:extLst>
              <a:ext uri="{FF2B5EF4-FFF2-40B4-BE49-F238E27FC236}">
                <a16:creationId xmlns:a16="http://schemas.microsoft.com/office/drawing/2014/main" xmlns="" id="{2AEBC8F2-97B1-41B4-93F1-2D289E197F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Freeform 47">
            <a:extLst>
              <a:ext uri="{FF2B5EF4-FFF2-40B4-BE49-F238E27FC236}">
                <a16:creationId xmlns:a16="http://schemas.microsoft.com/office/drawing/2014/main" xmlns="" id="{472E3A19-F5D5-48FC-BB9C-48C2F68F598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44">
            <a:extLst>
              <a:ext uri="{FF2B5EF4-FFF2-40B4-BE49-F238E27FC236}">
                <a16:creationId xmlns:a16="http://schemas.microsoft.com/office/drawing/2014/main" xmlns="" id="{7A62E32F-BB65-43A8-8EB5-92346890E54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14E91B64-9FCC-451E-AFB4-A827D632936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5ADF5C6F-27D5-F565-7CFE-59B0029B1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127" y="857998"/>
            <a:ext cx="10264697" cy="1212102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HANDLING MULTIPLE WINDOWS</a:t>
            </a:r>
            <a:br>
              <a:rPr lang="en-US" sz="4000" dirty="0">
                <a:solidFill>
                  <a:srgbClr val="FFFFFF"/>
                </a:solidFill>
              </a:rPr>
            </a:br>
            <a:endParaRPr lang="en-IN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97F12C3-BE43-99F2-2BFE-C70AE0657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8637" y="2378076"/>
            <a:ext cx="9708995" cy="292718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dirty="0"/>
              <a:t>We are using this option to handle multiple windows in </a:t>
            </a:r>
            <a:r>
              <a:rPr lang="en-US" sz="2400" dirty="0" err="1"/>
              <a:t>webdriver</a:t>
            </a:r>
            <a:r>
              <a:rPr lang="en-US" sz="2400" dirty="0"/>
              <a:t>. Sometimes during run time, we need to work on multiple windows (more than 1 window). In that case we need to first count number of windows using </a:t>
            </a:r>
            <a:r>
              <a:rPr lang="en-US" sz="2400" b="1" dirty="0"/>
              <a:t>“getWindowhandles” </a:t>
            </a:r>
            <a:r>
              <a:rPr lang="en-US" sz="2400" dirty="0"/>
              <a:t>method and we can work on multiple windows.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xmlns="" val="2365909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9691FD62-67E6-C938-F142-5B2100E2B85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867853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BACFFAC7-F117-A420-4FCF-69851162444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75901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xmlns="" id="{69D184B2-2226-4E31-BCCB-44433076744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xmlns="" id="{1AC4D4E3-486A-464A-8EC8-D4488109726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11">
            <a:extLst>
              <a:ext uri="{FF2B5EF4-FFF2-40B4-BE49-F238E27FC236}">
                <a16:creationId xmlns:a16="http://schemas.microsoft.com/office/drawing/2014/main" xmlns="" id="{864DE13E-58EB-4475-B79C-0D4FC651239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0A36CB55-9DF9-26C8-C011-8B92CB1EF17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63578" y="2421748"/>
            <a:ext cx="9664846" cy="183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846449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20">
            <a:extLst>
              <a:ext uri="{FF2B5EF4-FFF2-40B4-BE49-F238E27FC236}">
                <a16:creationId xmlns:a16="http://schemas.microsoft.com/office/drawing/2014/main" xmlns="" id="{100EDD19-6802-4EC3-95CE-CFFAB042CF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sketch line">
            <a:extLst>
              <a:ext uri="{FF2B5EF4-FFF2-40B4-BE49-F238E27FC236}">
                <a16:creationId xmlns:a16="http://schemas.microsoft.com/office/drawing/2014/main" xmlns="" id="{DB17E863-922E-4C26-BD64-E8FD41D2866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2">
            <a:extLst>
              <a:ext uri="{FF2B5EF4-FFF2-40B4-BE49-F238E27FC236}">
                <a16:creationId xmlns:a16="http://schemas.microsoft.com/office/drawing/2014/main" xmlns="" id="{946ABE03-B7EF-3612-62CE-C7931382A0C0}"/>
              </a:ext>
            </a:extLst>
          </p:cNvPr>
          <p:cNvSpPr txBox="1"/>
          <p:nvPr/>
        </p:nvSpPr>
        <p:spPr>
          <a:xfrm>
            <a:off x="838200" y="1929384"/>
            <a:ext cx="10515600" cy="4251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FAQ’s: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dirty="0"/>
              <a:t>1. How to handle multiple windows in </a:t>
            </a:r>
            <a:r>
              <a:rPr lang="en-US" sz="2200" dirty="0" smtClean="0"/>
              <a:t>Web driver?</a:t>
            </a:r>
            <a:endParaRPr lang="en-US" sz="22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dirty="0"/>
              <a:t>2. Prepare program to close all opened windows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dirty="0"/>
              <a:t>3. Diff between close() and quit() </a:t>
            </a:r>
            <a:r>
              <a:rPr lang="en-US" sz="2200" dirty="0" smtClean="0"/>
              <a:t>method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IN" sz="2200" dirty="0" smtClean="0"/>
              <a:t>4. Diff between </a:t>
            </a:r>
            <a:r>
              <a:rPr lang="en-IN" sz="2200" dirty="0" err="1" smtClean="0"/>
              <a:t>getWindowHandle</a:t>
            </a:r>
            <a:r>
              <a:rPr lang="en-IN" sz="2200" dirty="0" smtClean="0"/>
              <a:t>() and </a:t>
            </a:r>
            <a:r>
              <a:rPr lang="en-IN" sz="2200" dirty="0" err="1" smtClean="0"/>
              <a:t>getWindowHandles</a:t>
            </a:r>
            <a:r>
              <a:rPr lang="en-IN" sz="2200" smtClean="0"/>
              <a:t>()  method.</a:t>
            </a:r>
            <a:endParaRPr lang="en-US" sz="22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dirty="0"/>
              <a:t>4. Prepare program to close only window which title contains “Sample”</a:t>
            </a:r>
          </a:p>
        </p:txBody>
      </p:sp>
    </p:spTree>
    <p:extLst>
      <p:ext uri="{BB962C8B-B14F-4D97-AF65-F5344CB8AC3E}">
        <p14:creationId xmlns:p14="http://schemas.microsoft.com/office/powerpoint/2010/main" xmlns="" val="1848264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119</Words>
  <Application>Microsoft Office PowerPoint</Application>
  <PresentationFormat>Custom</PresentationFormat>
  <Paragraphs>11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Slide 1</vt:lpstr>
      <vt:lpstr>HANDLING MULTIPLE WINDOWS 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Manas Tuwani</dc:creator>
  <cp:lastModifiedBy>Manas Tuwani</cp:lastModifiedBy>
  <cp:revision>6</cp:revision>
  <dcterms:created xsi:type="dcterms:W3CDTF">2022-06-10T15:18:42Z</dcterms:created>
  <dcterms:modified xsi:type="dcterms:W3CDTF">2025-10-24T16:34:27Z</dcterms:modified>
</cp:coreProperties>
</file>