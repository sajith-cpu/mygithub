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73" r:id="rId3"/>
    <p:sldId id="274" r:id="rId4"/>
    <p:sldId id="275" r:id="rId5"/>
    <p:sldId id="278" r:id="rId6"/>
    <p:sldId id="276" r:id="rId7"/>
    <p:sldId id="27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B060D9D3-7325-4783-AA34-75435D7ADC31}"/>
    <pc:docChg chg="undo custSel addSld delSld">
      <pc:chgData name="Manas Tuwani" userId="5d421215-a11f-4a6e-90ca-e8ac2213fab6" providerId="ADAL" clId="{B060D9D3-7325-4783-AA34-75435D7ADC31}" dt="2024-02-11T12:11:15.013" v="2" actId="47"/>
      <pc:docMkLst>
        <pc:docMk/>
      </pc:docMkLst>
      <pc:sldChg chg="add del">
        <pc:chgData name="Manas Tuwani" userId="5d421215-a11f-4a6e-90ca-e8ac2213fab6" providerId="ADAL" clId="{B060D9D3-7325-4783-AA34-75435D7ADC31}" dt="2024-02-11T12:11:15.013" v="2" actId="47"/>
        <pc:sldMkLst>
          <pc:docMk/>
          <pc:sldMk cId="1823586179" sldId="279"/>
        </pc:sldMkLst>
      </pc:sldChg>
    </pc:docChg>
  </pc:docChgLst>
  <pc:docChgLst>
    <pc:chgData name="Manas Tuwani" userId="5d421215-a11f-4a6e-90ca-e8ac2213fab6" providerId="ADAL" clId="{C9235379-9B5C-4AC6-AE5D-324BBB66A185}"/>
    <pc:docChg chg="addSld modSld sldOrd">
      <pc:chgData name="Manas Tuwani" userId="5d421215-a11f-4a6e-90ca-e8ac2213fab6" providerId="ADAL" clId="{C9235379-9B5C-4AC6-AE5D-324BBB66A185}" dt="2023-01-29T06:48:10.797" v="12" actId="20577"/>
      <pc:docMkLst>
        <pc:docMk/>
      </pc:docMkLst>
      <pc:sldChg chg="modSp mod">
        <pc:chgData name="Manas Tuwani" userId="5d421215-a11f-4a6e-90ca-e8ac2213fab6" providerId="ADAL" clId="{C9235379-9B5C-4AC6-AE5D-324BBB66A185}" dt="2023-01-29T06:48:10.797" v="12" actId="20577"/>
        <pc:sldMkLst>
          <pc:docMk/>
          <pc:sldMk cId="3214296277" sldId="276"/>
        </pc:sldMkLst>
        <pc:spChg chg="mod">
          <ac:chgData name="Manas Tuwani" userId="5d421215-a11f-4a6e-90ca-e8ac2213fab6" providerId="ADAL" clId="{C9235379-9B5C-4AC6-AE5D-324BBB66A185}" dt="2023-01-29T06:48:10.797" v="12" actId="20577"/>
          <ac:spMkLst>
            <pc:docMk/>
            <pc:sldMk cId="3214296277" sldId="276"/>
            <ac:spMk id="3" creationId="{0E8C0A5C-7BE1-CD1D-E845-8BA8AB4A77C9}"/>
          </ac:spMkLst>
        </pc:spChg>
      </pc:sldChg>
      <pc:sldChg chg="addSp new mod ord">
        <pc:chgData name="Manas Tuwani" userId="5d421215-a11f-4a6e-90ca-e8ac2213fab6" providerId="ADAL" clId="{C9235379-9B5C-4AC6-AE5D-324BBB66A185}" dt="2023-01-29T06:47:47.800" v="3"/>
        <pc:sldMkLst>
          <pc:docMk/>
          <pc:sldMk cId="3554530405" sldId="278"/>
        </pc:sldMkLst>
        <pc:picChg chg="add">
          <ac:chgData name="Manas Tuwani" userId="5d421215-a11f-4a6e-90ca-e8ac2213fab6" providerId="ADAL" clId="{C9235379-9B5C-4AC6-AE5D-324BBB66A185}" dt="2023-01-29T06:47:20.039" v="1" actId="22"/>
          <ac:picMkLst>
            <pc:docMk/>
            <pc:sldMk cId="3554530405" sldId="278"/>
            <ac:picMk id="3" creationId="{FB1ABEEC-2083-CBDF-98DD-1257CFBC2872}"/>
          </ac:picMkLst>
        </pc:picChg>
      </pc:sldChg>
    </pc:docChg>
  </pc:docChgLst>
  <pc:docChgLst>
    <pc:chgData name="Manas Tuwani" userId="5d421215-a11f-4a6e-90ca-e8ac2213fab6" providerId="ADAL" clId="{5A017C87-E801-4A49-AF52-B18CDDF303E4}"/>
    <pc:docChg chg="undo custSel addSld modSld">
      <pc:chgData name="Manas Tuwani" userId="5d421215-a11f-4a6e-90ca-e8ac2213fab6" providerId="ADAL" clId="{5A017C87-E801-4A49-AF52-B18CDDF303E4}" dt="2023-07-31T14:52:41.818" v="41" actId="1076"/>
      <pc:docMkLst>
        <pc:docMk/>
      </pc:docMkLst>
      <pc:sldChg chg="addSp delSp modSp new mod setBg">
        <pc:chgData name="Manas Tuwani" userId="5d421215-a11f-4a6e-90ca-e8ac2213fab6" providerId="ADAL" clId="{5A017C87-E801-4A49-AF52-B18CDDF303E4}" dt="2023-07-31T14:52:41.818" v="41" actId="1076"/>
        <pc:sldMkLst>
          <pc:docMk/>
          <pc:sldMk cId="1823586179" sldId="279"/>
        </pc:sldMkLst>
        <pc:spChg chg="mod">
          <ac:chgData name="Manas Tuwani" userId="5d421215-a11f-4a6e-90ca-e8ac2213fab6" providerId="ADAL" clId="{5A017C87-E801-4A49-AF52-B18CDDF303E4}" dt="2023-07-31T14:52:19.452" v="35" actId="26606"/>
          <ac:spMkLst>
            <pc:docMk/>
            <pc:sldMk cId="1823586179" sldId="279"/>
            <ac:spMk id="2" creationId="{55CC0C36-C54D-DC64-D934-0A5DC3387E75}"/>
          </ac:spMkLst>
        </pc:spChg>
        <pc:spChg chg="del mod">
          <ac:chgData name="Manas Tuwani" userId="5d421215-a11f-4a6e-90ca-e8ac2213fab6" providerId="ADAL" clId="{5A017C87-E801-4A49-AF52-B18CDDF303E4}" dt="2023-07-31T14:32:56.358" v="2" actId="22"/>
          <ac:spMkLst>
            <pc:docMk/>
            <pc:sldMk cId="1823586179" sldId="279"/>
            <ac:spMk id="3" creationId="{922E6DA6-F639-1A13-25F5-6C9921B1151A}"/>
          </ac:spMkLst>
        </pc:spChg>
        <pc:spChg chg="add del">
          <ac:chgData name="Manas Tuwani" userId="5d421215-a11f-4a6e-90ca-e8ac2213fab6" providerId="ADAL" clId="{5A017C87-E801-4A49-AF52-B18CDDF303E4}" dt="2023-07-31T14:52:19.444" v="34" actId="26606"/>
          <ac:spMkLst>
            <pc:docMk/>
            <pc:sldMk cId="1823586179" sldId="279"/>
            <ac:spMk id="10" creationId="{D12DDE76-C203-4047-9998-63900085B5E8}"/>
          </ac:spMkLst>
        </pc:spChg>
        <pc:spChg chg="add">
          <ac:chgData name="Manas Tuwani" userId="5d421215-a11f-4a6e-90ca-e8ac2213fab6" providerId="ADAL" clId="{5A017C87-E801-4A49-AF52-B18CDDF303E4}" dt="2023-07-31T14:52:19.452" v="35" actId="26606"/>
          <ac:spMkLst>
            <pc:docMk/>
            <pc:sldMk cId="1823586179" sldId="279"/>
            <ac:spMk id="12" creationId="{A4AC5506-6312-4701-8D3C-40187889A947}"/>
          </ac:spMkLst>
        </pc:spChg>
        <pc:picChg chg="add mod ord">
          <ac:chgData name="Manas Tuwani" userId="5d421215-a11f-4a6e-90ca-e8ac2213fab6" providerId="ADAL" clId="{5A017C87-E801-4A49-AF52-B18CDDF303E4}" dt="2023-07-31T14:52:41.818" v="41" actId="1076"/>
          <ac:picMkLst>
            <pc:docMk/>
            <pc:sldMk cId="1823586179" sldId="279"/>
            <ac:picMk id="5" creationId="{D7AB66F8-83D6-7B3A-44FD-2E234157484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A05321-F966-A684-9B8C-0FAEB95F2A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884026AE-8E9D-2BF7-729D-1841F3B7DC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32DA6DC3-825D-EF04-FF37-FD94F3A7B498}"/>
              </a:ext>
            </a:extLst>
          </p:cNvPr>
          <p:cNvSpPr>
            <a:spLocks noGrp="1"/>
          </p:cNvSpPr>
          <p:nvPr>
            <p:ph type="dt" sz="half" idx="10"/>
          </p:nvPr>
        </p:nvSpPr>
        <p:spPr/>
        <p:txBody>
          <a:bodyPr/>
          <a:lstStyle/>
          <a:p>
            <a:fld id="{663C6843-907C-40E0-9EAD-CF61F0943A4C}" type="datetimeFigureOut">
              <a:rPr lang="en-IN" smtClean="0"/>
              <a:pPr/>
              <a:t>13-10-2025</a:t>
            </a:fld>
            <a:endParaRPr lang="en-IN"/>
          </a:p>
        </p:txBody>
      </p:sp>
      <p:sp>
        <p:nvSpPr>
          <p:cNvPr id="5" name="Footer Placeholder 4">
            <a:extLst>
              <a:ext uri="{FF2B5EF4-FFF2-40B4-BE49-F238E27FC236}">
                <a16:creationId xmlns:a16="http://schemas.microsoft.com/office/drawing/2014/main" xmlns="" id="{9041A0C2-8FAA-1374-6854-C763AC0015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28C858F-C77C-602B-96C6-55C77B6DB70D}"/>
              </a:ext>
            </a:extLst>
          </p:cNvPr>
          <p:cNvSpPr>
            <a:spLocks noGrp="1"/>
          </p:cNvSpPr>
          <p:nvPr>
            <p:ph type="sldNum" sz="quarter" idx="12"/>
          </p:nvPr>
        </p:nvSpPr>
        <p:spPr/>
        <p:txBody>
          <a:bodyPr/>
          <a:lstStyle/>
          <a:p>
            <a:fld id="{BDC50427-E8FF-4B88-A98A-96DA28ECF705}" type="slidenum">
              <a:rPr lang="en-IN" smtClean="0"/>
              <a:pPr/>
              <a:t>‹#›</a:t>
            </a:fld>
            <a:endParaRPr lang="en-IN"/>
          </a:p>
        </p:txBody>
      </p:sp>
    </p:spTree>
    <p:extLst>
      <p:ext uri="{BB962C8B-B14F-4D97-AF65-F5344CB8AC3E}">
        <p14:creationId xmlns:p14="http://schemas.microsoft.com/office/powerpoint/2010/main" xmlns="" val="2151629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541A04-0F8C-B3D1-8B5F-8D8DA704CA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8DAF466-E42E-FD7F-9765-BDFBA17F1F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E678886-4B25-E2F9-8713-3AD872EA152E}"/>
              </a:ext>
            </a:extLst>
          </p:cNvPr>
          <p:cNvSpPr>
            <a:spLocks noGrp="1"/>
          </p:cNvSpPr>
          <p:nvPr>
            <p:ph type="dt" sz="half" idx="10"/>
          </p:nvPr>
        </p:nvSpPr>
        <p:spPr/>
        <p:txBody>
          <a:bodyPr/>
          <a:lstStyle/>
          <a:p>
            <a:fld id="{663C6843-907C-40E0-9EAD-CF61F0943A4C}" type="datetimeFigureOut">
              <a:rPr lang="en-IN" smtClean="0"/>
              <a:pPr/>
              <a:t>13-10-2025</a:t>
            </a:fld>
            <a:endParaRPr lang="en-IN"/>
          </a:p>
        </p:txBody>
      </p:sp>
      <p:sp>
        <p:nvSpPr>
          <p:cNvPr id="5" name="Footer Placeholder 4">
            <a:extLst>
              <a:ext uri="{FF2B5EF4-FFF2-40B4-BE49-F238E27FC236}">
                <a16:creationId xmlns:a16="http://schemas.microsoft.com/office/drawing/2014/main" xmlns="" id="{B86849ED-AA7E-B291-1D89-54E1A59448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2671DE3-6FBF-A246-F265-02FA4AFC1875}"/>
              </a:ext>
            </a:extLst>
          </p:cNvPr>
          <p:cNvSpPr>
            <a:spLocks noGrp="1"/>
          </p:cNvSpPr>
          <p:nvPr>
            <p:ph type="sldNum" sz="quarter" idx="12"/>
          </p:nvPr>
        </p:nvSpPr>
        <p:spPr/>
        <p:txBody>
          <a:bodyPr/>
          <a:lstStyle/>
          <a:p>
            <a:fld id="{BDC50427-E8FF-4B88-A98A-96DA28ECF705}" type="slidenum">
              <a:rPr lang="en-IN" smtClean="0"/>
              <a:pPr/>
              <a:t>‹#›</a:t>
            </a:fld>
            <a:endParaRPr lang="en-IN"/>
          </a:p>
        </p:txBody>
      </p:sp>
    </p:spTree>
    <p:extLst>
      <p:ext uri="{BB962C8B-B14F-4D97-AF65-F5344CB8AC3E}">
        <p14:creationId xmlns:p14="http://schemas.microsoft.com/office/powerpoint/2010/main" xmlns="" val="2702511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761D1B-266E-C4AD-1D43-B3ED992F85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C815118-192D-3B3E-AE06-C79A1FB28E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8CEFBB69-5ECA-DF20-5CF2-3CBEACE0319D}"/>
              </a:ext>
            </a:extLst>
          </p:cNvPr>
          <p:cNvSpPr>
            <a:spLocks noGrp="1"/>
          </p:cNvSpPr>
          <p:nvPr>
            <p:ph type="dt" sz="half" idx="10"/>
          </p:nvPr>
        </p:nvSpPr>
        <p:spPr/>
        <p:txBody>
          <a:bodyPr/>
          <a:lstStyle/>
          <a:p>
            <a:fld id="{663C6843-907C-40E0-9EAD-CF61F0943A4C}" type="datetimeFigureOut">
              <a:rPr lang="en-IN" smtClean="0"/>
              <a:pPr/>
              <a:t>13-10-2025</a:t>
            </a:fld>
            <a:endParaRPr lang="en-IN"/>
          </a:p>
        </p:txBody>
      </p:sp>
      <p:sp>
        <p:nvSpPr>
          <p:cNvPr id="5" name="Footer Placeholder 4">
            <a:extLst>
              <a:ext uri="{FF2B5EF4-FFF2-40B4-BE49-F238E27FC236}">
                <a16:creationId xmlns:a16="http://schemas.microsoft.com/office/drawing/2014/main" xmlns="" id="{58F8580F-CC75-3E4C-96C5-B14542D84B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02C60A5-B8F0-16B9-2EAC-F34749A317D0}"/>
              </a:ext>
            </a:extLst>
          </p:cNvPr>
          <p:cNvSpPr>
            <a:spLocks noGrp="1"/>
          </p:cNvSpPr>
          <p:nvPr>
            <p:ph type="sldNum" sz="quarter" idx="12"/>
          </p:nvPr>
        </p:nvSpPr>
        <p:spPr/>
        <p:txBody>
          <a:bodyPr/>
          <a:lstStyle/>
          <a:p>
            <a:fld id="{BDC50427-E8FF-4B88-A98A-96DA28ECF705}" type="slidenum">
              <a:rPr lang="en-IN" smtClean="0"/>
              <a:pPr/>
              <a:t>‹#›</a:t>
            </a:fld>
            <a:endParaRPr lang="en-IN"/>
          </a:p>
        </p:txBody>
      </p:sp>
    </p:spTree>
    <p:extLst>
      <p:ext uri="{BB962C8B-B14F-4D97-AF65-F5344CB8AC3E}">
        <p14:creationId xmlns:p14="http://schemas.microsoft.com/office/powerpoint/2010/main" xmlns="" val="2258997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BE8BE0-1627-228E-623B-8FFA08E8EA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CC9733B-9942-1E0D-5540-BDA8A9DC30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2E8AEDFE-E915-CBA7-A411-B50AEF6A09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67D5D4F8-98A6-998C-B3F6-45EEF7A28A06}"/>
              </a:ext>
            </a:extLst>
          </p:cNvPr>
          <p:cNvSpPr>
            <a:spLocks noGrp="1"/>
          </p:cNvSpPr>
          <p:nvPr>
            <p:ph type="dt" sz="half" idx="10"/>
          </p:nvPr>
        </p:nvSpPr>
        <p:spPr/>
        <p:txBody>
          <a:bodyPr/>
          <a:lstStyle/>
          <a:p>
            <a:fld id="{663C6843-907C-40E0-9EAD-CF61F0943A4C}" type="datetimeFigureOut">
              <a:rPr lang="en-IN" smtClean="0"/>
              <a:pPr/>
              <a:t>13-10-2025</a:t>
            </a:fld>
            <a:endParaRPr lang="en-IN"/>
          </a:p>
        </p:txBody>
      </p:sp>
      <p:sp>
        <p:nvSpPr>
          <p:cNvPr id="6" name="Footer Placeholder 5">
            <a:extLst>
              <a:ext uri="{FF2B5EF4-FFF2-40B4-BE49-F238E27FC236}">
                <a16:creationId xmlns:a16="http://schemas.microsoft.com/office/drawing/2014/main" xmlns="" id="{56B82C7F-ABAB-843F-D9E2-C826456A67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ED9BDBE-5EB2-5503-7EE7-EF0815F059BB}"/>
              </a:ext>
            </a:extLst>
          </p:cNvPr>
          <p:cNvSpPr>
            <a:spLocks noGrp="1"/>
          </p:cNvSpPr>
          <p:nvPr>
            <p:ph type="sldNum" sz="quarter" idx="12"/>
          </p:nvPr>
        </p:nvSpPr>
        <p:spPr/>
        <p:txBody>
          <a:bodyPr/>
          <a:lstStyle/>
          <a:p>
            <a:fld id="{BDC50427-E8FF-4B88-A98A-96DA28ECF705}" type="slidenum">
              <a:rPr lang="en-IN" smtClean="0"/>
              <a:pPr/>
              <a:t>‹#›</a:t>
            </a:fld>
            <a:endParaRPr lang="en-IN"/>
          </a:p>
        </p:txBody>
      </p:sp>
    </p:spTree>
    <p:extLst>
      <p:ext uri="{BB962C8B-B14F-4D97-AF65-F5344CB8AC3E}">
        <p14:creationId xmlns:p14="http://schemas.microsoft.com/office/powerpoint/2010/main" xmlns="" val="49932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E41E2B-6D8A-3B5C-0C82-5CB508B013E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6F494DD-C475-FD33-4DD9-DEB89F569F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F7B40B7-7787-EA02-A507-2561347FEC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EB163E43-68D6-DF75-0744-F32F0E9D13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E7E75CA-DC0D-B426-33E6-95528AD724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8C3E8A27-2280-FF78-E617-B172CBA4D6A2}"/>
              </a:ext>
            </a:extLst>
          </p:cNvPr>
          <p:cNvSpPr>
            <a:spLocks noGrp="1"/>
          </p:cNvSpPr>
          <p:nvPr>
            <p:ph type="dt" sz="half" idx="10"/>
          </p:nvPr>
        </p:nvSpPr>
        <p:spPr/>
        <p:txBody>
          <a:bodyPr/>
          <a:lstStyle/>
          <a:p>
            <a:fld id="{663C6843-907C-40E0-9EAD-CF61F0943A4C}" type="datetimeFigureOut">
              <a:rPr lang="en-IN" smtClean="0"/>
              <a:pPr/>
              <a:t>13-10-2025</a:t>
            </a:fld>
            <a:endParaRPr lang="en-IN"/>
          </a:p>
        </p:txBody>
      </p:sp>
      <p:sp>
        <p:nvSpPr>
          <p:cNvPr id="8" name="Footer Placeholder 7">
            <a:extLst>
              <a:ext uri="{FF2B5EF4-FFF2-40B4-BE49-F238E27FC236}">
                <a16:creationId xmlns:a16="http://schemas.microsoft.com/office/drawing/2014/main" xmlns="" id="{D8E43749-3180-5BB8-E0EF-97283208EC7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4790FD37-83E0-2513-316C-1D2DF6DC0CA8}"/>
              </a:ext>
            </a:extLst>
          </p:cNvPr>
          <p:cNvSpPr>
            <a:spLocks noGrp="1"/>
          </p:cNvSpPr>
          <p:nvPr>
            <p:ph type="sldNum" sz="quarter" idx="12"/>
          </p:nvPr>
        </p:nvSpPr>
        <p:spPr/>
        <p:txBody>
          <a:bodyPr/>
          <a:lstStyle/>
          <a:p>
            <a:fld id="{BDC50427-E8FF-4B88-A98A-96DA28ECF705}" type="slidenum">
              <a:rPr lang="en-IN" smtClean="0"/>
              <a:pPr/>
              <a:t>‹#›</a:t>
            </a:fld>
            <a:endParaRPr lang="en-IN"/>
          </a:p>
        </p:txBody>
      </p:sp>
    </p:spTree>
    <p:extLst>
      <p:ext uri="{BB962C8B-B14F-4D97-AF65-F5344CB8AC3E}">
        <p14:creationId xmlns:p14="http://schemas.microsoft.com/office/powerpoint/2010/main" xmlns="" val="2465249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50985A-DCCB-CBCF-04FA-590055BAC5E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80F16682-D782-DE96-5A3F-0D591CFB5135}"/>
              </a:ext>
            </a:extLst>
          </p:cNvPr>
          <p:cNvSpPr>
            <a:spLocks noGrp="1"/>
          </p:cNvSpPr>
          <p:nvPr>
            <p:ph type="dt" sz="half" idx="10"/>
          </p:nvPr>
        </p:nvSpPr>
        <p:spPr/>
        <p:txBody>
          <a:bodyPr/>
          <a:lstStyle/>
          <a:p>
            <a:fld id="{663C6843-907C-40E0-9EAD-CF61F0943A4C}" type="datetimeFigureOut">
              <a:rPr lang="en-IN" smtClean="0"/>
              <a:pPr/>
              <a:t>13-10-2025</a:t>
            </a:fld>
            <a:endParaRPr lang="en-IN"/>
          </a:p>
        </p:txBody>
      </p:sp>
      <p:sp>
        <p:nvSpPr>
          <p:cNvPr id="4" name="Footer Placeholder 3">
            <a:extLst>
              <a:ext uri="{FF2B5EF4-FFF2-40B4-BE49-F238E27FC236}">
                <a16:creationId xmlns:a16="http://schemas.microsoft.com/office/drawing/2014/main" xmlns="" id="{C666D4A6-2754-7C73-64F5-53141D563ED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E13142F1-9C45-7861-3F4C-5476B7C87E4C}"/>
              </a:ext>
            </a:extLst>
          </p:cNvPr>
          <p:cNvSpPr>
            <a:spLocks noGrp="1"/>
          </p:cNvSpPr>
          <p:nvPr>
            <p:ph type="sldNum" sz="quarter" idx="12"/>
          </p:nvPr>
        </p:nvSpPr>
        <p:spPr/>
        <p:txBody>
          <a:bodyPr/>
          <a:lstStyle/>
          <a:p>
            <a:fld id="{BDC50427-E8FF-4B88-A98A-96DA28ECF705}" type="slidenum">
              <a:rPr lang="en-IN" smtClean="0"/>
              <a:pPr/>
              <a:t>‹#›</a:t>
            </a:fld>
            <a:endParaRPr lang="en-IN"/>
          </a:p>
        </p:txBody>
      </p:sp>
    </p:spTree>
    <p:extLst>
      <p:ext uri="{BB962C8B-B14F-4D97-AF65-F5344CB8AC3E}">
        <p14:creationId xmlns:p14="http://schemas.microsoft.com/office/powerpoint/2010/main" xmlns="" val="3335102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29E1DD9B-8EC2-2942-6623-F433C2606E11}"/>
              </a:ext>
            </a:extLst>
          </p:cNvPr>
          <p:cNvSpPr>
            <a:spLocks noGrp="1"/>
          </p:cNvSpPr>
          <p:nvPr>
            <p:ph type="dt" sz="half" idx="10"/>
          </p:nvPr>
        </p:nvSpPr>
        <p:spPr/>
        <p:txBody>
          <a:bodyPr/>
          <a:lstStyle/>
          <a:p>
            <a:fld id="{663C6843-907C-40E0-9EAD-CF61F0943A4C}" type="datetimeFigureOut">
              <a:rPr lang="en-IN" smtClean="0"/>
              <a:pPr/>
              <a:t>13-10-2025</a:t>
            </a:fld>
            <a:endParaRPr lang="en-IN"/>
          </a:p>
        </p:txBody>
      </p:sp>
      <p:sp>
        <p:nvSpPr>
          <p:cNvPr id="3" name="Footer Placeholder 2">
            <a:extLst>
              <a:ext uri="{FF2B5EF4-FFF2-40B4-BE49-F238E27FC236}">
                <a16:creationId xmlns:a16="http://schemas.microsoft.com/office/drawing/2014/main" xmlns="" id="{C6D09FE9-C8DA-477A-BD2A-6F23553C2D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1C55C607-782F-B7D8-86C8-2E1968AA8BCC}"/>
              </a:ext>
            </a:extLst>
          </p:cNvPr>
          <p:cNvSpPr>
            <a:spLocks noGrp="1"/>
          </p:cNvSpPr>
          <p:nvPr>
            <p:ph type="sldNum" sz="quarter" idx="12"/>
          </p:nvPr>
        </p:nvSpPr>
        <p:spPr/>
        <p:txBody>
          <a:bodyPr/>
          <a:lstStyle/>
          <a:p>
            <a:fld id="{BDC50427-E8FF-4B88-A98A-96DA28ECF705}" type="slidenum">
              <a:rPr lang="en-IN" smtClean="0"/>
              <a:pPr/>
              <a:t>‹#›</a:t>
            </a:fld>
            <a:endParaRPr lang="en-IN"/>
          </a:p>
        </p:txBody>
      </p:sp>
    </p:spTree>
    <p:extLst>
      <p:ext uri="{BB962C8B-B14F-4D97-AF65-F5344CB8AC3E}">
        <p14:creationId xmlns:p14="http://schemas.microsoft.com/office/powerpoint/2010/main" xmlns="" val="1047836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5B533A-037E-E1F5-A708-D82BD4106B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DF31587-BBC6-385B-708E-4F30D62688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F5C9AE75-E0D4-0B8E-D4E9-AF87C91E85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655EF5A-7E91-5047-3AD2-B2CC23B0CD82}"/>
              </a:ext>
            </a:extLst>
          </p:cNvPr>
          <p:cNvSpPr>
            <a:spLocks noGrp="1"/>
          </p:cNvSpPr>
          <p:nvPr>
            <p:ph type="dt" sz="half" idx="10"/>
          </p:nvPr>
        </p:nvSpPr>
        <p:spPr/>
        <p:txBody>
          <a:bodyPr/>
          <a:lstStyle/>
          <a:p>
            <a:fld id="{663C6843-907C-40E0-9EAD-CF61F0943A4C}" type="datetimeFigureOut">
              <a:rPr lang="en-IN" smtClean="0"/>
              <a:pPr/>
              <a:t>13-10-2025</a:t>
            </a:fld>
            <a:endParaRPr lang="en-IN"/>
          </a:p>
        </p:txBody>
      </p:sp>
      <p:sp>
        <p:nvSpPr>
          <p:cNvPr id="6" name="Footer Placeholder 5">
            <a:extLst>
              <a:ext uri="{FF2B5EF4-FFF2-40B4-BE49-F238E27FC236}">
                <a16:creationId xmlns:a16="http://schemas.microsoft.com/office/drawing/2014/main" xmlns="" id="{73D0E1C0-1F78-44C2-28DF-B00C4792CF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A59D82E7-247F-C25D-1383-597B3349BF49}"/>
              </a:ext>
            </a:extLst>
          </p:cNvPr>
          <p:cNvSpPr>
            <a:spLocks noGrp="1"/>
          </p:cNvSpPr>
          <p:nvPr>
            <p:ph type="sldNum" sz="quarter" idx="12"/>
          </p:nvPr>
        </p:nvSpPr>
        <p:spPr/>
        <p:txBody>
          <a:bodyPr/>
          <a:lstStyle/>
          <a:p>
            <a:fld id="{BDC50427-E8FF-4B88-A98A-96DA28ECF705}" type="slidenum">
              <a:rPr lang="en-IN" smtClean="0"/>
              <a:pPr/>
              <a:t>‹#›</a:t>
            </a:fld>
            <a:endParaRPr lang="en-IN"/>
          </a:p>
        </p:txBody>
      </p:sp>
    </p:spTree>
    <p:extLst>
      <p:ext uri="{BB962C8B-B14F-4D97-AF65-F5344CB8AC3E}">
        <p14:creationId xmlns:p14="http://schemas.microsoft.com/office/powerpoint/2010/main" xmlns="" val="3820711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32F0F1-7726-4406-D2A6-D5CD4059B5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23F5D9C4-CD2B-E936-C492-5B48F3005F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9BF93172-1F90-17E2-3C02-74CBE5C048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5EF495B-6542-56C6-570D-3992FE143B73}"/>
              </a:ext>
            </a:extLst>
          </p:cNvPr>
          <p:cNvSpPr>
            <a:spLocks noGrp="1"/>
          </p:cNvSpPr>
          <p:nvPr>
            <p:ph type="dt" sz="half" idx="10"/>
          </p:nvPr>
        </p:nvSpPr>
        <p:spPr/>
        <p:txBody>
          <a:bodyPr/>
          <a:lstStyle/>
          <a:p>
            <a:fld id="{663C6843-907C-40E0-9EAD-CF61F0943A4C}" type="datetimeFigureOut">
              <a:rPr lang="en-IN" smtClean="0"/>
              <a:pPr/>
              <a:t>13-10-2025</a:t>
            </a:fld>
            <a:endParaRPr lang="en-IN"/>
          </a:p>
        </p:txBody>
      </p:sp>
      <p:sp>
        <p:nvSpPr>
          <p:cNvPr id="6" name="Footer Placeholder 5">
            <a:extLst>
              <a:ext uri="{FF2B5EF4-FFF2-40B4-BE49-F238E27FC236}">
                <a16:creationId xmlns:a16="http://schemas.microsoft.com/office/drawing/2014/main" xmlns="" id="{C822E760-9B50-75FD-06ED-320BEDF0F7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8EAC2EA-3DD6-4637-FB59-7B9FBDCAD150}"/>
              </a:ext>
            </a:extLst>
          </p:cNvPr>
          <p:cNvSpPr>
            <a:spLocks noGrp="1"/>
          </p:cNvSpPr>
          <p:nvPr>
            <p:ph type="sldNum" sz="quarter" idx="12"/>
          </p:nvPr>
        </p:nvSpPr>
        <p:spPr/>
        <p:txBody>
          <a:bodyPr/>
          <a:lstStyle/>
          <a:p>
            <a:fld id="{BDC50427-E8FF-4B88-A98A-96DA28ECF705}" type="slidenum">
              <a:rPr lang="en-IN" smtClean="0"/>
              <a:pPr/>
              <a:t>‹#›</a:t>
            </a:fld>
            <a:endParaRPr lang="en-IN"/>
          </a:p>
        </p:txBody>
      </p:sp>
    </p:spTree>
    <p:extLst>
      <p:ext uri="{BB962C8B-B14F-4D97-AF65-F5344CB8AC3E}">
        <p14:creationId xmlns:p14="http://schemas.microsoft.com/office/powerpoint/2010/main" xmlns="" val="1421902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3FDCE4-92A7-19D8-C9DA-125B70E180C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4BF10B8-0738-78FA-8871-0307168DFF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DD0A1EE-324F-387F-78F8-948B31EA937D}"/>
              </a:ext>
            </a:extLst>
          </p:cNvPr>
          <p:cNvSpPr>
            <a:spLocks noGrp="1"/>
          </p:cNvSpPr>
          <p:nvPr>
            <p:ph type="dt" sz="half" idx="10"/>
          </p:nvPr>
        </p:nvSpPr>
        <p:spPr/>
        <p:txBody>
          <a:bodyPr/>
          <a:lstStyle/>
          <a:p>
            <a:fld id="{663C6843-907C-40E0-9EAD-CF61F0943A4C}" type="datetimeFigureOut">
              <a:rPr lang="en-IN" smtClean="0"/>
              <a:pPr/>
              <a:t>13-10-2025</a:t>
            </a:fld>
            <a:endParaRPr lang="en-IN"/>
          </a:p>
        </p:txBody>
      </p:sp>
      <p:sp>
        <p:nvSpPr>
          <p:cNvPr id="5" name="Footer Placeholder 4">
            <a:extLst>
              <a:ext uri="{FF2B5EF4-FFF2-40B4-BE49-F238E27FC236}">
                <a16:creationId xmlns:a16="http://schemas.microsoft.com/office/drawing/2014/main" xmlns="" id="{4BB8288C-6385-8652-ECF2-C235713563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71F67C6-4D40-AE13-6E3D-97667EF69731}"/>
              </a:ext>
            </a:extLst>
          </p:cNvPr>
          <p:cNvSpPr>
            <a:spLocks noGrp="1"/>
          </p:cNvSpPr>
          <p:nvPr>
            <p:ph type="sldNum" sz="quarter" idx="12"/>
          </p:nvPr>
        </p:nvSpPr>
        <p:spPr/>
        <p:txBody>
          <a:bodyPr/>
          <a:lstStyle/>
          <a:p>
            <a:fld id="{BDC50427-E8FF-4B88-A98A-96DA28ECF705}" type="slidenum">
              <a:rPr lang="en-IN" smtClean="0"/>
              <a:pPr/>
              <a:t>‹#›</a:t>
            </a:fld>
            <a:endParaRPr lang="en-IN"/>
          </a:p>
        </p:txBody>
      </p:sp>
    </p:spTree>
    <p:extLst>
      <p:ext uri="{BB962C8B-B14F-4D97-AF65-F5344CB8AC3E}">
        <p14:creationId xmlns:p14="http://schemas.microsoft.com/office/powerpoint/2010/main" xmlns="" val="2613454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E1758C2C-FB1D-97FC-66A6-C7051AD597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CD4B5C1-7BF6-65D1-9AED-594FB5D79A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8A601C7-3556-1BF0-3C79-0B43DAB4FFB6}"/>
              </a:ext>
            </a:extLst>
          </p:cNvPr>
          <p:cNvSpPr>
            <a:spLocks noGrp="1"/>
          </p:cNvSpPr>
          <p:nvPr>
            <p:ph type="dt" sz="half" idx="10"/>
          </p:nvPr>
        </p:nvSpPr>
        <p:spPr/>
        <p:txBody>
          <a:bodyPr/>
          <a:lstStyle/>
          <a:p>
            <a:fld id="{663C6843-907C-40E0-9EAD-CF61F0943A4C}" type="datetimeFigureOut">
              <a:rPr lang="en-IN" smtClean="0"/>
              <a:pPr/>
              <a:t>13-10-2025</a:t>
            </a:fld>
            <a:endParaRPr lang="en-IN"/>
          </a:p>
        </p:txBody>
      </p:sp>
      <p:sp>
        <p:nvSpPr>
          <p:cNvPr id="5" name="Footer Placeholder 4">
            <a:extLst>
              <a:ext uri="{FF2B5EF4-FFF2-40B4-BE49-F238E27FC236}">
                <a16:creationId xmlns:a16="http://schemas.microsoft.com/office/drawing/2014/main" xmlns="" id="{FB6DD00D-0ADE-C17F-35B3-2A08C1CF80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1688921-24CC-242C-1331-8037336AC01B}"/>
              </a:ext>
            </a:extLst>
          </p:cNvPr>
          <p:cNvSpPr>
            <a:spLocks noGrp="1"/>
          </p:cNvSpPr>
          <p:nvPr>
            <p:ph type="sldNum" sz="quarter" idx="12"/>
          </p:nvPr>
        </p:nvSpPr>
        <p:spPr/>
        <p:txBody>
          <a:bodyPr/>
          <a:lstStyle/>
          <a:p>
            <a:fld id="{BDC50427-E8FF-4B88-A98A-96DA28ECF705}" type="slidenum">
              <a:rPr lang="en-IN" smtClean="0"/>
              <a:pPr/>
              <a:t>‹#›</a:t>
            </a:fld>
            <a:endParaRPr lang="en-IN"/>
          </a:p>
        </p:txBody>
      </p:sp>
    </p:spTree>
    <p:extLst>
      <p:ext uri="{BB962C8B-B14F-4D97-AF65-F5344CB8AC3E}">
        <p14:creationId xmlns:p14="http://schemas.microsoft.com/office/powerpoint/2010/main" xmlns="" val="4045613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699B47A-EE39-E438-7CEB-4FDC997796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CFA8B9D-D4AB-68F7-E84C-A2F6E7E1CA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6FB7BC7-5881-D5CE-B717-D46C75257B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3C6843-907C-40E0-9EAD-CF61F0943A4C}" type="datetimeFigureOut">
              <a:rPr lang="en-IN" smtClean="0"/>
              <a:pPr/>
              <a:t>13-10-2025</a:t>
            </a:fld>
            <a:endParaRPr lang="en-IN"/>
          </a:p>
        </p:txBody>
      </p:sp>
      <p:sp>
        <p:nvSpPr>
          <p:cNvPr id="5" name="Footer Placeholder 4">
            <a:extLst>
              <a:ext uri="{FF2B5EF4-FFF2-40B4-BE49-F238E27FC236}">
                <a16:creationId xmlns:a16="http://schemas.microsoft.com/office/drawing/2014/main" xmlns="" id="{6EB68860-7D57-0CD5-932B-313128953D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F6193F10-41B6-DBDC-3D4B-AD397EBA69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50427-E8FF-4B88-A98A-96DA28ECF705}" type="slidenum">
              <a:rPr lang="en-IN" smtClean="0"/>
              <a:pPr/>
              <a:t>‹#›</a:t>
            </a:fld>
            <a:endParaRPr lang="en-IN"/>
          </a:p>
        </p:txBody>
      </p:sp>
    </p:spTree>
    <p:extLst>
      <p:ext uri="{BB962C8B-B14F-4D97-AF65-F5344CB8AC3E}">
        <p14:creationId xmlns:p14="http://schemas.microsoft.com/office/powerpoint/2010/main" xmlns="" val="3726371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351585" y="476673"/>
            <a:ext cx="7344815" cy="4680521"/>
          </a:xfrm>
          <a:prstGeom prst="rect">
            <a:avLst/>
          </a:prstGeom>
        </p:spPr>
      </p:pic>
      <p:sp>
        <p:nvSpPr>
          <p:cNvPr id="5" name="Rectangle 4"/>
          <p:cNvSpPr/>
          <p:nvPr/>
        </p:nvSpPr>
        <p:spPr>
          <a:xfrm>
            <a:off x="2135560" y="4941169"/>
            <a:ext cx="5328592" cy="1138773"/>
          </a:xfrm>
          <a:prstGeom prst="rect">
            <a:avLst/>
          </a:prstGeom>
          <a:ln w="12700">
            <a:noFill/>
          </a:ln>
        </p:spPr>
        <p:txBody>
          <a:bodyPr wrap="square">
            <a:spAutoFit/>
          </a:bodyPr>
          <a:lstStyle/>
          <a:p>
            <a:r>
              <a:rPr lang="en-IN" sz="3600" b="1" dirty="0">
                <a:solidFill>
                  <a:schemeClr val="tx2">
                    <a:lumMod val="75000"/>
                  </a:schemeClr>
                </a:solidFill>
                <a:latin typeface="Baskerville Old Face" panose="02020602080505020303" pitchFamily="18" charset="0"/>
              </a:rPr>
              <a:t>Automation Testing</a:t>
            </a:r>
          </a:p>
          <a:p>
            <a:r>
              <a:rPr lang="en-IN" sz="3200" b="1" dirty="0">
                <a:solidFill>
                  <a:schemeClr val="tx2">
                    <a:lumMod val="75000"/>
                  </a:schemeClr>
                </a:solidFill>
                <a:latin typeface="Baskerville Old Face" panose="02020602080505020303" pitchFamily="18" charset="0"/>
              </a:rPr>
              <a:t>          </a:t>
            </a:r>
            <a:r>
              <a:rPr lang="en-IN" sz="2600" b="1" dirty="0">
                <a:solidFill>
                  <a:srgbClr val="FF0000"/>
                </a:solidFill>
                <a:latin typeface="Baskerville Old Face" panose="02020602080505020303" pitchFamily="18" charset="0"/>
              </a:rPr>
              <a:t>By- Manas </a:t>
            </a:r>
          </a:p>
        </p:txBody>
      </p:sp>
    </p:spTree>
    <p:extLst>
      <p:ext uri="{BB962C8B-B14F-4D97-AF65-F5344CB8AC3E}">
        <p14:creationId xmlns:p14="http://schemas.microsoft.com/office/powerpoint/2010/main" xmlns="" val="23560617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60017A-B94A-C2F5-0099-38A9B69E12B9}"/>
              </a:ext>
            </a:extLst>
          </p:cNvPr>
          <p:cNvSpPr>
            <a:spLocks noGrp="1"/>
          </p:cNvSpPr>
          <p:nvPr>
            <p:ph type="title"/>
          </p:nvPr>
        </p:nvSpPr>
        <p:spPr>
          <a:xfrm>
            <a:off x="838200" y="365125"/>
            <a:ext cx="10515600" cy="913259"/>
          </a:xfrm>
        </p:spPr>
        <p:txBody>
          <a:bodyPr>
            <a:normAutofit fontScale="90000"/>
          </a:bodyPr>
          <a:lstStyle/>
          <a:p>
            <a:pPr algn="ctr"/>
            <a:r>
              <a:rPr lang="en-US" b="1" u="sng" dirty="0"/>
              <a:t>REUSABLE METHODS</a:t>
            </a:r>
            <a:r>
              <a:rPr lang="en-US" dirty="0"/>
              <a:t/>
            </a:r>
            <a:br>
              <a:rPr lang="en-US" dirty="0"/>
            </a:br>
            <a:endParaRPr lang="en-IN" dirty="0"/>
          </a:p>
        </p:txBody>
      </p:sp>
      <p:sp>
        <p:nvSpPr>
          <p:cNvPr id="3" name="Content Placeholder 2">
            <a:extLst>
              <a:ext uri="{FF2B5EF4-FFF2-40B4-BE49-F238E27FC236}">
                <a16:creationId xmlns:a16="http://schemas.microsoft.com/office/drawing/2014/main" xmlns="" id="{3C70A229-98E8-0DA8-5534-A796C1989205}"/>
              </a:ext>
            </a:extLst>
          </p:cNvPr>
          <p:cNvSpPr>
            <a:spLocks noGrp="1"/>
          </p:cNvSpPr>
          <p:nvPr>
            <p:ph idx="1"/>
          </p:nvPr>
        </p:nvSpPr>
        <p:spPr>
          <a:xfrm>
            <a:off x="838200" y="1615736"/>
            <a:ext cx="10515600" cy="4877139"/>
          </a:xfrm>
        </p:spPr>
        <p:txBody>
          <a:bodyPr>
            <a:normAutofit/>
          </a:bodyPr>
          <a:lstStyle/>
          <a:p>
            <a:pPr marL="0" indent="0">
              <a:buNone/>
            </a:pPr>
            <a:r>
              <a:rPr lang="en-US" dirty="0"/>
              <a:t>We are using reusable methods to perform the validations in selenium. Sometimes we need to write the same logic for multiple times. In that case instead of writing the same lines of the code again and again, we are making that logic as a method. So that we can use that method whenever we required that logic.</a:t>
            </a:r>
          </a:p>
          <a:p>
            <a:pPr marL="0" indent="0">
              <a:buNone/>
            </a:pPr>
            <a:endParaRPr lang="en-US" dirty="0"/>
          </a:p>
          <a:p>
            <a:pPr marL="0" indent="0">
              <a:buNone/>
            </a:pPr>
            <a:r>
              <a:rPr lang="en-US" b="1" dirty="0"/>
              <a:t>Note:</a:t>
            </a:r>
          </a:p>
          <a:p>
            <a:pPr marL="0" indent="0">
              <a:buNone/>
            </a:pPr>
            <a:r>
              <a:rPr lang="en-US" dirty="0"/>
              <a:t>In Real Time most of the validations we are performing with the help of Reusable methods in WebDriver.</a:t>
            </a:r>
            <a:endParaRPr lang="en-IN" dirty="0"/>
          </a:p>
        </p:txBody>
      </p:sp>
    </p:spTree>
    <p:extLst>
      <p:ext uri="{BB962C8B-B14F-4D97-AF65-F5344CB8AC3E}">
        <p14:creationId xmlns:p14="http://schemas.microsoft.com/office/powerpoint/2010/main" xmlns="" val="26240039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69C3092-03FF-3B7B-750C-601869869867}"/>
              </a:ext>
            </a:extLst>
          </p:cNvPr>
          <p:cNvSpPr>
            <a:spLocks noGrp="1"/>
          </p:cNvSpPr>
          <p:nvPr>
            <p:ph idx="1"/>
          </p:nvPr>
        </p:nvSpPr>
        <p:spPr>
          <a:xfrm>
            <a:off x="838200" y="186431"/>
            <a:ext cx="10515600" cy="6551720"/>
          </a:xfrm>
        </p:spPr>
        <p:txBody>
          <a:bodyPr/>
          <a:lstStyle/>
          <a:p>
            <a:pPr marL="0" indent="0">
              <a:buNone/>
            </a:pPr>
            <a:r>
              <a:rPr lang="en-US" sz="1400" dirty="0"/>
              <a:t>Example: Prepare the methods for below operations and validations</a:t>
            </a:r>
          </a:p>
          <a:p>
            <a:pPr marL="0" indent="0">
              <a:buNone/>
            </a:pPr>
            <a:r>
              <a:rPr lang="en-US" sz="1400" dirty="0"/>
              <a:t>1. Launch Application</a:t>
            </a:r>
          </a:p>
          <a:p>
            <a:pPr marL="0" indent="0">
              <a:buNone/>
            </a:pPr>
            <a:r>
              <a:rPr lang="en-US" sz="1400" dirty="0"/>
              <a:t>2. Close Application</a:t>
            </a:r>
          </a:p>
          <a:p>
            <a:pPr marL="0" indent="0">
              <a:buNone/>
            </a:pPr>
            <a:r>
              <a:rPr lang="en-US" sz="1400" dirty="0"/>
              <a:t>3. Whether the element is available or not</a:t>
            </a:r>
          </a:p>
          <a:p>
            <a:pPr marL="0" indent="0">
              <a:buNone/>
            </a:pPr>
            <a:endParaRPr lang="en-US" sz="1400" dirty="0"/>
          </a:p>
          <a:p>
            <a:pPr marL="0" indent="0">
              <a:buNone/>
            </a:pPr>
            <a:endParaRPr lang="en-IN" dirty="0"/>
          </a:p>
        </p:txBody>
      </p:sp>
      <p:pic>
        <p:nvPicPr>
          <p:cNvPr id="5" name="Picture 4">
            <a:extLst>
              <a:ext uri="{FF2B5EF4-FFF2-40B4-BE49-F238E27FC236}">
                <a16:creationId xmlns:a16="http://schemas.microsoft.com/office/drawing/2014/main" xmlns="" id="{6D9D6FFE-8C65-6727-FDFA-5BD4348D34FE}"/>
              </a:ext>
            </a:extLst>
          </p:cNvPr>
          <p:cNvPicPr>
            <a:picLocks noChangeAspect="1"/>
          </p:cNvPicPr>
          <p:nvPr/>
        </p:nvPicPr>
        <p:blipFill>
          <a:blip r:embed="rId2" cstate="print"/>
          <a:stretch>
            <a:fillRect/>
          </a:stretch>
        </p:blipFill>
        <p:spPr>
          <a:xfrm>
            <a:off x="838200" y="1401516"/>
            <a:ext cx="6324600" cy="5456484"/>
          </a:xfrm>
          <a:prstGeom prst="rect">
            <a:avLst/>
          </a:prstGeom>
        </p:spPr>
      </p:pic>
    </p:spTree>
    <p:extLst>
      <p:ext uri="{BB962C8B-B14F-4D97-AF65-F5344CB8AC3E}">
        <p14:creationId xmlns:p14="http://schemas.microsoft.com/office/powerpoint/2010/main" xmlns="" val="26194047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35981624-5CF3-F396-6F7C-1509DFBD09DD}"/>
              </a:ext>
            </a:extLst>
          </p:cNvPr>
          <p:cNvPicPr>
            <a:picLocks noChangeAspect="1"/>
          </p:cNvPicPr>
          <p:nvPr/>
        </p:nvPicPr>
        <p:blipFill>
          <a:blip r:embed="rId2" cstate="print"/>
          <a:stretch>
            <a:fillRect/>
          </a:stretch>
        </p:blipFill>
        <p:spPr>
          <a:xfrm>
            <a:off x="690562" y="295274"/>
            <a:ext cx="7534275" cy="6562725"/>
          </a:xfrm>
          <a:prstGeom prst="rect">
            <a:avLst/>
          </a:prstGeom>
        </p:spPr>
      </p:pic>
      <p:pic>
        <p:nvPicPr>
          <p:cNvPr id="5" name="Picture 4">
            <a:extLst>
              <a:ext uri="{FF2B5EF4-FFF2-40B4-BE49-F238E27FC236}">
                <a16:creationId xmlns:a16="http://schemas.microsoft.com/office/drawing/2014/main" xmlns="" id="{97D3C39B-197F-5ABA-A591-C9E84962E911}"/>
              </a:ext>
            </a:extLst>
          </p:cNvPr>
          <p:cNvPicPr>
            <a:picLocks noChangeAspect="1"/>
          </p:cNvPicPr>
          <p:nvPr/>
        </p:nvPicPr>
        <p:blipFill>
          <a:blip r:embed="rId3" cstate="print"/>
          <a:stretch>
            <a:fillRect/>
          </a:stretch>
        </p:blipFill>
        <p:spPr>
          <a:xfrm>
            <a:off x="9858375" y="3929016"/>
            <a:ext cx="2333625" cy="1409700"/>
          </a:xfrm>
          <a:prstGeom prst="rect">
            <a:avLst/>
          </a:prstGeom>
        </p:spPr>
      </p:pic>
    </p:spTree>
    <p:extLst>
      <p:ext uri="{BB962C8B-B14F-4D97-AF65-F5344CB8AC3E}">
        <p14:creationId xmlns:p14="http://schemas.microsoft.com/office/powerpoint/2010/main" xmlns="" val="37123699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FB1ABEEC-2083-CBDF-98DD-1257CFBC2872}"/>
              </a:ext>
            </a:extLst>
          </p:cNvPr>
          <p:cNvPicPr>
            <a:picLocks noChangeAspect="1"/>
          </p:cNvPicPr>
          <p:nvPr/>
        </p:nvPicPr>
        <p:blipFill>
          <a:blip r:embed="rId2" cstate="print"/>
          <a:stretch>
            <a:fillRect/>
          </a:stretch>
        </p:blipFill>
        <p:spPr>
          <a:xfrm>
            <a:off x="0" y="0"/>
            <a:ext cx="12192000" cy="6858000"/>
          </a:xfrm>
          <a:prstGeom prst="rect">
            <a:avLst/>
          </a:prstGeom>
        </p:spPr>
      </p:pic>
    </p:spTree>
    <p:extLst>
      <p:ext uri="{BB962C8B-B14F-4D97-AF65-F5344CB8AC3E}">
        <p14:creationId xmlns:p14="http://schemas.microsoft.com/office/powerpoint/2010/main" xmlns="" val="35545304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E8C0A5C-7BE1-CD1D-E845-8BA8AB4A77C9}"/>
              </a:ext>
            </a:extLst>
          </p:cNvPr>
          <p:cNvSpPr>
            <a:spLocks noGrp="1"/>
          </p:cNvSpPr>
          <p:nvPr>
            <p:ph idx="1"/>
          </p:nvPr>
        </p:nvSpPr>
        <p:spPr>
          <a:xfrm>
            <a:off x="838200" y="1100831"/>
            <a:ext cx="10515600" cy="5076132"/>
          </a:xfrm>
        </p:spPr>
        <p:txBody>
          <a:bodyPr/>
          <a:lstStyle/>
          <a:p>
            <a:pPr marL="0" indent="0">
              <a:buNone/>
            </a:pPr>
            <a:r>
              <a:rPr lang="en-US"/>
              <a:t>Practice Problem: </a:t>
            </a:r>
            <a:r>
              <a:rPr lang="en-US" dirty="0"/>
              <a:t>Prepare Reusable Methods for the below validations</a:t>
            </a:r>
          </a:p>
          <a:p>
            <a:pPr marL="0" indent="0">
              <a:buNone/>
            </a:pPr>
            <a:endParaRPr lang="en-US" dirty="0"/>
          </a:p>
          <a:p>
            <a:pPr marL="0" indent="0">
              <a:buNone/>
            </a:pPr>
            <a:r>
              <a:rPr lang="en-US" dirty="0"/>
              <a:t>1. Element Should be Enabled</a:t>
            </a:r>
          </a:p>
          <a:p>
            <a:pPr marL="0" indent="0">
              <a:buNone/>
            </a:pPr>
            <a:r>
              <a:rPr lang="en-US" dirty="0"/>
              <a:t>2. Number of Links should be 20</a:t>
            </a:r>
          </a:p>
          <a:p>
            <a:pPr marL="0" indent="0">
              <a:buNone/>
            </a:pPr>
            <a:r>
              <a:rPr lang="en-US" dirty="0"/>
              <a:t>3. Title of the application length should be 30</a:t>
            </a:r>
          </a:p>
          <a:p>
            <a:pPr marL="0" indent="0">
              <a:buNone/>
            </a:pPr>
            <a:r>
              <a:rPr lang="en-US" dirty="0"/>
              <a:t>4. URL should contains “.com”</a:t>
            </a:r>
          </a:p>
          <a:p>
            <a:pPr marL="0" indent="0">
              <a:buNone/>
            </a:pPr>
            <a:r>
              <a:rPr lang="en-US" dirty="0"/>
              <a:t>5. Title should starts with “K”</a:t>
            </a:r>
            <a:endParaRPr lang="en-IN" dirty="0"/>
          </a:p>
        </p:txBody>
      </p:sp>
    </p:spTree>
    <p:extLst>
      <p:ext uri="{BB962C8B-B14F-4D97-AF65-F5344CB8AC3E}">
        <p14:creationId xmlns:p14="http://schemas.microsoft.com/office/powerpoint/2010/main" xmlns="" val="32142962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4862A71-D94F-8B9D-BE33-53FA7B95A2B0}"/>
              </a:ext>
            </a:extLst>
          </p:cNvPr>
          <p:cNvSpPr>
            <a:spLocks noGrp="1"/>
          </p:cNvSpPr>
          <p:nvPr>
            <p:ph idx="1"/>
          </p:nvPr>
        </p:nvSpPr>
        <p:spPr>
          <a:xfrm>
            <a:off x="838200" y="710214"/>
            <a:ext cx="10515600" cy="5466749"/>
          </a:xfrm>
        </p:spPr>
        <p:txBody>
          <a:bodyPr/>
          <a:lstStyle/>
          <a:p>
            <a:pPr marL="0" indent="0">
              <a:buNone/>
            </a:pPr>
            <a:r>
              <a:rPr lang="en-US" b="1" u="sng" dirty="0"/>
              <a:t>FAQ’s</a:t>
            </a:r>
          </a:p>
          <a:p>
            <a:pPr marL="0" indent="0">
              <a:buNone/>
            </a:pPr>
            <a:endParaRPr lang="en-US" b="1" u="sng" dirty="0"/>
          </a:p>
          <a:p>
            <a:pPr marL="0" indent="0">
              <a:buNone/>
            </a:pPr>
            <a:r>
              <a:rPr lang="en-US" dirty="0"/>
              <a:t>1. What is Method</a:t>
            </a:r>
          </a:p>
          <a:p>
            <a:pPr marL="0" indent="0">
              <a:buNone/>
            </a:pPr>
            <a:r>
              <a:rPr lang="en-US" dirty="0"/>
              <a:t>2. What is the purpose of methods in selenium</a:t>
            </a:r>
          </a:p>
          <a:p>
            <a:pPr marL="0" indent="0">
              <a:buNone/>
            </a:pPr>
            <a:r>
              <a:rPr lang="en-US" dirty="0"/>
              <a:t>3. Are you using methods in your project?</a:t>
            </a:r>
          </a:p>
          <a:p>
            <a:pPr marL="0" indent="0">
              <a:buNone/>
            </a:pPr>
            <a:r>
              <a:rPr lang="en-US" dirty="0"/>
              <a:t>4. Can you give me some methods which you are using in your project</a:t>
            </a:r>
          </a:p>
          <a:p>
            <a:pPr marL="0" indent="0">
              <a:buNone/>
            </a:pPr>
            <a:r>
              <a:rPr lang="en-US" dirty="0"/>
              <a:t>5. What is the difference between method and method with arguments?</a:t>
            </a:r>
            <a:endParaRPr lang="en-IN" dirty="0"/>
          </a:p>
        </p:txBody>
      </p:sp>
    </p:spTree>
    <p:extLst>
      <p:ext uri="{BB962C8B-B14F-4D97-AF65-F5344CB8AC3E}">
        <p14:creationId xmlns:p14="http://schemas.microsoft.com/office/powerpoint/2010/main" xmlns="" val="39650506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TotalTime>
  <Words>222</Words>
  <Application>Microsoft Office PowerPoint</Application>
  <PresentationFormat>Custom</PresentationFormat>
  <Paragraphs>25</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Slide 1</vt:lpstr>
      <vt:lpstr>REUSABLE METHODS </vt:lpstr>
      <vt:lpstr>Slide 3</vt:lpstr>
      <vt:lpstr>Slide 4</vt:lpstr>
      <vt:lpstr>Slide 5</vt:lpstr>
      <vt:lpstr>Slide 6</vt:lpstr>
      <vt:lpstr>Slide 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Manas Tuwani</cp:lastModifiedBy>
  <cp:revision>2</cp:revision>
  <dcterms:created xsi:type="dcterms:W3CDTF">2022-05-29T13:04:06Z</dcterms:created>
  <dcterms:modified xsi:type="dcterms:W3CDTF">2025-10-13T02:43:38Z</dcterms:modified>
</cp:coreProperties>
</file>