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4" r:id="rId2"/>
    <p:sldId id="268" r:id="rId3"/>
    <p:sldId id="269" r:id="rId4"/>
    <p:sldId id="270" r:id="rId5"/>
    <p:sldId id="271" r:id="rId6"/>
    <p:sldId id="272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-720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E3293-606F-4315-A754-23F95E899B0C}" type="datetimeFigureOut">
              <a:rPr lang="en-IN" smtClean="0"/>
              <a:pPr/>
              <a:t>17-10-2025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F94F6-8E64-4E56-854A-FF127883B97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796355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35D437-73DF-E611-F5DE-14D451C35D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8029225-32E9-76C3-DD31-B7D322E4C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D6B707B-DCC2-9BBE-9A74-AF917252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F55A-57EC-43AD-8C0B-EA24E3FFCB77}" type="datetimeFigureOut">
              <a:rPr lang="en-IN" smtClean="0"/>
              <a:pPr/>
              <a:t>17-10-2025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7BDAC46-3DBE-3582-1F14-0F836E231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A49C947-11C4-2CCA-2CDF-5A39036AB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9553C-25C2-49F1-94EA-8CB76238F1D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753059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D09760-746F-4CDB-F6A7-5FD052D6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523328-DD04-049D-2ECA-3732EF31A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ADC6B9C-3E60-904B-1B32-D7D514FFB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F55A-57EC-43AD-8C0B-EA24E3FFCB77}" type="datetimeFigureOut">
              <a:rPr lang="en-IN" smtClean="0"/>
              <a:pPr/>
              <a:t>17-10-2025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C4A8B6E-A0A8-1561-4EA4-AAC492E51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214956-C15F-7CCB-85A7-A3F55BBF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9553C-25C2-49F1-94EA-8CB76238F1D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587101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50E1FC-7AB3-B065-FBB7-EECD22146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01E5019-2002-335E-FF62-16A337995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8B61787-4D20-288C-183B-2339A8AC3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F55A-57EC-43AD-8C0B-EA24E3FFCB77}" type="datetimeFigureOut">
              <a:rPr lang="en-IN" smtClean="0"/>
              <a:pPr/>
              <a:t>17-10-2025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FA97561-89D4-E689-9A35-D325450F2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9B6C981-455F-DDAA-DBC7-C788007A4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9553C-25C2-49F1-94EA-8CB76238F1D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15359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9F2628-D1D4-44B8-6437-65267A4FF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87ABE07-ED2D-05EC-6DF7-6B3D360D5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E7DFE95-362C-AC51-D5BD-356282A44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B5A0D59-4EEE-2DA2-0B7B-E608D5AF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F55A-57EC-43AD-8C0B-EA24E3FFCB77}" type="datetimeFigureOut">
              <a:rPr lang="en-IN" smtClean="0"/>
              <a:pPr/>
              <a:t>17-10-2025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BB87451-21FB-50AB-5572-6DF2C1E7A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B3F2510-C156-0C74-D0A3-0C9AAF71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9553C-25C2-49F1-94EA-8CB76238F1D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12086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6DC0CA-8CE9-5D47-053A-E03A14E0D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6B91034-85F0-6579-5FCD-A2943A4A0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590F76E-D89E-E887-3DD0-875919B81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EF0116F-EF26-8D73-DF54-D8C39E4ED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6262EC2-A1C0-279E-98E0-94AE26AE2A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FB08322-5DD0-1295-C84A-523B995B4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F55A-57EC-43AD-8C0B-EA24E3FFCB77}" type="datetimeFigureOut">
              <a:rPr lang="en-IN" smtClean="0"/>
              <a:pPr/>
              <a:t>17-10-2025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DE1B16B-CAA0-E973-0B6F-219D015AF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A91B8CB-6642-79BD-8FB7-17B2F8237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9553C-25C2-49F1-94EA-8CB76238F1D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202754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843820-5327-0B84-1868-8B7DEB2C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5BAE5CB-9E50-A32D-69FE-5CE575ED1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F55A-57EC-43AD-8C0B-EA24E3FFCB77}" type="datetimeFigureOut">
              <a:rPr lang="en-IN" smtClean="0"/>
              <a:pPr/>
              <a:t>17-10-2025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BF0C44F-AEDE-912A-BFEA-95837BC8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B25B047-C695-BC40-3216-892FADD7B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9553C-25C2-49F1-94EA-8CB76238F1D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505455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DF38BFB-86ED-8FC0-4084-996DA6122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F55A-57EC-43AD-8C0B-EA24E3FFCB77}" type="datetimeFigureOut">
              <a:rPr lang="en-IN" smtClean="0"/>
              <a:pPr/>
              <a:t>17-10-2025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3076B3A-D98B-ACBE-8F6C-87495E8A0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E60933D-069C-5A33-BFA7-E74423A44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9553C-25C2-49F1-94EA-8CB76238F1D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527921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AD82BE-B826-E452-174F-2977AF780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669111-5B46-EB29-717B-83778A711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97D21A2-4183-7E6F-B0F2-83829B2AB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D61443E-FD7F-C0DA-4E45-E1E63B569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F55A-57EC-43AD-8C0B-EA24E3FFCB77}" type="datetimeFigureOut">
              <a:rPr lang="en-IN" smtClean="0"/>
              <a:pPr/>
              <a:t>17-10-2025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373F2A6-5E3C-329D-FA7D-45BD0D13B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546BC9F-2FAE-88CE-21A1-A76978E0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9553C-25C2-49F1-94EA-8CB76238F1D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05160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BC7E04-C714-B1F3-D8B6-973AAC235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B3877AA-E2FA-B28B-D13F-BD3A4E509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E60A9BB-E07D-D9CF-59DF-E71AC03DD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AB843A1-B9D6-77ED-4B70-07FB9604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F55A-57EC-43AD-8C0B-EA24E3FFCB77}" type="datetimeFigureOut">
              <a:rPr lang="en-IN" smtClean="0"/>
              <a:pPr/>
              <a:t>17-10-2025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D641B41-04AF-E83B-8247-46EC38860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D86DCED-0B44-6FA9-7F3D-874AD1075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9553C-25C2-49F1-94EA-8CB76238F1D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932089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253E02-552E-2089-2722-72DA1B607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D301178-1839-11C5-D505-6246C348E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311D0A0-4CA7-8ED3-4ED1-142BEFEE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F55A-57EC-43AD-8C0B-EA24E3FFCB77}" type="datetimeFigureOut">
              <a:rPr lang="en-IN" smtClean="0"/>
              <a:pPr/>
              <a:t>17-10-2025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1EC5FEE-FB11-B9D9-2137-E68A554EC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2B4940F-281C-A405-12B5-B9F1F7D01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9553C-25C2-49F1-94EA-8CB76238F1D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8494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5C3E44E-3468-F1E5-CEE7-1EF23317C9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5ED24F7-EE6A-B532-8180-E3C849E4E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AE8E216-F085-9987-C094-A028336C3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F55A-57EC-43AD-8C0B-EA24E3FFCB77}" type="datetimeFigureOut">
              <a:rPr lang="en-IN" smtClean="0"/>
              <a:pPr/>
              <a:t>17-10-2025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2896C06-D886-0ED2-08F6-4D3076FE8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B59D24F-1499-5E74-2361-09968C026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9553C-25C2-49F1-94EA-8CB76238F1D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03111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EE04085-C0E0-BD00-18AC-EC969386D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380179D-AEDE-D9E4-D632-8884F369B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68B9AC3-2F87-9DBB-2732-A4987806E4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9F55A-57EC-43AD-8C0B-EA24E3FFCB77}" type="datetimeFigureOut">
              <a:rPr lang="en-IN" smtClean="0"/>
              <a:pPr/>
              <a:t>17-10-2025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C43A54-954B-99EC-29A8-EEB4D98E5F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880EDDB-BF53-E671-62C7-AF91BC996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9553C-25C2-49F1-94EA-8CB76238F1D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216415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stNG Framework for Selenium - Software Testing">
            <a:extLst>
              <a:ext uri="{FF2B5EF4-FFF2-40B4-BE49-F238E27FC236}">
                <a16:creationId xmlns="" xmlns:a16="http://schemas.microsoft.com/office/drawing/2014/main" id="{3B251B03-AEE1-81C2-4625-F6B67E795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3940" y="643466"/>
            <a:ext cx="9904119" cy="557106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10966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538" y="337133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latin typeface="+mn-lt"/>
              </a:rPr>
              <a:t>Grouping in TestNG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/>
              <a:t>   In TestNG, grouping is a feature that allows you to organize and run specific sets of test methods together by assigning them to one or more groups. This is especially helpful when you have a large number of test cases and want to execute only a subset (e.g., smoke tests, regression tests, sanity tests).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US" b="1" dirty="0" smtClean="0"/>
              <a:t>Why Use Grouping in TestNG?</a:t>
            </a:r>
          </a:p>
          <a:p>
            <a:pPr>
              <a:buNone/>
            </a:pPr>
            <a:endParaRPr lang="en-US" b="1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Run only specific types of tests.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Create test suites for different environments or stages (e.g., dev, staging, production).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Avoid redundancy by tagging the same test under multiple categories.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563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 smtClean="0">
                <a:latin typeface="+mn-lt"/>
              </a:rPr>
              <a:t>How to use Grouping Concept</a:t>
            </a:r>
            <a:endParaRPr lang="en-US" sz="2800" b="1" dirty="0">
              <a:latin typeface="+mn-lt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334278"/>
            <a:ext cx="8771753" cy="4842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5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+mn-lt"/>
              </a:rPr>
              <a:t>Running Specific Group Using testng.xml</a:t>
            </a:r>
            <a:endParaRPr lang="en-US" sz="3200" b="1" dirty="0">
              <a:latin typeface="+mn-lt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6450" y="1362269"/>
            <a:ext cx="9349272" cy="5243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878" y="178513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+mn-lt"/>
              </a:rPr>
              <a:t>Excluding Specific Group Using testng.xml</a:t>
            </a:r>
            <a:endParaRPr lang="en-US" sz="3200" dirty="0">
              <a:latin typeface="+mn-lt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1" y="1502229"/>
            <a:ext cx="8770775" cy="5066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 smtClean="0"/>
              <a:t>@BeforeGroups and @AfterGroups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2" y="1511559"/>
            <a:ext cx="10570028" cy="466540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000" dirty="0" smtClean="0"/>
              <a:t>     I</a:t>
            </a:r>
            <a:r>
              <a:rPr lang="en-US" sz="2000" dirty="0" smtClean="0"/>
              <a:t>n TestNG, the annotations @BeforeGroups and @AfterGroups are used to run specific setup or teardown methods before and after a group of tests is executed.</a:t>
            </a:r>
          </a:p>
          <a:p>
            <a:pPr>
              <a:buNone/>
            </a:pPr>
            <a:endParaRPr lang="en-IN" sz="2000" dirty="0" smtClean="0"/>
          </a:p>
          <a:p>
            <a:pPr>
              <a:buFont typeface="Wingdings" pitchFamily="2" charset="2"/>
              <a:buChar char="Ø"/>
            </a:pPr>
            <a:r>
              <a:rPr lang="en-US" sz="2000" b="1" dirty="0" smtClean="0"/>
              <a:t>@BeforeGroups </a:t>
            </a:r>
            <a:r>
              <a:rPr lang="en-US" sz="2000" dirty="0" smtClean="0"/>
              <a:t> →  Runs </a:t>
            </a:r>
            <a:r>
              <a:rPr lang="en-US" sz="2000" b="1" dirty="0" smtClean="0"/>
              <a:t>before</a:t>
            </a:r>
            <a:r>
              <a:rPr lang="en-US" sz="2000" dirty="0" smtClean="0"/>
              <a:t> the first test method in the specified group(s).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/>
              <a:t>@AfterGroups</a:t>
            </a:r>
            <a:r>
              <a:rPr lang="en-US" sz="2000" dirty="0" smtClean="0"/>
              <a:t>  →  Runs </a:t>
            </a:r>
            <a:r>
              <a:rPr lang="en-US" sz="2000" b="1" dirty="0" smtClean="0"/>
              <a:t>after</a:t>
            </a:r>
            <a:r>
              <a:rPr lang="en-US" sz="2000" dirty="0" smtClean="0"/>
              <a:t> all the test methods in the specified group(s) have completed.</a:t>
            </a:r>
          </a:p>
          <a:p>
            <a:pPr>
              <a:buNone/>
            </a:pPr>
            <a:endParaRPr lang="en-IN" sz="2000" dirty="0" smtClean="0"/>
          </a:p>
          <a:p>
            <a:pPr>
              <a:buNone/>
            </a:pPr>
            <a:r>
              <a:rPr lang="en-IN" sz="2000" u="sng" dirty="0" smtClean="0"/>
              <a:t>Note:</a:t>
            </a:r>
          </a:p>
          <a:p>
            <a:pPr>
              <a:buNone/>
            </a:pPr>
            <a:r>
              <a:rPr lang="en-US" sz="2000" dirty="0" smtClean="0"/>
              <a:t>The @BeforeGroups("smoke") method run once before all tests in the </a:t>
            </a:r>
            <a:r>
              <a:rPr lang="en-US" sz="2000" i="1" dirty="0" smtClean="0"/>
              <a:t>smoke</a:t>
            </a:r>
            <a:r>
              <a:rPr lang="en-US" sz="2000" dirty="0" smtClean="0"/>
              <a:t> group.</a:t>
            </a:r>
          </a:p>
          <a:p>
            <a:pPr>
              <a:buNone/>
            </a:pPr>
            <a:r>
              <a:rPr lang="en-US" sz="2000" dirty="0" smtClean="0"/>
              <a:t>The @AfterGroups("smoke") method run once after all tests in that group.</a:t>
            </a:r>
          </a:p>
          <a:p>
            <a:pPr>
              <a:buNone/>
            </a:pPr>
            <a:r>
              <a:rPr lang="en-US" sz="2000" dirty="0" smtClean="0"/>
              <a:t>Tests from other groups (like </a:t>
            </a:r>
            <a:r>
              <a:rPr lang="en-US" sz="2000" i="1" dirty="0" smtClean="0"/>
              <a:t>regression</a:t>
            </a:r>
            <a:r>
              <a:rPr lang="en-US" sz="2000" dirty="0" smtClean="0"/>
              <a:t>) are not affected.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/>
          </a:p>
          <a:p>
            <a:pPr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2431" y="205274"/>
            <a:ext cx="10608907" cy="6335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235</Words>
  <Application>Microsoft Office PowerPoint</Application>
  <PresentationFormat>Custom</PresentationFormat>
  <Paragraphs>22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Grouping in TestNG</vt:lpstr>
      <vt:lpstr>How to use Grouping Concept</vt:lpstr>
      <vt:lpstr>Running Specific Group Using testng.xml</vt:lpstr>
      <vt:lpstr>Excluding Specific Group Using testng.xml</vt:lpstr>
      <vt:lpstr>@BeforeGroups and @AfterGroups</vt:lpstr>
      <vt:lpstr>Slide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Grouping in TestNG</dc:title>
  <dc:creator>Kiran K</dc:creator>
  <cp:lastModifiedBy>Manas Tuwani</cp:lastModifiedBy>
  <cp:revision>18</cp:revision>
  <dcterms:created xsi:type="dcterms:W3CDTF">2025-06-29T10:36:04Z</dcterms:created>
  <dcterms:modified xsi:type="dcterms:W3CDTF">2025-10-17T14:48:44Z</dcterms:modified>
</cp:coreProperties>
</file>