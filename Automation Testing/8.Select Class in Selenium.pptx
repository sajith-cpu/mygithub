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57" r:id="rId3"/>
    <p:sldId id="258" r:id="rId4"/>
    <p:sldId id="259" r:id="rId5"/>
    <p:sldId id="260" r:id="rId6"/>
    <p:sldId id="261" r:id="rId7"/>
    <p:sldId id="262" r:id="rId8"/>
    <p:sldId id="273" r:id="rId9"/>
    <p:sldId id="278" r:id="rId10"/>
    <p:sldId id="277" r:id="rId11"/>
    <p:sldId id="274" r:id="rId12"/>
    <p:sldId id="27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7" d="100"/>
          <a:sy n="87" d="100"/>
        </p:scale>
        <p:origin x="-528" y="-8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as Tuwani" userId="5d421215-a11f-4a6e-90ca-e8ac2213fab6" providerId="ADAL" clId="{4BB84BEE-FEF9-4279-972F-FD8BA9EFF595}"/>
    <pc:docChg chg="addSld delSld modSld">
      <pc:chgData name="Manas Tuwani" userId="5d421215-a11f-4a6e-90ca-e8ac2213fab6" providerId="ADAL" clId="{4BB84BEE-FEF9-4279-972F-FD8BA9EFF595}" dt="2022-08-24T12:43:47.409" v="4" actId="14100"/>
      <pc:docMkLst>
        <pc:docMk/>
      </pc:docMkLst>
      <pc:sldChg chg="del">
        <pc:chgData name="Manas Tuwani" userId="5d421215-a11f-4a6e-90ca-e8ac2213fab6" providerId="ADAL" clId="{4BB84BEE-FEF9-4279-972F-FD8BA9EFF595}" dt="2022-08-24T12:43:24.122" v="1" actId="47"/>
        <pc:sldMkLst>
          <pc:docMk/>
          <pc:sldMk cId="3715676493" sldId="256"/>
        </pc:sldMkLst>
      </pc:sldChg>
      <pc:sldChg chg="modSp mod">
        <pc:chgData name="Manas Tuwani" userId="5d421215-a11f-4a6e-90ca-e8ac2213fab6" providerId="ADAL" clId="{4BB84BEE-FEF9-4279-972F-FD8BA9EFF595}" dt="2022-08-24T12:43:47.409" v="4" actId="14100"/>
        <pc:sldMkLst>
          <pc:docMk/>
          <pc:sldMk cId="719117793" sldId="258"/>
        </pc:sldMkLst>
        <pc:picChg chg="mod">
          <ac:chgData name="Manas Tuwani" userId="5d421215-a11f-4a6e-90ca-e8ac2213fab6" providerId="ADAL" clId="{4BB84BEE-FEF9-4279-972F-FD8BA9EFF595}" dt="2022-08-24T12:43:40.981" v="3" actId="14100"/>
          <ac:picMkLst>
            <pc:docMk/>
            <pc:sldMk cId="719117793" sldId="258"/>
            <ac:picMk id="4" creationId="{6B4D6D5D-8632-CA12-F7F1-4DC7963F57BE}"/>
          </ac:picMkLst>
        </pc:picChg>
        <pc:picChg chg="mod">
          <ac:chgData name="Manas Tuwani" userId="5d421215-a11f-4a6e-90ca-e8ac2213fab6" providerId="ADAL" clId="{4BB84BEE-FEF9-4279-972F-FD8BA9EFF595}" dt="2022-08-24T12:43:47.409" v="4" actId="14100"/>
          <ac:picMkLst>
            <pc:docMk/>
            <pc:sldMk cId="719117793" sldId="258"/>
            <ac:picMk id="6" creationId="{34CDA5D7-9455-B6BB-7C1B-BCDF808957A5}"/>
          </ac:picMkLst>
        </pc:picChg>
      </pc:sldChg>
      <pc:sldChg chg="add">
        <pc:chgData name="Manas Tuwani" userId="5d421215-a11f-4a6e-90ca-e8ac2213fab6" providerId="ADAL" clId="{4BB84BEE-FEF9-4279-972F-FD8BA9EFF595}" dt="2022-08-24T12:43:21.744" v="0"/>
        <pc:sldMkLst>
          <pc:docMk/>
          <pc:sldMk cId="2356061780" sldId="272"/>
        </pc:sldMkLst>
      </pc:sldChg>
    </pc:docChg>
  </pc:docChgLst>
  <pc:docChgLst>
    <pc:chgData name="Manas Tuwani" userId="5d421215-a11f-4a6e-90ca-e8ac2213fab6" providerId="ADAL" clId="{AD5CDBD8-5319-4163-B26B-5AB12E072B77}"/>
    <pc:docChg chg="undo custSel addSld modSld sldOrd">
      <pc:chgData name="Manas Tuwani" userId="5d421215-a11f-4a6e-90ca-e8ac2213fab6" providerId="ADAL" clId="{AD5CDBD8-5319-4163-B26B-5AB12E072B77}" dt="2022-12-07T12:11:55.704" v="27" actId="115"/>
      <pc:docMkLst>
        <pc:docMk/>
      </pc:docMkLst>
      <pc:sldChg chg="addSp delSp modSp new mod ord setBg">
        <pc:chgData name="Manas Tuwani" userId="5d421215-a11f-4a6e-90ca-e8ac2213fab6" providerId="ADAL" clId="{AD5CDBD8-5319-4163-B26B-5AB12E072B77}" dt="2022-12-07T12:11:55.704" v="27" actId="115"/>
        <pc:sldMkLst>
          <pc:docMk/>
          <pc:sldMk cId="4131434231" sldId="274"/>
        </pc:sldMkLst>
        <pc:spChg chg="add mod">
          <ac:chgData name="Manas Tuwani" userId="5d421215-a11f-4a6e-90ca-e8ac2213fab6" providerId="ADAL" clId="{AD5CDBD8-5319-4163-B26B-5AB12E072B77}" dt="2022-12-07T12:11:55.704" v="27" actId="115"/>
          <ac:spMkLst>
            <pc:docMk/>
            <pc:sldMk cId="4131434231" sldId="274"/>
            <ac:spMk id="3" creationId="{1BF37BDA-5856-BB91-33F2-5478692F995D}"/>
          </ac:spMkLst>
        </pc:spChg>
        <pc:spChg chg="add">
          <ac:chgData name="Manas Tuwani" userId="5d421215-a11f-4a6e-90ca-e8ac2213fab6" providerId="ADAL" clId="{AD5CDBD8-5319-4163-B26B-5AB12E072B77}" dt="2022-12-07T12:10:59.657" v="10" actId="26606"/>
          <ac:spMkLst>
            <pc:docMk/>
            <pc:sldMk cId="4131434231" sldId="274"/>
            <ac:spMk id="8" creationId="{979E27D9-03C7-44E2-9FF8-15D0C8506AF7}"/>
          </ac:spMkLst>
        </pc:spChg>
        <pc:spChg chg="add">
          <ac:chgData name="Manas Tuwani" userId="5d421215-a11f-4a6e-90ca-e8ac2213fab6" providerId="ADAL" clId="{AD5CDBD8-5319-4163-B26B-5AB12E072B77}" dt="2022-12-07T12:10:59.657" v="10" actId="26606"/>
          <ac:spMkLst>
            <pc:docMk/>
            <pc:sldMk cId="4131434231" sldId="274"/>
            <ac:spMk id="10" creationId="{EEBF1590-3B36-48EE-A89D-3B6F3CB256AB}"/>
          </ac:spMkLst>
        </pc:spChg>
        <pc:spChg chg="add">
          <ac:chgData name="Manas Tuwani" userId="5d421215-a11f-4a6e-90ca-e8ac2213fab6" providerId="ADAL" clId="{AD5CDBD8-5319-4163-B26B-5AB12E072B77}" dt="2022-12-07T12:10:59.657" v="10" actId="26606"/>
          <ac:spMkLst>
            <pc:docMk/>
            <pc:sldMk cId="4131434231" sldId="274"/>
            <ac:spMk id="12" creationId="{AC8F6C8C-AB5A-4548-942D-E3FD40ACBC49}"/>
          </ac:spMkLst>
        </pc:spChg>
        <pc:picChg chg="add del">
          <ac:chgData name="Manas Tuwani" userId="5d421215-a11f-4a6e-90ca-e8ac2213fab6" providerId="ADAL" clId="{AD5CDBD8-5319-4163-B26B-5AB12E072B77}" dt="2022-12-07T12:10:59.650" v="9" actId="26606"/>
          <ac:picMkLst>
            <pc:docMk/>
            <pc:sldMk cId="4131434231" sldId="274"/>
            <ac:picMk id="5" creationId="{AE8F152B-D87E-D8B7-CA51-BF23120B950D}"/>
          </ac:picMkLst>
        </pc:picChg>
        <pc:cxnChg chg="add del">
          <ac:chgData name="Manas Tuwani" userId="5d421215-a11f-4a6e-90ca-e8ac2213fab6" providerId="ADAL" clId="{AD5CDBD8-5319-4163-B26B-5AB12E072B77}" dt="2022-12-07T12:10:59.650" v="9" actId="26606"/>
          <ac:cxnSpMkLst>
            <pc:docMk/>
            <pc:sldMk cId="4131434231" sldId="274"/>
            <ac:cxnSpMk id="9" creationId="{A7F400EE-A8A5-48AF-B4D6-291B52C6F0B0}"/>
          </ac:cxnSpMkLst>
        </pc:cxnChg>
      </pc:sldChg>
    </pc:docChg>
  </pc:docChgLst>
  <pc:docChgLst>
    <pc:chgData name="Manas Tuwani" userId="5d421215-a11f-4a6e-90ca-e8ac2213fab6" providerId="ADAL" clId="{1D7FB08A-8F65-46F0-B56F-B5D789560AB3}"/>
    <pc:docChg chg="custSel modSld">
      <pc:chgData name="Manas Tuwani" userId="5d421215-a11f-4a6e-90ca-e8ac2213fab6" providerId="ADAL" clId="{1D7FB08A-8F65-46F0-B56F-B5D789560AB3}" dt="2024-10-28T15:30:48.419" v="0" actId="33524"/>
      <pc:docMkLst>
        <pc:docMk/>
      </pc:docMkLst>
      <pc:sldChg chg="modSp mod">
        <pc:chgData name="Manas Tuwani" userId="5d421215-a11f-4a6e-90ca-e8ac2213fab6" providerId="ADAL" clId="{1D7FB08A-8F65-46F0-B56F-B5D789560AB3}" dt="2024-10-28T15:30:48.419" v="0" actId="33524"/>
        <pc:sldMkLst>
          <pc:docMk/>
          <pc:sldMk cId="1153990038" sldId="278"/>
        </pc:sldMkLst>
        <pc:spChg chg="mod">
          <ac:chgData name="Manas Tuwani" userId="5d421215-a11f-4a6e-90ca-e8ac2213fab6" providerId="ADAL" clId="{1D7FB08A-8F65-46F0-B56F-B5D789560AB3}" dt="2024-10-28T15:30:48.419" v="0" actId="33524"/>
          <ac:spMkLst>
            <pc:docMk/>
            <pc:sldMk cId="1153990038" sldId="278"/>
            <ac:spMk id="26" creationId="{1755DCA4-5AE3-302A-2891-18966534D0F9}"/>
          </ac:spMkLst>
        </pc:spChg>
      </pc:sldChg>
    </pc:docChg>
  </pc:docChgLst>
  <pc:docChgLst>
    <pc:chgData name="Manas Tuwani" userId="5d421215-a11f-4a6e-90ca-e8ac2213fab6" providerId="ADAL" clId="{B9EBE9C8-7373-4DBE-A15C-3B856DEE92C7}"/>
    <pc:docChg chg="custSel addSld modSld">
      <pc:chgData name="Manas Tuwani" userId="5d421215-a11f-4a6e-90ca-e8ac2213fab6" providerId="ADAL" clId="{B9EBE9C8-7373-4DBE-A15C-3B856DEE92C7}" dt="2023-07-25T14:20:10.635" v="46" actId="1076"/>
      <pc:docMkLst>
        <pc:docMk/>
      </pc:docMkLst>
      <pc:sldChg chg="addSp delSp modSp new mod setBg">
        <pc:chgData name="Manas Tuwani" userId="5d421215-a11f-4a6e-90ca-e8ac2213fab6" providerId="ADAL" clId="{B9EBE9C8-7373-4DBE-A15C-3B856DEE92C7}" dt="2023-07-25T14:20:10.635" v="46" actId="1076"/>
        <pc:sldMkLst>
          <pc:docMk/>
          <pc:sldMk cId="3111055269" sldId="276"/>
        </pc:sldMkLst>
        <pc:spChg chg="mod">
          <ac:chgData name="Manas Tuwani" userId="5d421215-a11f-4a6e-90ca-e8ac2213fab6" providerId="ADAL" clId="{B9EBE9C8-7373-4DBE-A15C-3B856DEE92C7}" dt="2023-07-25T14:19:44.508" v="43" actId="26606"/>
          <ac:spMkLst>
            <pc:docMk/>
            <pc:sldMk cId="3111055269" sldId="276"/>
            <ac:spMk id="2" creationId="{3AE8F4F4-7217-FE37-2FD9-791BA2CEC64F}"/>
          </ac:spMkLst>
        </pc:spChg>
        <pc:spChg chg="del mod">
          <ac:chgData name="Manas Tuwani" userId="5d421215-a11f-4a6e-90ca-e8ac2213fab6" providerId="ADAL" clId="{B9EBE9C8-7373-4DBE-A15C-3B856DEE92C7}" dt="2023-07-25T14:17:32.244" v="2" actId="22"/>
          <ac:spMkLst>
            <pc:docMk/>
            <pc:sldMk cId="3111055269" sldId="276"/>
            <ac:spMk id="3" creationId="{7886273A-DD74-C8C7-22A6-810A4CC80A9F}"/>
          </ac:spMkLst>
        </pc:spChg>
        <pc:spChg chg="add del">
          <ac:chgData name="Manas Tuwani" userId="5d421215-a11f-4a6e-90ca-e8ac2213fab6" providerId="ADAL" clId="{B9EBE9C8-7373-4DBE-A15C-3B856DEE92C7}" dt="2023-07-25T14:19:44.508" v="43" actId="26606"/>
          <ac:spMkLst>
            <pc:docMk/>
            <pc:sldMk cId="3111055269" sldId="276"/>
            <ac:spMk id="10" creationId="{F0DCC097-1DB8-4B6D-85D0-6FBA0E1CA4BA}"/>
          </ac:spMkLst>
        </pc:spChg>
        <pc:spChg chg="add del">
          <ac:chgData name="Manas Tuwani" userId="5d421215-a11f-4a6e-90ca-e8ac2213fab6" providerId="ADAL" clId="{B9EBE9C8-7373-4DBE-A15C-3B856DEE92C7}" dt="2023-07-25T14:19:44.508" v="43" actId="26606"/>
          <ac:spMkLst>
            <pc:docMk/>
            <pc:sldMk cId="3111055269" sldId="276"/>
            <ac:spMk id="12" creationId="{E0B58608-23C8-4441-994D-C6823EEE1DB7}"/>
          </ac:spMkLst>
        </pc:spChg>
        <pc:spChg chg="add">
          <ac:chgData name="Manas Tuwani" userId="5d421215-a11f-4a6e-90ca-e8ac2213fab6" providerId="ADAL" clId="{B9EBE9C8-7373-4DBE-A15C-3B856DEE92C7}" dt="2023-07-25T14:19:44.508" v="43" actId="26606"/>
          <ac:spMkLst>
            <pc:docMk/>
            <pc:sldMk cId="3111055269" sldId="276"/>
            <ac:spMk id="17" creationId="{A4AC5506-6312-4701-8D3C-40187889A947}"/>
          </ac:spMkLst>
        </pc:spChg>
        <pc:picChg chg="add mod ord">
          <ac:chgData name="Manas Tuwani" userId="5d421215-a11f-4a6e-90ca-e8ac2213fab6" providerId="ADAL" clId="{B9EBE9C8-7373-4DBE-A15C-3B856DEE92C7}" dt="2023-07-25T14:20:10.635" v="46" actId="1076"/>
          <ac:picMkLst>
            <pc:docMk/>
            <pc:sldMk cId="3111055269" sldId="276"/>
            <ac:picMk id="5" creationId="{1AC80A56-388B-0236-00D5-1B338A9ABD33}"/>
          </ac:picMkLst>
        </pc:picChg>
      </pc:sldChg>
    </pc:docChg>
  </pc:docChgLst>
  <pc:docChgLst>
    <pc:chgData name="Manas Tuwani" userId="5d421215-a11f-4a6e-90ca-e8ac2213fab6" providerId="ADAL" clId="{FAF593ED-9D01-42D0-ADE5-7B495F1324E0}"/>
    <pc:docChg chg="undo redo custSel addSld modSld sldOrd">
      <pc:chgData name="Manas Tuwani" userId="5d421215-a11f-4a6e-90ca-e8ac2213fab6" providerId="ADAL" clId="{FAF593ED-9D01-42D0-ADE5-7B495F1324E0}" dt="2024-01-01T11:58:13.569" v="100" actId="255"/>
      <pc:docMkLst>
        <pc:docMk/>
      </pc:docMkLst>
      <pc:sldChg chg="addSp modSp new mod ord setBg">
        <pc:chgData name="Manas Tuwani" userId="5d421215-a11f-4a6e-90ca-e8ac2213fab6" providerId="ADAL" clId="{FAF593ED-9D01-42D0-ADE5-7B495F1324E0}" dt="2024-01-01T11:58:13.569" v="100" actId="255"/>
        <pc:sldMkLst>
          <pc:docMk/>
          <pc:sldMk cId="3503529902" sldId="277"/>
        </pc:sldMkLst>
        <pc:spChg chg="mod">
          <ac:chgData name="Manas Tuwani" userId="5d421215-a11f-4a6e-90ca-e8ac2213fab6" providerId="ADAL" clId="{FAF593ED-9D01-42D0-ADE5-7B495F1324E0}" dt="2024-01-01T11:58:13.569" v="100" actId="255"/>
          <ac:spMkLst>
            <pc:docMk/>
            <pc:sldMk cId="3503529902" sldId="277"/>
            <ac:spMk id="2" creationId="{DC7936EF-6EC3-5753-947F-7DD636987F2E}"/>
          </ac:spMkLst>
        </pc:spChg>
        <pc:spChg chg="mod">
          <ac:chgData name="Manas Tuwani" userId="5d421215-a11f-4a6e-90ca-e8ac2213fab6" providerId="ADAL" clId="{FAF593ED-9D01-42D0-ADE5-7B495F1324E0}" dt="2024-01-01T11:58:03.215" v="99" actId="2711"/>
          <ac:spMkLst>
            <pc:docMk/>
            <pc:sldMk cId="3503529902" sldId="277"/>
            <ac:spMk id="3" creationId="{822EE386-E3D3-BB2D-00B5-D66F4591F088}"/>
          </ac:spMkLst>
        </pc:spChg>
        <pc:spChg chg="add">
          <ac:chgData name="Manas Tuwani" userId="5d421215-a11f-4a6e-90ca-e8ac2213fab6" providerId="ADAL" clId="{FAF593ED-9D01-42D0-ADE5-7B495F1324E0}" dt="2024-01-01T11:57:46.768" v="97" actId="26606"/>
          <ac:spMkLst>
            <pc:docMk/>
            <pc:sldMk cId="3503529902" sldId="277"/>
            <ac:spMk id="8" creationId="{100EDD19-6802-4EC3-95CE-CFFAB042CFD6}"/>
          </ac:spMkLst>
        </pc:spChg>
        <pc:spChg chg="add">
          <ac:chgData name="Manas Tuwani" userId="5d421215-a11f-4a6e-90ca-e8ac2213fab6" providerId="ADAL" clId="{FAF593ED-9D01-42D0-ADE5-7B495F1324E0}" dt="2024-01-01T11:57:46.768" v="97" actId="26606"/>
          <ac:spMkLst>
            <pc:docMk/>
            <pc:sldMk cId="3503529902" sldId="277"/>
            <ac:spMk id="10" creationId="{DB17E863-922E-4C26-BD64-E8FD41D28661}"/>
          </ac:spMkLst>
        </pc:spChg>
      </pc:sldChg>
      <pc:sldChg chg="addSp delSp modSp new mod setBg">
        <pc:chgData name="Manas Tuwani" userId="5d421215-a11f-4a6e-90ca-e8ac2213fab6" providerId="ADAL" clId="{FAF593ED-9D01-42D0-ADE5-7B495F1324E0}" dt="2024-01-01T11:57:29.499" v="96" actId="1076"/>
        <pc:sldMkLst>
          <pc:docMk/>
          <pc:sldMk cId="1153990038" sldId="278"/>
        </pc:sldMkLst>
        <pc:spChg chg="mod">
          <ac:chgData name="Manas Tuwani" userId="5d421215-a11f-4a6e-90ca-e8ac2213fab6" providerId="ADAL" clId="{FAF593ED-9D01-42D0-ADE5-7B495F1324E0}" dt="2024-01-01T11:57:29.499" v="96" actId="1076"/>
          <ac:spMkLst>
            <pc:docMk/>
            <pc:sldMk cId="1153990038" sldId="278"/>
            <ac:spMk id="2" creationId="{13D5C355-1FFF-729F-A64A-1BE7AEBB3C3C}"/>
          </ac:spMkLst>
        </pc:spChg>
        <pc:spChg chg="add del mod">
          <ac:chgData name="Manas Tuwani" userId="5d421215-a11f-4a6e-90ca-e8ac2213fab6" providerId="ADAL" clId="{FAF593ED-9D01-42D0-ADE5-7B495F1324E0}" dt="2024-01-01T11:57:18.285" v="94" actId="26606"/>
          <ac:spMkLst>
            <pc:docMk/>
            <pc:sldMk cId="1153990038" sldId="278"/>
            <ac:spMk id="3" creationId="{1755DCA4-5AE3-302A-2891-18966534D0F9}"/>
          </ac:spMkLst>
        </pc:spChg>
        <pc:spChg chg="add del">
          <ac:chgData name="Manas Tuwani" userId="5d421215-a11f-4a6e-90ca-e8ac2213fab6" providerId="ADAL" clId="{FAF593ED-9D01-42D0-ADE5-7B495F1324E0}" dt="2024-01-01T11:56:51.859" v="87" actId="26606"/>
          <ac:spMkLst>
            <pc:docMk/>
            <pc:sldMk cId="1153990038" sldId="278"/>
            <ac:spMk id="7" creationId="{1755DCA4-5AE3-302A-2891-18966534D0F9}"/>
          </ac:spMkLst>
        </pc:spChg>
        <pc:spChg chg="add del">
          <ac:chgData name="Manas Tuwani" userId="5d421215-a11f-4a6e-90ca-e8ac2213fab6" providerId="ADAL" clId="{FAF593ED-9D01-42D0-ADE5-7B495F1324E0}" dt="2024-01-01T11:56:51.859" v="87" actId="26606"/>
          <ac:spMkLst>
            <pc:docMk/>
            <pc:sldMk cId="1153990038" sldId="278"/>
            <ac:spMk id="8" creationId="{1B15ED52-F352-441B-82BF-E0EA34836D08}"/>
          </ac:spMkLst>
        </pc:spChg>
        <pc:spChg chg="add del">
          <ac:chgData name="Manas Tuwani" userId="5d421215-a11f-4a6e-90ca-e8ac2213fab6" providerId="ADAL" clId="{FAF593ED-9D01-42D0-ADE5-7B495F1324E0}" dt="2024-01-01T11:56:51.859" v="87" actId="26606"/>
          <ac:spMkLst>
            <pc:docMk/>
            <pc:sldMk cId="1153990038" sldId="278"/>
            <ac:spMk id="10" creationId="{3B2E3793-BFE6-45A2-9B7B-E18844431C99}"/>
          </ac:spMkLst>
        </pc:spChg>
        <pc:spChg chg="add del">
          <ac:chgData name="Manas Tuwani" userId="5d421215-a11f-4a6e-90ca-e8ac2213fab6" providerId="ADAL" clId="{FAF593ED-9D01-42D0-ADE5-7B495F1324E0}" dt="2024-01-01T11:56:51.859" v="87" actId="26606"/>
          <ac:spMkLst>
            <pc:docMk/>
            <pc:sldMk cId="1153990038" sldId="278"/>
            <ac:spMk id="12" creationId="{BC4C4868-CB8F-4AF9-9CDB-8108F2C19B67}"/>
          </ac:spMkLst>
        </pc:spChg>
        <pc:spChg chg="add del">
          <ac:chgData name="Manas Tuwani" userId="5d421215-a11f-4a6e-90ca-e8ac2213fab6" providerId="ADAL" clId="{FAF593ED-9D01-42D0-ADE5-7B495F1324E0}" dt="2024-01-01T11:56:51.859" v="87" actId="26606"/>
          <ac:spMkLst>
            <pc:docMk/>
            <pc:sldMk cId="1153990038" sldId="278"/>
            <ac:spMk id="14" creationId="{375E0459-6403-40CD-989D-56A4407CA12E}"/>
          </ac:spMkLst>
        </pc:spChg>
        <pc:spChg chg="add del">
          <ac:chgData name="Manas Tuwani" userId="5d421215-a11f-4a6e-90ca-e8ac2213fab6" providerId="ADAL" clId="{FAF593ED-9D01-42D0-ADE5-7B495F1324E0}" dt="2024-01-01T11:56:51.859" v="87" actId="26606"/>
          <ac:spMkLst>
            <pc:docMk/>
            <pc:sldMk cId="1153990038" sldId="278"/>
            <ac:spMk id="16" creationId="{53E5B1A8-3AC9-4BD1-9BBC-78CA94F2D1BA}"/>
          </ac:spMkLst>
        </pc:spChg>
        <pc:spChg chg="add del">
          <ac:chgData name="Manas Tuwani" userId="5d421215-a11f-4a6e-90ca-e8ac2213fab6" providerId="ADAL" clId="{FAF593ED-9D01-42D0-ADE5-7B495F1324E0}" dt="2024-01-01T11:57:07.857" v="89" actId="26606"/>
          <ac:spMkLst>
            <pc:docMk/>
            <pc:sldMk cId="1153990038" sldId="278"/>
            <ac:spMk id="18" creationId="{100EDD19-6802-4EC3-95CE-CFFAB042CFD6}"/>
          </ac:spMkLst>
        </pc:spChg>
        <pc:spChg chg="add del">
          <ac:chgData name="Manas Tuwani" userId="5d421215-a11f-4a6e-90ca-e8ac2213fab6" providerId="ADAL" clId="{FAF593ED-9D01-42D0-ADE5-7B495F1324E0}" dt="2024-01-01T11:57:07.857" v="89" actId="26606"/>
          <ac:spMkLst>
            <pc:docMk/>
            <pc:sldMk cId="1153990038" sldId="278"/>
            <ac:spMk id="19" creationId="{DB17E863-922E-4C26-BD64-E8FD41D28661}"/>
          </ac:spMkLst>
        </pc:spChg>
        <pc:spChg chg="add del">
          <ac:chgData name="Manas Tuwani" userId="5d421215-a11f-4a6e-90ca-e8ac2213fab6" providerId="ADAL" clId="{FAF593ED-9D01-42D0-ADE5-7B495F1324E0}" dt="2024-01-01T11:57:07.857" v="89" actId="26606"/>
          <ac:spMkLst>
            <pc:docMk/>
            <pc:sldMk cId="1153990038" sldId="278"/>
            <ac:spMk id="20" creationId="{1755DCA4-5AE3-302A-2891-18966534D0F9}"/>
          </ac:spMkLst>
        </pc:spChg>
        <pc:spChg chg="add del">
          <ac:chgData name="Manas Tuwani" userId="5d421215-a11f-4a6e-90ca-e8ac2213fab6" providerId="ADAL" clId="{FAF593ED-9D01-42D0-ADE5-7B495F1324E0}" dt="2024-01-01T11:57:24.109" v="95" actId="26606"/>
          <ac:spMkLst>
            <pc:docMk/>
            <pc:sldMk cId="1153990038" sldId="278"/>
            <ac:spMk id="22" creationId="{4DA718D0-4865-4629-8134-44F68D41D574}"/>
          </ac:spMkLst>
        </pc:spChg>
        <pc:spChg chg="add del">
          <ac:chgData name="Manas Tuwani" userId="5d421215-a11f-4a6e-90ca-e8ac2213fab6" providerId="ADAL" clId="{FAF593ED-9D01-42D0-ADE5-7B495F1324E0}" dt="2024-01-01T11:57:24.109" v="95" actId="26606"/>
          <ac:spMkLst>
            <pc:docMk/>
            <pc:sldMk cId="1153990038" sldId="278"/>
            <ac:spMk id="25" creationId="{CBC4F608-B4B8-48C3-9572-C0F061B1CD99}"/>
          </ac:spMkLst>
        </pc:spChg>
        <pc:spChg chg="add del mod">
          <ac:chgData name="Manas Tuwani" userId="5d421215-a11f-4a6e-90ca-e8ac2213fab6" providerId="ADAL" clId="{FAF593ED-9D01-42D0-ADE5-7B495F1324E0}" dt="2024-01-01T11:57:24.109" v="95" actId="26606"/>
          <ac:spMkLst>
            <pc:docMk/>
            <pc:sldMk cId="1153990038" sldId="278"/>
            <ac:spMk id="26" creationId="{1755DCA4-5AE3-302A-2891-18966534D0F9}"/>
          </ac:spMkLst>
        </pc:spChg>
        <pc:spChg chg="add">
          <ac:chgData name="Manas Tuwani" userId="5d421215-a11f-4a6e-90ca-e8ac2213fab6" providerId="ADAL" clId="{FAF593ED-9D01-42D0-ADE5-7B495F1324E0}" dt="2024-01-01T11:57:24.109" v="95" actId="26606"/>
          <ac:spMkLst>
            <pc:docMk/>
            <pc:sldMk cId="1153990038" sldId="278"/>
            <ac:spMk id="31" creationId="{100EDD19-6802-4EC3-95CE-CFFAB042CFD6}"/>
          </ac:spMkLst>
        </pc:spChg>
        <pc:spChg chg="add">
          <ac:chgData name="Manas Tuwani" userId="5d421215-a11f-4a6e-90ca-e8ac2213fab6" providerId="ADAL" clId="{FAF593ED-9D01-42D0-ADE5-7B495F1324E0}" dt="2024-01-01T11:57:24.109" v="95" actId="26606"/>
          <ac:spMkLst>
            <pc:docMk/>
            <pc:sldMk cId="1153990038" sldId="278"/>
            <ac:spMk id="33" creationId="{DB17E863-922E-4C26-BD64-E8FD41D28661}"/>
          </ac:spMkLst>
        </pc:spChg>
        <pc:grpChg chg="add del">
          <ac:chgData name="Manas Tuwani" userId="5d421215-a11f-4a6e-90ca-e8ac2213fab6" providerId="ADAL" clId="{FAF593ED-9D01-42D0-ADE5-7B495F1324E0}" dt="2024-01-01T11:57:24.109" v="95" actId="26606"/>
          <ac:grpSpMkLst>
            <pc:docMk/>
            <pc:sldMk cId="1153990038" sldId="278"/>
            <ac:grpSpMk id="23" creationId="{65167ED7-6315-43AB-B1B6-C326D5FD8F84}"/>
          </ac:grpSpMkLst>
        </pc:grpChg>
        <pc:graphicFrameChg chg="add del">
          <ac:chgData name="Manas Tuwani" userId="5d421215-a11f-4a6e-90ca-e8ac2213fab6" providerId="ADAL" clId="{FAF593ED-9D01-42D0-ADE5-7B495F1324E0}" dt="2024-01-01T11:56:49.316" v="85" actId="26606"/>
          <ac:graphicFrameMkLst>
            <pc:docMk/>
            <pc:sldMk cId="1153990038" sldId="278"/>
            <ac:graphicFrameMk id="5" creationId="{EBFAC74C-19A8-C8DF-3A03-E1A376A65D1C}"/>
          </ac:graphicFrameMkLst>
        </pc:graphicFrameChg>
      </pc:sldChg>
    </pc:docChg>
  </pc:docChgLst>
  <pc:docChgLst>
    <pc:chgData name="Manas Tuwani" userId="5d421215-a11f-4a6e-90ca-e8ac2213fab6" providerId="ADAL" clId="{A7D64048-779A-486A-AFCB-881E35603B99}"/>
    <pc:docChg chg="modSld">
      <pc:chgData name="Manas Tuwani" userId="5d421215-a11f-4a6e-90ca-e8ac2213fab6" providerId="ADAL" clId="{A7D64048-779A-486A-AFCB-881E35603B99}" dt="2024-04-26T14:46:09.791" v="0" actId="13926"/>
      <pc:docMkLst>
        <pc:docMk/>
      </pc:docMkLst>
      <pc:sldChg chg="modSp mod">
        <pc:chgData name="Manas Tuwani" userId="5d421215-a11f-4a6e-90ca-e8ac2213fab6" providerId="ADAL" clId="{A7D64048-779A-486A-AFCB-881E35603B99}" dt="2024-04-26T14:46:09.791" v="0" actId="13926"/>
        <pc:sldMkLst>
          <pc:docMk/>
          <pc:sldMk cId="193380103" sldId="257"/>
        </pc:sldMkLst>
        <pc:spChg chg="mod">
          <ac:chgData name="Manas Tuwani" userId="5d421215-a11f-4a6e-90ca-e8ac2213fab6" providerId="ADAL" clId="{A7D64048-779A-486A-AFCB-881E35603B99}" dt="2024-04-26T14:46:09.791" v="0" actId="13926"/>
          <ac:spMkLst>
            <pc:docMk/>
            <pc:sldMk cId="193380103" sldId="257"/>
            <ac:spMk id="3" creationId="{D5BEDFEF-279A-BB5A-6055-5191D8D03318}"/>
          </ac:spMkLst>
        </pc:spChg>
      </pc:sldChg>
    </pc:docChg>
  </pc:docChgLst>
  <pc:docChgLst>
    <pc:chgData name="Manas Tuwani" userId="5d421215-a11f-4a6e-90ca-e8ac2213fab6" providerId="ADAL" clId="{2441A5C4-3678-45EF-96AB-A286A3742DD4}"/>
    <pc:docChg chg="undo custSel addSld modSld">
      <pc:chgData name="Manas Tuwani" userId="5d421215-a11f-4a6e-90ca-e8ac2213fab6" providerId="ADAL" clId="{2441A5C4-3678-45EF-96AB-A286A3742DD4}" dt="2023-01-03T02:38:07.054" v="4" actId="26606"/>
      <pc:docMkLst>
        <pc:docMk/>
      </pc:docMkLst>
      <pc:sldChg chg="addSp modSp new mod setBg">
        <pc:chgData name="Manas Tuwani" userId="5d421215-a11f-4a6e-90ca-e8ac2213fab6" providerId="ADAL" clId="{2441A5C4-3678-45EF-96AB-A286A3742DD4}" dt="2023-01-03T02:38:07.054" v="4" actId="26606"/>
        <pc:sldMkLst>
          <pc:docMk/>
          <pc:sldMk cId="1164909171" sldId="275"/>
        </pc:sldMkLst>
        <pc:spChg chg="add">
          <ac:chgData name="Manas Tuwani" userId="5d421215-a11f-4a6e-90ca-e8ac2213fab6" providerId="ADAL" clId="{2441A5C4-3678-45EF-96AB-A286A3742DD4}" dt="2023-01-03T02:38:07.054" v="4" actId="26606"/>
          <ac:spMkLst>
            <pc:docMk/>
            <pc:sldMk cId="1164909171" sldId="275"/>
            <ac:spMk id="8" creationId="{F3060C83-F051-4F0E-ABAD-AA0DFC48B218}"/>
          </ac:spMkLst>
        </pc:spChg>
        <pc:spChg chg="add">
          <ac:chgData name="Manas Tuwani" userId="5d421215-a11f-4a6e-90ca-e8ac2213fab6" providerId="ADAL" clId="{2441A5C4-3678-45EF-96AB-A286A3742DD4}" dt="2023-01-03T02:38:07.054" v="4" actId="26606"/>
          <ac:spMkLst>
            <pc:docMk/>
            <pc:sldMk cId="1164909171" sldId="275"/>
            <ac:spMk id="10" creationId="{83C98ABE-055B-441F-B07E-44F97F083C39}"/>
          </ac:spMkLst>
        </pc:spChg>
        <pc:spChg chg="add">
          <ac:chgData name="Manas Tuwani" userId="5d421215-a11f-4a6e-90ca-e8ac2213fab6" providerId="ADAL" clId="{2441A5C4-3678-45EF-96AB-A286A3742DD4}" dt="2023-01-03T02:38:07.054" v="4" actId="26606"/>
          <ac:spMkLst>
            <pc:docMk/>
            <pc:sldMk cId="1164909171" sldId="275"/>
            <ac:spMk id="12" creationId="{29FDB030-9B49-4CED-8CCD-4D99382388AC}"/>
          </ac:spMkLst>
        </pc:spChg>
        <pc:spChg chg="add">
          <ac:chgData name="Manas Tuwani" userId="5d421215-a11f-4a6e-90ca-e8ac2213fab6" providerId="ADAL" clId="{2441A5C4-3678-45EF-96AB-A286A3742DD4}" dt="2023-01-03T02:38:07.054" v="4" actId="26606"/>
          <ac:spMkLst>
            <pc:docMk/>
            <pc:sldMk cId="1164909171" sldId="275"/>
            <ac:spMk id="14" creationId="{3783CA14-24A1-485C-8B30-D6A5D87987AD}"/>
          </ac:spMkLst>
        </pc:spChg>
        <pc:spChg chg="add">
          <ac:chgData name="Manas Tuwani" userId="5d421215-a11f-4a6e-90ca-e8ac2213fab6" providerId="ADAL" clId="{2441A5C4-3678-45EF-96AB-A286A3742DD4}" dt="2023-01-03T02:38:07.054" v="4" actId="26606"/>
          <ac:spMkLst>
            <pc:docMk/>
            <pc:sldMk cId="1164909171" sldId="275"/>
            <ac:spMk id="16" creationId="{9A97C86A-04D6-40F7-AE84-31AB43E6A846}"/>
          </ac:spMkLst>
        </pc:spChg>
        <pc:spChg chg="add">
          <ac:chgData name="Manas Tuwani" userId="5d421215-a11f-4a6e-90ca-e8ac2213fab6" providerId="ADAL" clId="{2441A5C4-3678-45EF-96AB-A286A3742DD4}" dt="2023-01-03T02:38:07.054" v="4" actId="26606"/>
          <ac:spMkLst>
            <pc:docMk/>
            <pc:sldMk cId="1164909171" sldId="275"/>
            <ac:spMk id="18" creationId="{FF9F2414-84E8-453E-B1F3-389FDE8192D9}"/>
          </ac:spMkLst>
        </pc:spChg>
        <pc:spChg chg="add">
          <ac:chgData name="Manas Tuwani" userId="5d421215-a11f-4a6e-90ca-e8ac2213fab6" providerId="ADAL" clId="{2441A5C4-3678-45EF-96AB-A286A3742DD4}" dt="2023-01-03T02:38:07.054" v="4" actId="26606"/>
          <ac:spMkLst>
            <pc:docMk/>
            <pc:sldMk cId="1164909171" sldId="275"/>
            <ac:spMk id="20" creationId="{3ECA69A1-7536-43AC-85EF-C7106179F5ED}"/>
          </ac:spMkLst>
        </pc:spChg>
        <pc:picChg chg="add mod">
          <ac:chgData name="Manas Tuwani" userId="5d421215-a11f-4a6e-90ca-e8ac2213fab6" providerId="ADAL" clId="{2441A5C4-3678-45EF-96AB-A286A3742DD4}" dt="2023-01-03T02:38:07.054" v="4" actId="26606"/>
          <ac:picMkLst>
            <pc:docMk/>
            <pc:sldMk cId="1164909171" sldId="275"/>
            <ac:picMk id="3" creationId="{D7B04B47-48E8-2AF9-2518-CA17E34BB8E5}"/>
          </ac:picMkLst>
        </pc:picChg>
      </pc:sldChg>
    </pc:docChg>
  </pc:docChgLst>
  <pc:docChgLst>
    <pc:chgData name="Manas Tuwani" userId="5d421215-a11f-4a6e-90ca-e8ac2213fab6" providerId="ADAL" clId="{D1F3F2C7-A914-43D4-9145-636B3BBBB914}"/>
    <pc:docChg chg="addSld modSld">
      <pc:chgData name="Manas Tuwani" userId="5d421215-a11f-4a6e-90ca-e8ac2213fab6" providerId="ADAL" clId="{D1F3F2C7-A914-43D4-9145-636B3BBBB914}" dt="2022-08-25T13:08:31.803" v="4" actId="1076"/>
      <pc:docMkLst>
        <pc:docMk/>
      </pc:docMkLst>
      <pc:sldChg chg="modSp mod">
        <pc:chgData name="Manas Tuwani" userId="5d421215-a11f-4a6e-90ca-e8ac2213fab6" providerId="ADAL" clId="{D1F3F2C7-A914-43D4-9145-636B3BBBB914}" dt="2022-08-25T13:08:31.803" v="4" actId="1076"/>
        <pc:sldMkLst>
          <pc:docMk/>
          <pc:sldMk cId="2356061780" sldId="272"/>
        </pc:sldMkLst>
        <pc:spChg chg="mod">
          <ac:chgData name="Manas Tuwani" userId="5d421215-a11f-4a6e-90ca-e8ac2213fab6" providerId="ADAL" clId="{D1F3F2C7-A914-43D4-9145-636B3BBBB914}" dt="2022-08-25T13:08:31.803" v="4" actId="1076"/>
          <ac:spMkLst>
            <pc:docMk/>
            <pc:sldMk cId="2356061780" sldId="272"/>
            <ac:spMk id="5" creationId="{00000000-0000-0000-0000-000000000000}"/>
          </ac:spMkLst>
        </pc:spChg>
        <pc:picChg chg="mod">
          <ac:chgData name="Manas Tuwani" userId="5d421215-a11f-4a6e-90ca-e8ac2213fab6" providerId="ADAL" clId="{D1F3F2C7-A914-43D4-9145-636B3BBBB914}" dt="2022-08-25T13:08:24.694" v="3" actId="14100"/>
          <ac:picMkLst>
            <pc:docMk/>
            <pc:sldMk cId="2356061780" sldId="272"/>
            <ac:picMk id="4" creationId="{00000000-0000-0000-0000-000000000000}"/>
          </ac:picMkLst>
        </pc:picChg>
      </pc:sldChg>
      <pc:sldChg chg="addSp new mod">
        <pc:chgData name="Manas Tuwani" userId="5d421215-a11f-4a6e-90ca-e8ac2213fab6" providerId="ADAL" clId="{D1F3F2C7-A914-43D4-9145-636B3BBBB914}" dt="2022-08-25T13:06:54.351" v="1" actId="22"/>
        <pc:sldMkLst>
          <pc:docMk/>
          <pc:sldMk cId="3734197574" sldId="273"/>
        </pc:sldMkLst>
        <pc:picChg chg="add">
          <ac:chgData name="Manas Tuwani" userId="5d421215-a11f-4a6e-90ca-e8ac2213fab6" providerId="ADAL" clId="{D1F3F2C7-A914-43D4-9145-636B3BBBB914}" dt="2022-08-25T13:06:54.351" v="1" actId="22"/>
          <ac:picMkLst>
            <pc:docMk/>
            <pc:sldMk cId="3734197574" sldId="273"/>
            <ac:picMk id="3" creationId="{FE3EF1A7-7DC6-71CF-DC45-70719233D53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FCC95A-36B7-9806-2CE4-C40EA7B515B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F9376FD3-2972-669B-E503-CC4DE5EDD49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3B45C981-6381-C06F-BCDF-2CA593B2027A}"/>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5" name="Footer Placeholder 4">
            <a:extLst>
              <a:ext uri="{FF2B5EF4-FFF2-40B4-BE49-F238E27FC236}">
                <a16:creationId xmlns:a16="http://schemas.microsoft.com/office/drawing/2014/main" xmlns="" id="{E5F80F13-A1C4-560D-B32A-F9028DA3AE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A5AF0EB-FB81-BE6B-8406-FC09263FFDDF}"/>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236357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0686F7-BAD0-425D-ECC0-C92F88AA6D4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3AA32403-FBB9-96C8-7C96-A9D089184B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1795C89-BCBB-2989-0807-317AEC1F8398}"/>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5" name="Footer Placeholder 4">
            <a:extLst>
              <a:ext uri="{FF2B5EF4-FFF2-40B4-BE49-F238E27FC236}">
                <a16:creationId xmlns:a16="http://schemas.microsoft.com/office/drawing/2014/main" xmlns="" id="{92ED29DC-729A-F1F8-1FF9-DBCE6EFE5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055AA089-7D18-1AF6-1860-2CAD27C45F16}"/>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34840276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C3725D5-2162-D42E-29CC-7DF29D735B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14B44A71-14CD-843A-F387-91F87A19AB0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334C1787-1E07-4289-FAB4-340EE319891C}"/>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5" name="Footer Placeholder 4">
            <a:extLst>
              <a:ext uri="{FF2B5EF4-FFF2-40B4-BE49-F238E27FC236}">
                <a16:creationId xmlns:a16="http://schemas.microsoft.com/office/drawing/2014/main" xmlns="" id="{7BA6DD6D-8219-5860-3B40-C2DBF55DE7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ED432420-97B1-DDF2-C202-FFA4C70A67D2}"/>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3271467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27A11C-B305-CFCB-8AD3-5E350A356A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E4A8F4D-C0C4-47BB-A99D-D2C82249A88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6B4236A0-C1E1-896E-FF39-058460F1887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23735891-D69D-F94C-C844-5403C1B650FA}"/>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6" name="Footer Placeholder 5">
            <a:extLst>
              <a:ext uri="{FF2B5EF4-FFF2-40B4-BE49-F238E27FC236}">
                <a16:creationId xmlns:a16="http://schemas.microsoft.com/office/drawing/2014/main" xmlns="" id="{666F9C75-7F5B-71DF-5CFC-10E39BC7902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C0F60AE6-0263-4E45-CC70-D2DE3B9DECC8}"/>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2278436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53649B0-09AE-EA88-31DF-F477035F55B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34B1A9D-6D36-F2BB-375A-F84DE81DC0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848F18D8-4AF9-0672-65F8-D0A56F8EC8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7804BAEA-81D2-9CC7-C598-935D9001D7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DEE479A5-86A0-4DD4-D77E-B9C0CCB30E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13430466-273F-2C91-C5ED-479AD39C31B1}"/>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8" name="Footer Placeholder 7">
            <a:extLst>
              <a:ext uri="{FF2B5EF4-FFF2-40B4-BE49-F238E27FC236}">
                <a16:creationId xmlns:a16="http://schemas.microsoft.com/office/drawing/2014/main" xmlns="" id="{1ED6D2AD-EDF8-55F6-C33D-9A7CA5D2366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C77D82E4-C81C-6E83-E649-38D9E95A606C}"/>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1317397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329BE36-1617-F087-8505-E6EF922686B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F05F4312-5569-6FD7-7A00-EE6FC42C610D}"/>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4" name="Footer Placeholder 3">
            <a:extLst>
              <a:ext uri="{FF2B5EF4-FFF2-40B4-BE49-F238E27FC236}">
                <a16:creationId xmlns:a16="http://schemas.microsoft.com/office/drawing/2014/main" xmlns="" id="{E1048D28-A62A-BE0F-DE84-7BEC5F781A23}"/>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AE0FBEE3-1F10-5DA1-6202-F1BCA04B9F42}"/>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3963343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212718E-FBF7-FD17-03FF-45D0D0317F9C}"/>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3" name="Footer Placeholder 2">
            <a:extLst>
              <a:ext uri="{FF2B5EF4-FFF2-40B4-BE49-F238E27FC236}">
                <a16:creationId xmlns:a16="http://schemas.microsoft.com/office/drawing/2014/main" xmlns="" id="{C9AFE0B7-55F9-326B-2051-53410B7B1FA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44263738-5ECC-D737-E982-4FCB8F0762DA}"/>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4209908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4D2FB9-F5E6-73F5-C718-AB7F6861E1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07E2E0FA-3A98-FB67-E3F8-1BC7812D51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78C7ADB-82BE-6451-10EB-CA58ABF587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8BCBE74C-1BF3-307F-BC73-725CF184EC58}"/>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6" name="Footer Placeholder 5">
            <a:extLst>
              <a:ext uri="{FF2B5EF4-FFF2-40B4-BE49-F238E27FC236}">
                <a16:creationId xmlns:a16="http://schemas.microsoft.com/office/drawing/2014/main" xmlns="" id="{A18ACEEA-8AAA-5461-D232-08F54698F5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61FC2EBF-23D6-540E-7B01-CD748446C25E}"/>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1502763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1F8A8A5-958C-15BB-2DE2-7A0781EF33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BCBCBE22-7159-9FBE-3875-4C0E843609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xmlns="" id="{7891CC1E-AC77-FE74-F499-3E2E2D5E8A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6DA6490F-E018-381C-F032-845BED9DE80D}"/>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6" name="Footer Placeholder 5">
            <a:extLst>
              <a:ext uri="{FF2B5EF4-FFF2-40B4-BE49-F238E27FC236}">
                <a16:creationId xmlns:a16="http://schemas.microsoft.com/office/drawing/2014/main" xmlns="" id="{02B9D56F-E6EE-FF24-6AE8-8299AB6D4C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42A2540D-4388-365B-843D-A27626C7E0DA}"/>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24895964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F7FBAC2-70B6-6CA9-DF06-84DFD2C783C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98EC0730-05A1-A0CF-4E51-3B807B664D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18923CF-3D16-04AE-0647-B84297AAE586}"/>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5" name="Footer Placeholder 4">
            <a:extLst>
              <a:ext uri="{FF2B5EF4-FFF2-40B4-BE49-F238E27FC236}">
                <a16:creationId xmlns:a16="http://schemas.microsoft.com/office/drawing/2014/main" xmlns="" id="{B5C74F78-20AB-7CC3-8669-B197C463C9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F97A9E5A-8AB9-BB45-7F90-E74287BDC777}"/>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1824552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92A7CE49-0B64-E1D8-8111-F46FA84DAD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9065D5B-0931-4DCE-F274-BA8F0FFDED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CD4EF282-0BF7-E04B-6263-23BE1BB63ADE}"/>
              </a:ext>
            </a:extLst>
          </p:cNvPr>
          <p:cNvSpPr>
            <a:spLocks noGrp="1"/>
          </p:cNvSpPr>
          <p:nvPr>
            <p:ph type="dt" sz="half" idx="10"/>
          </p:nvPr>
        </p:nvSpPr>
        <p:spPr/>
        <p:txBody>
          <a:bodyPr/>
          <a:lstStyle/>
          <a:p>
            <a:fld id="{9F6F5D5E-2139-4D17-B8A4-3AE33BB8E200}" type="datetimeFigureOut">
              <a:rPr lang="en-IN" smtClean="0"/>
              <a:pPr/>
              <a:t>11-10-2025</a:t>
            </a:fld>
            <a:endParaRPr lang="en-IN"/>
          </a:p>
        </p:txBody>
      </p:sp>
      <p:sp>
        <p:nvSpPr>
          <p:cNvPr id="5" name="Footer Placeholder 4">
            <a:extLst>
              <a:ext uri="{FF2B5EF4-FFF2-40B4-BE49-F238E27FC236}">
                <a16:creationId xmlns:a16="http://schemas.microsoft.com/office/drawing/2014/main" xmlns="" id="{AAC41781-78F0-0968-569F-D177CE542A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C38576C3-781B-002F-9D79-267540358ACF}"/>
              </a:ext>
            </a:extLst>
          </p:cNvPr>
          <p:cNvSpPr>
            <a:spLocks noGrp="1"/>
          </p:cNvSpPr>
          <p:nvPr>
            <p:ph type="sldNum" sz="quarter" idx="12"/>
          </p:nvPr>
        </p:nvSpPr>
        <p:spPr/>
        <p:txBody>
          <a:body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212595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EDA221E-5A78-23C6-3D09-9B70A17DC0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EEF76D9F-851B-8AA4-C160-88DCD61A4A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0C40DFED-6869-010C-8F1D-FE06ED87CE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6F5D5E-2139-4D17-B8A4-3AE33BB8E200}" type="datetimeFigureOut">
              <a:rPr lang="en-IN" smtClean="0"/>
              <a:pPr/>
              <a:t>11-10-2025</a:t>
            </a:fld>
            <a:endParaRPr lang="en-IN"/>
          </a:p>
        </p:txBody>
      </p:sp>
      <p:sp>
        <p:nvSpPr>
          <p:cNvPr id="5" name="Footer Placeholder 4">
            <a:extLst>
              <a:ext uri="{FF2B5EF4-FFF2-40B4-BE49-F238E27FC236}">
                <a16:creationId xmlns:a16="http://schemas.microsoft.com/office/drawing/2014/main" xmlns="" id="{E61DF931-8E16-8D9C-BBB0-BA11D02899F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FFD80900-C1B9-1AFD-1514-B67B325D4B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1F3675D-94D3-4D27-B6E7-07B9EAC445D7}" type="slidenum">
              <a:rPr lang="en-IN" smtClean="0"/>
              <a:pPr/>
              <a:t>‹#›</a:t>
            </a:fld>
            <a:endParaRPr lang="en-IN"/>
          </a:p>
        </p:txBody>
      </p:sp>
    </p:spTree>
    <p:extLst>
      <p:ext uri="{BB962C8B-B14F-4D97-AF65-F5344CB8AC3E}">
        <p14:creationId xmlns:p14="http://schemas.microsoft.com/office/powerpoint/2010/main" xmlns="" val="13605007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eb-locators-static-site-qa.vercel.app/Dropdow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google.com/"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2135561" y="476673"/>
            <a:ext cx="7789674" cy="4680521"/>
          </a:xfrm>
          <a:prstGeom prst="rect">
            <a:avLst/>
          </a:prstGeom>
        </p:spPr>
      </p:pic>
      <p:sp>
        <p:nvSpPr>
          <p:cNvPr id="5" name="Rectangle 4"/>
          <p:cNvSpPr/>
          <p:nvPr/>
        </p:nvSpPr>
        <p:spPr>
          <a:xfrm>
            <a:off x="1949129" y="4861270"/>
            <a:ext cx="5328592" cy="1138773"/>
          </a:xfrm>
          <a:prstGeom prst="rect">
            <a:avLst/>
          </a:prstGeom>
          <a:ln w="12700">
            <a:noFill/>
          </a:ln>
        </p:spPr>
        <p:txBody>
          <a:bodyPr wrap="square">
            <a:spAutoFit/>
          </a:bodyPr>
          <a:lstStyle/>
          <a:p>
            <a:r>
              <a:rPr lang="en-IN" sz="3600" b="1" dirty="0">
                <a:solidFill>
                  <a:schemeClr val="tx2">
                    <a:lumMod val="75000"/>
                  </a:schemeClr>
                </a:solidFill>
                <a:latin typeface="Baskerville Old Face" panose="02020602080505020303" pitchFamily="18" charset="0"/>
              </a:rPr>
              <a:t>Automation Testing</a:t>
            </a:r>
          </a:p>
          <a:p>
            <a:r>
              <a:rPr lang="en-IN" sz="3200" b="1" dirty="0">
                <a:solidFill>
                  <a:schemeClr val="tx2">
                    <a:lumMod val="75000"/>
                  </a:schemeClr>
                </a:solidFill>
                <a:latin typeface="Baskerville Old Face" panose="02020602080505020303" pitchFamily="18" charset="0"/>
              </a:rPr>
              <a:t>          </a:t>
            </a:r>
            <a:r>
              <a:rPr lang="en-IN" sz="2600" b="1" dirty="0">
                <a:solidFill>
                  <a:srgbClr val="FF0000"/>
                </a:solidFill>
                <a:latin typeface="Baskerville Old Face" panose="02020602080505020303" pitchFamily="18" charset="0"/>
              </a:rPr>
              <a:t>By- Manas </a:t>
            </a:r>
          </a:p>
        </p:txBody>
      </p:sp>
    </p:spTree>
    <p:extLst>
      <p:ext uri="{BB962C8B-B14F-4D97-AF65-F5344CB8AC3E}">
        <p14:creationId xmlns:p14="http://schemas.microsoft.com/office/powerpoint/2010/main" xmlns="" val="235606178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7E5901B-0511-8D9B-D21C-B62375452A45}"/>
              </a:ext>
            </a:extLst>
          </p:cNvPr>
          <p:cNvSpPr>
            <a:spLocks noGrp="1"/>
          </p:cNvSpPr>
          <p:nvPr>
            <p:ph type="title"/>
          </p:nvPr>
        </p:nvSpPr>
        <p:spPr/>
        <p:txBody>
          <a:bodyPr>
            <a:normAutofit fontScale="90000"/>
          </a:bodyPr>
          <a:lstStyle/>
          <a:p>
            <a:r>
              <a:rPr lang="en-US" b="1" i="0" dirty="0">
                <a:solidFill>
                  <a:srgbClr val="000000"/>
                </a:solidFill>
                <a:effectLst/>
                <a:latin typeface="-apple-system"/>
              </a:rPr>
              <a:t>Select Class in Selenium | Select Class Methods</a:t>
            </a:r>
            <a:br>
              <a:rPr lang="en-US" b="1"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D5BEDFEF-279A-BB5A-6055-5191D8D03318}"/>
              </a:ext>
            </a:extLst>
          </p:cNvPr>
          <p:cNvSpPr>
            <a:spLocks noGrp="1"/>
          </p:cNvSpPr>
          <p:nvPr>
            <p:ph idx="1"/>
          </p:nvPr>
        </p:nvSpPr>
        <p:spPr/>
        <p:txBody>
          <a:bodyPr/>
          <a:lstStyle/>
          <a:p>
            <a:pPr marL="0" indent="0" algn="l">
              <a:buNone/>
            </a:pPr>
            <a:r>
              <a:rPr lang="en-US" b="1" i="0" dirty="0">
                <a:solidFill>
                  <a:srgbClr val="000000"/>
                </a:solidFill>
                <a:effectLst/>
                <a:latin typeface="-apple-system"/>
              </a:rPr>
              <a:t>Select</a:t>
            </a:r>
            <a:r>
              <a:rPr lang="en-US" b="0" i="0" dirty="0">
                <a:solidFill>
                  <a:srgbClr val="000000"/>
                </a:solidFill>
                <a:effectLst/>
                <a:latin typeface="-apple-system"/>
              </a:rPr>
              <a:t> is a class provided by Selenium that is used to work with a dropdown element.</a:t>
            </a:r>
          </a:p>
          <a:p>
            <a:pPr marL="0" indent="0" algn="l">
              <a:buNone/>
            </a:pPr>
            <a:r>
              <a:rPr lang="en-US" b="0" i="0" dirty="0">
                <a:solidFill>
                  <a:srgbClr val="000000"/>
                </a:solidFill>
                <a:effectLst/>
                <a:latin typeface="-apple-system"/>
              </a:rPr>
              <a:t>The select class allows us to select an element from the drop-down and lists that are created with the HTML &lt;select&gt; element.</a:t>
            </a:r>
          </a:p>
          <a:p>
            <a:pPr marL="0" indent="0" algn="l">
              <a:buNone/>
            </a:pPr>
            <a:r>
              <a:rPr lang="en-US" b="0" i="0" dirty="0">
                <a:solidFill>
                  <a:srgbClr val="000000"/>
                </a:solidFill>
                <a:effectLst/>
                <a:latin typeface="-apple-system"/>
              </a:rPr>
              <a:t>The select class is present in </a:t>
            </a:r>
            <a:r>
              <a:rPr lang="en-US" b="0" i="0" dirty="0">
                <a:solidFill>
                  <a:srgbClr val="000000"/>
                </a:solidFill>
                <a:effectLst/>
                <a:highlight>
                  <a:srgbClr val="FFFF00"/>
                </a:highlight>
                <a:latin typeface="-apple-system"/>
              </a:rPr>
              <a:t>org.openqa.selenium.support.ui package</a:t>
            </a:r>
            <a:r>
              <a:rPr lang="en-US" b="0" i="0" dirty="0">
                <a:solidFill>
                  <a:srgbClr val="000000"/>
                </a:solidFill>
                <a:effectLst/>
                <a:latin typeface="-apple-system"/>
              </a:rPr>
              <a:t>. It extends Object class and implements the ISelect interface.</a:t>
            </a:r>
          </a:p>
          <a:p>
            <a:pPr marL="0" indent="0" algn="l">
              <a:buNone/>
            </a:pPr>
            <a:endParaRPr lang="en-US" dirty="0">
              <a:solidFill>
                <a:srgbClr val="000000"/>
              </a:solidFill>
              <a:latin typeface="-apple-system"/>
            </a:endParaRPr>
          </a:p>
          <a:p>
            <a:pPr marL="0" indent="0" algn="l">
              <a:buNone/>
            </a:pPr>
            <a:endParaRPr lang="en-US" b="0" i="0" dirty="0">
              <a:solidFill>
                <a:srgbClr val="000000"/>
              </a:solidFill>
              <a:effectLst/>
              <a:latin typeface="-apple-system"/>
            </a:endParaRPr>
          </a:p>
          <a:p>
            <a:pPr marL="0" indent="0">
              <a:buNone/>
            </a:pPr>
            <a:endParaRPr lang="en-IN" dirty="0"/>
          </a:p>
        </p:txBody>
      </p:sp>
    </p:spTree>
    <p:extLst>
      <p:ext uri="{BB962C8B-B14F-4D97-AF65-F5344CB8AC3E}">
        <p14:creationId xmlns:p14="http://schemas.microsoft.com/office/powerpoint/2010/main" xmlns="" val="1933801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xmlns="" id="{6B4D6D5D-8632-CA12-F7F1-4DC7963F57BE}"/>
              </a:ext>
            </a:extLst>
          </p:cNvPr>
          <p:cNvPicPr>
            <a:picLocks noChangeAspect="1"/>
          </p:cNvPicPr>
          <p:nvPr/>
        </p:nvPicPr>
        <p:blipFill>
          <a:blip r:embed="rId2" cstate="print"/>
          <a:stretch>
            <a:fillRect/>
          </a:stretch>
        </p:blipFill>
        <p:spPr>
          <a:xfrm>
            <a:off x="275903" y="1439965"/>
            <a:ext cx="5725402" cy="3838001"/>
          </a:xfrm>
          <a:prstGeom prst="rect">
            <a:avLst/>
          </a:prstGeom>
        </p:spPr>
      </p:pic>
      <p:cxnSp>
        <p:nvCxnSpPr>
          <p:cNvPr id="22" name="Straight Connector 15">
            <a:extLst>
              <a:ext uri="{FF2B5EF4-FFF2-40B4-BE49-F238E27FC236}">
                <a16:creationId xmlns:a16="http://schemas.microsoft.com/office/drawing/2014/main" xmlns="" id="{4D56677B-C0B7-4DAC-ACAD-8054FF1B599A}"/>
              </a:ext>
              <a:ext uri="{C183D7F6-B498-43B3-948B-1728B52AA6E4}">
                <adec:decorative xmlns:adec="http://schemas.microsoft.com/office/drawing/2017/decorative" xmlns=""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xmlns="" val="1"/>
              </p:ext>
            </p:extLst>
          </p:nvPr>
        </p:nvCxnSpPr>
        <p:spPr>
          <a:xfrm>
            <a:off x="6096000" y="1573887"/>
            <a:ext cx="0" cy="3710227"/>
          </a:xfrm>
          <a:prstGeom prst="line">
            <a:avLst/>
          </a:prstGeom>
          <a:ln w="19050">
            <a:solidFill>
              <a:srgbClr val="5EC2E8"/>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xmlns="" id="{34CDA5D7-9455-B6BB-7C1B-BCDF808957A5}"/>
              </a:ext>
            </a:extLst>
          </p:cNvPr>
          <p:cNvPicPr>
            <a:picLocks noChangeAspect="1"/>
          </p:cNvPicPr>
          <p:nvPr/>
        </p:nvPicPr>
        <p:blipFill>
          <a:blip r:embed="rId3" cstate="print"/>
          <a:stretch>
            <a:fillRect/>
          </a:stretch>
        </p:blipFill>
        <p:spPr>
          <a:xfrm>
            <a:off x="6572166" y="1573887"/>
            <a:ext cx="5343931" cy="3704079"/>
          </a:xfrm>
          <a:prstGeom prst="rect">
            <a:avLst/>
          </a:prstGeom>
        </p:spPr>
      </p:pic>
    </p:spTree>
    <p:extLst>
      <p:ext uri="{BB962C8B-B14F-4D97-AF65-F5344CB8AC3E}">
        <p14:creationId xmlns:p14="http://schemas.microsoft.com/office/powerpoint/2010/main" xmlns="" val="7191177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3AD10A7-3425-1CD9-BA62-0788752C0B0B}"/>
              </a:ext>
            </a:extLst>
          </p:cNvPr>
          <p:cNvSpPr>
            <a:spLocks noGrp="1"/>
          </p:cNvSpPr>
          <p:nvPr>
            <p:ph type="title"/>
          </p:nvPr>
        </p:nvSpPr>
        <p:spPr/>
        <p:txBody>
          <a:bodyPr>
            <a:normAutofit fontScale="90000"/>
          </a:bodyPr>
          <a:lstStyle/>
          <a:p>
            <a:r>
              <a:rPr lang="en-US" b="1" i="0" dirty="0">
                <a:solidFill>
                  <a:srgbClr val="000000"/>
                </a:solidFill>
                <a:effectLst/>
                <a:latin typeface="-apple-system"/>
              </a:rPr>
              <a:t>How to create Object of Select Class in Selenium</a:t>
            </a:r>
            <a:br>
              <a:rPr lang="en-US" b="1"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C097C526-6518-8202-EC70-6A511799C4D0}"/>
              </a:ext>
            </a:extLst>
          </p:cNvPr>
          <p:cNvSpPr>
            <a:spLocks noGrp="1"/>
          </p:cNvSpPr>
          <p:nvPr>
            <p:ph idx="1"/>
          </p:nvPr>
        </p:nvSpPr>
        <p:spPr/>
        <p:txBody>
          <a:bodyPr/>
          <a:lstStyle/>
          <a:p>
            <a:pPr marL="0" indent="0" algn="l">
              <a:buNone/>
            </a:pPr>
            <a:r>
              <a:rPr lang="en-US" b="0" i="0" dirty="0">
                <a:solidFill>
                  <a:srgbClr val="000000"/>
                </a:solidFill>
                <a:effectLst/>
                <a:latin typeface="-apple-system"/>
              </a:rPr>
              <a:t>Since the select is an ordinary class, its object is created by using the new keyword. After creating object, we will have to pass the dropdown WebElement as parameter to its constructor.</a:t>
            </a:r>
          </a:p>
          <a:p>
            <a:pPr marL="0" indent="0" algn="l">
              <a:buNone/>
            </a:pPr>
            <a:endParaRPr lang="en-US" b="0" i="0" dirty="0">
              <a:solidFill>
                <a:srgbClr val="000000"/>
              </a:solidFill>
              <a:effectLst/>
              <a:latin typeface="-apple-system"/>
            </a:endParaRPr>
          </a:p>
          <a:p>
            <a:pPr marL="0" indent="0" algn="l">
              <a:buNone/>
            </a:pPr>
            <a:r>
              <a:rPr lang="en-US" b="0" i="0" dirty="0">
                <a:solidFill>
                  <a:srgbClr val="000000"/>
                </a:solidFill>
                <a:effectLst/>
                <a:latin typeface="-apple-system"/>
              </a:rPr>
              <a:t>The syntax to create an object of select class is as follows:</a:t>
            </a:r>
          </a:p>
          <a:p>
            <a:pPr marL="0" indent="0" algn="l">
              <a:buNone/>
            </a:pPr>
            <a:endParaRPr lang="en-US" dirty="0">
              <a:solidFill>
                <a:srgbClr val="000000"/>
              </a:solidFill>
              <a:latin typeface="-apple-system"/>
            </a:endParaRPr>
          </a:p>
          <a:p>
            <a:pPr marL="0" indent="0" algn="l">
              <a:buNone/>
            </a:pPr>
            <a:r>
              <a:rPr lang="en-US" b="0" i="0" dirty="0">
                <a:solidFill>
                  <a:srgbClr val="000000"/>
                </a:solidFill>
                <a:effectLst/>
                <a:latin typeface="-apple-system"/>
              </a:rPr>
              <a:t>Select obj = new Select (WebElement element);</a:t>
            </a:r>
          </a:p>
          <a:p>
            <a:pPr marL="0" indent="0">
              <a:buNone/>
            </a:pPr>
            <a:endParaRPr lang="en-IN" dirty="0"/>
          </a:p>
        </p:txBody>
      </p:sp>
      <p:sp>
        <p:nvSpPr>
          <p:cNvPr id="13" name="Rectangle 12">
            <a:extLst>
              <a:ext uri="{FF2B5EF4-FFF2-40B4-BE49-F238E27FC236}">
                <a16:creationId xmlns:a16="http://schemas.microsoft.com/office/drawing/2014/main" xmlns="" id="{B41B55CA-A071-C307-8BB6-F4B9321DCA05}"/>
              </a:ext>
            </a:extLst>
          </p:cNvPr>
          <p:cNvSpPr/>
          <p:nvPr/>
        </p:nvSpPr>
        <p:spPr>
          <a:xfrm>
            <a:off x="838200" y="4572000"/>
            <a:ext cx="7813431" cy="665825"/>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xmlns="" val="27103863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30D4C1-D116-2A88-272F-92A506BEE7BB}"/>
              </a:ext>
            </a:extLst>
          </p:cNvPr>
          <p:cNvSpPr>
            <a:spLocks noGrp="1"/>
          </p:cNvSpPr>
          <p:nvPr>
            <p:ph type="title"/>
          </p:nvPr>
        </p:nvSpPr>
        <p:spPr>
          <a:xfrm>
            <a:off x="838200" y="352186"/>
            <a:ext cx="10515600" cy="1325563"/>
          </a:xfrm>
        </p:spPr>
        <p:txBody>
          <a:bodyPr/>
          <a:lstStyle/>
          <a:p>
            <a:r>
              <a:rPr lang="en-US" b="1" i="0" dirty="0">
                <a:solidFill>
                  <a:srgbClr val="000000"/>
                </a:solidFill>
                <a:effectLst/>
                <a:latin typeface="-apple-system"/>
              </a:rPr>
              <a:t>1. selectByValue</a:t>
            </a:r>
            <a:br>
              <a:rPr lang="en-US" b="1"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02B81D49-12A1-54A9-2025-18C1941BEA1C}"/>
              </a:ext>
            </a:extLst>
          </p:cNvPr>
          <p:cNvSpPr>
            <a:spLocks noGrp="1"/>
          </p:cNvSpPr>
          <p:nvPr>
            <p:ph idx="1"/>
          </p:nvPr>
        </p:nvSpPr>
        <p:spPr/>
        <p:txBody>
          <a:bodyPr/>
          <a:lstStyle/>
          <a:p>
            <a:pPr marL="0" indent="0" algn="l">
              <a:buNone/>
            </a:pPr>
            <a:r>
              <a:rPr lang="en-US" b="0" i="0" dirty="0">
                <a:solidFill>
                  <a:srgbClr val="000000"/>
                </a:solidFill>
                <a:effectLst/>
                <a:latin typeface="-apple-system"/>
              </a:rPr>
              <a:t>This method is used to select an option by passing a value associated with the value attribute. For example, in the previous country list, if we say selectByValue(“AR”), Argentina as a country will get selected</a:t>
            </a:r>
          </a:p>
          <a:p>
            <a:pPr marL="0" indent="0">
              <a:buNone/>
            </a:pPr>
            <a:endParaRPr lang="en-IN" dirty="0"/>
          </a:p>
          <a:p>
            <a:pPr marL="0" indent="0">
              <a:buNone/>
            </a:pPr>
            <a:endParaRPr lang="en-IN" dirty="0"/>
          </a:p>
        </p:txBody>
      </p:sp>
      <p:pic>
        <p:nvPicPr>
          <p:cNvPr id="6" name="Picture 5">
            <a:extLst>
              <a:ext uri="{FF2B5EF4-FFF2-40B4-BE49-F238E27FC236}">
                <a16:creationId xmlns:a16="http://schemas.microsoft.com/office/drawing/2014/main" xmlns="" id="{3D42F28F-8599-26EF-F313-8A7D17B5AD67}"/>
              </a:ext>
            </a:extLst>
          </p:cNvPr>
          <p:cNvPicPr>
            <a:picLocks noChangeAspect="1"/>
          </p:cNvPicPr>
          <p:nvPr/>
        </p:nvPicPr>
        <p:blipFill>
          <a:blip r:embed="rId2" cstate="print"/>
          <a:stretch>
            <a:fillRect/>
          </a:stretch>
        </p:blipFill>
        <p:spPr>
          <a:xfrm>
            <a:off x="1003130" y="3642757"/>
            <a:ext cx="8143875" cy="2200275"/>
          </a:xfrm>
          <a:prstGeom prst="rect">
            <a:avLst/>
          </a:prstGeom>
        </p:spPr>
      </p:pic>
    </p:spTree>
    <p:extLst>
      <p:ext uri="{BB962C8B-B14F-4D97-AF65-F5344CB8AC3E}">
        <p14:creationId xmlns:p14="http://schemas.microsoft.com/office/powerpoint/2010/main" xmlns="" val="33039438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003A68-4B83-83E8-EE27-F350C921E0F5}"/>
              </a:ext>
            </a:extLst>
          </p:cNvPr>
          <p:cNvSpPr>
            <a:spLocks noGrp="1"/>
          </p:cNvSpPr>
          <p:nvPr>
            <p:ph type="title"/>
          </p:nvPr>
        </p:nvSpPr>
        <p:spPr/>
        <p:txBody>
          <a:bodyPr/>
          <a:lstStyle/>
          <a:p>
            <a:r>
              <a:rPr lang="en-US" b="1" i="0" dirty="0">
                <a:solidFill>
                  <a:srgbClr val="000000"/>
                </a:solidFill>
                <a:effectLst/>
                <a:latin typeface="-apple-system"/>
              </a:rPr>
              <a:t>2. selectByIndex</a:t>
            </a:r>
            <a:br>
              <a:rPr lang="en-US" b="1"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D0E08C8E-D432-D9CE-AB74-5982D6EA5F45}"/>
              </a:ext>
            </a:extLst>
          </p:cNvPr>
          <p:cNvSpPr>
            <a:spLocks noGrp="1"/>
          </p:cNvSpPr>
          <p:nvPr>
            <p:ph idx="1"/>
          </p:nvPr>
        </p:nvSpPr>
        <p:spPr/>
        <p:txBody>
          <a:bodyPr/>
          <a:lstStyle/>
          <a:p>
            <a:pPr marL="0" indent="0" algn="l">
              <a:buNone/>
            </a:pPr>
            <a:r>
              <a:rPr lang="en-US" b="0" i="0" dirty="0">
                <a:solidFill>
                  <a:srgbClr val="000000"/>
                </a:solidFill>
                <a:effectLst/>
                <a:latin typeface="-apple-system"/>
              </a:rPr>
              <a:t>This method is used to select an option from the dropdown list by passing an index value. The index value ranges from 0 to n – 1 where n is the total number of options in the list.</a:t>
            </a:r>
            <a:br>
              <a:rPr lang="en-US" b="0" i="0" dirty="0">
                <a:solidFill>
                  <a:srgbClr val="000000"/>
                </a:solidFill>
                <a:effectLst/>
                <a:latin typeface="-apple-system"/>
              </a:rPr>
            </a:br>
            <a:r>
              <a:rPr lang="en-US" b="0" i="0" dirty="0">
                <a:solidFill>
                  <a:srgbClr val="000000"/>
                </a:solidFill>
                <a:effectLst/>
                <a:latin typeface="-apple-system"/>
              </a:rPr>
              <a:t/>
            </a:r>
            <a:br>
              <a:rPr lang="en-US" b="0" i="0" dirty="0">
                <a:solidFill>
                  <a:srgbClr val="000000"/>
                </a:solidFill>
                <a:effectLst/>
                <a:latin typeface="-apple-system"/>
              </a:rPr>
            </a:br>
            <a:endParaRPr lang="en-US" dirty="0">
              <a:solidFill>
                <a:srgbClr val="000000"/>
              </a:solidFill>
              <a:latin typeface="-apple-system"/>
            </a:endParaRPr>
          </a:p>
          <a:p>
            <a:pPr marL="0" indent="0" algn="l">
              <a:buNone/>
            </a:pPr>
            <a:endParaRPr lang="en-US" b="0" i="0" dirty="0">
              <a:solidFill>
                <a:srgbClr val="000000"/>
              </a:solidFill>
              <a:effectLst/>
              <a:latin typeface="-apple-system"/>
            </a:endParaRPr>
          </a:p>
          <a:p>
            <a:pPr marL="0" indent="0">
              <a:buNone/>
            </a:pPr>
            <a:endParaRPr lang="en-IN" dirty="0"/>
          </a:p>
        </p:txBody>
      </p:sp>
      <p:pic>
        <p:nvPicPr>
          <p:cNvPr id="5" name="Picture 4">
            <a:extLst>
              <a:ext uri="{FF2B5EF4-FFF2-40B4-BE49-F238E27FC236}">
                <a16:creationId xmlns:a16="http://schemas.microsoft.com/office/drawing/2014/main" xmlns="" id="{25640D51-B04A-ADED-9FC2-FA6D63D23DC0}"/>
              </a:ext>
            </a:extLst>
          </p:cNvPr>
          <p:cNvPicPr>
            <a:picLocks noChangeAspect="1"/>
          </p:cNvPicPr>
          <p:nvPr/>
        </p:nvPicPr>
        <p:blipFill>
          <a:blip r:embed="rId2" cstate="print"/>
          <a:stretch>
            <a:fillRect/>
          </a:stretch>
        </p:blipFill>
        <p:spPr>
          <a:xfrm>
            <a:off x="901823" y="3948113"/>
            <a:ext cx="8382000" cy="2228850"/>
          </a:xfrm>
          <a:prstGeom prst="rect">
            <a:avLst/>
          </a:prstGeom>
        </p:spPr>
      </p:pic>
    </p:spTree>
    <p:extLst>
      <p:ext uri="{BB962C8B-B14F-4D97-AF65-F5344CB8AC3E}">
        <p14:creationId xmlns:p14="http://schemas.microsoft.com/office/powerpoint/2010/main" xmlns="" val="27508673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A44B0A1-0527-20CA-F97D-7EDC1D0B464D}"/>
              </a:ext>
            </a:extLst>
          </p:cNvPr>
          <p:cNvSpPr>
            <a:spLocks noGrp="1"/>
          </p:cNvSpPr>
          <p:nvPr>
            <p:ph type="title"/>
          </p:nvPr>
        </p:nvSpPr>
        <p:spPr>
          <a:xfrm>
            <a:off x="838200" y="500062"/>
            <a:ext cx="10515600" cy="1325563"/>
          </a:xfrm>
        </p:spPr>
        <p:txBody>
          <a:bodyPr/>
          <a:lstStyle/>
          <a:p>
            <a:r>
              <a:rPr lang="en-US" b="1" i="0" dirty="0">
                <a:solidFill>
                  <a:srgbClr val="000000"/>
                </a:solidFill>
                <a:effectLst/>
                <a:latin typeface="-apple-system"/>
              </a:rPr>
              <a:t>3. selectByVisibleText</a:t>
            </a:r>
            <a:br>
              <a:rPr lang="en-US" b="1" i="0" dirty="0">
                <a:solidFill>
                  <a:srgbClr val="000000"/>
                </a:solidFill>
                <a:effectLst/>
                <a:latin typeface="-apple-system"/>
              </a:rPr>
            </a:br>
            <a:endParaRPr lang="en-IN" dirty="0"/>
          </a:p>
        </p:txBody>
      </p:sp>
      <p:sp>
        <p:nvSpPr>
          <p:cNvPr id="3" name="Content Placeholder 2">
            <a:extLst>
              <a:ext uri="{FF2B5EF4-FFF2-40B4-BE49-F238E27FC236}">
                <a16:creationId xmlns:a16="http://schemas.microsoft.com/office/drawing/2014/main" xmlns="" id="{9386B6BD-55DE-DD1A-B660-F26EA6795CD0}"/>
              </a:ext>
            </a:extLst>
          </p:cNvPr>
          <p:cNvSpPr>
            <a:spLocks noGrp="1"/>
          </p:cNvSpPr>
          <p:nvPr>
            <p:ph idx="1"/>
          </p:nvPr>
        </p:nvSpPr>
        <p:spPr/>
        <p:txBody>
          <a:bodyPr/>
          <a:lstStyle/>
          <a:p>
            <a:pPr marL="0" indent="0" algn="l">
              <a:buNone/>
            </a:pPr>
            <a:r>
              <a:rPr lang="en-US" b="0" i="0" dirty="0">
                <a:solidFill>
                  <a:srgbClr val="000000"/>
                </a:solidFill>
                <a:effectLst/>
                <a:latin typeface="-apple-system"/>
              </a:rPr>
              <a:t>This is a very easy method to choose an option from any dropdown list. It selects an option by passing the text option that we see on the screen. For example, if we want to select country Albania, we will write selectByVisibleText(“Albania”).</a:t>
            </a:r>
          </a:p>
          <a:p>
            <a:pPr marL="0" indent="0" algn="l">
              <a:buNone/>
            </a:pPr>
            <a:endParaRPr lang="en-US" dirty="0">
              <a:solidFill>
                <a:srgbClr val="000000"/>
              </a:solidFill>
              <a:latin typeface="-apple-system"/>
            </a:endParaRPr>
          </a:p>
          <a:p>
            <a:pPr marL="0" indent="0" algn="l">
              <a:buNone/>
            </a:pPr>
            <a:endParaRPr lang="en-US" b="0" i="0" dirty="0">
              <a:solidFill>
                <a:srgbClr val="000000"/>
              </a:solidFill>
              <a:effectLst/>
              <a:latin typeface="-apple-system"/>
            </a:endParaRPr>
          </a:p>
          <a:p>
            <a:pPr marL="0" indent="0">
              <a:buNone/>
            </a:pPr>
            <a:endParaRPr lang="en-IN" dirty="0"/>
          </a:p>
        </p:txBody>
      </p:sp>
      <p:pic>
        <p:nvPicPr>
          <p:cNvPr id="5" name="Picture 4">
            <a:extLst>
              <a:ext uri="{FF2B5EF4-FFF2-40B4-BE49-F238E27FC236}">
                <a16:creationId xmlns:a16="http://schemas.microsoft.com/office/drawing/2014/main" xmlns="" id="{A26C2873-5231-AFDF-80E3-E6CB4BF41761}"/>
              </a:ext>
            </a:extLst>
          </p:cNvPr>
          <p:cNvPicPr>
            <a:picLocks noChangeAspect="1"/>
          </p:cNvPicPr>
          <p:nvPr/>
        </p:nvPicPr>
        <p:blipFill>
          <a:blip r:embed="rId2" cstate="print"/>
          <a:stretch>
            <a:fillRect/>
          </a:stretch>
        </p:blipFill>
        <p:spPr>
          <a:xfrm>
            <a:off x="922213" y="3745174"/>
            <a:ext cx="8696325" cy="2190750"/>
          </a:xfrm>
          <a:prstGeom prst="rect">
            <a:avLst/>
          </a:prstGeom>
        </p:spPr>
      </p:pic>
    </p:spTree>
    <p:extLst>
      <p:ext uri="{BB962C8B-B14F-4D97-AF65-F5344CB8AC3E}">
        <p14:creationId xmlns:p14="http://schemas.microsoft.com/office/powerpoint/2010/main" xmlns="" val="25785510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FE3EF1A7-7DC6-71CF-DC45-70719233D536}"/>
              </a:ext>
            </a:extLst>
          </p:cNvPr>
          <p:cNvPicPr>
            <a:picLocks noChangeAspect="1"/>
          </p:cNvPicPr>
          <p:nvPr/>
        </p:nvPicPr>
        <p:blipFill>
          <a:blip r:embed="rId2" cstate="print"/>
          <a:stretch>
            <a:fillRect/>
          </a:stretch>
        </p:blipFill>
        <p:spPr>
          <a:xfrm>
            <a:off x="0" y="0"/>
            <a:ext cx="12192000" cy="6858000"/>
          </a:xfrm>
          <a:prstGeom prst="rect">
            <a:avLst/>
          </a:prstGeom>
        </p:spPr>
      </p:pic>
    </p:spTree>
    <p:extLst>
      <p:ext uri="{BB962C8B-B14F-4D97-AF65-F5344CB8AC3E}">
        <p14:creationId xmlns:p14="http://schemas.microsoft.com/office/powerpoint/2010/main" xmlns="" val="37341975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xmlns=""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3D5C355-1FFF-729F-A64A-1BE7AEBB3C3C}"/>
              </a:ext>
            </a:extLst>
          </p:cNvPr>
          <p:cNvSpPr>
            <a:spLocks noGrp="1"/>
          </p:cNvSpPr>
          <p:nvPr>
            <p:ph type="title"/>
          </p:nvPr>
        </p:nvSpPr>
        <p:spPr>
          <a:xfrm>
            <a:off x="669036" y="841375"/>
            <a:ext cx="10515600" cy="1325563"/>
          </a:xfrm>
        </p:spPr>
        <p:txBody>
          <a:bodyPr>
            <a:normAutofit/>
          </a:bodyPr>
          <a:lstStyle/>
          <a:p>
            <a:pPr rtl="0">
              <a:spcBef>
                <a:spcPts val="0"/>
              </a:spcBef>
              <a:spcAft>
                <a:spcPts val="0"/>
              </a:spcAft>
            </a:pPr>
            <a:r>
              <a:rPr lang="en-IN" sz="2600" b="1" i="0" u="none" strike="noStrike" dirty="0">
                <a:effectLst/>
                <a:latin typeface="Abadi" panose="020B0604020104020204" pitchFamily="34" charset="0"/>
              </a:rPr>
              <a:t>Common Actions on Dropdown</a:t>
            </a:r>
            <a:r>
              <a:rPr lang="en-IN" sz="2600" b="0" dirty="0">
                <a:effectLst/>
              </a:rPr>
              <a:t/>
            </a:r>
            <a:br>
              <a:rPr lang="en-IN" sz="2600" b="0" dirty="0">
                <a:effectLst/>
              </a:rPr>
            </a:br>
            <a:r>
              <a:rPr lang="en-IN" sz="2600" dirty="0"/>
              <a:t/>
            </a:r>
            <a:br>
              <a:rPr lang="en-IN" sz="2600" dirty="0"/>
            </a:br>
            <a:endParaRPr lang="en-IN" sz="2600" dirty="0"/>
          </a:p>
        </p:txBody>
      </p:sp>
      <p:sp>
        <p:nvSpPr>
          <p:cNvPr id="33" name="sketch line">
            <a:extLst>
              <a:ext uri="{FF2B5EF4-FFF2-40B4-BE49-F238E27FC236}">
                <a16:creationId xmlns:a16="http://schemas.microsoft.com/office/drawing/2014/main" xmlns=""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xmlns="" id="{1755DCA4-5AE3-302A-2891-18966534D0F9}"/>
              </a:ext>
            </a:extLst>
          </p:cNvPr>
          <p:cNvSpPr>
            <a:spLocks noGrp="1"/>
          </p:cNvSpPr>
          <p:nvPr>
            <p:ph idx="1"/>
          </p:nvPr>
        </p:nvSpPr>
        <p:spPr>
          <a:xfrm>
            <a:off x="838200" y="1929384"/>
            <a:ext cx="10515600" cy="4251960"/>
          </a:xfrm>
        </p:spPr>
        <p:txBody>
          <a:bodyPr>
            <a:normAutofit/>
          </a:bodyPr>
          <a:lstStyle/>
          <a:p>
            <a:pPr marL="0" indent="0" rtl="0" fontAlgn="base">
              <a:spcBef>
                <a:spcPts val="1100"/>
              </a:spcBef>
              <a:spcAft>
                <a:spcPts val="0"/>
              </a:spcAft>
              <a:buNone/>
            </a:pPr>
            <a:r>
              <a:rPr lang="en-US" sz="2200" b="0" dirty="0">
                <a:effectLst/>
              </a:rPr>
              <a:t/>
            </a:r>
            <a:br>
              <a:rPr lang="en-US" sz="2200" b="0" dirty="0">
                <a:effectLst/>
              </a:rPr>
            </a:br>
            <a:r>
              <a:rPr lang="en-US" sz="2200" b="1" i="0" u="none" strike="noStrike" dirty="0">
                <a:effectLst/>
                <a:latin typeface="Abadi" panose="020B0604020104020204" pitchFamily="34" charset="0"/>
              </a:rPr>
              <a:t>isMultiple():</a:t>
            </a:r>
            <a:r>
              <a:rPr lang="en-US" sz="2200" b="0" i="0" u="none" strike="noStrike" dirty="0">
                <a:effectLst/>
                <a:latin typeface="Abadi" panose="020B0604020104020204" pitchFamily="34" charset="0"/>
              </a:rPr>
              <a:t> lets you check if dropdown supports multiple selection</a:t>
            </a:r>
          </a:p>
          <a:p>
            <a:pPr marL="0" indent="0" rtl="0" fontAlgn="base">
              <a:spcBef>
                <a:spcPts val="0"/>
              </a:spcBef>
              <a:spcAft>
                <a:spcPts val="0"/>
              </a:spcAft>
              <a:buNone/>
            </a:pPr>
            <a:r>
              <a:rPr lang="en-US" sz="2200" b="1" i="0" u="none" strike="noStrike" dirty="0">
                <a:effectLst/>
                <a:latin typeface="Abadi" panose="020B0604020104020204" pitchFamily="34" charset="0"/>
              </a:rPr>
              <a:t>getOptions()</a:t>
            </a:r>
            <a:r>
              <a:rPr lang="en-US" sz="2200" dirty="0">
                <a:latin typeface="Abadi" panose="020B0604020104020204" pitchFamily="34" charset="0"/>
              </a:rPr>
              <a:t>:</a:t>
            </a:r>
            <a:r>
              <a:rPr lang="en-US" sz="2200" b="0" i="0" u="none" strike="noStrike" dirty="0">
                <a:effectLst/>
                <a:latin typeface="Abadi" panose="020B0604020104020204" pitchFamily="34" charset="0"/>
              </a:rPr>
              <a:t> lets you get the number of all present options for selection</a:t>
            </a:r>
          </a:p>
          <a:p>
            <a:pPr marL="0" indent="0" rtl="0" fontAlgn="base">
              <a:spcBef>
                <a:spcPts val="0"/>
              </a:spcBef>
              <a:spcAft>
                <a:spcPts val="0"/>
              </a:spcAft>
              <a:buNone/>
            </a:pPr>
            <a:r>
              <a:rPr lang="en-US" sz="2200" b="1" i="0" u="none" strike="noStrike" dirty="0">
                <a:effectLst/>
                <a:latin typeface="Abadi" panose="020B0604020104020204" pitchFamily="34" charset="0"/>
              </a:rPr>
              <a:t>getFirstSelectedOption()</a:t>
            </a:r>
            <a:r>
              <a:rPr lang="en-US" sz="2200" dirty="0">
                <a:latin typeface="Abadi" panose="020B0604020104020204" pitchFamily="34" charset="0"/>
              </a:rPr>
              <a:t>:</a:t>
            </a:r>
            <a:r>
              <a:rPr lang="en-US" sz="2200" b="0" i="0" u="none" strike="noStrike" dirty="0">
                <a:effectLst/>
                <a:latin typeface="Abadi" panose="020B0604020104020204" pitchFamily="34" charset="0"/>
              </a:rPr>
              <a:t> As name suggest it get you the first selected option from dropdown</a:t>
            </a:r>
          </a:p>
          <a:p>
            <a:pPr marL="0" indent="0" rtl="0" fontAlgn="base">
              <a:spcBef>
                <a:spcPts val="0"/>
              </a:spcBef>
              <a:spcAft>
                <a:spcPts val="0"/>
              </a:spcAft>
              <a:buNone/>
            </a:pPr>
            <a:r>
              <a:rPr lang="en-US" sz="2200" b="1" i="0" u="none" strike="noStrike" dirty="0">
                <a:effectLst/>
                <a:latin typeface="Abadi" panose="020B0604020104020204" pitchFamily="34" charset="0"/>
              </a:rPr>
              <a:t>deselectAll()</a:t>
            </a:r>
            <a:r>
              <a:rPr lang="en-US" sz="2200" dirty="0">
                <a:latin typeface="Abadi" panose="020B0604020104020204" pitchFamily="34" charset="0"/>
              </a:rPr>
              <a:t>:</a:t>
            </a:r>
            <a:r>
              <a:rPr lang="en-US" sz="2200" b="0" i="0" u="none" strike="noStrike" dirty="0">
                <a:effectLst/>
                <a:latin typeface="Abadi" panose="020B0604020104020204" pitchFamily="34" charset="0"/>
              </a:rPr>
              <a:t> lets you deselect all the selected options</a:t>
            </a:r>
          </a:p>
          <a:p>
            <a:pPr marL="0" indent="0" rtl="0" fontAlgn="base">
              <a:spcBef>
                <a:spcPts val="0"/>
              </a:spcBef>
              <a:spcAft>
                <a:spcPts val="1100"/>
              </a:spcAft>
              <a:buNone/>
            </a:pPr>
            <a:r>
              <a:rPr lang="en-US" sz="2200" b="1" i="0" u="none" strike="noStrike" dirty="0">
                <a:effectLst/>
                <a:latin typeface="Abadi" panose="020B0604020104020204" pitchFamily="34" charset="0"/>
              </a:rPr>
              <a:t>getAllSelectedOptions()</a:t>
            </a:r>
            <a:r>
              <a:rPr lang="en-US" sz="2200" dirty="0">
                <a:latin typeface="Abadi" panose="020B0604020104020204" pitchFamily="34" charset="0"/>
              </a:rPr>
              <a:t>: </a:t>
            </a:r>
            <a:r>
              <a:rPr lang="en-US" sz="2200" b="0" i="0" u="none" strike="noStrike" dirty="0">
                <a:effectLst/>
                <a:latin typeface="Abadi" panose="020B0604020104020204" pitchFamily="34" charset="0"/>
              </a:rPr>
              <a:t>As name suggest it get you the all-selected option from dropdown</a:t>
            </a:r>
          </a:p>
          <a:p>
            <a:pPr marL="0" indent="0">
              <a:buNone/>
            </a:pPr>
            <a:endParaRPr lang="en-IN" sz="2200" dirty="0"/>
          </a:p>
        </p:txBody>
      </p:sp>
    </p:spTree>
    <p:extLst>
      <p:ext uri="{BB962C8B-B14F-4D97-AF65-F5344CB8AC3E}">
        <p14:creationId xmlns:p14="http://schemas.microsoft.com/office/powerpoint/2010/main" xmlns="" val="11539900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00EDD19-6802-4EC3-95CE-CFFAB042CFD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DC7936EF-6EC3-5753-947F-7DD636987F2E}"/>
              </a:ext>
            </a:extLst>
          </p:cNvPr>
          <p:cNvSpPr>
            <a:spLocks noGrp="1"/>
          </p:cNvSpPr>
          <p:nvPr>
            <p:ph type="title"/>
          </p:nvPr>
        </p:nvSpPr>
        <p:spPr>
          <a:xfrm>
            <a:off x="838200" y="365125"/>
            <a:ext cx="10515600" cy="1325563"/>
          </a:xfrm>
        </p:spPr>
        <p:txBody>
          <a:bodyPr>
            <a:normAutofit/>
          </a:bodyPr>
          <a:lstStyle/>
          <a:p>
            <a:r>
              <a:rPr lang="en-US" sz="3600" b="1" dirty="0"/>
              <a:t>Practice Assignment:</a:t>
            </a:r>
            <a:endParaRPr lang="en-IN" sz="3600" b="1" dirty="0"/>
          </a:p>
        </p:txBody>
      </p:sp>
      <p:sp>
        <p:nvSpPr>
          <p:cNvPr id="10" name="sketch line">
            <a:extLst>
              <a:ext uri="{FF2B5EF4-FFF2-40B4-BE49-F238E27FC236}">
                <a16:creationId xmlns:a16="http://schemas.microsoft.com/office/drawing/2014/main" xmlns="" id="{DB17E863-922E-4C26-BD64-E8FD41D2866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xmlns="" id="{822EE386-E3D3-BB2D-00B5-D66F4591F088}"/>
              </a:ext>
            </a:extLst>
          </p:cNvPr>
          <p:cNvSpPr>
            <a:spLocks noGrp="1"/>
          </p:cNvSpPr>
          <p:nvPr>
            <p:ph idx="1"/>
          </p:nvPr>
        </p:nvSpPr>
        <p:spPr>
          <a:xfrm>
            <a:off x="838200" y="1929384"/>
            <a:ext cx="10515600" cy="4251960"/>
          </a:xfrm>
        </p:spPr>
        <p:txBody>
          <a:bodyPr>
            <a:normAutofit lnSpcReduction="10000"/>
          </a:bodyPr>
          <a:lstStyle/>
          <a:p>
            <a:pPr marL="342900" indent="-342900" fontAlgn="base">
              <a:spcBef>
                <a:spcPts val="0"/>
              </a:spcBef>
              <a:buFont typeface="+mj-lt"/>
              <a:buAutoNum type="arabicPeriod"/>
            </a:pPr>
            <a:r>
              <a:rPr lang="en-US" sz="1800" b="0" i="0" u="none" strike="noStrike" dirty="0">
                <a:effectLst/>
                <a:latin typeface="Abadi" panose="020B0604020104020204" pitchFamily="34" charset="0"/>
              </a:rPr>
              <a:t>Launch the chrome browser.</a:t>
            </a:r>
          </a:p>
          <a:p>
            <a:pPr marL="342900" indent="-342900" fontAlgn="base">
              <a:buFont typeface="+mj-lt"/>
              <a:buAutoNum type="arabicPeriod"/>
            </a:pPr>
            <a:r>
              <a:rPr lang="en-US" sz="1800" b="0" i="0" u="none" strike="noStrike" dirty="0">
                <a:effectLst/>
                <a:latin typeface="Abadi" panose="020B0604020104020204" pitchFamily="34" charset="0"/>
              </a:rPr>
              <a:t>Open URL: </a:t>
            </a:r>
            <a:r>
              <a:rPr lang="en-US" sz="1800" b="0" i="0" u="none" strike="noStrike" dirty="0">
                <a:effectLst/>
                <a:latin typeface="Abadi" panose="020B0604020104020204" pitchFamily="34" charset="0"/>
                <a:hlinkClick r:id="rId2"/>
              </a:rPr>
              <a:t>https://web-locators-static-site-qa.vercel.app/Dropdown</a:t>
            </a:r>
            <a:endParaRPr lang="en-US" sz="1800" b="0" i="0" u="none" strike="noStrike" dirty="0">
              <a:effectLst/>
              <a:latin typeface="Abadi" panose="020B0604020104020204" pitchFamily="34" charset="0"/>
            </a:endParaRPr>
          </a:p>
          <a:p>
            <a:pPr marL="342900" indent="-342900" fontAlgn="base">
              <a:buFont typeface="+mj-lt"/>
              <a:buAutoNum type="arabicPeriod"/>
            </a:pPr>
            <a:r>
              <a:rPr lang="en-US" sz="1800" b="0" i="0" u="none" strike="noStrike" dirty="0">
                <a:effectLst/>
                <a:latin typeface="Abadi" panose="020B0604020104020204" pitchFamily="34" charset="0"/>
              </a:rPr>
              <a:t>Locate the dropdown “Which country do you want to travel”</a:t>
            </a:r>
          </a:p>
          <a:p>
            <a:pPr marL="571500" indent="-342900" fontAlgn="base">
              <a:buFont typeface="+mj-lt"/>
              <a:buAutoNum type="arabicPeriod"/>
            </a:pPr>
            <a:r>
              <a:rPr lang="en-US" sz="1800" b="0" i="0" u="none" strike="noStrike" dirty="0">
                <a:effectLst/>
                <a:latin typeface="Abadi" panose="020B0604020104020204" pitchFamily="34" charset="0"/>
              </a:rPr>
              <a:t>Select “Australia” using selectByVisibleText() method</a:t>
            </a:r>
          </a:p>
          <a:p>
            <a:pPr marL="571500" indent="-342900" fontAlgn="base">
              <a:buFont typeface="+mj-lt"/>
              <a:buAutoNum type="arabicPeriod"/>
            </a:pPr>
            <a:r>
              <a:rPr lang="en-US" sz="1800" b="0" i="0" u="none" strike="noStrike" dirty="0">
                <a:effectLst/>
                <a:latin typeface="Abadi" panose="020B0604020104020204" pitchFamily="34" charset="0"/>
              </a:rPr>
              <a:t>Check if this dropdown allows multiple </a:t>
            </a:r>
            <a:r>
              <a:rPr lang="en-US" sz="1800" b="0" i="0" u="none" strike="noStrike" dirty="0" smtClean="0">
                <a:effectLst/>
                <a:latin typeface="Abadi" panose="020B0604020104020204" pitchFamily="34" charset="0"/>
              </a:rPr>
              <a:t>selection</a:t>
            </a:r>
          </a:p>
          <a:p>
            <a:pPr marL="571500" indent="-342900" fontAlgn="base">
              <a:buFont typeface="+mj-lt"/>
              <a:buAutoNum type="arabicPeriod"/>
            </a:pPr>
            <a:r>
              <a:rPr lang="en-IN" sz="1800" dirty="0" smtClean="0">
                <a:latin typeface="Abadi" panose="020B0604020104020204" pitchFamily="34" charset="0"/>
              </a:rPr>
              <a:t>Locate the dropdown “</a:t>
            </a:r>
            <a:r>
              <a:rPr lang="en-US" sz="1800" dirty="0" smtClean="0"/>
              <a:t>What would you prefer to eat among the listed fruits?</a:t>
            </a:r>
            <a:r>
              <a:rPr lang="en-IN" sz="1800" dirty="0" smtClean="0">
                <a:latin typeface="Abadi" panose="020B0604020104020204" pitchFamily="34" charset="0"/>
              </a:rPr>
              <a:t>”</a:t>
            </a:r>
          </a:p>
          <a:p>
            <a:pPr marL="571500" indent="-342900" fontAlgn="base">
              <a:buFont typeface="+mj-lt"/>
              <a:buAutoNum type="arabicPeriod"/>
            </a:pPr>
            <a:r>
              <a:rPr lang="en-IN" sz="1800" b="0" i="0" u="none" strike="noStrike" dirty="0" smtClean="0">
                <a:effectLst/>
                <a:latin typeface="Abadi" panose="020B0604020104020204" pitchFamily="34" charset="0"/>
              </a:rPr>
              <a:t>Select “Banana” using selectByIndex() method</a:t>
            </a:r>
            <a:endParaRPr lang="en-US" sz="1800" b="0" i="0" u="none" strike="noStrike" dirty="0">
              <a:effectLst/>
              <a:latin typeface="Abadi" panose="020B0604020104020204" pitchFamily="34" charset="0"/>
            </a:endParaRPr>
          </a:p>
          <a:p>
            <a:pPr marL="342900" indent="-342900" fontAlgn="base">
              <a:buFont typeface="+mj-lt"/>
              <a:buAutoNum type="arabicPeriod"/>
            </a:pPr>
            <a:r>
              <a:rPr lang="en-US" sz="1800" b="0" i="0" u="none" strike="noStrike" dirty="0">
                <a:effectLst/>
                <a:latin typeface="Abadi" panose="020B0604020104020204" pitchFamily="34" charset="0"/>
              </a:rPr>
              <a:t>Locate and move to the “MULTI SELECT DROPDOWN” tab</a:t>
            </a:r>
          </a:p>
          <a:p>
            <a:pPr marL="342900" indent="-342900" fontAlgn="base">
              <a:buFont typeface="+mj-lt"/>
              <a:buAutoNum type="arabicPeriod"/>
            </a:pPr>
            <a:r>
              <a:rPr lang="en-US" sz="1800" b="0" i="0" u="none" strike="noStrike" dirty="0">
                <a:effectLst/>
                <a:latin typeface="Abadi" panose="020B0604020104020204" pitchFamily="34" charset="0"/>
              </a:rPr>
              <a:t>Locate the dropdown “</a:t>
            </a:r>
            <a:r>
              <a:rPr lang="en-US" sz="1800" b="0" i="0" u="none" strike="noStrike" dirty="0" smtClean="0">
                <a:effectLst/>
                <a:latin typeface="Abadi" panose="020B0604020104020204" pitchFamily="34" charset="0"/>
              </a:rPr>
              <a:t>Skills”</a:t>
            </a:r>
          </a:p>
          <a:p>
            <a:pPr marL="342900" indent="-342900" fontAlgn="base">
              <a:buFont typeface="+mj-lt"/>
              <a:buAutoNum type="arabicPeriod"/>
            </a:pPr>
            <a:r>
              <a:rPr lang="en-US" sz="1800" b="0" i="0" u="none" strike="noStrike" dirty="0" smtClean="0">
                <a:effectLst/>
                <a:latin typeface="Abadi" panose="020B0604020104020204" pitchFamily="34" charset="0"/>
              </a:rPr>
              <a:t>Check </a:t>
            </a:r>
            <a:r>
              <a:rPr lang="en-US" sz="1800" b="0" i="0" u="none" strike="noStrike" dirty="0">
                <a:effectLst/>
                <a:latin typeface="Abadi" panose="020B0604020104020204" pitchFamily="34" charset="0"/>
              </a:rPr>
              <a:t>if this dropdown allows multiple </a:t>
            </a:r>
            <a:r>
              <a:rPr lang="en-US" sz="1800" b="0" i="0" u="none" strike="noStrike" dirty="0" smtClean="0">
                <a:effectLst/>
                <a:latin typeface="Abadi" panose="020B0604020104020204" pitchFamily="34" charset="0"/>
              </a:rPr>
              <a:t>selection</a:t>
            </a:r>
          </a:p>
          <a:p>
            <a:pPr marL="342900" indent="-342900" fontAlgn="base">
              <a:buFont typeface="+mj-lt"/>
              <a:buAutoNum type="arabicPeriod"/>
            </a:pPr>
            <a:r>
              <a:rPr lang="en-US" sz="1800" b="0" i="0" u="none" strike="noStrike" dirty="0" smtClean="0">
                <a:effectLst/>
                <a:latin typeface="Abadi" panose="020B0604020104020204" pitchFamily="34" charset="0"/>
              </a:rPr>
              <a:t>Few </a:t>
            </a:r>
            <a:r>
              <a:rPr lang="en-US" sz="1800" b="0" i="0" u="none" strike="noStrike" dirty="0">
                <a:effectLst/>
                <a:latin typeface="Abadi" panose="020B0604020104020204" pitchFamily="34" charset="0"/>
              </a:rPr>
              <a:t>of the options are selected by default. Retrieve and print these</a:t>
            </a:r>
          </a:p>
          <a:p>
            <a:pPr marL="342900" indent="-342900" fontAlgn="base">
              <a:buFont typeface="+mj-lt"/>
              <a:buAutoNum type="arabicPeriod"/>
            </a:pPr>
            <a:r>
              <a:rPr lang="en-US" sz="1800" b="0" i="0" u="none" strike="noStrike" dirty="0">
                <a:effectLst/>
                <a:latin typeface="Abadi" panose="020B0604020104020204" pitchFamily="34" charset="0"/>
              </a:rPr>
              <a:t>Close the browser</a:t>
            </a:r>
          </a:p>
          <a:p>
            <a:pPr marL="0" indent="0">
              <a:buNone/>
            </a:pPr>
            <a:endParaRPr lang="en-IN" sz="2200" dirty="0"/>
          </a:p>
        </p:txBody>
      </p:sp>
    </p:spTree>
    <p:extLst>
      <p:ext uri="{BB962C8B-B14F-4D97-AF65-F5344CB8AC3E}">
        <p14:creationId xmlns:p14="http://schemas.microsoft.com/office/powerpoint/2010/main" xmlns="" val="35035299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979E27D9-03C7-44E2-9FF8-15D0C8506AF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xmlns=""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xmlns="" id="{1BF37BDA-5856-BB91-33F2-5478692F995D}"/>
              </a:ext>
            </a:extLst>
          </p:cNvPr>
          <p:cNvSpPr txBox="1"/>
          <p:nvPr/>
        </p:nvSpPr>
        <p:spPr>
          <a:xfrm>
            <a:off x="1251852" y="1019175"/>
            <a:ext cx="9688296" cy="4586892"/>
          </a:xfrm>
          <a:prstGeom prst="rect">
            <a:avLst/>
          </a:prstGeom>
        </p:spPr>
        <p:txBody>
          <a:bodyPr vert="horz" lIns="91440" tIns="45720" rIns="91440" bIns="45720" rtlCol="0" anchor="t">
            <a:normAutofit lnSpcReduction="10000"/>
          </a:bodyPr>
          <a:lstStyle/>
          <a:p>
            <a:pPr>
              <a:lnSpc>
                <a:spcPct val="90000"/>
              </a:lnSpc>
              <a:spcBef>
                <a:spcPts val="0"/>
              </a:spcBef>
              <a:spcAft>
                <a:spcPts val="1575"/>
              </a:spcAft>
            </a:pPr>
            <a:r>
              <a:rPr lang="en-US" sz="3600" b="1" i="0" u="sng" strike="noStrike" dirty="0">
                <a:solidFill>
                  <a:srgbClr val="002060"/>
                </a:solidFill>
                <a:effectLst/>
              </a:rPr>
              <a:t>Navigation Commands with Example</a:t>
            </a:r>
          </a:p>
          <a:p>
            <a:pPr>
              <a:lnSpc>
                <a:spcPct val="90000"/>
              </a:lnSpc>
              <a:spcBef>
                <a:spcPts val="0"/>
              </a:spcBef>
              <a:spcAft>
                <a:spcPts val="1575"/>
              </a:spcAft>
            </a:pPr>
            <a:endParaRPr lang="en-US" sz="2000" b="1" dirty="0">
              <a:effectLst/>
            </a:endParaRPr>
          </a:p>
          <a:p>
            <a:pPr indent="-228600" fontAlgn="base">
              <a:lnSpc>
                <a:spcPct val="90000"/>
              </a:lnSpc>
              <a:spcBef>
                <a:spcPts val="1400"/>
              </a:spcBef>
              <a:spcAft>
                <a:spcPts val="0"/>
              </a:spcAft>
              <a:buFont typeface="Arial" panose="020B0604020202020204" pitchFamily="34" charset="0"/>
              <a:buChar char="•"/>
            </a:pPr>
            <a:r>
              <a:rPr lang="en-US" sz="2000" b="1" i="0" u="none" strike="noStrike" dirty="0">
                <a:effectLst/>
              </a:rPr>
              <a:t>navigate().back()</a:t>
            </a:r>
            <a:r>
              <a:rPr lang="en-US" sz="2000" b="0" i="0" u="none" strike="noStrike" dirty="0">
                <a:effectLst/>
              </a:rPr>
              <a:t> – Requires no parameters and takes back the user to the previous webpage in the web browser’s history. For ex. </a:t>
            </a:r>
            <a:r>
              <a:rPr lang="en-US" sz="2000" b="1" i="1" u="none" strike="noStrike" dirty="0" err="1">
                <a:effectLst/>
              </a:rPr>
              <a:t>driver.navigate</a:t>
            </a:r>
            <a:r>
              <a:rPr lang="en-US" sz="2000" b="1" i="1" u="none" strike="noStrike" dirty="0">
                <a:effectLst/>
              </a:rPr>
              <a:t>().back();</a:t>
            </a:r>
          </a:p>
          <a:p>
            <a:pPr fontAlgn="base">
              <a:lnSpc>
                <a:spcPct val="90000"/>
              </a:lnSpc>
              <a:spcBef>
                <a:spcPts val="1400"/>
              </a:spcBef>
              <a:spcAft>
                <a:spcPts val="0"/>
              </a:spcAft>
            </a:pPr>
            <a:endParaRPr lang="en-US" sz="2000" b="0" i="0" u="none" strike="noStrike" dirty="0">
              <a:effectLst/>
            </a:endParaRPr>
          </a:p>
          <a:p>
            <a:pPr indent="-228600" fontAlgn="base">
              <a:lnSpc>
                <a:spcPct val="90000"/>
              </a:lnSpc>
              <a:spcBef>
                <a:spcPts val="0"/>
              </a:spcBef>
              <a:spcAft>
                <a:spcPts val="0"/>
              </a:spcAft>
              <a:buFont typeface="Arial" panose="020B0604020202020204" pitchFamily="34" charset="0"/>
              <a:buChar char="•"/>
            </a:pPr>
            <a:r>
              <a:rPr lang="en-US" sz="2000" b="1" i="0" u="none" strike="noStrike" dirty="0">
                <a:effectLst/>
              </a:rPr>
              <a:t>navigate().forward()</a:t>
            </a:r>
            <a:r>
              <a:rPr lang="en-US" sz="2000" b="0" i="0" u="none" strike="noStrike" dirty="0">
                <a:effectLst/>
              </a:rPr>
              <a:t> – Navigates to the next web page with reference to the browser’s history. For ex. </a:t>
            </a:r>
            <a:r>
              <a:rPr lang="en-US" sz="2000" b="1" i="1" u="none" strike="noStrike" dirty="0" err="1">
                <a:effectLst/>
              </a:rPr>
              <a:t>driver.navigate</a:t>
            </a:r>
            <a:r>
              <a:rPr lang="en-US" sz="2000" b="1" i="1" u="none" strike="noStrike" dirty="0">
                <a:effectLst/>
              </a:rPr>
              <a:t>().forward();</a:t>
            </a:r>
          </a:p>
          <a:p>
            <a:pPr fontAlgn="base">
              <a:lnSpc>
                <a:spcPct val="90000"/>
              </a:lnSpc>
              <a:spcBef>
                <a:spcPts val="0"/>
              </a:spcBef>
              <a:spcAft>
                <a:spcPts val="0"/>
              </a:spcAft>
            </a:pPr>
            <a:endParaRPr lang="en-US" sz="2000" b="0" i="0" u="none" strike="noStrike" dirty="0">
              <a:effectLst/>
            </a:endParaRPr>
          </a:p>
          <a:p>
            <a:pPr indent="-228600" fontAlgn="base">
              <a:lnSpc>
                <a:spcPct val="90000"/>
              </a:lnSpc>
              <a:spcBef>
                <a:spcPts val="0"/>
              </a:spcBef>
              <a:spcAft>
                <a:spcPts val="0"/>
              </a:spcAft>
              <a:buFont typeface="Arial" panose="020B0604020202020204" pitchFamily="34" charset="0"/>
              <a:buChar char="•"/>
            </a:pPr>
            <a:r>
              <a:rPr lang="en-US" sz="2000" b="1" i="0" u="none" strike="noStrike" dirty="0">
                <a:effectLst/>
              </a:rPr>
              <a:t>navigate().refresh()</a:t>
            </a:r>
            <a:r>
              <a:rPr lang="en-US" sz="2000" b="0" i="0" u="none" strike="noStrike" dirty="0">
                <a:effectLst/>
              </a:rPr>
              <a:t> – This command lets you refresh the current web page there by reloading all the web elements. For ex. </a:t>
            </a:r>
            <a:r>
              <a:rPr lang="en-US" sz="2000" b="1" i="1" u="none" strike="noStrike" dirty="0" err="1">
                <a:effectLst/>
              </a:rPr>
              <a:t>driver.navigate</a:t>
            </a:r>
            <a:r>
              <a:rPr lang="en-US" sz="2000" b="1" i="1" u="none" strike="noStrike" dirty="0">
                <a:effectLst/>
              </a:rPr>
              <a:t>().refresh();</a:t>
            </a:r>
          </a:p>
          <a:p>
            <a:pPr fontAlgn="base">
              <a:lnSpc>
                <a:spcPct val="90000"/>
              </a:lnSpc>
              <a:spcBef>
                <a:spcPts val="0"/>
              </a:spcBef>
              <a:spcAft>
                <a:spcPts val="0"/>
              </a:spcAft>
            </a:pPr>
            <a:endParaRPr lang="en-US" sz="2000" b="0" i="0" u="none" strike="noStrike" dirty="0">
              <a:effectLst/>
            </a:endParaRPr>
          </a:p>
          <a:p>
            <a:pPr indent="-228600" fontAlgn="base">
              <a:lnSpc>
                <a:spcPct val="90000"/>
              </a:lnSpc>
              <a:spcBef>
                <a:spcPts val="0"/>
              </a:spcBef>
              <a:spcAft>
                <a:spcPts val="1400"/>
              </a:spcAft>
              <a:buFont typeface="Arial" panose="020B0604020202020204" pitchFamily="34" charset="0"/>
              <a:buChar char="•"/>
            </a:pPr>
            <a:r>
              <a:rPr lang="en-US" sz="2000" b="1" i="0" u="none" strike="noStrike" dirty="0">
                <a:effectLst/>
              </a:rPr>
              <a:t>navigate().to()</a:t>
            </a:r>
            <a:r>
              <a:rPr lang="en-US" sz="2000" b="0" i="0" u="none" strike="noStrike" dirty="0">
                <a:effectLst/>
              </a:rPr>
              <a:t> – Used to launch a new web browser window and navigate to the specified URL. For ex. </a:t>
            </a:r>
            <a:r>
              <a:rPr lang="en-US" sz="2000" b="1" i="1" u="none" strike="noStrike" dirty="0" err="1">
                <a:effectLst/>
              </a:rPr>
              <a:t>driver.navigate</a:t>
            </a:r>
            <a:r>
              <a:rPr lang="en-US" sz="2000" b="1" i="1" u="none" strike="noStrike" dirty="0">
                <a:effectLst/>
              </a:rPr>
              <a:t>().to(“</a:t>
            </a:r>
            <a:r>
              <a:rPr lang="en-US" sz="2000" b="1" i="1" u="sng" strike="noStrike" dirty="0">
                <a:effectLst/>
                <a:hlinkClick r:id="rId2"/>
              </a:rPr>
              <a:t>https://google.com</a:t>
            </a:r>
            <a:r>
              <a:rPr lang="en-US" sz="2000" b="1" i="1" u="none" strike="noStrike" dirty="0">
                <a:effectLst/>
              </a:rPr>
              <a:t>”);</a:t>
            </a:r>
            <a:endParaRPr lang="en-US" sz="2000" b="0" i="0" u="none" strike="noStrike" dirty="0">
              <a:effectLst/>
            </a:endParaRPr>
          </a:p>
        </p:txBody>
      </p:sp>
      <p:sp>
        <p:nvSpPr>
          <p:cNvPr id="10" name="Rectangle 9">
            <a:extLst>
              <a:ext uri="{FF2B5EF4-FFF2-40B4-BE49-F238E27FC236}">
                <a16:creationId xmlns:a16="http://schemas.microsoft.com/office/drawing/2014/main" xmlns="" id="{EEBF1590-3B36-48EE-A89D-3B6F3CB256A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AC8F6C8C-AB5A-4548-942D-E3FD40ACBC4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41314342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F3060C83-F051-4F0E-ABAD-AA0DFC48B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xmlns="" id="{83C98ABE-055B-441F-B07E-44F97F083C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xmlns="" id="{29FDB030-9B49-4CED-8CCD-4D99382388A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83CA14-24A1-485C-8B30-D6A5D87987A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9A97C86A-04D6-40F7-AE84-31AB43E6A84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xmlns="" id="{FF9F2414-84E8-453E-B1F3-389FDE8192D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xmlns="" id="{D7B04B47-48E8-2AF9-2518-CA17E34BB8E5}"/>
              </a:ext>
            </a:extLst>
          </p:cNvPr>
          <p:cNvPicPr>
            <a:picLocks noChangeAspect="1"/>
          </p:cNvPicPr>
          <p:nvPr/>
        </p:nvPicPr>
        <p:blipFill>
          <a:blip r:embed="rId2" cstate="print"/>
          <a:stretch>
            <a:fillRect/>
          </a:stretch>
        </p:blipFill>
        <p:spPr>
          <a:xfrm>
            <a:off x="1143942" y="643467"/>
            <a:ext cx="9904116" cy="5571065"/>
          </a:xfrm>
          <a:prstGeom prst="rect">
            <a:avLst/>
          </a:prstGeom>
          <a:ln>
            <a:noFill/>
          </a:ln>
        </p:spPr>
      </p:pic>
      <p:sp>
        <p:nvSpPr>
          <p:cNvPr id="20" name="Isosceles Triangle 19">
            <a:extLst>
              <a:ext uri="{FF2B5EF4-FFF2-40B4-BE49-F238E27FC236}">
                <a16:creationId xmlns:a16="http://schemas.microsoft.com/office/drawing/2014/main" xmlns="" id="{3ECA69A1-7536-43AC-85EF-C7106179F5E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xmlns="" val="116490917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359</TotalTime>
  <Words>337</Words>
  <Application>Microsoft Office PowerPoint</Application>
  <PresentationFormat>Custom</PresentationFormat>
  <Paragraphs>48</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Slide 1</vt:lpstr>
      <vt:lpstr>Select Class in Selenium | Select Class Methods </vt:lpstr>
      <vt:lpstr>Slide 3</vt:lpstr>
      <vt:lpstr>How to create Object of Select Class in Selenium </vt:lpstr>
      <vt:lpstr>1. selectByValue </vt:lpstr>
      <vt:lpstr>2. selectByIndex </vt:lpstr>
      <vt:lpstr>3. selectByVisibleText </vt:lpstr>
      <vt:lpstr>Slide 8</vt:lpstr>
      <vt:lpstr>Common Actions on Dropdown  </vt:lpstr>
      <vt:lpstr>Practice Assignment:</vt:lpstr>
      <vt:lpstr>Slide 11</vt:lpstr>
      <vt:lpstr>Slide 12</vt:lpstr>
    </vt:vector>
  </TitlesOfParts>
  <Company>Operative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Manas Tuwani</dc:creator>
  <cp:lastModifiedBy>Manas Tuwani</cp:lastModifiedBy>
  <cp:revision>14</cp:revision>
  <dcterms:created xsi:type="dcterms:W3CDTF">2022-08-24T11:41:56Z</dcterms:created>
  <dcterms:modified xsi:type="dcterms:W3CDTF">2025-10-11T06:06:08Z</dcterms:modified>
</cp:coreProperties>
</file>