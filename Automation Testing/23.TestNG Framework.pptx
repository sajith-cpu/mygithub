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77" r:id="rId8"/>
    <p:sldId id="263" r:id="rId9"/>
    <p:sldId id="264" r:id="rId10"/>
    <p:sldId id="276" r:id="rId11"/>
    <p:sldId id="274" r:id="rId12"/>
    <p:sldId id="275" r:id="rId13"/>
    <p:sldId id="273" r:id="rId14"/>
    <p:sldId id="280" r:id="rId15"/>
    <p:sldId id="265" r:id="rId16"/>
    <p:sldId id="268" r:id="rId17"/>
    <p:sldId id="266" r:id="rId18"/>
    <p:sldId id="278" r:id="rId19"/>
    <p:sldId id="279" r:id="rId20"/>
    <p:sldId id="270" r:id="rId21"/>
    <p:sldId id="271" r:id="rId22"/>
    <p:sldId id="272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9B562EE6-DFF1-4A60-9765-5CC2C7A056BA}"/>
    <pc:docChg chg="custSel addSld modSld">
      <pc:chgData name="Manas Tuwani" userId="5d421215-a11f-4a6e-90ca-e8ac2213fab6" providerId="ADAL" clId="{9B562EE6-DFF1-4A60-9765-5CC2C7A056BA}" dt="2024-03-11T10:58:58.382" v="62" actId="255"/>
      <pc:docMkLst>
        <pc:docMk/>
      </pc:docMkLst>
      <pc:sldChg chg="addSp delSp modSp new mod setBg">
        <pc:chgData name="Manas Tuwani" userId="5d421215-a11f-4a6e-90ca-e8ac2213fab6" providerId="ADAL" clId="{9B562EE6-DFF1-4A60-9765-5CC2C7A056BA}" dt="2024-03-11T10:58:58.382" v="62" actId="255"/>
        <pc:sldMkLst>
          <pc:docMk/>
          <pc:sldMk cId="41472729" sldId="276"/>
        </pc:sldMkLst>
        <pc:spChg chg="mod">
          <ac:chgData name="Manas Tuwani" userId="5d421215-a11f-4a6e-90ca-e8ac2213fab6" providerId="ADAL" clId="{9B562EE6-DFF1-4A60-9765-5CC2C7A056BA}" dt="2024-03-11T10:58:58.382" v="62" actId="255"/>
          <ac:spMkLst>
            <pc:docMk/>
            <pc:sldMk cId="41472729" sldId="276"/>
            <ac:spMk id="2" creationId="{48832445-D450-829B-B1AD-D2FF265C99CC}"/>
          </ac:spMkLst>
        </pc:spChg>
        <pc:spChg chg="del mod">
          <ac:chgData name="Manas Tuwani" userId="5d421215-a11f-4a6e-90ca-e8ac2213fab6" providerId="ADAL" clId="{9B562EE6-DFF1-4A60-9765-5CC2C7A056BA}" dt="2024-03-11T10:55:33.533" v="2" actId="22"/>
          <ac:spMkLst>
            <pc:docMk/>
            <pc:sldMk cId="41472729" sldId="276"/>
            <ac:spMk id="3" creationId="{F0F6434E-5DCF-AEE8-FC2B-807DC4A88586}"/>
          </ac:spMkLst>
        </pc:spChg>
        <pc:spChg chg="add mod">
          <ac:chgData name="Manas Tuwani" userId="5d421215-a11f-4a6e-90ca-e8ac2213fab6" providerId="ADAL" clId="{9B562EE6-DFF1-4A60-9765-5CC2C7A056BA}" dt="2024-03-11T10:58:16.582" v="60" actId="26606"/>
          <ac:spMkLst>
            <pc:docMk/>
            <pc:sldMk cId="41472729" sldId="276"/>
            <ac:spMk id="7" creationId="{EF739582-F43F-AE17-EEAC-253F318FB93B}"/>
          </ac:spMkLst>
        </pc:spChg>
        <pc:spChg chg="add">
          <ac:chgData name="Manas Tuwani" userId="5d421215-a11f-4a6e-90ca-e8ac2213fab6" providerId="ADAL" clId="{9B562EE6-DFF1-4A60-9765-5CC2C7A056BA}" dt="2024-03-11T10:58:16.582" v="60" actId="26606"/>
          <ac:spMkLst>
            <pc:docMk/>
            <pc:sldMk cId="41472729" sldId="276"/>
            <ac:spMk id="12" creationId="{A8384FB5-9ADC-4DDC-881B-597D56F5B15D}"/>
          </ac:spMkLst>
        </pc:spChg>
        <pc:spChg chg="add">
          <ac:chgData name="Manas Tuwani" userId="5d421215-a11f-4a6e-90ca-e8ac2213fab6" providerId="ADAL" clId="{9B562EE6-DFF1-4A60-9765-5CC2C7A056BA}" dt="2024-03-11T10:58:16.582" v="60" actId="26606"/>
          <ac:spMkLst>
            <pc:docMk/>
            <pc:sldMk cId="41472729" sldId="276"/>
            <ac:spMk id="14" creationId="{1199E1B1-A8C0-4FE8-A5A8-1CB41D69F857}"/>
          </ac:spMkLst>
        </pc:spChg>
        <pc:spChg chg="add">
          <ac:chgData name="Manas Tuwani" userId="5d421215-a11f-4a6e-90ca-e8ac2213fab6" providerId="ADAL" clId="{9B562EE6-DFF1-4A60-9765-5CC2C7A056BA}" dt="2024-03-11T10:58:16.582" v="60" actId="26606"/>
          <ac:spMkLst>
            <pc:docMk/>
            <pc:sldMk cId="41472729" sldId="276"/>
            <ac:spMk id="16" creationId="{84A8DE83-DE75-4B41-9DB4-A7EC0B0DEC0B}"/>
          </ac:spMkLst>
        </pc:spChg>
        <pc:spChg chg="add">
          <ac:chgData name="Manas Tuwani" userId="5d421215-a11f-4a6e-90ca-e8ac2213fab6" providerId="ADAL" clId="{9B562EE6-DFF1-4A60-9765-5CC2C7A056BA}" dt="2024-03-11T10:58:16.582" v="60" actId="26606"/>
          <ac:spMkLst>
            <pc:docMk/>
            <pc:sldMk cId="41472729" sldId="276"/>
            <ac:spMk id="18" creationId="{A7009A0A-BEF5-4EAC-AF15-E4F9F002E239}"/>
          </ac:spMkLst>
        </pc:spChg>
        <pc:picChg chg="add mod ord">
          <ac:chgData name="Manas Tuwani" userId="5d421215-a11f-4a6e-90ca-e8ac2213fab6" providerId="ADAL" clId="{9B562EE6-DFF1-4A60-9765-5CC2C7A056BA}" dt="2024-03-11T10:58:51.816" v="61" actId="27614"/>
          <ac:picMkLst>
            <pc:docMk/>
            <pc:sldMk cId="41472729" sldId="276"/>
            <ac:picMk id="5" creationId="{DBF5300D-6A3E-33B5-BDBD-96DF331B080E}"/>
          </ac:picMkLst>
        </pc:picChg>
      </pc:sldChg>
    </pc:docChg>
  </pc:docChgLst>
  <pc:docChgLst>
    <pc:chgData name="Manas Tuwani" userId="5d421215-a11f-4a6e-90ca-e8ac2213fab6" providerId="ADAL" clId="{1CBB26D0-2631-4496-890E-A4FF49CBC3F4}"/>
    <pc:docChg chg="custSel addSld modSld sldOrd">
      <pc:chgData name="Manas Tuwani" userId="5d421215-a11f-4a6e-90ca-e8ac2213fab6" providerId="ADAL" clId="{1CBB26D0-2631-4496-890E-A4FF49CBC3F4}" dt="2023-02-13T18:14:01.937" v="155" actId="26606"/>
      <pc:docMkLst>
        <pc:docMk/>
      </pc:docMkLst>
      <pc:sldChg chg="ord">
        <pc:chgData name="Manas Tuwani" userId="5d421215-a11f-4a6e-90ca-e8ac2213fab6" providerId="ADAL" clId="{1CBB26D0-2631-4496-890E-A4FF49CBC3F4}" dt="2023-02-13T18:12:31.825" v="152"/>
        <pc:sldMkLst>
          <pc:docMk/>
          <pc:sldMk cId="809589805" sldId="269"/>
        </pc:sldMkLst>
      </pc:sldChg>
      <pc:sldChg chg="addSp modSp new mod">
        <pc:chgData name="Manas Tuwani" userId="5d421215-a11f-4a6e-90ca-e8ac2213fab6" providerId="ADAL" clId="{1CBB26D0-2631-4496-890E-A4FF49CBC3F4}" dt="2023-02-13T18:11:42.410" v="145" actId="255"/>
        <pc:sldMkLst>
          <pc:docMk/>
          <pc:sldMk cId="1909660606" sldId="270"/>
        </pc:sldMkLst>
        <pc:spChg chg="mod">
          <ac:chgData name="Manas Tuwani" userId="5d421215-a11f-4a6e-90ca-e8ac2213fab6" providerId="ADAL" clId="{1CBB26D0-2631-4496-890E-A4FF49CBC3F4}" dt="2023-02-13T18:09:42.287" v="114" actId="20577"/>
          <ac:spMkLst>
            <pc:docMk/>
            <pc:sldMk cId="1909660606" sldId="270"/>
            <ac:spMk id="2" creationId="{4FD741FB-F98A-D5EA-0763-FD27D60515FB}"/>
          </ac:spMkLst>
        </pc:spChg>
        <pc:spChg chg="mod">
          <ac:chgData name="Manas Tuwani" userId="5d421215-a11f-4a6e-90ca-e8ac2213fab6" providerId="ADAL" clId="{1CBB26D0-2631-4496-890E-A4FF49CBC3F4}" dt="2023-02-13T18:11:42.410" v="145" actId="255"/>
          <ac:spMkLst>
            <pc:docMk/>
            <pc:sldMk cId="1909660606" sldId="270"/>
            <ac:spMk id="3" creationId="{1E37C93A-6305-3A62-C9B2-FE6F2E1F84B8}"/>
          </ac:spMkLst>
        </pc:spChg>
        <pc:spChg chg="add mod">
          <ac:chgData name="Manas Tuwani" userId="5d421215-a11f-4a6e-90ca-e8ac2213fab6" providerId="ADAL" clId="{1CBB26D0-2631-4496-890E-A4FF49CBC3F4}" dt="2023-02-13T18:10:51.443" v="140" actId="1582"/>
          <ac:spMkLst>
            <pc:docMk/>
            <pc:sldMk cId="1909660606" sldId="270"/>
            <ac:spMk id="4" creationId="{004D629F-9EE9-109D-2525-D1FC84933BA1}"/>
          </ac:spMkLst>
        </pc:spChg>
      </pc:sldChg>
      <pc:sldChg chg="addSp modSp new mod setBg">
        <pc:chgData name="Manas Tuwani" userId="5d421215-a11f-4a6e-90ca-e8ac2213fab6" providerId="ADAL" clId="{1CBB26D0-2631-4496-890E-A4FF49CBC3F4}" dt="2023-02-13T18:12:26.614" v="150" actId="27614"/>
        <pc:sldMkLst>
          <pc:docMk/>
          <pc:sldMk cId="56733212" sldId="271"/>
        </pc:sldMkLst>
        <pc:spChg chg="add">
          <ac:chgData name="Manas Tuwani" userId="5d421215-a11f-4a6e-90ca-e8ac2213fab6" providerId="ADAL" clId="{1CBB26D0-2631-4496-890E-A4FF49CBC3F4}" dt="2023-02-13T18:12:22.825" v="149" actId="26606"/>
          <ac:spMkLst>
            <pc:docMk/>
            <pc:sldMk cId="56733212" sldId="271"/>
            <ac:spMk id="8" creationId="{F3060C83-F051-4F0E-ABAD-AA0DFC48B218}"/>
          </ac:spMkLst>
        </pc:spChg>
        <pc:spChg chg="add">
          <ac:chgData name="Manas Tuwani" userId="5d421215-a11f-4a6e-90ca-e8ac2213fab6" providerId="ADAL" clId="{1CBB26D0-2631-4496-890E-A4FF49CBC3F4}" dt="2023-02-13T18:12:22.825" v="149" actId="26606"/>
          <ac:spMkLst>
            <pc:docMk/>
            <pc:sldMk cId="56733212" sldId="271"/>
            <ac:spMk id="10" creationId="{83C98ABE-055B-441F-B07E-44F97F083C39}"/>
          </ac:spMkLst>
        </pc:spChg>
        <pc:spChg chg="add">
          <ac:chgData name="Manas Tuwani" userId="5d421215-a11f-4a6e-90ca-e8ac2213fab6" providerId="ADAL" clId="{1CBB26D0-2631-4496-890E-A4FF49CBC3F4}" dt="2023-02-13T18:12:22.825" v="149" actId="26606"/>
          <ac:spMkLst>
            <pc:docMk/>
            <pc:sldMk cId="56733212" sldId="271"/>
            <ac:spMk id="12" creationId="{29FDB030-9B49-4CED-8CCD-4D99382388AC}"/>
          </ac:spMkLst>
        </pc:spChg>
        <pc:spChg chg="add">
          <ac:chgData name="Manas Tuwani" userId="5d421215-a11f-4a6e-90ca-e8ac2213fab6" providerId="ADAL" clId="{1CBB26D0-2631-4496-890E-A4FF49CBC3F4}" dt="2023-02-13T18:12:22.825" v="149" actId="26606"/>
          <ac:spMkLst>
            <pc:docMk/>
            <pc:sldMk cId="56733212" sldId="271"/>
            <ac:spMk id="14" creationId="{3783CA14-24A1-485C-8B30-D6A5D87987AD}"/>
          </ac:spMkLst>
        </pc:spChg>
        <pc:spChg chg="add">
          <ac:chgData name="Manas Tuwani" userId="5d421215-a11f-4a6e-90ca-e8ac2213fab6" providerId="ADAL" clId="{1CBB26D0-2631-4496-890E-A4FF49CBC3F4}" dt="2023-02-13T18:12:22.825" v="149" actId="26606"/>
          <ac:spMkLst>
            <pc:docMk/>
            <pc:sldMk cId="56733212" sldId="271"/>
            <ac:spMk id="16" creationId="{9A97C86A-04D6-40F7-AE84-31AB43E6A846}"/>
          </ac:spMkLst>
        </pc:spChg>
        <pc:spChg chg="add">
          <ac:chgData name="Manas Tuwani" userId="5d421215-a11f-4a6e-90ca-e8ac2213fab6" providerId="ADAL" clId="{1CBB26D0-2631-4496-890E-A4FF49CBC3F4}" dt="2023-02-13T18:12:22.825" v="149" actId="26606"/>
          <ac:spMkLst>
            <pc:docMk/>
            <pc:sldMk cId="56733212" sldId="271"/>
            <ac:spMk id="18" creationId="{FF9F2414-84E8-453E-B1F3-389FDE8192D9}"/>
          </ac:spMkLst>
        </pc:spChg>
        <pc:spChg chg="add">
          <ac:chgData name="Manas Tuwani" userId="5d421215-a11f-4a6e-90ca-e8ac2213fab6" providerId="ADAL" clId="{1CBB26D0-2631-4496-890E-A4FF49CBC3F4}" dt="2023-02-13T18:12:22.825" v="149" actId="26606"/>
          <ac:spMkLst>
            <pc:docMk/>
            <pc:sldMk cId="56733212" sldId="271"/>
            <ac:spMk id="20" creationId="{3ECA69A1-7536-43AC-85EF-C7106179F5ED}"/>
          </ac:spMkLst>
        </pc:spChg>
        <pc:picChg chg="add mod">
          <ac:chgData name="Manas Tuwani" userId="5d421215-a11f-4a6e-90ca-e8ac2213fab6" providerId="ADAL" clId="{1CBB26D0-2631-4496-890E-A4FF49CBC3F4}" dt="2023-02-13T18:12:26.614" v="150" actId="27614"/>
          <ac:picMkLst>
            <pc:docMk/>
            <pc:sldMk cId="56733212" sldId="271"/>
            <ac:picMk id="3" creationId="{BB107B72-E8C3-78A3-08C6-D4FD76691906}"/>
          </ac:picMkLst>
        </pc:picChg>
      </pc:sldChg>
      <pc:sldChg chg="addSp modSp new mod setBg">
        <pc:chgData name="Manas Tuwani" userId="5d421215-a11f-4a6e-90ca-e8ac2213fab6" providerId="ADAL" clId="{1CBB26D0-2631-4496-890E-A4FF49CBC3F4}" dt="2023-02-13T18:14:01.937" v="155" actId="26606"/>
        <pc:sldMkLst>
          <pc:docMk/>
          <pc:sldMk cId="1535228033" sldId="272"/>
        </pc:sldMkLst>
        <pc:spChg chg="add">
          <ac:chgData name="Manas Tuwani" userId="5d421215-a11f-4a6e-90ca-e8ac2213fab6" providerId="ADAL" clId="{1CBB26D0-2631-4496-890E-A4FF49CBC3F4}" dt="2023-02-13T18:14:01.937" v="155" actId="26606"/>
          <ac:spMkLst>
            <pc:docMk/>
            <pc:sldMk cId="1535228033" sldId="272"/>
            <ac:spMk id="8" creationId="{86FF76B9-219D-4469-AF87-0236D29032F1}"/>
          </ac:spMkLst>
        </pc:spChg>
        <pc:spChg chg="add">
          <ac:chgData name="Manas Tuwani" userId="5d421215-a11f-4a6e-90ca-e8ac2213fab6" providerId="ADAL" clId="{1CBB26D0-2631-4496-890E-A4FF49CBC3F4}" dt="2023-02-13T18:14:01.937" v="155" actId="26606"/>
          <ac:spMkLst>
            <pc:docMk/>
            <pc:sldMk cId="1535228033" sldId="272"/>
            <ac:spMk id="14" creationId="{2E80C965-DB6D-4F81-9E9E-B027384D0BD6}"/>
          </ac:spMkLst>
        </pc:spChg>
        <pc:spChg chg="add">
          <ac:chgData name="Manas Tuwani" userId="5d421215-a11f-4a6e-90ca-e8ac2213fab6" providerId="ADAL" clId="{1CBB26D0-2631-4496-890E-A4FF49CBC3F4}" dt="2023-02-13T18:14:01.937" v="155" actId="26606"/>
          <ac:spMkLst>
            <pc:docMk/>
            <pc:sldMk cId="1535228033" sldId="272"/>
            <ac:spMk id="16" creationId="{633C5E46-DAC5-4661-9C87-22B08E2A512F}"/>
          </ac:spMkLst>
        </pc:spChg>
        <pc:grpChg chg="add">
          <ac:chgData name="Manas Tuwani" userId="5d421215-a11f-4a6e-90ca-e8ac2213fab6" providerId="ADAL" clId="{1CBB26D0-2631-4496-890E-A4FF49CBC3F4}" dt="2023-02-13T18:14:01.937" v="155" actId="26606"/>
          <ac:grpSpMkLst>
            <pc:docMk/>
            <pc:sldMk cId="1535228033" sldId="272"/>
            <ac:grpSpMk id="10" creationId="{DB88BD78-87E1-424D-B479-C37D8E41B12E}"/>
          </ac:grpSpMkLst>
        </pc:grpChg>
        <pc:picChg chg="add mod">
          <ac:chgData name="Manas Tuwani" userId="5d421215-a11f-4a6e-90ca-e8ac2213fab6" providerId="ADAL" clId="{1CBB26D0-2631-4496-890E-A4FF49CBC3F4}" dt="2023-02-13T18:14:01.937" v="155" actId="26606"/>
          <ac:picMkLst>
            <pc:docMk/>
            <pc:sldMk cId="1535228033" sldId="272"/>
            <ac:picMk id="3" creationId="{148E0EB0-AF21-69FC-BD9E-9B1999C15896}"/>
          </ac:picMkLst>
        </pc:picChg>
      </pc:sldChg>
    </pc:docChg>
  </pc:docChgLst>
  <pc:docChgLst>
    <pc:chgData name="Manas Tuwani" userId="5d421215-a11f-4a6e-90ca-e8ac2213fab6" providerId="ADAL" clId="{E7E3794E-7D83-4776-BF8C-6905973A3117}"/>
    <pc:docChg chg="undo custSel addSld modSld sldOrd">
      <pc:chgData name="Manas Tuwani" userId="5d421215-a11f-4a6e-90ca-e8ac2213fab6" providerId="ADAL" clId="{E7E3794E-7D83-4776-BF8C-6905973A3117}" dt="2023-08-12T04:36:59.710" v="250" actId="20577"/>
      <pc:docMkLst>
        <pc:docMk/>
      </pc:docMkLst>
      <pc:sldChg chg="modSp mod">
        <pc:chgData name="Manas Tuwani" userId="5d421215-a11f-4a6e-90ca-e8ac2213fab6" providerId="ADAL" clId="{E7E3794E-7D83-4776-BF8C-6905973A3117}" dt="2023-08-12T04:36:59.710" v="250" actId="20577"/>
        <pc:sldMkLst>
          <pc:docMk/>
          <pc:sldMk cId="1114063973" sldId="258"/>
        </pc:sldMkLst>
        <pc:spChg chg="mod">
          <ac:chgData name="Manas Tuwani" userId="5d421215-a11f-4a6e-90ca-e8ac2213fab6" providerId="ADAL" clId="{E7E3794E-7D83-4776-BF8C-6905973A3117}" dt="2023-08-12T04:36:59.710" v="250" actId="20577"/>
          <ac:spMkLst>
            <pc:docMk/>
            <pc:sldMk cId="1114063973" sldId="258"/>
            <ac:spMk id="3" creationId="{0B9C026C-7067-7C89-CCA9-4C9E6469AB66}"/>
          </ac:spMkLst>
        </pc:spChg>
      </pc:sldChg>
      <pc:sldChg chg="addSp delSp mod ord">
        <pc:chgData name="Manas Tuwani" userId="5d421215-a11f-4a6e-90ca-e8ac2213fab6" providerId="ADAL" clId="{E7E3794E-7D83-4776-BF8C-6905973A3117}" dt="2023-08-04T02:19:09.088" v="7"/>
        <pc:sldMkLst>
          <pc:docMk/>
          <pc:sldMk cId="2999487811" sldId="265"/>
        </pc:sldMkLst>
        <pc:picChg chg="add del">
          <ac:chgData name="Manas Tuwani" userId="5d421215-a11f-4a6e-90ca-e8ac2213fab6" providerId="ADAL" clId="{E7E3794E-7D83-4776-BF8C-6905973A3117}" dt="2023-08-04T02:18:47.854" v="1" actId="22"/>
          <ac:picMkLst>
            <pc:docMk/>
            <pc:sldMk cId="2999487811" sldId="265"/>
            <ac:picMk id="4" creationId="{193DB5EF-01F3-75C6-6D17-6A95D80208BB}"/>
          </ac:picMkLst>
        </pc:picChg>
      </pc:sldChg>
      <pc:sldChg chg="modSp mod">
        <pc:chgData name="Manas Tuwani" userId="5d421215-a11f-4a6e-90ca-e8ac2213fab6" providerId="ADAL" clId="{E7E3794E-7D83-4776-BF8C-6905973A3117}" dt="2023-08-04T02:22:48.991" v="154" actId="113"/>
        <pc:sldMkLst>
          <pc:docMk/>
          <pc:sldMk cId="4188015025" sldId="268"/>
        </pc:sldMkLst>
        <pc:spChg chg="mod">
          <ac:chgData name="Manas Tuwani" userId="5d421215-a11f-4a6e-90ca-e8ac2213fab6" providerId="ADAL" clId="{E7E3794E-7D83-4776-BF8C-6905973A3117}" dt="2023-08-04T02:22:48.991" v="154" actId="113"/>
          <ac:spMkLst>
            <pc:docMk/>
            <pc:sldMk cId="4188015025" sldId="268"/>
            <ac:spMk id="3" creationId="{6EAFBFF5-B318-9D90-BB2F-B4F58D4507D6}"/>
          </ac:spMkLst>
        </pc:spChg>
      </pc:sldChg>
      <pc:sldChg chg="addSp delSp modSp add mod setBg delDesignElem">
        <pc:chgData name="Manas Tuwani" userId="5d421215-a11f-4a6e-90ca-e8ac2213fab6" providerId="ADAL" clId="{E7E3794E-7D83-4776-BF8C-6905973A3117}" dt="2023-08-04T02:19:39.980" v="11" actId="1076"/>
        <pc:sldMkLst>
          <pc:docMk/>
          <pc:sldMk cId="4135646569" sldId="273"/>
        </pc:sldMkLst>
        <pc:spChg chg="del">
          <ac:chgData name="Manas Tuwani" userId="5d421215-a11f-4a6e-90ca-e8ac2213fab6" providerId="ADAL" clId="{E7E3794E-7D83-4776-BF8C-6905973A3117}" dt="2023-08-04T02:18:54.220" v="3"/>
          <ac:spMkLst>
            <pc:docMk/>
            <pc:sldMk cId="4135646569" sldId="273"/>
            <ac:spMk id="8" creationId="{69D184B2-2226-4E31-BCCB-444330767440}"/>
          </ac:spMkLst>
        </pc:spChg>
        <pc:spChg chg="add">
          <ac:chgData name="Manas Tuwani" userId="5d421215-a11f-4a6e-90ca-e8ac2213fab6" providerId="ADAL" clId="{E7E3794E-7D83-4776-BF8C-6905973A3117}" dt="2023-08-04T02:19:29.418" v="8" actId="26606"/>
          <ac:spMkLst>
            <pc:docMk/>
            <pc:sldMk cId="4135646569" sldId="273"/>
            <ac:spMk id="9" creationId="{69D184B2-2226-4E31-BCCB-444330767440}"/>
          </ac:spMkLst>
        </pc:spChg>
        <pc:spChg chg="del">
          <ac:chgData name="Manas Tuwani" userId="5d421215-a11f-4a6e-90ca-e8ac2213fab6" providerId="ADAL" clId="{E7E3794E-7D83-4776-BF8C-6905973A3117}" dt="2023-08-04T02:18:54.220" v="3"/>
          <ac:spMkLst>
            <pc:docMk/>
            <pc:sldMk cId="4135646569" sldId="273"/>
            <ac:spMk id="10" creationId="{1AC4D4E3-486A-464A-8EC8-D44881097267}"/>
          </ac:spMkLst>
        </pc:spChg>
        <pc:spChg chg="add">
          <ac:chgData name="Manas Tuwani" userId="5d421215-a11f-4a6e-90ca-e8ac2213fab6" providerId="ADAL" clId="{E7E3794E-7D83-4776-BF8C-6905973A3117}" dt="2023-08-04T02:19:29.418" v="8" actId="26606"/>
          <ac:spMkLst>
            <pc:docMk/>
            <pc:sldMk cId="4135646569" sldId="273"/>
            <ac:spMk id="11" creationId="{1AC4D4E3-486A-464A-8EC8-D44881097267}"/>
          </ac:spMkLst>
        </pc:spChg>
        <pc:spChg chg="del">
          <ac:chgData name="Manas Tuwani" userId="5d421215-a11f-4a6e-90ca-e8ac2213fab6" providerId="ADAL" clId="{E7E3794E-7D83-4776-BF8C-6905973A3117}" dt="2023-08-04T02:18:54.220" v="3"/>
          <ac:spMkLst>
            <pc:docMk/>
            <pc:sldMk cId="4135646569" sldId="273"/>
            <ac:spMk id="12" creationId="{864DE13E-58EB-4475-B79C-0D4FC651239B}"/>
          </ac:spMkLst>
        </pc:spChg>
        <pc:spChg chg="add">
          <ac:chgData name="Manas Tuwani" userId="5d421215-a11f-4a6e-90ca-e8ac2213fab6" providerId="ADAL" clId="{E7E3794E-7D83-4776-BF8C-6905973A3117}" dt="2023-08-04T02:19:29.418" v="8" actId="26606"/>
          <ac:spMkLst>
            <pc:docMk/>
            <pc:sldMk cId="4135646569" sldId="273"/>
            <ac:spMk id="13" creationId="{864DE13E-58EB-4475-B79C-0D4FC651239B}"/>
          </ac:spMkLst>
        </pc:spChg>
        <pc:picChg chg="del">
          <ac:chgData name="Manas Tuwani" userId="5d421215-a11f-4a6e-90ca-e8ac2213fab6" providerId="ADAL" clId="{E7E3794E-7D83-4776-BF8C-6905973A3117}" dt="2023-08-04T02:18:57.785" v="4" actId="478"/>
          <ac:picMkLst>
            <pc:docMk/>
            <pc:sldMk cId="4135646569" sldId="273"/>
            <ac:picMk id="3" creationId="{A530BB91-78BD-5B24-0FA5-CCF1616638EF}"/>
          </ac:picMkLst>
        </pc:picChg>
        <pc:picChg chg="add mod">
          <ac:chgData name="Manas Tuwani" userId="5d421215-a11f-4a6e-90ca-e8ac2213fab6" providerId="ADAL" clId="{E7E3794E-7D83-4776-BF8C-6905973A3117}" dt="2023-08-04T02:19:39.980" v="11" actId="1076"/>
          <ac:picMkLst>
            <pc:docMk/>
            <pc:sldMk cId="4135646569" sldId="273"/>
            <ac:picMk id="4" creationId="{700474A1-E4D9-4808-95CD-61E78D16CED0}"/>
          </ac:picMkLst>
        </pc:picChg>
      </pc:sldChg>
    </pc:docChg>
  </pc:docChgLst>
  <pc:docChgLst>
    <pc:chgData name="Manas Tuwani" userId="5d421215-a11f-4a6e-90ca-e8ac2213fab6" providerId="ADAL" clId="{FF663D89-5F37-4482-9FE2-F3C7D49160C9}"/>
    <pc:docChg chg="undo custSel addSld modSld sldOrd">
      <pc:chgData name="Manas Tuwani" userId="5d421215-a11f-4a6e-90ca-e8ac2213fab6" providerId="ADAL" clId="{FF663D89-5F37-4482-9FE2-F3C7D49160C9}" dt="2022-12-18T14:47:06.867" v="286" actId="114"/>
      <pc:docMkLst>
        <pc:docMk/>
      </pc:docMkLst>
      <pc:sldChg chg="addSp modSp new mod ord setBg">
        <pc:chgData name="Manas Tuwani" userId="5d421215-a11f-4a6e-90ca-e8ac2213fab6" providerId="ADAL" clId="{FF663D89-5F37-4482-9FE2-F3C7D49160C9}" dt="2022-12-18T13:20:34.943" v="13" actId="1076"/>
        <pc:sldMkLst>
          <pc:docMk/>
          <pc:sldMk cId="4188015025" sldId="268"/>
        </pc:sldMkLst>
        <pc:spChg chg="mod">
          <ac:chgData name="Manas Tuwani" userId="5d421215-a11f-4a6e-90ca-e8ac2213fab6" providerId="ADAL" clId="{FF663D89-5F37-4482-9FE2-F3C7D49160C9}" dt="2022-12-18T13:20:34.943" v="13" actId="1076"/>
          <ac:spMkLst>
            <pc:docMk/>
            <pc:sldMk cId="4188015025" sldId="268"/>
            <ac:spMk id="2" creationId="{5F7E44B4-EAC9-9124-0973-1E067DD59F9C}"/>
          </ac:spMkLst>
        </pc:spChg>
        <pc:spChg chg="mod">
          <ac:chgData name="Manas Tuwani" userId="5d421215-a11f-4a6e-90ca-e8ac2213fab6" providerId="ADAL" clId="{FF663D89-5F37-4482-9FE2-F3C7D49160C9}" dt="2022-12-18T13:17:09.608" v="10" actId="1076"/>
          <ac:spMkLst>
            <pc:docMk/>
            <pc:sldMk cId="4188015025" sldId="268"/>
            <ac:spMk id="3" creationId="{6EAFBFF5-B318-9D90-BB2F-B4F58D4507D6}"/>
          </ac:spMkLst>
        </pc:spChg>
        <pc:spChg chg="add">
          <ac:chgData name="Manas Tuwani" userId="5d421215-a11f-4a6e-90ca-e8ac2213fab6" providerId="ADAL" clId="{FF663D89-5F37-4482-9FE2-F3C7D49160C9}" dt="2022-12-18T13:17:03.923" v="9" actId="26606"/>
          <ac:spMkLst>
            <pc:docMk/>
            <pc:sldMk cId="4188015025" sldId="268"/>
            <ac:spMk id="8" creationId="{1B15ED52-F352-441B-82BF-E0EA34836D08}"/>
          </ac:spMkLst>
        </pc:spChg>
        <pc:spChg chg="add">
          <ac:chgData name="Manas Tuwani" userId="5d421215-a11f-4a6e-90ca-e8ac2213fab6" providerId="ADAL" clId="{FF663D89-5F37-4482-9FE2-F3C7D49160C9}" dt="2022-12-18T13:17:03.923" v="9" actId="26606"/>
          <ac:spMkLst>
            <pc:docMk/>
            <pc:sldMk cId="4188015025" sldId="268"/>
            <ac:spMk id="10" creationId="{3B2E3793-BFE6-45A2-9B7B-E18844431C99}"/>
          </ac:spMkLst>
        </pc:spChg>
        <pc:spChg chg="add">
          <ac:chgData name="Manas Tuwani" userId="5d421215-a11f-4a6e-90ca-e8ac2213fab6" providerId="ADAL" clId="{FF663D89-5F37-4482-9FE2-F3C7D49160C9}" dt="2022-12-18T13:17:03.923" v="9" actId="26606"/>
          <ac:spMkLst>
            <pc:docMk/>
            <pc:sldMk cId="4188015025" sldId="268"/>
            <ac:spMk id="12" creationId="{BC4C4868-CB8F-4AF9-9CDB-8108F2C19B67}"/>
          </ac:spMkLst>
        </pc:spChg>
        <pc:spChg chg="add">
          <ac:chgData name="Manas Tuwani" userId="5d421215-a11f-4a6e-90ca-e8ac2213fab6" providerId="ADAL" clId="{FF663D89-5F37-4482-9FE2-F3C7D49160C9}" dt="2022-12-18T13:17:03.923" v="9" actId="26606"/>
          <ac:spMkLst>
            <pc:docMk/>
            <pc:sldMk cId="4188015025" sldId="268"/>
            <ac:spMk id="14" creationId="{375E0459-6403-40CD-989D-56A4407CA12E}"/>
          </ac:spMkLst>
        </pc:spChg>
        <pc:spChg chg="add">
          <ac:chgData name="Manas Tuwani" userId="5d421215-a11f-4a6e-90ca-e8ac2213fab6" providerId="ADAL" clId="{FF663D89-5F37-4482-9FE2-F3C7D49160C9}" dt="2022-12-18T13:17:03.923" v="9" actId="26606"/>
          <ac:spMkLst>
            <pc:docMk/>
            <pc:sldMk cId="4188015025" sldId="268"/>
            <ac:spMk id="16" creationId="{53E5B1A8-3AC9-4BD1-9BBC-78CA94F2D1BA}"/>
          </ac:spMkLst>
        </pc:spChg>
      </pc:sldChg>
      <pc:sldChg chg="addSp delSp modSp new mod">
        <pc:chgData name="Manas Tuwani" userId="5d421215-a11f-4a6e-90ca-e8ac2213fab6" providerId="ADAL" clId="{FF663D89-5F37-4482-9FE2-F3C7D49160C9}" dt="2022-12-18T14:47:06.867" v="286" actId="114"/>
        <pc:sldMkLst>
          <pc:docMk/>
          <pc:sldMk cId="809589805" sldId="269"/>
        </pc:sldMkLst>
        <pc:spChg chg="mod">
          <ac:chgData name="Manas Tuwani" userId="5d421215-a11f-4a6e-90ca-e8ac2213fab6" providerId="ADAL" clId="{FF663D89-5F37-4482-9FE2-F3C7D49160C9}" dt="2022-12-18T14:47:06.867" v="286" actId="114"/>
          <ac:spMkLst>
            <pc:docMk/>
            <pc:sldMk cId="809589805" sldId="269"/>
            <ac:spMk id="2" creationId="{0FDF925D-E6F1-91DE-7782-65F02A82174A}"/>
          </ac:spMkLst>
        </pc:spChg>
        <pc:spChg chg="del mod">
          <ac:chgData name="Manas Tuwani" userId="5d421215-a11f-4a6e-90ca-e8ac2213fab6" providerId="ADAL" clId="{FF663D89-5F37-4482-9FE2-F3C7D49160C9}" dt="2022-12-18T14:37:26.059" v="16" actId="22"/>
          <ac:spMkLst>
            <pc:docMk/>
            <pc:sldMk cId="809589805" sldId="269"/>
            <ac:spMk id="3" creationId="{AA4F6695-A8AD-D0C3-0A6B-BA005796517E}"/>
          </ac:spMkLst>
        </pc:spChg>
        <pc:picChg chg="add mod ord">
          <ac:chgData name="Manas Tuwani" userId="5d421215-a11f-4a6e-90ca-e8ac2213fab6" providerId="ADAL" clId="{FF663D89-5F37-4482-9FE2-F3C7D49160C9}" dt="2022-12-18T14:47:02.380" v="284" actId="1076"/>
          <ac:picMkLst>
            <pc:docMk/>
            <pc:sldMk cId="809589805" sldId="269"/>
            <ac:picMk id="5" creationId="{2765F8D0-185A-3601-4F77-0644D8CA66DE}"/>
          </ac:picMkLst>
        </pc:picChg>
      </pc:sldChg>
    </pc:docChg>
  </pc:docChgLst>
  <pc:docChgLst>
    <pc:chgData name="Manas Tuwani" userId="5d421215-a11f-4a6e-90ca-e8ac2213fab6" providerId="ADAL" clId="{746F70BF-00A6-4E94-8E48-C84B68F459F3}"/>
    <pc:docChg chg="custSel addSld modSld">
      <pc:chgData name="Manas Tuwani" userId="5d421215-a11f-4a6e-90ca-e8ac2213fab6" providerId="ADAL" clId="{746F70BF-00A6-4E94-8E48-C84B68F459F3}" dt="2024-01-06T06:53:48.192" v="5" actId="26606"/>
      <pc:docMkLst>
        <pc:docMk/>
      </pc:docMkLst>
      <pc:sldChg chg="addSp modSp new mod setBg">
        <pc:chgData name="Manas Tuwani" userId="5d421215-a11f-4a6e-90ca-e8ac2213fab6" providerId="ADAL" clId="{746F70BF-00A6-4E94-8E48-C84B68F459F3}" dt="2024-01-06T06:53:42.426" v="4" actId="26606"/>
        <pc:sldMkLst>
          <pc:docMk/>
          <pc:sldMk cId="1114442347" sldId="274"/>
        </pc:sldMkLst>
        <pc:spChg chg="add">
          <ac:chgData name="Manas Tuwani" userId="5d421215-a11f-4a6e-90ca-e8ac2213fab6" providerId="ADAL" clId="{746F70BF-00A6-4E94-8E48-C84B68F459F3}" dt="2024-01-06T06:53:42.426" v="4" actId="26606"/>
          <ac:spMkLst>
            <pc:docMk/>
            <pc:sldMk cId="1114442347" sldId="274"/>
            <ac:spMk id="8" creationId="{42A4FC2C-047E-45A5-965D-8E1E3BF09BC6}"/>
          </ac:spMkLst>
        </pc:spChg>
        <pc:picChg chg="add mod">
          <ac:chgData name="Manas Tuwani" userId="5d421215-a11f-4a6e-90ca-e8ac2213fab6" providerId="ADAL" clId="{746F70BF-00A6-4E94-8E48-C84B68F459F3}" dt="2024-01-06T06:53:42.426" v="4" actId="26606"/>
          <ac:picMkLst>
            <pc:docMk/>
            <pc:sldMk cId="1114442347" sldId="274"/>
            <ac:picMk id="3" creationId="{6194B7B5-0722-5D08-CD5A-9ADD40FC61A0}"/>
          </ac:picMkLst>
        </pc:picChg>
      </pc:sldChg>
      <pc:sldChg chg="addSp modSp new mod setBg">
        <pc:chgData name="Manas Tuwani" userId="5d421215-a11f-4a6e-90ca-e8ac2213fab6" providerId="ADAL" clId="{746F70BF-00A6-4E94-8E48-C84B68F459F3}" dt="2024-01-06T06:53:48.192" v="5" actId="26606"/>
        <pc:sldMkLst>
          <pc:docMk/>
          <pc:sldMk cId="3381224394" sldId="275"/>
        </pc:sldMkLst>
        <pc:spChg chg="add">
          <ac:chgData name="Manas Tuwani" userId="5d421215-a11f-4a6e-90ca-e8ac2213fab6" providerId="ADAL" clId="{746F70BF-00A6-4E94-8E48-C84B68F459F3}" dt="2024-01-06T06:53:48.192" v="5" actId="26606"/>
          <ac:spMkLst>
            <pc:docMk/>
            <pc:sldMk cId="3381224394" sldId="275"/>
            <ac:spMk id="8" creationId="{2D2B266D-3625-4584-A5C3-7D3F672CFF30}"/>
          </ac:spMkLst>
        </pc:spChg>
        <pc:picChg chg="add mod">
          <ac:chgData name="Manas Tuwani" userId="5d421215-a11f-4a6e-90ca-e8ac2213fab6" providerId="ADAL" clId="{746F70BF-00A6-4E94-8E48-C84B68F459F3}" dt="2024-01-06T06:53:48.192" v="5" actId="26606"/>
          <ac:picMkLst>
            <pc:docMk/>
            <pc:sldMk cId="3381224394" sldId="275"/>
            <ac:picMk id="3" creationId="{12E65288-5678-DFE7-4502-C4EAB8FC7AF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D8CD17F-ACA6-76B9-5C2A-EB38E663F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D138510-BD9A-97FF-F1B7-7831B6159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BE117FF-B93A-8E3F-6863-1FF642FD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18A5640-6816-AF73-5D77-CCB837E8E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55726A4-CEDE-427C-FEB5-20523709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90302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C487D4-80D8-2126-70D4-D3BDF4B3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BCA24B-97DD-4426-0651-09235A746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976E8A-EC0A-F3DB-ABB9-16D1AAAB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9E30244-F279-5EA5-52C2-F944DACA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431D0A1-4FA4-593A-E48F-49FB041D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2938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D65F56-FC49-4721-E7E6-753AD919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06DF943-CA9A-A6C2-4638-CAE00D796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938B1A-D5CF-DC14-727F-3727B739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2550B73-AAC0-2C5C-0C3C-50CDA764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48BCBC-55B7-E2CA-8CC5-04008CCE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107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4043B6-BD4F-762C-3B88-1961BE86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CC8890-ADBE-4440-7D35-3F622E637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B028EC0-9D02-E521-C90D-B1EBC0ACB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C8058DE-CE47-0D93-0205-4405631C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3BF4F6C-0236-34DD-8737-E56BCE66A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1674EBE-4F92-ACD4-8EA7-86F0BF1E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42909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32CBB3-39CF-1880-0123-A9E1C09C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85E1ED9-AD33-3F67-0420-0F08BCB41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9CC4015-CE79-C0CC-3DFA-FF5A6EC7A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38ED836-D320-C0EB-A440-38FE506BB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D4AE635-9D90-216E-0664-C278B42A9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A68DFA7-0F91-446D-5E50-16E13CFD1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FA33CEF-2CD0-B36D-8BF7-402BFA4E7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37B9195-6C50-16CF-DC3D-BB21C21B9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75341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5EF4B4-68E5-F3FD-2209-7B421C32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F928B5C-B2D7-89B8-5EC0-15768055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D04B600-0561-EAEF-17C4-17B0C67A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5092AB-351B-8228-3444-DDC7D5CE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5563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5274B8A-A1F4-AF0C-3332-69E8D89CF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991BB82-518C-990C-BF85-069701F5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6295B3B-5762-3251-C20F-4148EFFA4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8348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760E07-3AD1-4FF8-5535-0DC2D104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C4FB5D-6CF9-025F-AAB2-2B5B6247C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950F4A1-B82E-932C-83B0-1883AF26C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6E8037E-73E0-D79B-47EB-465CED8FE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1351788-A219-75E0-9B82-5B31FCF9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9E27D2C-6012-3C7E-6375-F2B49930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30820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49FA474-6A5C-C1D8-810F-F920EC65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D92D769-7D1E-4BD2-8585-9C1B926C0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64246C6-F4D9-4BFD-6BFA-01D8E9736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597BB12-23F8-4747-DA7E-F30EBDCD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82DFFD2-4760-0F58-26B5-A1F4B6749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FD7EADB-A21B-ABBB-EC82-DC4BA42A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76085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6CDA64-3348-A8BA-8E48-50F19A0F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940A053-1F43-41DA-4868-B911D5B0B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800606-8EC9-7A28-4CE1-BCE8A700A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204BFD4-BC72-2B31-CA03-FC41B4D6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BDBC3DA-9B68-CF96-F9C0-976C0506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8815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47D216D-C3AC-9048-9298-523092CB0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33AADB3-455D-DFC8-C23C-DABD05ADF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F618FDF-149C-33E4-C032-E3C13470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8568FA6-B3D3-69E4-DEB9-9DD21F9B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0A0E9F-53DF-DDE1-1479-0ABD18AC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52884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7507256-F2D1-4907-439A-36BE8B22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2BFDB16-CEBA-E8AF-F99B-6154EBBA9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F3DE38D-F230-A835-7F7C-19AF00615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83AF9-1191-4F99-927A-1C18CBF3C066}" type="datetimeFigureOut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B917667-C63A-3DD8-DEEF-E1A140676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7336336-752F-8A03-D18C-E41C0B5D4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22C35-BABC-426D-B3F8-74703FC5AF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7218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stNG Framework for Selenium - Software Testing">
            <a:extLst>
              <a:ext uri="{FF2B5EF4-FFF2-40B4-BE49-F238E27FC236}">
                <a16:creationId xmlns="" xmlns:a16="http://schemas.microsoft.com/office/drawing/2014/main" id="{3B251B03-AEE1-81C2-4625-F6B67E795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40" y="643466"/>
            <a:ext cx="9904119" cy="55710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10966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75324F-2A36-B918-686C-76E841AC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TestNG Framework</a:t>
            </a:r>
            <a:endParaRPr lang="en-IN" sz="5400" b="1" dirty="0"/>
          </a:p>
        </p:txBody>
      </p:sp>
      <p:sp>
        <p:nvSpPr>
          <p:cNvPr id="15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3CC574-DA23-5797-0DE2-ADC46641E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1900" dirty="0">
                <a:latin typeface="inter-regular"/>
              </a:rPr>
              <a:t>TestNG</a:t>
            </a:r>
            <a:r>
              <a:rPr lang="en-US" sz="1900" b="0" i="0" dirty="0">
                <a:effectLst/>
                <a:latin typeface="inter-regular"/>
              </a:rPr>
              <a:t> is an open source automated TestNG framework. In TestNG, NG stands for "</a:t>
            </a:r>
            <a:r>
              <a:rPr lang="en-US" sz="1900" b="1" i="0" dirty="0">
                <a:effectLst/>
                <a:latin typeface="inter-bold"/>
              </a:rPr>
              <a:t>Next Generation</a:t>
            </a:r>
            <a:r>
              <a:rPr lang="en-US" sz="1900" b="0" i="0" dirty="0">
                <a:effectLst/>
                <a:latin typeface="inter-regular"/>
              </a:rPr>
              <a:t>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inter-regular"/>
              </a:rPr>
              <a:t>TestNG is a very important framework when you are actually developing the framework from scratch level.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inter-regular"/>
              </a:rPr>
              <a:t>TestNG provides you full control over the test cases and the execution of the test cases. Due to this reason, TestNG is also known as a testing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inter-regular"/>
              </a:rPr>
              <a:t>Cedric Beust is the developer of a TestNG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inter-regular"/>
              </a:rPr>
              <a:t>If you want to run a test case A before that as a pre-request you need to run multiple test cases before you begin a test case A. You can set and map with the help of TestNG so that pre-request test cases run first and then only it will trigger a test case A. In such way, you can control the test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inter-regular"/>
              </a:rPr>
              <a:t>TestNG framework came after Junit, and TestNG framework adds more powerful functionality and easier to use.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900" dirty="0"/>
          </a:p>
        </p:txBody>
      </p:sp>
    </p:spTree>
    <p:extLst>
      <p:ext uri="{BB962C8B-B14F-4D97-AF65-F5344CB8AC3E}">
        <p14:creationId xmlns="" xmlns:p14="http://schemas.microsoft.com/office/powerpoint/2010/main" val="350056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24FB96-AB38-373A-0FAF-70D0C0317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Advantages of TestNG over Junit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9C026C-7067-7C89-CCA9-4C9E6469A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In TestNG, annotations are easier to understand than Junit.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produces the HTML, emailable reports for implementation.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In TestNG, there is no constraint available such as @beforeclass and @afterclass which is present in Junit.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TestNG enables you to group the test cases easily which is not possible in JUnit.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TestNG supports three additional levels such as @Before/After suite, @Before/AfterTest, and Before/AfterGroup.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TestNG does not extend any class. TestNG framework allows you to define the test cases where each test case is independent of other test cases.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inter-regular"/>
              </a:rPr>
              <a:t>In TestNG we can prioritize the test case which is not possible in Junit.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11406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eatures of TestNG">
            <a:extLst>
              <a:ext uri="{FF2B5EF4-FFF2-40B4-BE49-F238E27FC236}">
                <a16:creationId xmlns="" xmlns:a16="http://schemas.microsoft.com/office/drawing/2014/main" id="{053DB8AD-AF06-506A-01D3-7643D6F552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5322" y="643466"/>
            <a:ext cx="8541355" cy="55710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501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2B566528-1B12-4246-9431-5C2D7D0811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8AEE92BD-0B05-84D1-F2F0-992B9D860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Installation of TestNG with Eclipse: We can install TestNG with Eclipse in 2 different ways.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1. Directly from Official website of TestNG</a:t>
            </a:r>
          </a:p>
          <a:p>
            <a:pPr marL="0" indent="0">
              <a:buNone/>
            </a:pPr>
            <a:r>
              <a:rPr lang="en-US" sz="2000" dirty="0"/>
              <a:t>2. From Eclipse Market Place</a:t>
            </a:r>
            <a:endParaRPr lang="en-IN" sz="2000" dirty="0"/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2E80C965-DB6D-4F81-9E9E-B027384D0B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="" xmlns:a16="http://schemas.microsoft.com/office/drawing/2014/main" id="{A580F890-B085-4E95-96AA-55AEBEC5CE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="" xmlns:a16="http://schemas.microsoft.com/office/drawing/2014/main" id="{D3F51FEB-38FB-4F6C-9F7B-2F2AFAB654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1E547BA6-BAE0-43BB-A7CA-60F69CE252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4934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="" xmlns:a16="http://schemas.microsoft.com/office/drawing/2014/main" id="{69D184B2-2226-4E31-BCCB-4443307674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7">
            <a:extLst>
              <a:ext uri="{FF2B5EF4-FFF2-40B4-BE49-F238E27FC236}">
                <a16:creationId xmlns="" xmlns:a16="http://schemas.microsoft.com/office/drawing/2014/main" id="{1AC4D4E3-486A-464A-8EC8-D448810972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Rectangle 11">
            <a:extLst>
              <a:ext uri="{FF2B5EF4-FFF2-40B4-BE49-F238E27FC236}">
                <a16:creationId xmlns="" xmlns:a16="http://schemas.microsoft.com/office/drawing/2014/main" id="{864DE13E-58EB-4475-B79C-0D4FC65123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424B3DD-0897-3407-E359-937EDAA61AD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27970" y="1286934"/>
            <a:ext cx="8736061" cy="410594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6715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CA5A6E-5A82-87D0-3E7C-ECAE8E14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 of Annotations in TestNG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1854C7-9FAA-0AFD-A6F7-57383CEC6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Annotation: Annotations are nothing but predefine classes which contains reusable code. </a:t>
            </a:r>
          </a:p>
          <a:p>
            <a:pPr marL="0" indent="0">
              <a:buNone/>
            </a:pPr>
            <a:r>
              <a:rPr lang="en-US" b="1" dirty="0"/>
              <a:t>Every annotations starts with ‘@’ symbol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@BeforeSuite</a:t>
            </a:r>
          </a:p>
          <a:p>
            <a:pPr marL="0" indent="0">
              <a:buNone/>
            </a:pPr>
            <a:r>
              <a:rPr lang="en-US" dirty="0"/>
              <a:t>@AfterSuite</a:t>
            </a:r>
          </a:p>
          <a:p>
            <a:pPr marL="0" indent="0">
              <a:buNone/>
            </a:pPr>
            <a:r>
              <a:rPr lang="en-US" dirty="0"/>
              <a:t>@BeforeTest</a:t>
            </a:r>
          </a:p>
          <a:p>
            <a:pPr marL="0" indent="0">
              <a:buNone/>
            </a:pPr>
            <a:r>
              <a:rPr lang="en-US" dirty="0"/>
              <a:t>@AfterTest</a:t>
            </a:r>
          </a:p>
          <a:p>
            <a:pPr marL="0" indent="0">
              <a:buNone/>
            </a:pPr>
            <a:r>
              <a:rPr lang="en-US" dirty="0"/>
              <a:t>@BeforeClass</a:t>
            </a:r>
          </a:p>
          <a:p>
            <a:pPr marL="0" indent="0">
              <a:buNone/>
            </a:pPr>
            <a:r>
              <a:rPr lang="en-US" dirty="0"/>
              <a:t>@AfterClass</a:t>
            </a:r>
          </a:p>
          <a:p>
            <a:pPr marL="0" indent="0">
              <a:buNone/>
            </a:pPr>
            <a:r>
              <a:rPr lang="en-US" dirty="0"/>
              <a:t>@BeforeMethod</a:t>
            </a:r>
          </a:p>
          <a:p>
            <a:pPr marL="0" indent="0">
              <a:buNone/>
            </a:pPr>
            <a:r>
              <a:rPr lang="en-US" dirty="0"/>
              <a:t>@AfterMethod </a:t>
            </a:r>
          </a:p>
          <a:p>
            <a:pPr marL="0" indent="0">
              <a:buNone/>
            </a:pPr>
            <a:r>
              <a:rPr lang="en-US" dirty="0"/>
              <a:t>@Test</a:t>
            </a:r>
          </a:p>
          <a:p>
            <a:pPr marL="0" indent="0">
              <a:buNone/>
            </a:pPr>
            <a:r>
              <a:rPr lang="en-US" dirty="0"/>
              <a:t>@Ignore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6022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6">
            <a:extLst>
              <a:ext uri="{FF2B5EF4-FFF2-40B4-BE49-F238E27FC236}">
                <a16:creationId xmlns="" xmlns:a16="http://schemas.microsoft.com/office/drawing/2014/main" id="{69D184B2-2226-4E31-BCCB-4443307674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7">
            <a:extLst>
              <a:ext uri="{FF2B5EF4-FFF2-40B4-BE49-F238E27FC236}">
                <a16:creationId xmlns="" xmlns:a16="http://schemas.microsoft.com/office/drawing/2014/main" id="{1AC4D4E3-486A-464A-8EC8-D448810972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="" xmlns:a16="http://schemas.microsoft.com/office/drawing/2014/main" id="{864DE13E-58EB-4475-B79C-0D4FC65123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B38777E-3A5E-2B5C-4E64-318B948F970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71688" y="685006"/>
            <a:ext cx="7843838" cy="521851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0692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="" xmlns:a16="http://schemas.microsoft.com/office/drawing/2014/main" id="{69D184B2-2226-4E31-BCCB-4443307674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7">
            <a:extLst>
              <a:ext uri="{FF2B5EF4-FFF2-40B4-BE49-F238E27FC236}">
                <a16:creationId xmlns="" xmlns:a16="http://schemas.microsoft.com/office/drawing/2014/main" id="{1AC4D4E3-486A-464A-8EC8-D448810972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864DE13E-58EB-4475-B79C-0D4FC65123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BEE0E8D-2D53-A3F4-2499-41CFD490DF6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52625" y="886751"/>
            <a:ext cx="7413655" cy="49053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9789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A8384FB5-9ADC-4DDC-881B-597D56F5B1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199E1B1-A8C0-4FE8-A5A8-1CB41D69F8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84A8DE83-DE75-4B41-9DB4-A7EC0B0DEC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A7009A0A-BEF5-4EAC-AF15-E4F9F002E2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832445-D450-829B-B1AD-D2FF265C9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Priority and InvocationCount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F739582-F43F-AE17-EEAC-253F318FB93B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b="1" i="0" kern="1200" dirty="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invocationCount: </a:t>
            </a:r>
            <a:r>
              <a:rPr lang="en-US" sz="1900" b="0" i="0" kern="1200" dirty="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The number of times we would like to invoke this method.</a:t>
            </a:r>
            <a:endParaRPr lang="en-US" sz="19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="" xmlns:a16="http://schemas.microsoft.com/office/drawing/2014/main" id="{DBF5300D-6A3E-33B5-BDBD-96DF331B0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38525" y="1966293"/>
            <a:ext cx="7914948" cy="445216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47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194B7B5-0722-5D08-CD5A-9ADD40FC61A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r="1" b="1866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1444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2D2B266D-3625-4584-A5C3-7D3F672CFF3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2E65288-5678-DFE7-4502-C4EAB8FC7A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1783" r="1" b="1"/>
          <a:stretch/>
        </p:blipFill>
        <p:spPr>
          <a:xfrm>
            <a:off x="180279" y="161490"/>
            <a:ext cx="11827082" cy="6534092"/>
          </a:xfrm>
          <a:custGeom>
            <a:avLst/>
            <a:gdLst/>
            <a:ahLst/>
            <a:cxnLst/>
            <a:rect l="l" t="t" r="r" b="b"/>
            <a:pathLst>
              <a:path w="11827082" h="6534092">
                <a:moveTo>
                  <a:pt x="6610089" y="5"/>
                </a:moveTo>
                <a:cubicBezTo>
                  <a:pt x="6763993" y="-277"/>
                  <a:pt x="6862741" y="14300"/>
                  <a:pt x="6956523" y="21390"/>
                </a:cubicBezTo>
                <a:cubicBezTo>
                  <a:pt x="7271939" y="-12207"/>
                  <a:pt x="7581352" y="149"/>
                  <a:pt x="7768349" y="21390"/>
                </a:cubicBezTo>
                <a:lnTo>
                  <a:pt x="7831642" y="23688"/>
                </a:lnTo>
                <a:lnTo>
                  <a:pt x="7886307" y="21390"/>
                </a:lnTo>
                <a:cubicBezTo>
                  <a:pt x="7951978" y="17798"/>
                  <a:pt x="8007622" y="16567"/>
                  <a:pt x="8057445" y="16600"/>
                </a:cubicBezTo>
                <a:lnTo>
                  <a:pt x="8096254" y="17396"/>
                </a:lnTo>
                <a:lnTo>
                  <a:pt x="8199591" y="12947"/>
                </a:lnTo>
                <a:cubicBezTo>
                  <a:pt x="8247971" y="12558"/>
                  <a:pt x="8296272" y="14617"/>
                  <a:pt x="8344260" y="21390"/>
                </a:cubicBezTo>
                <a:lnTo>
                  <a:pt x="8355505" y="22738"/>
                </a:lnTo>
                <a:lnTo>
                  <a:pt x="8462217" y="21390"/>
                </a:lnTo>
                <a:cubicBezTo>
                  <a:pt x="8567700" y="16869"/>
                  <a:pt x="8666620" y="17239"/>
                  <a:pt x="8761697" y="18554"/>
                </a:cubicBezTo>
                <a:lnTo>
                  <a:pt x="8808871" y="19038"/>
                </a:lnTo>
                <a:lnTo>
                  <a:pt x="8941246" y="13930"/>
                </a:lnTo>
                <a:cubicBezTo>
                  <a:pt x="9040199" y="10800"/>
                  <a:pt x="9149474" y="10157"/>
                  <a:pt x="9260166" y="21390"/>
                </a:cubicBezTo>
                <a:lnTo>
                  <a:pt x="9339613" y="26448"/>
                </a:lnTo>
                <a:lnTo>
                  <a:pt x="9432845" y="28493"/>
                </a:lnTo>
                <a:cubicBezTo>
                  <a:pt x="9587011" y="31230"/>
                  <a:pt x="9744909" y="31599"/>
                  <a:pt x="9849954" y="21390"/>
                </a:cubicBezTo>
                <a:cubicBezTo>
                  <a:pt x="10060044" y="972"/>
                  <a:pt x="10204432" y="2657"/>
                  <a:pt x="10425865" y="21390"/>
                </a:cubicBezTo>
                <a:lnTo>
                  <a:pt x="10477895" y="25158"/>
                </a:lnTo>
                <a:lnTo>
                  <a:pt x="10566351" y="27751"/>
                </a:lnTo>
                <a:cubicBezTo>
                  <a:pt x="10727031" y="32755"/>
                  <a:pt x="10877889" y="35639"/>
                  <a:pt x="11001775" y="21390"/>
                </a:cubicBezTo>
                <a:cubicBezTo>
                  <a:pt x="11249546" y="-7108"/>
                  <a:pt x="11434553" y="12510"/>
                  <a:pt x="11813601" y="21390"/>
                </a:cubicBezTo>
                <a:cubicBezTo>
                  <a:pt x="11817928" y="208271"/>
                  <a:pt x="11818867" y="336567"/>
                  <a:pt x="11813601" y="475847"/>
                </a:cubicBezTo>
                <a:cubicBezTo>
                  <a:pt x="11808335" y="615127"/>
                  <a:pt x="11845853" y="1008651"/>
                  <a:pt x="11813601" y="1254916"/>
                </a:cubicBezTo>
                <a:cubicBezTo>
                  <a:pt x="11809570" y="1285699"/>
                  <a:pt x="11806768" y="1314174"/>
                  <a:pt x="11804923" y="1340777"/>
                </a:cubicBezTo>
                <a:lnTo>
                  <a:pt x="11803652" y="1373115"/>
                </a:lnTo>
                <a:lnTo>
                  <a:pt x="11804560" y="1395572"/>
                </a:lnTo>
                <a:cubicBezTo>
                  <a:pt x="11806656" y="1431340"/>
                  <a:pt x="11809600" y="1470662"/>
                  <a:pt x="11813601" y="1514605"/>
                </a:cubicBezTo>
                <a:cubicBezTo>
                  <a:pt x="11829606" y="1690380"/>
                  <a:pt x="11822955" y="1813845"/>
                  <a:pt x="11815628" y="1920902"/>
                </a:cubicBezTo>
                <a:lnTo>
                  <a:pt x="11811346" y="1995660"/>
                </a:lnTo>
                <a:lnTo>
                  <a:pt x="11813868" y="2104640"/>
                </a:lnTo>
                <a:lnTo>
                  <a:pt x="11817197" y="2264365"/>
                </a:lnTo>
                <a:lnTo>
                  <a:pt x="11821465" y="2306631"/>
                </a:lnTo>
                <a:cubicBezTo>
                  <a:pt x="11835170" y="2477814"/>
                  <a:pt x="11818400" y="2578773"/>
                  <a:pt x="11813601" y="2683208"/>
                </a:cubicBezTo>
                <a:cubicBezTo>
                  <a:pt x="11809487" y="2772725"/>
                  <a:pt x="11816027" y="2930030"/>
                  <a:pt x="11816192" y="3070653"/>
                </a:cubicBezTo>
                <a:lnTo>
                  <a:pt x="11813610" y="3202145"/>
                </a:lnTo>
                <a:lnTo>
                  <a:pt x="11813601" y="3267510"/>
                </a:lnTo>
                <a:cubicBezTo>
                  <a:pt x="11811419" y="3587194"/>
                  <a:pt x="11813535" y="3497122"/>
                  <a:pt x="11813601" y="3721967"/>
                </a:cubicBezTo>
                <a:cubicBezTo>
                  <a:pt x="11813617" y="3778178"/>
                  <a:pt x="11814293" y="3835214"/>
                  <a:pt x="11815131" y="3894088"/>
                </a:cubicBezTo>
                <a:lnTo>
                  <a:pt x="11816203" y="3972593"/>
                </a:lnTo>
                <a:lnTo>
                  <a:pt x="11816265" y="3973919"/>
                </a:lnTo>
                <a:cubicBezTo>
                  <a:pt x="11819902" y="4062998"/>
                  <a:pt x="11819694" y="4122248"/>
                  <a:pt x="11818174" y="4171327"/>
                </a:cubicBezTo>
                <a:lnTo>
                  <a:pt x="11817878" y="4178488"/>
                </a:lnTo>
                <a:lnTo>
                  <a:pt x="11818118" y="4277530"/>
                </a:lnTo>
                <a:cubicBezTo>
                  <a:pt x="11817612" y="4347824"/>
                  <a:pt x="11816272" y="4421987"/>
                  <a:pt x="11813601" y="4501036"/>
                </a:cubicBezTo>
                <a:cubicBezTo>
                  <a:pt x="11824398" y="4779554"/>
                  <a:pt x="11834923" y="4895505"/>
                  <a:pt x="11813601" y="5020415"/>
                </a:cubicBezTo>
                <a:cubicBezTo>
                  <a:pt x="11808270" y="5051643"/>
                  <a:pt x="11804885" y="5094410"/>
                  <a:pt x="11802984" y="5145366"/>
                </a:cubicBezTo>
                <a:lnTo>
                  <a:pt x="11802805" y="5153576"/>
                </a:lnTo>
                <a:lnTo>
                  <a:pt x="11813601" y="5280104"/>
                </a:lnTo>
                <a:cubicBezTo>
                  <a:pt x="11848339" y="5545832"/>
                  <a:pt x="11803810" y="5568088"/>
                  <a:pt x="11813601" y="5734561"/>
                </a:cubicBezTo>
                <a:cubicBezTo>
                  <a:pt x="11814825" y="5755370"/>
                  <a:pt x="11815354" y="5777180"/>
                  <a:pt x="11815391" y="5800160"/>
                </a:cubicBezTo>
                <a:lnTo>
                  <a:pt x="11814403" y="5861994"/>
                </a:lnTo>
                <a:lnTo>
                  <a:pt x="11814897" y="5940552"/>
                </a:lnTo>
                <a:cubicBezTo>
                  <a:pt x="11813455" y="6007961"/>
                  <a:pt x="11810716" y="6074118"/>
                  <a:pt x="11808410" y="6139030"/>
                </a:cubicBezTo>
                <a:lnTo>
                  <a:pt x="11805249" y="6294204"/>
                </a:lnTo>
                <a:lnTo>
                  <a:pt x="11806853" y="6377232"/>
                </a:lnTo>
                <a:lnTo>
                  <a:pt x="11813601" y="6513630"/>
                </a:lnTo>
                <a:cubicBezTo>
                  <a:pt x="11755932" y="6520071"/>
                  <a:pt x="11702085" y="6522123"/>
                  <a:pt x="11651008" y="6521869"/>
                </a:cubicBezTo>
                <a:lnTo>
                  <a:pt x="11606878" y="6520178"/>
                </a:lnTo>
                <a:lnTo>
                  <a:pt x="11480359" y="6526470"/>
                </a:lnTo>
                <a:cubicBezTo>
                  <a:pt x="11411497" y="6529079"/>
                  <a:pt x="11340067" y="6529281"/>
                  <a:pt x="11235913" y="6522672"/>
                </a:cubicBezTo>
                <a:lnTo>
                  <a:pt x="11167376" y="6517338"/>
                </a:lnTo>
                <a:lnTo>
                  <a:pt x="11118099" y="6519937"/>
                </a:lnTo>
                <a:cubicBezTo>
                  <a:pt x="11008080" y="6519923"/>
                  <a:pt x="10918905" y="6505169"/>
                  <a:pt x="10779737" y="6513630"/>
                </a:cubicBezTo>
                <a:lnTo>
                  <a:pt x="10756340" y="6513513"/>
                </a:lnTo>
                <a:lnTo>
                  <a:pt x="10748952" y="6514346"/>
                </a:lnTo>
                <a:cubicBezTo>
                  <a:pt x="10725838" y="6516206"/>
                  <a:pt x="10699773" y="6516641"/>
                  <a:pt x="10661780" y="6513630"/>
                </a:cubicBezTo>
                <a:lnTo>
                  <a:pt x="10643067" y="6512943"/>
                </a:lnTo>
                <a:lnTo>
                  <a:pt x="10627638" y="6512866"/>
                </a:lnTo>
                <a:lnTo>
                  <a:pt x="10598539" y="6511309"/>
                </a:lnTo>
                <a:lnTo>
                  <a:pt x="10590670" y="6511020"/>
                </a:lnTo>
                <a:cubicBezTo>
                  <a:pt x="10422654" y="6509230"/>
                  <a:pt x="10114537" y="6525711"/>
                  <a:pt x="9930443" y="6519069"/>
                </a:cubicBezTo>
                <a:lnTo>
                  <a:pt x="9908887" y="6517613"/>
                </a:lnTo>
                <a:lnTo>
                  <a:pt x="9697150" y="6531900"/>
                </a:lnTo>
                <a:cubicBezTo>
                  <a:pt x="9438634" y="6540253"/>
                  <a:pt x="9217380" y="6522684"/>
                  <a:pt x="9038128" y="6513630"/>
                </a:cubicBezTo>
                <a:lnTo>
                  <a:pt x="8901719" y="6509665"/>
                </a:lnTo>
                <a:lnTo>
                  <a:pt x="8766922" y="6512046"/>
                </a:lnTo>
                <a:cubicBezTo>
                  <a:pt x="8694433" y="6513288"/>
                  <a:pt x="8629372" y="6514112"/>
                  <a:pt x="8580175" y="6513630"/>
                </a:cubicBezTo>
                <a:lnTo>
                  <a:pt x="8571277" y="6513524"/>
                </a:lnTo>
                <a:lnTo>
                  <a:pt x="8462217" y="6513630"/>
                </a:lnTo>
                <a:cubicBezTo>
                  <a:pt x="8225188" y="6509968"/>
                  <a:pt x="7780127" y="6525503"/>
                  <a:pt x="7532434" y="6513630"/>
                </a:cubicBezTo>
                <a:lnTo>
                  <a:pt x="7448622" y="6511320"/>
                </a:lnTo>
                <a:lnTo>
                  <a:pt x="7428354" y="6513630"/>
                </a:lnTo>
                <a:cubicBezTo>
                  <a:pt x="7293248" y="6538560"/>
                  <a:pt x="7186080" y="6533261"/>
                  <a:pt x="7078782" y="6523679"/>
                </a:cubicBezTo>
                <a:lnTo>
                  <a:pt x="6973169" y="6513887"/>
                </a:lnTo>
                <a:lnTo>
                  <a:pt x="6954249" y="6514033"/>
                </a:lnTo>
                <a:cubicBezTo>
                  <a:pt x="6918701" y="6514123"/>
                  <a:pt x="6880374" y="6514018"/>
                  <a:pt x="6838566" y="6513630"/>
                </a:cubicBezTo>
                <a:lnTo>
                  <a:pt x="6790865" y="6514652"/>
                </a:lnTo>
                <a:lnTo>
                  <a:pt x="6717520" y="6518204"/>
                </a:lnTo>
                <a:lnTo>
                  <a:pt x="6690736" y="6516798"/>
                </a:lnTo>
                <a:lnTo>
                  <a:pt x="6604647" y="6518643"/>
                </a:lnTo>
                <a:cubicBezTo>
                  <a:pt x="6383546" y="6528740"/>
                  <a:pt x="6188571" y="6547337"/>
                  <a:pt x="5908782" y="6513630"/>
                </a:cubicBezTo>
                <a:lnTo>
                  <a:pt x="5827432" y="6506155"/>
                </a:lnTo>
                <a:lnTo>
                  <a:pt x="5818169" y="6505897"/>
                </a:lnTo>
                <a:cubicBezTo>
                  <a:pt x="5656134" y="6501940"/>
                  <a:pt x="5476891" y="6500561"/>
                  <a:pt x="5360626" y="6513630"/>
                </a:cubicBezTo>
                <a:cubicBezTo>
                  <a:pt x="5244362" y="6526700"/>
                  <a:pt x="5155294" y="6523407"/>
                  <a:pt x="5082581" y="6518492"/>
                </a:cubicBezTo>
                <a:lnTo>
                  <a:pt x="5011539" y="6513612"/>
                </a:lnTo>
                <a:lnTo>
                  <a:pt x="4978999" y="6513630"/>
                </a:lnTo>
                <a:lnTo>
                  <a:pt x="4947560" y="6512597"/>
                </a:lnTo>
                <a:lnTo>
                  <a:pt x="4902673" y="6513630"/>
                </a:lnTo>
                <a:cubicBezTo>
                  <a:pt x="4851834" y="6520217"/>
                  <a:pt x="4795188" y="6523001"/>
                  <a:pt x="4737076" y="6522747"/>
                </a:cubicBezTo>
                <a:lnTo>
                  <a:pt x="4649328" y="6518160"/>
                </a:lnTo>
                <a:lnTo>
                  <a:pt x="4624935" y="6519597"/>
                </a:lnTo>
                <a:cubicBezTo>
                  <a:pt x="4598495" y="6519851"/>
                  <a:pt x="4566987" y="6518389"/>
                  <a:pt x="4521046" y="6513630"/>
                </a:cubicBezTo>
                <a:lnTo>
                  <a:pt x="4456833" y="6510131"/>
                </a:lnTo>
                <a:lnTo>
                  <a:pt x="4343538" y="6512337"/>
                </a:lnTo>
                <a:cubicBezTo>
                  <a:pt x="4260681" y="6514690"/>
                  <a:pt x="4174545" y="6517475"/>
                  <a:pt x="4104725" y="6513630"/>
                </a:cubicBezTo>
                <a:cubicBezTo>
                  <a:pt x="3965085" y="6505941"/>
                  <a:pt x="3802107" y="6535988"/>
                  <a:pt x="3528815" y="6513630"/>
                </a:cubicBezTo>
                <a:lnTo>
                  <a:pt x="3407613" y="6504978"/>
                </a:lnTo>
                <a:lnTo>
                  <a:pt x="3251268" y="6513630"/>
                </a:lnTo>
                <a:cubicBezTo>
                  <a:pt x="3103602" y="6529652"/>
                  <a:pt x="3004932" y="6519904"/>
                  <a:pt x="2867035" y="6513929"/>
                </a:cubicBezTo>
                <a:lnTo>
                  <a:pt x="2840124" y="6513045"/>
                </a:lnTo>
                <a:lnTo>
                  <a:pt x="2834946" y="6513630"/>
                </a:lnTo>
                <a:cubicBezTo>
                  <a:pt x="2691933" y="6538293"/>
                  <a:pt x="2614008" y="6529004"/>
                  <a:pt x="2502859" y="6520536"/>
                </a:cubicBezTo>
                <a:lnTo>
                  <a:pt x="2442001" y="6517197"/>
                </a:lnTo>
                <a:lnTo>
                  <a:pt x="2438245" y="6517313"/>
                </a:lnTo>
                <a:cubicBezTo>
                  <a:pt x="2401807" y="6517985"/>
                  <a:pt x="2368299" y="6518156"/>
                  <a:pt x="2336678" y="6517988"/>
                </a:cubicBezTo>
                <a:lnTo>
                  <a:pt x="2185932" y="6514754"/>
                </a:lnTo>
                <a:lnTo>
                  <a:pt x="1960620" y="6520062"/>
                </a:lnTo>
                <a:cubicBezTo>
                  <a:pt x="1876521" y="6521810"/>
                  <a:pt x="1788378" y="6523022"/>
                  <a:pt x="1701155" y="6522387"/>
                </a:cubicBezTo>
                <a:lnTo>
                  <a:pt x="1589271" y="6518529"/>
                </a:lnTo>
                <a:lnTo>
                  <a:pt x="1539168" y="6519829"/>
                </a:lnTo>
                <a:cubicBezTo>
                  <a:pt x="1395291" y="6522782"/>
                  <a:pt x="1407110" y="6517174"/>
                  <a:pt x="1287620" y="6513630"/>
                </a:cubicBezTo>
                <a:cubicBezTo>
                  <a:pt x="1168131" y="6510087"/>
                  <a:pt x="1041230" y="6513238"/>
                  <a:pt x="932033" y="6514000"/>
                </a:cubicBezTo>
                <a:lnTo>
                  <a:pt x="918750" y="6513952"/>
                </a:lnTo>
                <a:lnTo>
                  <a:pt x="858917" y="6514806"/>
                </a:lnTo>
                <a:cubicBezTo>
                  <a:pt x="826932" y="6514879"/>
                  <a:pt x="792070" y="6514545"/>
                  <a:pt x="753341" y="6513630"/>
                </a:cubicBezTo>
                <a:cubicBezTo>
                  <a:pt x="443511" y="6506311"/>
                  <a:pt x="354936" y="6524642"/>
                  <a:pt x="17841" y="6513630"/>
                </a:cubicBezTo>
                <a:cubicBezTo>
                  <a:pt x="-956" y="6342673"/>
                  <a:pt x="-10467" y="6012653"/>
                  <a:pt x="17841" y="5799484"/>
                </a:cubicBezTo>
                <a:lnTo>
                  <a:pt x="19845" y="5756408"/>
                </a:lnTo>
                <a:lnTo>
                  <a:pt x="17841" y="5734561"/>
                </a:lnTo>
                <a:cubicBezTo>
                  <a:pt x="13149" y="5695472"/>
                  <a:pt x="12578" y="5648752"/>
                  <a:pt x="13918" y="5598323"/>
                </a:cubicBezTo>
                <a:lnTo>
                  <a:pt x="18180" y="5508699"/>
                </a:lnTo>
                <a:lnTo>
                  <a:pt x="16493" y="5477760"/>
                </a:lnTo>
                <a:cubicBezTo>
                  <a:pt x="8966" y="5369709"/>
                  <a:pt x="1889" y="5260695"/>
                  <a:pt x="17841" y="5150260"/>
                </a:cubicBezTo>
                <a:cubicBezTo>
                  <a:pt x="-3463" y="5038150"/>
                  <a:pt x="-2139" y="4857473"/>
                  <a:pt x="6850" y="4650409"/>
                </a:cubicBezTo>
                <a:lnTo>
                  <a:pt x="14633" y="4498670"/>
                </a:lnTo>
                <a:lnTo>
                  <a:pt x="14494" y="4495758"/>
                </a:lnTo>
                <a:cubicBezTo>
                  <a:pt x="12245" y="4421472"/>
                  <a:pt x="13025" y="4335511"/>
                  <a:pt x="14442" y="4243130"/>
                </a:cubicBezTo>
                <a:lnTo>
                  <a:pt x="16801" y="4091152"/>
                </a:lnTo>
                <a:lnTo>
                  <a:pt x="13537" y="4018512"/>
                </a:lnTo>
                <a:lnTo>
                  <a:pt x="17696" y="3920163"/>
                </a:lnTo>
                <a:lnTo>
                  <a:pt x="17841" y="3851812"/>
                </a:lnTo>
                <a:cubicBezTo>
                  <a:pt x="15571" y="3651484"/>
                  <a:pt x="26219" y="3546077"/>
                  <a:pt x="24551" y="3386181"/>
                </a:cubicBezTo>
                <a:lnTo>
                  <a:pt x="24397" y="3379573"/>
                </a:lnTo>
                <a:lnTo>
                  <a:pt x="22173" y="3327681"/>
                </a:lnTo>
                <a:cubicBezTo>
                  <a:pt x="20895" y="3304536"/>
                  <a:pt x="19446" y="3284181"/>
                  <a:pt x="17841" y="3267510"/>
                </a:cubicBezTo>
                <a:cubicBezTo>
                  <a:pt x="8213" y="3167488"/>
                  <a:pt x="-3113" y="2984082"/>
                  <a:pt x="3931" y="2799801"/>
                </a:cubicBezTo>
                <a:lnTo>
                  <a:pt x="4125" y="2797274"/>
                </a:lnTo>
                <a:lnTo>
                  <a:pt x="3717" y="2776150"/>
                </a:lnTo>
                <a:cubicBezTo>
                  <a:pt x="3237" y="2640023"/>
                  <a:pt x="7465" y="2516197"/>
                  <a:pt x="17841" y="2423520"/>
                </a:cubicBezTo>
                <a:cubicBezTo>
                  <a:pt x="20435" y="2400350"/>
                  <a:pt x="22069" y="2375698"/>
                  <a:pt x="22982" y="2349684"/>
                </a:cubicBezTo>
                <a:lnTo>
                  <a:pt x="23157" y="2331991"/>
                </a:lnTo>
                <a:lnTo>
                  <a:pt x="21648" y="2290240"/>
                </a:lnTo>
                <a:cubicBezTo>
                  <a:pt x="18695" y="2240502"/>
                  <a:pt x="15426" y="2193755"/>
                  <a:pt x="14054" y="2150784"/>
                </a:cubicBezTo>
                <a:lnTo>
                  <a:pt x="17291" y="2050968"/>
                </a:lnTo>
                <a:lnTo>
                  <a:pt x="12351" y="1872365"/>
                </a:lnTo>
                <a:cubicBezTo>
                  <a:pt x="11665" y="1799113"/>
                  <a:pt x="12859" y="1722821"/>
                  <a:pt x="17841" y="1644450"/>
                </a:cubicBezTo>
                <a:lnTo>
                  <a:pt x="21169" y="1569934"/>
                </a:lnTo>
                <a:lnTo>
                  <a:pt x="20488" y="1547698"/>
                </a:lnTo>
                <a:cubicBezTo>
                  <a:pt x="19568" y="1516527"/>
                  <a:pt x="18663" y="1483900"/>
                  <a:pt x="17841" y="1449683"/>
                </a:cubicBezTo>
                <a:cubicBezTo>
                  <a:pt x="11271" y="1175953"/>
                  <a:pt x="1415" y="1152151"/>
                  <a:pt x="17841" y="995226"/>
                </a:cubicBezTo>
                <a:lnTo>
                  <a:pt x="19885" y="968921"/>
                </a:lnTo>
                <a:lnTo>
                  <a:pt x="17841" y="930304"/>
                </a:lnTo>
                <a:cubicBezTo>
                  <a:pt x="7442" y="768208"/>
                  <a:pt x="7865" y="285783"/>
                  <a:pt x="17841" y="21390"/>
                </a:cubicBezTo>
                <a:cubicBezTo>
                  <a:pt x="147136" y="10433"/>
                  <a:pt x="296588" y="9602"/>
                  <a:pt x="440468" y="11925"/>
                </a:cubicBezTo>
                <a:lnTo>
                  <a:pt x="473966" y="12726"/>
                </a:lnTo>
                <a:lnTo>
                  <a:pt x="478805" y="12539"/>
                </a:lnTo>
                <a:lnTo>
                  <a:pt x="484496" y="12977"/>
                </a:lnTo>
                <a:lnTo>
                  <a:pt x="648894" y="16905"/>
                </a:lnTo>
                <a:cubicBezTo>
                  <a:pt x="714833" y="18773"/>
                  <a:pt x="776163" y="20559"/>
                  <a:pt x="829667" y="21390"/>
                </a:cubicBezTo>
                <a:lnTo>
                  <a:pt x="916694" y="22693"/>
                </a:lnTo>
                <a:lnTo>
                  <a:pt x="933747" y="21390"/>
                </a:lnTo>
                <a:cubicBezTo>
                  <a:pt x="1086511" y="12604"/>
                  <a:pt x="1591110" y="15003"/>
                  <a:pt x="1863531" y="21390"/>
                </a:cubicBezTo>
                <a:lnTo>
                  <a:pt x="1920387" y="22646"/>
                </a:lnTo>
                <a:lnTo>
                  <a:pt x="2054705" y="24358"/>
                </a:lnTo>
                <a:cubicBezTo>
                  <a:pt x="2107717" y="24456"/>
                  <a:pt x="2161143" y="23719"/>
                  <a:pt x="2217404" y="21390"/>
                </a:cubicBezTo>
                <a:cubicBezTo>
                  <a:pt x="2442445" y="12073"/>
                  <a:pt x="2732199" y="18194"/>
                  <a:pt x="2911273" y="21390"/>
                </a:cubicBezTo>
                <a:lnTo>
                  <a:pt x="3023675" y="20799"/>
                </a:lnTo>
                <a:lnTo>
                  <a:pt x="3093869" y="15816"/>
                </a:lnTo>
                <a:cubicBezTo>
                  <a:pt x="3182922" y="11551"/>
                  <a:pt x="3301373" y="10993"/>
                  <a:pt x="3429365" y="12165"/>
                </a:cubicBezTo>
                <a:lnTo>
                  <a:pt x="3575555" y="14425"/>
                </a:lnTo>
                <a:lnTo>
                  <a:pt x="3605772" y="13210"/>
                </a:lnTo>
                <a:cubicBezTo>
                  <a:pt x="3774503" y="6974"/>
                  <a:pt x="3960371" y="3465"/>
                  <a:pt x="4063093" y="21390"/>
                </a:cubicBezTo>
                <a:lnTo>
                  <a:pt x="4088792" y="24677"/>
                </a:lnTo>
                <a:lnTo>
                  <a:pt x="4129769" y="25744"/>
                </a:lnTo>
                <a:cubicBezTo>
                  <a:pt x="4269845" y="29597"/>
                  <a:pt x="4297423" y="30995"/>
                  <a:pt x="4403088" y="21390"/>
                </a:cubicBezTo>
                <a:cubicBezTo>
                  <a:pt x="4473592" y="10814"/>
                  <a:pt x="4858406" y="-6032"/>
                  <a:pt x="5096956" y="21390"/>
                </a:cubicBezTo>
                <a:lnTo>
                  <a:pt x="5251798" y="27914"/>
                </a:lnTo>
                <a:lnTo>
                  <a:pt x="5332872" y="21390"/>
                </a:lnTo>
                <a:cubicBezTo>
                  <a:pt x="5422885" y="11295"/>
                  <a:pt x="5502187" y="8863"/>
                  <a:pt x="5576462" y="10240"/>
                </a:cubicBezTo>
                <a:lnTo>
                  <a:pt x="5700011" y="17015"/>
                </a:lnTo>
                <a:lnTo>
                  <a:pt x="5761151" y="15143"/>
                </a:lnTo>
                <a:cubicBezTo>
                  <a:pt x="5846776" y="14123"/>
                  <a:pt x="5935566" y="15403"/>
                  <a:pt x="6026740" y="21390"/>
                </a:cubicBezTo>
                <a:lnTo>
                  <a:pt x="6161088" y="29209"/>
                </a:lnTo>
                <a:lnTo>
                  <a:pt x="6262655" y="21390"/>
                </a:lnTo>
                <a:cubicBezTo>
                  <a:pt x="6405549" y="5694"/>
                  <a:pt x="6517747" y="175"/>
                  <a:pt x="6610089" y="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="" xmlns:p14="http://schemas.microsoft.com/office/powerpoint/2010/main" val="338122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="" xmlns:a16="http://schemas.microsoft.com/office/drawing/2014/main" id="{69D184B2-2226-4E31-BCCB-4443307674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Freeform 7">
            <a:extLst>
              <a:ext uri="{FF2B5EF4-FFF2-40B4-BE49-F238E27FC236}">
                <a16:creationId xmlns="" xmlns:a16="http://schemas.microsoft.com/office/drawing/2014/main" id="{1AC4D4E3-486A-464A-8EC8-D448810972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64DE13E-58EB-4475-B79C-0D4FC65123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="" xmlns:a16="http://schemas.microsoft.com/office/drawing/2014/main" id="{700474A1-E4D9-4808-95CD-61E78D16CED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1921" y="965200"/>
            <a:ext cx="8092424" cy="474847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3564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7E44B4-EAC9-9124-0973-1E067DD5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489847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r>
              <a:rPr lang="en-US" sz="3400" b="1" i="0" dirty="0" smtClean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ssertion </a:t>
            </a:r>
            <a:r>
              <a:rPr lang="en-US" sz="34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 TestNg?</a:t>
            </a:r>
            <a:r>
              <a:rPr lang="en-US" sz="34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sz="34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lang="en-IN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EAFBFF5-B318-9D90-BB2F-B4F58D450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4" y="1756222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In TestNG, an assertions are use for the validation purpose, it is used to verify that the expected result matches the actual result during test execution.</a:t>
            </a:r>
            <a:r>
              <a:rPr lang="en-US" sz="2000" i="0" dirty="0" smtClean="0">
                <a:effectLst/>
                <a:latin typeface="arial" panose="020B0604020202020204" pitchFamily="34" charset="0"/>
              </a:rPr>
              <a:t> </a:t>
            </a:r>
            <a:endParaRPr lang="en-IN" sz="2000" dirty="0" smtClean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000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 smtClean="0"/>
              <a:t>There are two main types of assertions: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Font typeface="Wingdings" pitchFamily="2" charset="2"/>
              <a:buChar char="Ø"/>
            </a:pPr>
            <a:r>
              <a:rPr lang="en-IN" sz="2000" dirty="0" smtClean="0">
                <a:latin typeface="arial" panose="020B0604020202020204" pitchFamily="34" charset="0"/>
              </a:rPr>
              <a:t> </a:t>
            </a:r>
            <a:r>
              <a:rPr lang="en-IN" sz="1800" dirty="0" smtClean="0">
                <a:latin typeface="arial" panose="020B0604020202020204" pitchFamily="34" charset="0"/>
              </a:rPr>
              <a:t>Hard Assertion : </a:t>
            </a:r>
            <a:r>
              <a:rPr lang="en-US" sz="1800" dirty="0" smtClean="0"/>
              <a:t>If a hard assertion fails, the </a:t>
            </a:r>
            <a:r>
              <a:rPr lang="en-US" sz="1800" smtClean="0"/>
              <a:t>test method </a:t>
            </a:r>
            <a:r>
              <a:rPr lang="en-US" sz="1800" dirty="0" smtClean="0"/>
              <a:t>stops immediately and marks it as failed.</a:t>
            </a:r>
            <a:endParaRPr lang="en-IN" sz="1800" dirty="0" smtClean="0">
              <a:latin typeface="arial" panose="020B0604020202020204" pitchFamily="34" charset="0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en-IN" sz="1800" dirty="0" smtClean="0">
                <a:latin typeface="arial" panose="020B0604020202020204" pitchFamily="34" charset="0"/>
              </a:rPr>
              <a:t> Soft Assertion   : </a:t>
            </a:r>
            <a:r>
              <a:rPr lang="en-US" sz="1800" dirty="0" smtClean="0"/>
              <a:t>A SoftAssert allows the test to continue even if an assertion fails.</a:t>
            </a:r>
            <a:endParaRPr lang="en-US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="" xmlns:p14="http://schemas.microsoft.com/office/powerpoint/2010/main" val="418801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="" xmlns:a16="http://schemas.microsoft.com/office/drawing/2014/main" id="{69D184B2-2226-4E31-BCCB-4443307674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7">
            <a:extLst>
              <a:ext uri="{FF2B5EF4-FFF2-40B4-BE49-F238E27FC236}">
                <a16:creationId xmlns="" xmlns:a16="http://schemas.microsoft.com/office/drawing/2014/main" id="{1AC4D4E3-486A-464A-8EC8-D448810972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864DE13E-58EB-4475-B79C-0D4FC65123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530BB91-78BD-5B24-0FA5-CCF1616638E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86075" y="822590"/>
            <a:ext cx="5314950" cy="521282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9948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7E44B4-EAC9-9124-0973-1E067DD5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489847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is soft assert in TestNg?</a:t>
            </a:r>
            <a:r>
              <a:rPr lang="en-US" sz="34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sz="34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lang="en-IN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EAFBFF5-B318-9D90-BB2F-B4F58D450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766" y="2222214"/>
            <a:ext cx="9724031" cy="3683358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0" i="0" dirty="0">
                <a:effectLst/>
              </a:rPr>
              <a:t>Soft asserts are </a:t>
            </a:r>
            <a:r>
              <a:rPr lang="en-US" sz="2000" b="1" i="0" dirty="0">
                <a:effectLst/>
              </a:rPr>
              <a:t>the asserts which continue the execution even after the Assert condition fails</a:t>
            </a:r>
            <a:r>
              <a:rPr lang="en-US" sz="2000" b="0" i="0" dirty="0">
                <a:effectLst/>
              </a:rPr>
              <a:t>. Soft asserts </a:t>
            </a:r>
            <a:r>
              <a:rPr lang="en-US" sz="2000" b="0" i="0" dirty="0" smtClean="0">
                <a:effectLst/>
              </a:rPr>
              <a:t>are mainly used to verify certain test conditions in the code. It is used in a case when the passing of one test condition is not necessary to execute the upcoming tests</a:t>
            </a:r>
          </a:p>
          <a:p>
            <a:pPr marL="0" indent="0">
              <a:buNone/>
            </a:pPr>
            <a:endParaRPr lang="en-IN" sz="2000" dirty="0" smtClean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900" b="1" u="sng" dirty="0" smtClean="0">
                <a:latin typeface="arial" panose="020B0604020202020204" pitchFamily="34" charset="0"/>
              </a:rPr>
              <a:t>Note: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A </a:t>
            </a:r>
            <a:r>
              <a:rPr lang="en-US" sz="2000" b="1" dirty="0" smtClean="0"/>
              <a:t>SoftAssert</a:t>
            </a:r>
            <a:r>
              <a:rPr lang="en-US" sz="2000" dirty="0" smtClean="0"/>
              <a:t> allows the test to </a:t>
            </a:r>
            <a:r>
              <a:rPr lang="en-US" sz="2000" b="1" dirty="0" smtClean="0"/>
              <a:t>continue even if an assertion fails</a:t>
            </a:r>
            <a:r>
              <a:rPr lang="en-US" sz="20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All results are collected and reported at the end using </a:t>
            </a:r>
            <a:r>
              <a:rPr lang="en-US" sz="2000" dirty="0" err="1" smtClean="0"/>
              <a:t>assertAll</a:t>
            </a:r>
            <a:r>
              <a:rPr lang="en-US" sz="2000" dirty="0" smtClean="0"/>
              <a:t>().</a:t>
            </a:r>
          </a:p>
          <a:p>
            <a:pPr marL="0" indent="0">
              <a:buNone/>
            </a:pPr>
            <a:endParaRPr lang="en-US" sz="2000" b="0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For working with Soft assert we need to create object of SoftAsser</a:t>
            </a:r>
            <a:r>
              <a:rPr lang="en-US" sz="2000" dirty="0">
                <a:latin typeface="arial" panose="020B0604020202020204" pitchFamily="34" charset="0"/>
              </a:rPr>
              <a:t>t class.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</a:rPr>
              <a:t>Syntax: SoftAssert obj = new SoftAssert();</a:t>
            </a:r>
            <a:endParaRPr lang="en-US" sz="2000" b="1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="" xmlns:p14="http://schemas.microsoft.com/office/powerpoint/2010/main" val="418801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="" xmlns:a16="http://schemas.microsoft.com/office/drawing/2014/main" id="{69D184B2-2226-4E31-BCCB-4443307674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7">
            <a:extLst>
              <a:ext uri="{FF2B5EF4-FFF2-40B4-BE49-F238E27FC236}">
                <a16:creationId xmlns="" xmlns:a16="http://schemas.microsoft.com/office/drawing/2014/main" id="{1AC4D4E3-486A-464A-8EC8-D448810972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864DE13E-58EB-4475-B79C-0D4FC65123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5881B65-82FD-A8C1-0673-BBD7CDF494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77934" y="879159"/>
            <a:ext cx="5473872" cy="492055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7161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031" y="18927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 smtClean="0"/>
              <a:t>ChromeOption class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9523"/>
            <a:ext cx="10515600" cy="471744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dirty="0" smtClean="0"/>
              <a:t>    ChromeOptions is a class provided by Selenium (in the org.openqa.selenium.chrome package) that allows you to configure and customize the Chrome browser.</a:t>
            </a:r>
          </a:p>
          <a:p>
            <a:pPr>
              <a:buNone/>
            </a:pPr>
            <a:endParaRPr lang="en-IN" sz="2200" b="1" dirty="0" smtClean="0"/>
          </a:p>
          <a:p>
            <a:pPr>
              <a:buFont typeface="Wingdings" pitchFamily="2" charset="2"/>
              <a:buChar char="Ø"/>
            </a:pPr>
            <a:r>
              <a:rPr lang="en-IN" sz="2200" b="1" dirty="0" smtClean="0"/>
              <a:t>For Maximized: </a:t>
            </a:r>
          </a:p>
          <a:p>
            <a:pPr>
              <a:buNone/>
            </a:pPr>
            <a:r>
              <a:rPr lang="en-US" sz="2200" dirty="0" smtClean="0"/>
              <a:t>ChromeOptions ref = </a:t>
            </a:r>
            <a:r>
              <a:rPr lang="en-US" sz="2200" b="1" dirty="0" smtClean="0"/>
              <a:t>new</a:t>
            </a:r>
            <a:r>
              <a:rPr lang="en-US" sz="2200" dirty="0" smtClean="0"/>
              <a:t> ChromeOptions();</a:t>
            </a:r>
          </a:p>
          <a:p>
            <a:pPr>
              <a:buNone/>
            </a:pPr>
            <a:r>
              <a:rPr lang="en-US" sz="2200" dirty="0" smtClean="0"/>
              <a:t>ref.addArguments("--start-maximized"); </a:t>
            </a:r>
          </a:p>
          <a:p>
            <a:pPr>
              <a:buNone/>
            </a:pPr>
            <a:endParaRPr lang="en-IN" sz="2200" dirty="0" smtClean="0"/>
          </a:p>
          <a:p>
            <a:pPr>
              <a:buFont typeface="Wingdings" pitchFamily="2" charset="2"/>
              <a:buChar char="Ø"/>
            </a:pPr>
            <a:r>
              <a:rPr lang="en-IN" sz="2200" b="1" dirty="0" smtClean="0"/>
              <a:t>For Incognito Mode:</a:t>
            </a:r>
            <a:endParaRPr lang="en-US" sz="2200" b="1" dirty="0" smtClean="0"/>
          </a:p>
          <a:p>
            <a:pPr>
              <a:buNone/>
            </a:pPr>
            <a:r>
              <a:rPr lang="en-US" sz="2200" dirty="0" smtClean="0"/>
              <a:t>ChromeOptions ref = </a:t>
            </a:r>
            <a:r>
              <a:rPr lang="en-US" sz="2200" b="1" dirty="0" smtClean="0"/>
              <a:t>new</a:t>
            </a:r>
            <a:r>
              <a:rPr lang="en-US" sz="2200" dirty="0" smtClean="0"/>
              <a:t> ChromeOptions();</a:t>
            </a:r>
          </a:p>
          <a:p>
            <a:pPr>
              <a:buNone/>
            </a:pPr>
            <a:r>
              <a:rPr lang="en-US" sz="2200" dirty="0" smtClean="0"/>
              <a:t>ref.addArguments("--incognito"); </a:t>
            </a:r>
          </a:p>
          <a:p>
            <a:pPr>
              <a:buNone/>
            </a:pPr>
            <a:endParaRPr lang="en-IN" sz="2200" dirty="0" smtClean="0"/>
          </a:p>
          <a:p>
            <a:pPr>
              <a:buFont typeface="Wingdings" pitchFamily="2" charset="2"/>
              <a:buChar char="Ø"/>
            </a:pPr>
            <a:r>
              <a:rPr lang="en-IN" sz="2200" b="1" dirty="0" smtClean="0"/>
              <a:t>For Headless Mode:</a:t>
            </a:r>
          </a:p>
          <a:p>
            <a:pPr>
              <a:buNone/>
            </a:pPr>
            <a:r>
              <a:rPr lang="en-US" sz="2200" dirty="0" smtClean="0"/>
              <a:t>ChromeOptions ref = </a:t>
            </a:r>
            <a:r>
              <a:rPr lang="en-US" sz="2200" b="1" dirty="0" smtClean="0"/>
              <a:t>new</a:t>
            </a:r>
            <a:r>
              <a:rPr lang="en-US" sz="2200" dirty="0" smtClean="0"/>
              <a:t> ChromeOptions();</a:t>
            </a:r>
          </a:p>
          <a:p>
            <a:pPr>
              <a:buNone/>
            </a:pPr>
            <a:r>
              <a:rPr lang="en-US" sz="2200" dirty="0" smtClean="0"/>
              <a:t>ref.addArguments("--headless"); 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350" y="293688"/>
            <a:ext cx="11926888" cy="626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D741FB-F98A-D5EA-0763-FD27D6051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@DataProvider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E37C93A-6305-3A62-C9B2-FE6F2E1F8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We are using Dataprovider annotation to pass the multiple data in single testcase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i="0" dirty="0">
                <a:effectLst/>
              </a:rPr>
              <a:t>@DataProvider annotation helps us write data-driven test cases. The DataProvider annotation enables us to run a test method multiple times by passing different data-sets.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IN" sz="1850" dirty="0">
                <a:latin typeface="Consolas" panose="020B0609020204030204" pitchFamily="49" charset="0"/>
              </a:rPr>
              <a:t>Syntax: @DataProvider(name = </a:t>
            </a:r>
            <a:r>
              <a:rPr lang="en-IN" sz="1850" dirty="0">
                <a:solidFill>
                  <a:srgbClr val="2A00FF"/>
                </a:solidFill>
                <a:latin typeface="Consolas" panose="020B0609020204030204" pitchFamily="49" charset="0"/>
              </a:rPr>
              <a:t>“name of data-provider</a:t>
            </a:r>
            <a:r>
              <a:rPr lang="en-IN" sz="185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IN" sz="185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185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300" dirty="0" smtClean="0"/>
              <a:t>It allows you to run the same test multiple times with different input values, without writing separate test methods.</a:t>
            </a:r>
            <a:endParaRPr lang="en-IN" sz="230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04D629F-9EE9-109D-2525-D1FC84933BA1}"/>
              </a:ext>
            </a:extLst>
          </p:cNvPr>
          <p:cNvSpPr/>
          <p:nvPr/>
        </p:nvSpPr>
        <p:spPr>
          <a:xfrm>
            <a:off x="838200" y="4154750"/>
            <a:ext cx="7142825" cy="798990"/>
          </a:xfrm>
          <a:prstGeom prst="rect">
            <a:avLst/>
          </a:prstGeom>
          <a:noFill/>
          <a:ln w="285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0966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="" xmlns:a16="http://schemas.microsoft.com/office/drawing/2014/main" id="{BB107B72-E8C3-78A3-08C6-D4FD7669190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673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6FF76B9-219D-4469-AF87-0236D29032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DB88BD78-87E1-424D-B479-C37D8E41B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C05EB894-9410-4B20-95E4-7A25101AB89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="" xmlns:a16="http://schemas.microsoft.com/office/drawing/2014/main" id="{166E38B6-B050-4340-8E8F-3A971DADC0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2E80C965-DB6D-4F81-9E9E-B027384D0B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="" xmlns:a16="http://schemas.microsoft.com/office/drawing/2014/main" id="{633C5E46-DAC5-4661-9C87-22B08E2A51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48E0EB0-AF21-69FC-BD9E-9B1999C1589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153522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FDF925D-E6F1-91DE-7782-65F02A82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668" y="59594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latin typeface="+mn-lt"/>
              </a:rPr>
              <a:t>TestNG XML File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sz="1400" dirty="0">
                <a:latin typeface="+mn-lt"/>
              </a:rPr>
              <a:t/>
            </a:r>
            <a:br>
              <a:rPr lang="en-US" sz="1400" dirty="0">
                <a:latin typeface="+mn-lt"/>
              </a:rPr>
            </a:br>
            <a:r>
              <a:rPr lang="en-US" sz="2000" b="1" dirty="0">
                <a:latin typeface="+mn-lt"/>
              </a:rPr>
              <a:t>Navigation to create XML File:</a:t>
            </a:r>
            <a:br>
              <a:rPr lang="en-US" sz="2000" b="1" dirty="0">
                <a:latin typeface="+mn-lt"/>
              </a:rPr>
            </a:br>
            <a:r>
              <a:rPr lang="en-US" sz="2000" b="1" dirty="0">
                <a:latin typeface="+mn-lt"/>
              </a:rPr>
              <a:t/>
            </a:r>
            <a:br>
              <a:rPr lang="en-US" sz="2000" b="1" dirty="0">
                <a:latin typeface="+mn-lt"/>
              </a:rPr>
            </a:br>
            <a:r>
              <a:rPr lang="en-US" sz="1800" dirty="0">
                <a:latin typeface="+mn-lt"/>
              </a:rPr>
              <a:t>Right click on the package -&gt; New -&gt; </a:t>
            </a:r>
            <a:r>
              <a:rPr lang="en-US" sz="1800" dirty="0" smtClean="0">
                <a:latin typeface="+mn-lt"/>
              </a:rPr>
              <a:t>File </a:t>
            </a:r>
            <a:r>
              <a:rPr lang="en-US" sz="1800" dirty="0">
                <a:latin typeface="+mn-lt"/>
              </a:rPr>
              <a:t>-&gt; Specify the name with .xml -&gt; Click on OK -&gt; Click on Source View on XML file -&gt; Prepare the xml program like below</a:t>
            </a:r>
            <a:br>
              <a:rPr lang="en-US" sz="1800" dirty="0">
                <a:latin typeface="+mn-lt"/>
              </a:rPr>
            </a:br>
            <a:endParaRPr lang="en-IN" sz="18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2765F8D0-185A-3601-4F77-0644D8CA66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21612" y="2296141"/>
            <a:ext cx="7735712" cy="4351338"/>
          </a:xfrm>
        </p:spPr>
      </p:pic>
    </p:spTree>
    <p:extLst>
      <p:ext uri="{BB962C8B-B14F-4D97-AF65-F5344CB8AC3E}">
        <p14:creationId xmlns="" xmlns:p14="http://schemas.microsoft.com/office/powerpoint/2010/main" val="80958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612</Words>
  <Application>Microsoft Office PowerPoint</Application>
  <PresentationFormat>Custom</PresentationFormat>
  <Paragraphs>76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TestNG Framework</vt:lpstr>
      <vt:lpstr>Advantages of TestNG over Junit </vt:lpstr>
      <vt:lpstr>Slide 4</vt:lpstr>
      <vt:lpstr>Slide 5</vt:lpstr>
      <vt:lpstr>Slide 6</vt:lpstr>
      <vt:lpstr>List of Annotations in TestNG </vt:lpstr>
      <vt:lpstr>Slide 8</vt:lpstr>
      <vt:lpstr>Slide 9</vt:lpstr>
      <vt:lpstr>Priority and InvocationCount</vt:lpstr>
      <vt:lpstr>Slide 11</vt:lpstr>
      <vt:lpstr>Slide 12</vt:lpstr>
      <vt:lpstr>Slide 13</vt:lpstr>
      <vt:lpstr>Assertion in TestNg? </vt:lpstr>
      <vt:lpstr>Slide 15</vt:lpstr>
      <vt:lpstr>What is soft assert in TestNg? </vt:lpstr>
      <vt:lpstr>Slide 17</vt:lpstr>
      <vt:lpstr>ChromeOption class</vt:lpstr>
      <vt:lpstr>Slide 19</vt:lpstr>
      <vt:lpstr>@DataProvider</vt:lpstr>
      <vt:lpstr>Slide 21</vt:lpstr>
      <vt:lpstr>Slide 22</vt:lpstr>
      <vt:lpstr>TestNG XML File  Navigation to create XML File:  Right click on the package -&gt; New -&gt; File -&gt; Specify the name with .xml -&gt; Click on OK -&gt; Click on Source View on XML file -&gt; Prepare the xml program like below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Manas Tuwani</cp:lastModifiedBy>
  <cp:revision>20</cp:revision>
  <dcterms:created xsi:type="dcterms:W3CDTF">2022-06-16T15:52:04Z</dcterms:created>
  <dcterms:modified xsi:type="dcterms:W3CDTF">2026-01-31T04:30:44Z</dcterms:modified>
</cp:coreProperties>
</file>