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2" r:id="rId2"/>
    <p:sldId id="257" r:id="rId3"/>
    <p:sldId id="258" r:id="rId4"/>
    <p:sldId id="259" r:id="rId5"/>
    <p:sldId id="260" r:id="rId6"/>
    <p:sldId id="261" r:id="rId7"/>
    <p:sldId id="262" r:id="rId8"/>
    <p:sldId id="273" r:id="rId9"/>
    <p:sldId id="274" r:id="rId10"/>
    <p:sldId id="26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8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870797E8-D28C-41AB-9B7E-7D07F47E2A36}"/>
    <pc:docChg chg="modSld">
      <pc:chgData name="Manas Tuwani" userId="5d421215-a11f-4a6e-90ca-e8ac2213fab6" providerId="ADAL" clId="{870797E8-D28C-41AB-9B7E-7D07F47E2A36}" dt="2023-08-01T01:54:18.816" v="17" actId="20577"/>
      <pc:docMkLst>
        <pc:docMk/>
      </pc:docMkLst>
      <pc:sldChg chg="modSp mod">
        <pc:chgData name="Manas Tuwani" userId="5d421215-a11f-4a6e-90ca-e8ac2213fab6" providerId="ADAL" clId="{870797E8-D28C-41AB-9B7E-7D07F47E2A36}" dt="2023-08-01T01:54:18.816" v="17" actId="20577"/>
        <pc:sldMkLst>
          <pc:docMk/>
          <pc:sldMk cId="2010072123" sldId="261"/>
        </pc:sldMkLst>
        <pc:spChg chg="mod">
          <ac:chgData name="Manas Tuwani" userId="5d421215-a11f-4a6e-90ca-e8ac2213fab6" providerId="ADAL" clId="{870797E8-D28C-41AB-9B7E-7D07F47E2A36}" dt="2023-08-01T01:53:56.328" v="15" actId="20577"/>
          <ac:spMkLst>
            <pc:docMk/>
            <pc:sldMk cId="2010072123" sldId="261"/>
            <ac:spMk id="2" creationId="{584199DE-2579-9B6D-0014-282C4C5F52E0}"/>
          </ac:spMkLst>
        </pc:spChg>
        <pc:spChg chg="mod">
          <ac:chgData name="Manas Tuwani" userId="5d421215-a11f-4a6e-90ca-e8ac2213fab6" providerId="ADAL" clId="{870797E8-D28C-41AB-9B7E-7D07F47E2A36}" dt="2023-08-01T01:54:18.816" v="17" actId="20577"/>
          <ac:spMkLst>
            <pc:docMk/>
            <pc:sldMk cId="2010072123" sldId="261"/>
            <ac:spMk id="3" creationId="{408A6C44-0449-49EE-C4F4-1A94D433E04C}"/>
          </ac:spMkLst>
        </pc:spChg>
      </pc:sldChg>
    </pc:docChg>
  </pc:docChgLst>
  <pc:docChgLst>
    <pc:chgData name="Manas Tuwani" userId="5d421215-a11f-4a6e-90ca-e8ac2213fab6" providerId="ADAL" clId="{12028994-EF11-4A3E-96A6-E915FCB221CB}"/>
    <pc:docChg chg="modSld">
      <pc:chgData name="Manas Tuwani" userId="5d421215-a11f-4a6e-90ca-e8ac2213fab6" providerId="ADAL" clId="{12028994-EF11-4A3E-96A6-E915FCB221CB}" dt="2022-12-14T14:03:09.599" v="2" actId="1035"/>
      <pc:docMkLst>
        <pc:docMk/>
      </pc:docMkLst>
      <pc:sldChg chg="modSp mod">
        <pc:chgData name="Manas Tuwani" userId="5d421215-a11f-4a6e-90ca-e8ac2213fab6" providerId="ADAL" clId="{12028994-EF11-4A3E-96A6-E915FCB221CB}" dt="2022-12-14T14:03:09.599" v="2" actId="1035"/>
        <pc:sldMkLst>
          <pc:docMk/>
          <pc:sldMk cId="4016849273" sldId="262"/>
        </pc:sldMkLst>
        <pc:picChg chg="mod">
          <ac:chgData name="Manas Tuwani" userId="5d421215-a11f-4a6e-90ca-e8ac2213fab6" providerId="ADAL" clId="{12028994-EF11-4A3E-96A6-E915FCB221CB}" dt="2022-12-14T14:03:09.599" v="2" actId="1035"/>
          <ac:picMkLst>
            <pc:docMk/>
            <pc:sldMk cId="4016849273" sldId="262"/>
            <ac:picMk id="3" creationId="{039C4A5B-C8DB-56C8-AF7B-84C573DF2F00}"/>
          </ac:picMkLst>
        </pc:picChg>
      </pc:sldChg>
    </pc:docChg>
  </pc:docChgLst>
  <pc:docChgLst>
    <pc:chgData name="Manas Tuwani" userId="5d421215-a11f-4a6e-90ca-e8ac2213fab6" providerId="ADAL" clId="{4F034FEA-40FE-4713-B264-22F1E51EEA41}"/>
    <pc:docChg chg="undo custSel modSld">
      <pc:chgData name="Manas Tuwani" userId="5d421215-a11f-4a6e-90ca-e8ac2213fab6" providerId="ADAL" clId="{4F034FEA-40FE-4713-B264-22F1E51EEA41}" dt="2023-05-02T02:07:09.131" v="36" actId="20577"/>
      <pc:docMkLst>
        <pc:docMk/>
      </pc:docMkLst>
      <pc:sldChg chg="addSp modSp mod setBg">
        <pc:chgData name="Manas Tuwani" userId="5d421215-a11f-4a6e-90ca-e8ac2213fab6" providerId="ADAL" clId="{4F034FEA-40FE-4713-B264-22F1E51EEA41}" dt="2023-04-28T14:53:02.895" v="1" actId="1076"/>
        <pc:sldMkLst>
          <pc:docMk/>
          <pc:sldMk cId="3122856557" sldId="257"/>
        </pc:sldMkLst>
        <pc:spChg chg="mod">
          <ac:chgData name="Manas Tuwani" userId="5d421215-a11f-4a6e-90ca-e8ac2213fab6" providerId="ADAL" clId="{4F034FEA-40FE-4713-B264-22F1E51EEA41}" dt="2023-04-28T14:53:02.895" v="1" actId="1076"/>
          <ac:spMkLst>
            <pc:docMk/>
            <pc:sldMk cId="3122856557" sldId="257"/>
            <ac:spMk id="2" creationId="{8AD2DC49-C490-59F6-4D71-06BE7A9C2DD0}"/>
          </ac:spMkLst>
        </pc:spChg>
        <pc:spChg chg="mod">
          <ac:chgData name="Manas Tuwani" userId="5d421215-a11f-4a6e-90ca-e8ac2213fab6" providerId="ADAL" clId="{4F034FEA-40FE-4713-B264-22F1E51EEA41}" dt="2023-04-28T14:52:59.052" v="0" actId="26606"/>
          <ac:spMkLst>
            <pc:docMk/>
            <pc:sldMk cId="3122856557" sldId="257"/>
            <ac:spMk id="3" creationId="{DE540FCB-D555-0199-8BC4-F38DB4AD1233}"/>
          </ac:spMkLst>
        </pc:spChg>
        <pc:spChg chg="add">
          <ac:chgData name="Manas Tuwani" userId="5d421215-a11f-4a6e-90ca-e8ac2213fab6" providerId="ADAL" clId="{4F034FEA-40FE-4713-B264-22F1E51EEA41}" dt="2023-04-28T14:52:59.052" v="0" actId="26606"/>
          <ac:spMkLst>
            <pc:docMk/>
            <pc:sldMk cId="3122856557" sldId="257"/>
            <ac:spMk id="8" creationId="{1B15ED52-F352-441B-82BF-E0EA34836D08}"/>
          </ac:spMkLst>
        </pc:spChg>
        <pc:spChg chg="add">
          <ac:chgData name="Manas Tuwani" userId="5d421215-a11f-4a6e-90ca-e8ac2213fab6" providerId="ADAL" clId="{4F034FEA-40FE-4713-B264-22F1E51EEA41}" dt="2023-04-28T14:52:59.052" v="0" actId="26606"/>
          <ac:spMkLst>
            <pc:docMk/>
            <pc:sldMk cId="3122856557" sldId="257"/>
            <ac:spMk id="10" creationId="{3B2E3793-BFE6-45A2-9B7B-E18844431C99}"/>
          </ac:spMkLst>
        </pc:spChg>
        <pc:spChg chg="add">
          <ac:chgData name="Manas Tuwani" userId="5d421215-a11f-4a6e-90ca-e8ac2213fab6" providerId="ADAL" clId="{4F034FEA-40FE-4713-B264-22F1E51EEA41}" dt="2023-04-28T14:52:59.052" v="0" actId="26606"/>
          <ac:spMkLst>
            <pc:docMk/>
            <pc:sldMk cId="3122856557" sldId="257"/>
            <ac:spMk id="12" creationId="{BC4C4868-CB8F-4AF9-9CDB-8108F2C19B67}"/>
          </ac:spMkLst>
        </pc:spChg>
        <pc:spChg chg="add">
          <ac:chgData name="Manas Tuwani" userId="5d421215-a11f-4a6e-90ca-e8ac2213fab6" providerId="ADAL" clId="{4F034FEA-40FE-4713-B264-22F1E51EEA41}" dt="2023-04-28T14:52:59.052" v="0" actId="26606"/>
          <ac:spMkLst>
            <pc:docMk/>
            <pc:sldMk cId="3122856557" sldId="257"/>
            <ac:spMk id="14" creationId="{375E0459-6403-40CD-989D-56A4407CA12E}"/>
          </ac:spMkLst>
        </pc:spChg>
        <pc:spChg chg="add">
          <ac:chgData name="Manas Tuwani" userId="5d421215-a11f-4a6e-90ca-e8ac2213fab6" providerId="ADAL" clId="{4F034FEA-40FE-4713-B264-22F1E51EEA41}" dt="2023-04-28T14:52:59.052" v="0" actId="26606"/>
          <ac:spMkLst>
            <pc:docMk/>
            <pc:sldMk cId="3122856557" sldId="257"/>
            <ac:spMk id="16" creationId="{53E5B1A8-3AC9-4BD1-9BBC-78CA94F2D1BA}"/>
          </ac:spMkLst>
        </pc:spChg>
      </pc:sldChg>
      <pc:sldChg chg="addSp modSp mod setBg">
        <pc:chgData name="Manas Tuwani" userId="5d421215-a11f-4a6e-90ca-e8ac2213fab6" providerId="ADAL" clId="{4F034FEA-40FE-4713-B264-22F1E51EEA41}" dt="2023-05-02T02:07:09.131" v="36" actId="20577"/>
        <pc:sldMkLst>
          <pc:docMk/>
          <pc:sldMk cId="1230169144" sldId="258"/>
        </pc:sldMkLst>
        <pc:spChg chg="mod">
          <ac:chgData name="Manas Tuwani" userId="5d421215-a11f-4a6e-90ca-e8ac2213fab6" providerId="ADAL" clId="{4F034FEA-40FE-4713-B264-22F1E51EEA41}" dt="2023-05-02T02:07:09.131" v="36" actId="20577"/>
          <ac:spMkLst>
            <pc:docMk/>
            <pc:sldMk cId="1230169144" sldId="258"/>
            <ac:spMk id="3" creationId="{97A7C2A7-9E83-E29E-6400-5803D615AA9E}"/>
          </ac:spMkLst>
        </pc:spChg>
        <pc:spChg chg="add">
          <ac:chgData name="Manas Tuwani" userId="5d421215-a11f-4a6e-90ca-e8ac2213fab6" providerId="ADAL" clId="{4F034FEA-40FE-4713-B264-22F1E51EEA41}" dt="2023-04-28T14:53:13.047" v="2" actId="26606"/>
          <ac:spMkLst>
            <pc:docMk/>
            <pc:sldMk cId="1230169144" sldId="258"/>
            <ac:spMk id="8" creationId="{979E27D9-03C7-44E2-9FF8-15D0C8506AF7}"/>
          </ac:spMkLst>
        </pc:spChg>
        <pc:spChg chg="add">
          <ac:chgData name="Manas Tuwani" userId="5d421215-a11f-4a6e-90ca-e8ac2213fab6" providerId="ADAL" clId="{4F034FEA-40FE-4713-B264-22F1E51EEA41}" dt="2023-04-28T14:53:13.047" v="2" actId="26606"/>
          <ac:spMkLst>
            <pc:docMk/>
            <pc:sldMk cId="1230169144" sldId="258"/>
            <ac:spMk id="10" creationId="{EEBF1590-3B36-48EE-A89D-3B6F3CB256AB}"/>
          </ac:spMkLst>
        </pc:spChg>
        <pc:spChg chg="add">
          <ac:chgData name="Manas Tuwani" userId="5d421215-a11f-4a6e-90ca-e8ac2213fab6" providerId="ADAL" clId="{4F034FEA-40FE-4713-B264-22F1E51EEA41}" dt="2023-04-28T14:53:13.047" v="2" actId="26606"/>
          <ac:spMkLst>
            <pc:docMk/>
            <pc:sldMk cId="1230169144" sldId="258"/>
            <ac:spMk id="12" creationId="{AC8F6C8C-AB5A-4548-942D-E3FD40ACBC49}"/>
          </ac:spMkLst>
        </pc:spChg>
      </pc:sldChg>
      <pc:sldChg chg="addSp delSp modSp mod setBg">
        <pc:chgData name="Manas Tuwani" userId="5d421215-a11f-4a6e-90ca-e8ac2213fab6" providerId="ADAL" clId="{4F034FEA-40FE-4713-B264-22F1E51EEA41}" dt="2023-04-28T14:53:37.183" v="6" actId="113"/>
        <pc:sldMkLst>
          <pc:docMk/>
          <pc:sldMk cId="2697269532" sldId="259"/>
        </pc:sldMkLst>
        <pc:spChg chg="mod">
          <ac:chgData name="Manas Tuwani" userId="5d421215-a11f-4a6e-90ca-e8ac2213fab6" providerId="ADAL" clId="{4F034FEA-40FE-4713-B264-22F1E51EEA41}" dt="2023-04-28T14:53:37.183" v="6" actId="113"/>
          <ac:spMkLst>
            <pc:docMk/>
            <pc:sldMk cId="2697269532" sldId="259"/>
            <ac:spMk id="2" creationId="{9DD31CC9-91E8-332A-3CE8-E1E853DDFEC3}"/>
          </ac:spMkLst>
        </pc:spChg>
        <pc:spChg chg="mod">
          <ac:chgData name="Manas Tuwani" userId="5d421215-a11f-4a6e-90ca-e8ac2213fab6" providerId="ADAL" clId="{4F034FEA-40FE-4713-B264-22F1E51EEA41}" dt="2023-04-28T14:53:24.731" v="4" actId="26606"/>
          <ac:spMkLst>
            <pc:docMk/>
            <pc:sldMk cId="2697269532" sldId="259"/>
            <ac:spMk id="3" creationId="{88CDAD26-95A0-82FA-CF36-001756E8D844}"/>
          </ac:spMkLst>
        </pc:spChg>
        <pc:spChg chg="add del">
          <ac:chgData name="Manas Tuwani" userId="5d421215-a11f-4a6e-90ca-e8ac2213fab6" providerId="ADAL" clId="{4F034FEA-40FE-4713-B264-22F1E51EEA41}" dt="2023-04-28T14:53:24.731" v="4" actId="26606"/>
          <ac:spMkLst>
            <pc:docMk/>
            <pc:sldMk cId="2697269532" sldId="259"/>
            <ac:spMk id="10" creationId="{32AEEBC8-9D30-42EF-95F2-386C2653FBF0}"/>
          </ac:spMkLst>
        </pc:spChg>
        <pc:spChg chg="add del">
          <ac:chgData name="Manas Tuwani" userId="5d421215-a11f-4a6e-90ca-e8ac2213fab6" providerId="ADAL" clId="{4F034FEA-40FE-4713-B264-22F1E51EEA41}" dt="2023-04-28T14:53:24.731" v="4" actId="26606"/>
          <ac:spMkLst>
            <pc:docMk/>
            <pc:sldMk cId="2697269532" sldId="259"/>
            <ac:spMk id="12" creationId="{2E92FA66-67D7-4CB4-94D3-E643A9AD4757}"/>
          </ac:spMkLst>
        </pc:spChg>
        <pc:picChg chg="mod">
          <ac:chgData name="Manas Tuwani" userId="5d421215-a11f-4a6e-90ca-e8ac2213fab6" providerId="ADAL" clId="{4F034FEA-40FE-4713-B264-22F1E51EEA41}" dt="2023-04-28T14:53:24.731" v="4" actId="26606"/>
          <ac:picMkLst>
            <pc:docMk/>
            <pc:sldMk cId="2697269532" sldId="259"/>
            <ac:picMk id="5" creationId="{FD6C2729-0208-170B-67AF-705FDBB814A1}"/>
          </ac:picMkLst>
        </pc:picChg>
      </pc:sldChg>
      <pc:sldChg chg="modSp mod">
        <pc:chgData name="Manas Tuwani" userId="5d421215-a11f-4a6e-90ca-e8ac2213fab6" providerId="ADAL" clId="{4F034FEA-40FE-4713-B264-22F1E51EEA41}" dt="2023-04-28T14:53:30.946" v="5" actId="113"/>
        <pc:sldMkLst>
          <pc:docMk/>
          <pc:sldMk cId="2010072123" sldId="261"/>
        </pc:sldMkLst>
        <pc:spChg chg="mod">
          <ac:chgData name="Manas Tuwani" userId="5d421215-a11f-4a6e-90ca-e8ac2213fab6" providerId="ADAL" clId="{4F034FEA-40FE-4713-B264-22F1E51EEA41}" dt="2023-04-28T14:53:30.946" v="5" actId="113"/>
          <ac:spMkLst>
            <pc:docMk/>
            <pc:sldMk cId="2010072123" sldId="261"/>
            <ac:spMk id="2" creationId="{584199DE-2579-9B6D-0014-282C4C5F52E0}"/>
          </ac:spMkLst>
        </pc:spChg>
      </pc:sldChg>
      <pc:sldChg chg="addSp delSp modSp mod setBg">
        <pc:chgData name="Manas Tuwani" userId="5d421215-a11f-4a6e-90ca-e8ac2213fab6" providerId="ADAL" clId="{4F034FEA-40FE-4713-B264-22F1E51EEA41}" dt="2023-04-28T14:54:27.915" v="15" actId="26606"/>
        <pc:sldMkLst>
          <pc:docMk/>
          <pc:sldMk cId="366864698" sldId="263"/>
        </pc:sldMkLst>
        <pc:spChg chg="add del">
          <ac:chgData name="Manas Tuwani" userId="5d421215-a11f-4a6e-90ca-e8ac2213fab6" providerId="ADAL" clId="{4F034FEA-40FE-4713-B264-22F1E51EEA41}" dt="2023-04-28T14:54:07.582" v="8" actId="26606"/>
          <ac:spMkLst>
            <pc:docMk/>
            <pc:sldMk cId="366864698" sldId="263"/>
            <ac:spMk id="9" creationId="{F3060C83-F051-4F0E-ABAD-AA0DFC48B218}"/>
          </ac:spMkLst>
        </pc:spChg>
        <pc:spChg chg="add del">
          <ac:chgData name="Manas Tuwani" userId="5d421215-a11f-4a6e-90ca-e8ac2213fab6" providerId="ADAL" clId="{4F034FEA-40FE-4713-B264-22F1E51EEA41}" dt="2023-04-28T14:54:07.582" v="8" actId="26606"/>
          <ac:spMkLst>
            <pc:docMk/>
            <pc:sldMk cId="366864698" sldId="263"/>
            <ac:spMk id="11" creationId="{83C98ABE-055B-441F-B07E-44F97F083C39}"/>
          </ac:spMkLst>
        </pc:spChg>
        <pc:spChg chg="add del">
          <ac:chgData name="Manas Tuwani" userId="5d421215-a11f-4a6e-90ca-e8ac2213fab6" providerId="ADAL" clId="{4F034FEA-40FE-4713-B264-22F1E51EEA41}" dt="2023-04-28T14:54:07.582" v="8" actId="26606"/>
          <ac:spMkLst>
            <pc:docMk/>
            <pc:sldMk cId="366864698" sldId="263"/>
            <ac:spMk id="13" creationId="{29FDB030-9B49-4CED-8CCD-4D99382388AC}"/>
          </ac:spMkLst>
        </pc:spChg>
        <pc:spChg chg="add del">
          <ac:chgData name="Manas Tuwani" userId="5d421215-a11f-4a6e-90ca-e8ac2213fab6" providerId="ADAL" clId="{4F034FEA-40FE-4713-B264-22F1E51EEA41}" dt="2023-04-28T14:54:07.582" v="8" actId="26606"/>
          <ac:spMkLst>
            <pc:docMk/>
            <pc:sldMk cId="366864698" sldId="263"/>
            <ac:spMk id="15" creationId="{3783CA14-24A1-485C-8B30-D6A5D87987AD}"/>
          </ac:spMkLst>
        </pc:spChg>
        <pc:spChg chg="add del">
          <ac:chgData name="Manas Tuwani" userId="5d421215-a11f-4a6e-90ca-e8ac2213fab6" providerId="ADAL" clId="{4F034FEA-40FE-4713-B264-22F1E51EEA41}" dt="2023-04-28T14:54:07.582" v="8" actId="26606"/>
          <ac:spMkLst>
            <pc:docMk/>
            <pc:sldMk cId="366864698" sldId="263"/>
            <ac:spMk id="17" creationId="{9A97C86A-04D6-40F7-AE84-31AB43E6A846}"/>
          </ac:spMkLst>
        </pc:spChg>
        <pc:spChg chg="add del">
          <ac:chgData name="Manas Tuwani" userId="5d421215-a11f-4a6e-90ca-e8ac2213fab6" providerId="ADAL" clId="{4F034FEA-40FE-4713-B264-22F1E51EEA41}" dt="2023-04-28T14:54:07.582" v="8" actId="26606"/>
          <ac:spMkLst>
            <pc:docMk/>
            <pc:sldMk cId="366864698" sldId="263"/>
            <ac:spMk id="19" creationId="{FF9F2414-84E8-453E-B1F3-389FDE8192D9}"/>
          </ac:spMkLst>
        </pc:spChg>
        <pc:spChg chg="add del">
          <ac:chgData name="Manas Tuwani" userId="5d421215-a11f-4a6e-90ca-e8ac2213fab6" providerId="ADAL" clId="{4F034FEA-40FE-4713-B264-22F1E51EEA41}" dt="2023-04-28T14:54:07.582" v="8" actId="26606"/>
          <ac:spMkLst>
            <pc:docMk/>
            <pc:sldMk cId="366864698" sldId="263"/>
            <ac:spMk id="21" creationId="{3ECA69A1-7536-43AC-85EF-C7106179F5ED}"/>
          </ac:spMkLst>
        </pc:spChg>
        <pc:spChg chg="add del">
          <ac:chgData name="Manas Tuwani" userId="5d421215-a11f-4a6e-90ca-e8ac2213fab6" providerId="ADAL" clId="{4F034FEA-40FE-4713-B264-22F1E51EEA41}" dt="2023-04-28T14:54:23.547" v="10" actId="26606"/>
          <ac:spMkLst>
            <pc:docMk/>
            <pc:sldMk cId="366864698" sldId="263"/>
            <ac:spMk id="23" creationId="{22F15A2D-2324-487D-A02A-BF46C5C580EB}"/>
          </ac:spMkLst>
        </pc:spChg>
        <pc:spChg chg="add del">
          <ac:chgData name="Manas Tuwani" userId="5d421215-a11f-4a6e-90ca-e8ac2213fab6" providerId="ADAL" clId="{4F034FEA-40FE-4713-B264-22F1E51EEA41}" dt="2023-04-28T14:54:23.547" v="10" actId="26606"/>
          <ac:spMkLst>
            <pc:docMk/>
            <pc:sldMk cId="366864698" sldId="263"/>
            <ac:spMk id="24" creationId="{2AEAFA59-923A-4F54-8B49-44C970BCC323}"/>
          </ac:spMkLst>
        </pc:spChg>
        <pc:spChg chg="add del">
          <ac:chgData name="Manas Tuwani" userId="5d421215-a11f-4a6e-90ca-e8ac2213fab6" providerId="ADAL" clId="{4F034FEA-40FE-4713-B264-22F1E51EEA41}" dt="2023-04-28T14:54:23.547" v="10" actId="26606"/>
          <ac:spMkLst>
            <pc:docMk/>
            <pc:sldMk cId="366864698" sldId="263"/>
            <ac:spMk id="25" creationId="{C37E9D4B-7BFA-4D10-B666-547BAC499469}"/>
          </ac:spMkLst>
        </pc:spChg>
        <pc:spChg chg="add del">
          <ac:chgData name="Manas Tuwani" userId="5d421215-a11f-4a6e-90ca-e8ac2213fab6" providerId="ADAL" clId="{4F034FEA-40FE-4713-B264-22F1E51EEA41}" dt="2023-04-28T14:54:26.983" v="12" actId="26606"/>
          <ac:spMkLst>
            <pc:docMk/>
            <pc:sldMk cId="366864698" sldId="263"/>
            <ac:spMk id="27" creationId="{69D184B2-2226-4E31-BCCB-444330767440}"/>
          </ac:spMkLst>
        </pc:spChg>
        <pc:spChg chg="add del">
          <ac:chgData name="Manas Tuwani" userId="5d421215-a11f-4a6e-90ca-e8ac2213fab6" providerId="ADAL" clId="{4F034FEA-40FE-4713-B264-22F1E51EEA41}" dt="2023-04-28T14:54:26.983" v="12" actId="26606"/>
          <ac:spMkLst>
            <pc:docMk/>
            <pc:sldMk cId="366864698" sldId="263"/>
            <ac:spMk id="28" creationId="{1AC4D4E3-486A-464A-8EC8-D44881097267}"/>
          </ac:spMkLst>
        </pc:spChg>
        <pc:spChg chg="add del">
          <ac:chgData name="Manas Tuwani" userId="5d421215-a11f-4a6e-90ca-e8ac2213fab6" providerId="ADAL" clId="{4F034FEA-40FE-4713-B264-22F1E51EEA41}" dt="2023-04-28T14:54:26.983" v="12" actId="26606"/>
          <ac:spMkLst>
            <pc:docMk/>
            <pc:sldMk cId="366864698" sldId="263"/>
            <ac:spMk id="29" creationId="{864DE13E-58EB-4475-B79C-0D4FC651239B}"/>
          </ac:spMkLst>
        </pc:spChg>
        <pc:spChg chg="add del">
          <ac:chgData name="Manas Tuwani" userId="5d421215-a11f-4a6e-90ca-e8ac2213fab6" providerId="ADAL" clId="{4F034FEA-40FE-4713-B264-22F1E51EEA41}" dt="2023-04-28T14:54:27.910" v="14" actId="26606"/>
          <ac:spMkLst>
            <pc:docMk/>
            <pc:sldMk cId="366864698" sldId="263"/>
            <ac:spMk id="31" creationId="{DA2E7C1E-2B5A-4BBA-AE51-1CD8C19309D7}"/>
          </ac:spMkLst>
        </pc:spChg>
        <pc:spChg chg="add del">
          <ac:chgData name="Manas Tuwani" userId="5d421215-a11f-4a6e-90ca-e8ac2213fab6" providerId="ADAL" clId="{4F034FEA-40FE-4713-B264-22F1E51EEA41}" dt="2023-04-28T14:54:27.910" v="14" actId="26606"/>
          <ac:spMkLst>
            <pc:docMk/>
            <pc:sldMk cId="366864698" sldId="263"/>
            <ac:spMk id="32" creationId="{43DF76B1-5174-4FAF-9D19-FFEE98426836}"/>
          </ac:spMkLst>
        </pc:spChg>
        <pc:spChg chg="add">
          <ac:chgData name="Manas Tuwani" userId="5d421215-a11f-4a6e-90ca-e8ac2213fab6" providerId="ADAL" clId="{4F034FEA-40FE-4713-B264-22F1E51EEA41}" dt="2023-04-28T14:54:27.915" v="15" actId="26606"/>
          <ac:spMkLst>
            <pc:docMk/>
            <pc:sldMk cId="366864698" sldId="263"/>
            <ac:spMk id="34" creationId="{69D184B2-2226-4E31-BCCB-444330767440}"/>
          </ac:spMkLst>
        </pc:spChg>
        <pc:spChg chg="add">
          <ac:chgData name="Manas Tuwani" userId="5d421215-a11f-4a6e-90ca-e8ac2213fab6" providerId="ADAL" clId="{4F034FEA-40FE-4713-B264-22F1E51EEA41}" dt="2023-04-28T14:54:27.915" v="15" actId="26606"/>
          <ac:spMkLst>
            <pc:docMk/>
            <pc:sldMk cId="366864698" sldId="263"/>
            <ac:spMk id="35" creationId="{1AC4D4E3-486A-464A-8EC8-D44881097267}"/>
          </ac:spMkLst>
        </pc:spChg>
        <pc:spChg chg="add">
          <ac:chgData name="Manas Tuwani" userId="5d421215-a11f-4a6e-90ca-e8ac2213fab6" providerId="ADAL" clId="{4F034FEA-40FE-4713-B264-22F1E51EEA41}" dt="2023-04-28T14:54:27.915" v="15" actId="26606"/>
          <ac:spMkLst>
            <pc:docMk/>
            <pc:sldMk cId="366864698" sldId="263"/>
            <ac:spMk id="36" creationId="{864DE13E-58EB-4475-B79C-0D4FC651239B}"/>
          </ac:spMkLst>
        </pc:spChg>
        <pc:picChg chg="mod">
          <ac:chgData name="Manas Tuwani" userId="5d421215-a11f-4a6e-90ca-e8ac2213fab6" providerId="ADAL" clId="{4F034FEA-40FE-4713-B264-22F1E51EEA41}" dt="2023-04-28T14:54:27.915" v="15" actId="26606"/>
          <ac:picMkLst>
            <pc:docMk/>
            <pc:sldMk cId="366864698" sldId="263"/>
            <ac:picMk id="2" creationId="{08B2E5BC-287F-1090-5C10-5866143DAF21}"/>
          </ac:picMkLst>
        </pc:picChg>
        <pc:picChg chg="mod">
          <ac:chgData name="Manas Tuwani" userId="5d421215-a11f-4a6e-90ca-e8ac2213fab6" providerId="ADAL" clId="{4F034FEA-40FE-4713-B264-22F1E51EEA41}" dt="2023-04-28T14:54:27.915" v="15" actId="26606"/>
          <ac:picMkLst>
            <pc:docMk/>
            <pc:sldMk cId="366864698" sldId="263"/>
            <ac:picMk id="4" creationId="{A31B5B8E-7A63-C17D-7CDB-85F5CB383248}"/>
          </ac:picMkLst>
        </pc:picChg>
      </pc:sldChg>
    </pc:docChg>
  </pc:docChgLst>
  <pc:docChgLst>
    <pc:chgData name="Manas Tuwani" userId="5d421215-a11f-4a6e-90ca-e8ac2213fab6" providerId="ADAL" clId="{33ACF14D-E9FF-49AA-B917-D0EC02DF371B}"/>
    <pc:docChg chg="custSel addSld modSld sldOrd">
      <pc:chgData name="Manas Tuwani" userId="5d421215-a11f-4a6e-90ca-e8ac2213fab6" providerId="ADAL" clId="{33ACF14D-E9FF-49AA-B917-D0EC02DF371B}" dt="2024-03-07T16:11:48.399" v="8"/>
      <pc:docMkLst>
        <pc:docMk/>
      </pc:docMkLst>
      <pc:sldChg chg="ord">
        <pc:chgData name="Manas Tuwani" userId="5d421215-a11f-4a6e-90ca-e8ac2213fab6" providerId="ADAL" clId="{33ACF14D-E9FF-49AA-B917-D0EC02DF371B}" dt="2024-03-07T16:11:48.399" v="8"/>
        <pc:sldMkLst>
          <pc:docMk/>
          <pc:sldMk cId="4016849273" sldId="262"/>
        </pc:sldMkLst>
      </pc:sldChg>
      <pc:sldChg chg="addSp modSp new mod setBg">
        <pc:chgData name="Manas Tuwani" userId="5d421215-a11f-4a6e-90ca-e8ac2213fab6" providerId="ADAL" clId="{33ACF14D-E9FF-49AA-B917-D0EC02DF371B}" dt="2024-03-07T16:11:39.454" v="4" actId="26606"/>
        <pc:sldMkLst>
          <pc:docMk/>
          <pc:sldMk cId="2721311991" sldId="273"/>
        </pc:sldMkLst>
        <pc:spChg chg="add">
          <ac:chgData name="Manas Tuwani" userId="5d421215-a11f-4a6e-90ca-e8ac2213fab6" providerId="ADAL" clId="{33ACF14D-E9FF-49AA-B917-D0EC02DF371B}" dt="2024-03-07T16:11:39.454" v="4" actId="26606"/>
          <ac:spMkLst>
            <pc:docMk/>
            <pc:sldMk cId="2721311991" sldId="273"/>
            <ac:spMk id="8" creationId="{F3060C83-F051-4F0E-ABAD-AA0DFC48B218}"/>
          </ac:spMkLst>
        </pc:spChg>
        <pc:spChg chg="add">
          <ac:chgData name="Manas Tuwani" userId="5d421215-a11f-4a6e-90ca-e8ac2213fab6" providerId="ADAL" clId="{33ACF14D-E9FF-49AA-B917-D0EC02DF371B}" dt="2024-03-07T16:11:39.454" v="4" actId="26606"/>
          <ac:spMkLst>
            <pc:docMk/>
            <pc:sldMk cId="2721311991" sldId="273"/>
            <ac:spMk id="10" creationId="{83C98ABE-055B-441F-B07E-44F97F083C39}"/>
          </ac:spMkLst>
        </pc:spChg>
        <pc:spChg chg="add">
          <ac:chgData name="Manas Tuwani" userId="5d421215-a11f-4a6e-90ca-e8ac2213fab6" providerId="ADAL" clId="{33ACF14D-E9FF-49AA-B917-D0EC02DF371B}" dt="2024-03-07T16:11:39.454" v="4" actId="26606"/>
          <ac:spMkLst>
            <pc:docMk/>
            <pc:sldMk cId="2721311991" sldId="273"/>
            <ac:spMk id="12" creationId="{29FDB030-9B49-4CED-8CCD-4D99382388AC}"/>
          </ac:spMkLst>
        </pc:spChg>
        <pc:spChg chg="add">
          <ac:chgData name="Manas Tuwani" userId="5d421215-a11f-4a6e-90ca-e8ac2213fab6" providerId="ADAL" clId="{33ACF14D-E9FF-49AA-B917-D0EC02DF371B}" dt="2024-03-07T16:11:39.454" v="4" actId="26606"/>
          <ac:spMkLst>
            <pc:docMk/>
            <pc:sldMk cId="2721311991" sldId="273"/>
            <ac:spMk id="14" creationId="{3783CA14-24A1-485C-8B30-D6A5D87987AD}"/>
          </ac:spMkLst>
        </pc:spChg>
        <pc:spChg chg="add">
          <ac:chgData name="Manas Tuwani" userId="5d421215-a11f-4a6e-90ca-e8ac2213fab6" providerId="ADAL" clId="{33ACF14D-E9FF-49AA-B917-D0EC02DF371B}" dt="2024-03-07T16:11:39.454" v="4" actId="26606"/>
          <ac:spMkLst>
            <pc:docMk/>
            <pc:sldMk cId="2721311991" sldId="273"/>
            <ac:spMk id="16" creationId="{9A97C86A-04D6-40F7-AE84-31AB43E6A846}"/>
          </ac:spMkLst>
        </pc:spChg>
        <pc:spChg chg="add">
          <ac:chgData name="Manas Tuwani" userId="5d421215-a11f-4a6e-90ca-e8ac2213fab6" providerId="ADAL" clId="{33ACF14D-E9FF-49AA-B917-D0EC02DF371B}" dt="2024-03-07T16:11:39.454" v="4" actId="26606"/>
          <ac:spMkLst>
            <pc:docMk/>
            <pc:sldMk cId="2721311991" sldId="273"/>
            <ac:spMk id="18" creationId="{FF9F2414-84E8-453E-B1F3-389FDE8192D9}"/>
          </ac:spMkLst>
        </pc:spChg>
        <pc:spChg chg="add">
          <ac:chgData name="Manas Tuwani" userId="5d421215-a11f-4a6e-90ca-e8ac2213fab6" providerId="ADAL" clId="{33ACF14D-E9FF-49AA-B917-D0EC02DF371B}" dt="2024-03-07T16:11:39.454" v="4" actId="26606"/>
          <ac:spMkLst>
            <pc:docMk/>
            <pc:sldMk cId="2721311991" sldId="273"/>
            <ac:spMk id="20" creationId="{3ECA69A1-7536-43AC-85EF-C7106179F5ED}"/>
          </ac:spMkLst>
        </pc:spChg>
        <pc:picChg chg="add mod">
          <ac:chgData name="Manas Tuwani" userId="5d421215-a11f-4a6e-90ca-e8ac2213fab6" providerId="ADAL" clId="{33ACF14D-E9FF-49AA-B917-D0EC02DF371B}" dt="2024-03-07T16:11:39.454" v="4" actId="26606"/>
          <ac:picMkLst>
            <pc:docMk/>
            <pc:sldMk cId="2721311991" sldId="273"/>
            <ac:picMk id="3" creationId="{591AF4AA-383B-CE8D-ACA8-CFA8BD821C60}"/>
          </ac:picMkLst>
        </pc:picChg>
      </pc:sldChg>
      <pc:sldChg chg="addSp modSp new mod setBg">
        <pc:chgData name="Manas Tuwani" userId="5d421215-a11f-4a6e-90ca-e8ac2213fab6" providerId="ADAL" clId="{33ACF14D-E9FF-49AA-B917-D0EC02DF371B}" dt="2024-03-07T16:11:45.681" v="6" actId="27614"/>
        <pc:sldMkLst>
          <pc:docMk/>
          <pc:sldMk cId="1017084235" sldId="274"/>
        </pc:sldMkLst>
        <pc:spChg chg="add">
          <ac:chgData name="Manas Tuwani" userId="5d421215-a11f-4a6e-90ca-e8ac2213fab6" providerId="ADAL" clId="{33ACF14D-E9FF-49AA-B917-D0EC02DF371B}" dt="2024-03-07T16:11:42.429" v="5" actId="26606"/>
          <ac:spMkLst>
            <pc:docMk/>
            <pc:sldMk cId="1017084235" sldId="274"/>
            <ac:spMk id="8" creationId="{F3060C83-F051-4F0E-ABAD-AA0DFC48B218}"/>
          </ac:spMkLst>
        </pc:spChg>
        <pc:spChg chg="add">
          <ac:chgData name="Manas Tuwani" userId="5d421215-a11f-4a6e-90ca-e8ac2213fab6" providerId="ADAL" clId="{33ACF14D-E9FF-49AA-B917-D0EC02DF371B}" dt="2024-03-07T16:11:42.429" v="5" actId="26606"/>
          <ac:spMkLst>
            <pc:docMk/>
            <pc:sldMk cId="1017084235" sldId="274"/>
            <ac:spMk id="10" creationId="{83C98ABE-055B-441F-B07E-44F97F083C39}"/>
          </ac:spMkLst>
        </pc:spChg>
        <pc:spChg chg="add">
          <ac:chgData name="Manas Tuwani" userId="5d421215-a11f-4a6e-90ca-e8ac2213fab6" providerId="ADAL" clId="{33ACF14D-E9FF-49AA-B917-D0EC02DF371B}" dt="2024-03-07T16:11:42.429" v="5" actId="26606"/>
          <ac:spMkLst>
            <pc:docMk/>
            <pc:sldMk cId="1017084235" sldId="274"/>
            <ac:spMk id="12" creationId="{29FDB030-9B49-4CED-8CCD-4D99382388AC}"/>
          </ac:spMkLst>
        </pc:spChg>
        <pc:spChg chg="add">
          <ac:chgData name="Manas Tuwani" userId="5d421215-a11f-4a6e-90ca-e8ac2213fab6" providerId="ADAL" clId="{33ACF14D-E9FF-49AA-B917-D0EC02DF371B}" dt="2024-03-07T16:11:42.429" v="5" actId="26606"/>
          <ac:spMkLst>
            <pc:docMk/>
            <pc:sldMk cId="1017084235" sldId="274"/>
            <ac:spMk id="14" creationId="{3783CA14-24A1-485C-8B30-D6A5D87987AD}"/>
          </ac:spMkLst>
        </pc:spChg>
        <pc:spChg chg="add">
          <ac:chgData name="Manas Tuwani" userId="5d421215-a11f-4a6e-90ca-e8ac2213fab6" providerId="ADAL" clId="{33ACF14D-E9FF-49AA-B917-D0EC02DF371B}" dt="2024-03-07T16:11:42.429" v="5" actId="26606"/>
          <ac:spMkLst>
            <pc:docMk/>
            <pc:sldMk cId="1017084235" sldId="274"/>
            <ac:spMk id="16" creationId="{9A97C86A-04D6-40F7-AE84-31AB43E6A846}"/>
          </ac:spMkLst>
        </pc:spChg>
        <pc:spChg chg="add">
          <ac:chgData name="Manas Tuwani" userId="5d421215-a11f-4a6e-90ca-e8ac2213fab6" providerId="ADAL" clId="{33ACF14D-E9FF-49AA-B917-D0EC02DF371B}" dt="2024-03-07T16:11:42.429" v="5" actId="26606"/>
          <ac:spMkLst>
            <pc:docMk/>
            <pc:sldMk cId="1017084235" sldId="274"/>
            <ac:spMk id="18" creationId="{FF9F2414-84E8-453E-B1F3-389FDE8192D9}"/>
          </ac:spMkLst>
        </pc:spChg>
        <pc:spChg chg="add">
          <ac:chgData name="Manas Tuwani" userId="5d421215-a11f-4a6e-90ca-e8ac2213fab6" providerId="ADAL" clId="{33ACF14D-E9FF-49AA-B917-D0EC02DF371B}" dt="2024-03-07T16:11:42.429" v="5" actId="26606"/>
          <ac:spMkLst>
            <pc:docMk/>
            <pc:sldMk cId="1017084235" sldId="274"/>
            <ac:spMk id="20" creationId="{3ECA69A1-7536-43AC-85EF-C7106179F5ED}"/>
          </ac:spMkLst>
        </pc:spChg>
        <pc:picChg chg="add mod">
          <ac:chgData name="Manas Tuwani" userId="5d421215-a11f-4a6e-90ca-e8ac2213fab6" providerId="ADAL" clId="{33ACF14D-E9FF-49AA-B917-D0EC02DF371B}" dt="2024-03-07T16:11:45.681" v="6" actId="27614"/>
          <ac:picMkLst>
            <pc:docMk/>
            <pc:sldMk cId="1017084235" sldId="274"/>
            <ac:picMk id="3" creationId="{86DA6B5A-6EAE-4001-1464-2E0A31C6A73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BF6EE13-BD6C-6DB2-56D0-7DA92838F2E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737E0B57-D7E8-7938-9948-9AE65A4A4A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007D0DFD-5B38-5F14-1A63-B262B15E573F}"/>
              </a:ext>
            </a:extLst>
          </p:cNvPr>
          <p:cNvSpPr>
            <a:spLocks noGrp="1"/>
          </p:cNvSpPr>
          <p:nvPr>
            <p:ph type="dt" sz="half" idx="10"/>
          </p:nvPr>
        </p:nvSpPr>
        <p:spPr/>
        <p:txBody>
          <a:bodyPr/>
          <a:lstStyle/>
          <a:p>
            <a:fld id="{AFA83D20-BDC6-441D-BDB1-C444D3604F46}" type="datetimeFigureOut">
              <a:rPr lang="en-IN" smtClean="0"/>
              <a:pPr/>
              <a:t>31-10-2025</a:t>
            </a:fld>
            <a:endParaRPr lang="en-IN"/>
          </a:p>
        </p:txBody>
      </p:sp>
      <p:sp>
        <p:nvSpPr>
          <p:cNvPr id="5" name="Footer Placeholder 4">
            <a:extLst>
              <a:ext uri="{FF2B5EF4-FFF2-40B4-BE49-F238E27FC236}">
                <a16:creationId xmlns="" xmlns:a16="http://schemas.microsoft.com/office/drawing/2014/main" id="{9D053966-DE4B-EFA4-A6C9-4ECAE3A3C5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9B702414-BFAB-E03E-81C4-06C0F506E626}"/>
              </a:ext>
            </a:extLst>
          </p:cNvPr>
          <p:cNvSpPr>
            <a:spLocks noGrp="1"/>
          </p:cNvSpPr>
          <p:nvPr>
            <p:ph type="sldNum" sz="quarter" idx="12"/>
          </p:nvPr>
        </p:nvSpPr>
        <p:spPr/>
        <p:txBody>
          <a:bodyPr/>
          <a:lstStyle/>
          <a:p>
            <a:fld id="{8533DF06-166C-4A22-AD20-495142751DE6}" type="slidenum">
              <a:rPr lang="en-IN" smtClean="0"/>
              <a:pPr/>
              <a:t>‹#›</a:t>
            </a:fld>
            <a:endParaRPr lang="en-IN"/>
          </a:p>
        </p:txBody>
      </p:sp>
    </p:spTree>
    <p:extLst>
      <p:ext uri="{BB962C8B-B14F-4D97-AF65-F5344CB8AC3E}">
        <p14:creationId xmlns="" xmlns:p14="http://schemas.microsoft.com/office/powerpoint/2010/main" val="141662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C1F488A-392D-A290-7F7B-C4B612BE762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BA1640A4-F848-2E00-A4BC-A88AD086DA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7FE59318-4EA2-CE74-B789-C345BE34242D}"/>
              </a:ext>
            </a:extLst>
          </p:cNvPr>
          <p:cNvSpPr>
            <a:spLocks noGrp="1"/>
          </p:cNvSpPr>
          <p:nvPr>
            <p:ph type="dt" sz="half" idx="10"/>
          </p:nvPr>
        </p:nvSpPr>
        <p:spPr/>
        <p:txBody>
          <a:bodyPr/>
          <a:lstStyle/>
          <a:p>
            <a:fld id="{AFA83D20-BDC6-441D-BDB1-C444D3604F46}" type="datetimeFigureOut">
              <a:rPr lang="en-IN" smtClean="0"/>
              <a:pPr/>
              <a:t>31-10-2025</a:t>
            </a:fld>
            <a:endParaRPr lang="en-IN"/>
          </a:p>
        </p:txBody>
      </p:sp>
      <p:sp>
        <p:nvSpPr>
          <p:cNvPr id="5" name="Footer Placeholder 4">
            <a:extLst>
              <a:ext uri="{FF2B5EF4-FFF2-40B4-BE49-F238E27FC236}">
                <a16:creationId xmlns="" xmlns:a16="http://schemas.microsoft.com/office/drawing/2014/main" id="{A2F5DAC3-402E-ADE1-C83E-0B56495CD7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D762B5BC-6C4A-2240-4CCD-669DF487F369}"/>
              </a:ext>
            </a:extLst>
          </p:cNvPr>
          <p:cNvSpPr>
            <a:spLocks noGrp="1"/>
          </p:cNvSpPr>
          <p:nvPr>
            <p:ph type="sldNum" sz="quarter" idx="12"/>
          </p:nvPr>
        </p:nvSpPr>
        <p:spPr/>
        <p:txBody>
          <a:bodyPr/>
          <a:lstStyle/>
          <a:p>
            <a:fld id="{8533DF06-166C-4A22-AD20-495142751DE6}" type="slidenum">
              <a:rPr lang="en-IN" smtClean="0"/>
              <a:pPr/>
              <a:t>‹#›</a:t>
            </a:fld>
            <a:endParaRPr lang="en-IN"/>
          </a:p>
        </p:txBody>
      </p:sp>
    </p:spTree>
    <p:extLst>
      <p:ext uri="{BB962C8B-B14F-4D97-AF65-F5344CB8AC3E}">
        <p14:creationId xmlns="" xmlns:p14="http://schemas.microsoft.com/office/powerpoint/2010/main" val="23378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2560406-5604-DA2F-45C4-D748B4B43C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741B5AAE-A503-292E-5CAA-40D98CBE01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BE47241C-D5BB-B6F5-7DBF-BFD13AFC6C04}"/>
              </a:ext>
            </a:extLst>
          </p:cNvPr>
          <p:cNvSpPr>
            <a:spLocks noGrp="1"/>
          </p:cNvSpPr>
          <p:nvPr>
            <p:ph type="dt" sz="half" idx="10"/>
          </p:nvPr>
        </p:nvSpPr>
        <p:spPr/>
        <p:txBody>
          <a:bodyPr/>
          <a:lstStyle/>
          <a:p>
            <a:fld id="{AFA83D20-BDC6-441D-BDB1-C444D3604F46}" type="datetimeFigureOut">
              <a:rPr lang="en-IN" smtClean="0"/>
              <a:pPr/>
              <a:t>31-10-2025</a:t>
            </a:fld>
            <a:endParaRPr lang="en-IN"/>
          </a:p>
        </p:txBody>
      </p:sp>
      <p:sp>
        <p:nvSpPr>
          <p:cNvPr id="5" name="Footer Placeholder 4">
            <a:extLst>
              <a:ext uri="{FF2B5EF4-FFF2-40B4-BE49-F238E27FC236}">
                <a16:creationId xmlns="" xmlns:a16="http://schemas.microsoft.com/office/drawing/2014/main" id="{D6EF21AB-07DB-A37E-FC2E-8EB316BA8C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ABE5228A-EEE7-F1AF-4544-8085A7D6DC6B}"/>
              </a:ext>
            </a:extLst>
          </p:cNvPr>
          <p:cNvSpPr>
            <a:spLocks noGrp="1"/>
          </p:cNvSpPr>
          <p:nvPr>
            <p:ph type="sldNum" sz="quarter" idx="12"/>
          </p:nvPr>
        </p:nvSpPr>
        <p:spPr/>
        <p:txBody>
          <a:bodyPr/>
          <a:lstStyle/>
          <a:p>
            <a:fld id="{8533DF06-166C-4A22-AD20-495142751DE6}" type="slidenum">
              <a:rPr lang="en-IN" smtClean="0"/>
              <a:pPr/>
              <a:t>‹#›</a:t>
            </a:fld>
            <a:endParaRPr lang="en-IN"/>
          </a:p>
        </p:txBody>
      </p:sp>
    </p:spTree>
    <p:extLst>
      <p:ext uri="{BB962C8B-B14F-4D97-AF65-F5344CB8AC3E}">
        <p14:creationId xmlns="" xmlns:p14="http://schemas.microsoft.com/office/powerpoint/2010/main" val="93642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250BCDD-3651-9B10-4DF8-47012027C0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C5D110FE-F2BE-F50B-4B9A-B7DA493436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35E62D70-0F62-6B87-18CD-ED79BBE1A6C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5ED83FE7-EA6D-0F37-5839-7D4CFAF1A348}"/>
              </a:ext>
            </a:extLst>
          </p:cNvPr>
          <p:cNvSpPr>
            <a:spLocks noGrp="1"/>
          </p:cNvSpPr>
          <p:nvPr>
            <p:ph type="dt" sz="half" idx="10"/>
          </p:nvPr>
        </p:nvSpPr>
        <p:spPr/>
        <p:txBody>
          <a:bodyPr/>
          <a:lstStyle/>
          <a:p>
            <a:fld id="{AFA83D20-BDC6-441D-BDB1-C444D3604F46}" type="datetimeFigureOut">
              <a:rPr lang="en-IN" smtClean="0"/>
              <a:pPr/>
              <a:t>31-10-2025</a:t>
            </a:fld>
            <a:endParaRPr lang="en-IN"/>
          </a:p>
        </p:txBody>
      </p:sp>
      <p:sp>
        <p:nvSpPr>
          <p:cNvPr id="6" name="Footer Placeholder 5">
            <a:extLst>
              <a:ext uri="{FF2B5EF4-FFF2-40B4-BE49-F238E27FC236}">
                <a16:creationId xmlns="" xmlns:a16="http://schemas.microsoft.com/office/drawing/2014/main" id="{AB76F65A-5FEE-6A16-45CC-AABF1D8F7B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AFF07E2F-D6A0-ED4A-FD5F-D2EFE0AC97DD}"/>
              </a:ext>
            </a:extLst>
          </p:cNvPr>
          <p:cNvSpPr>
            <a:spLocks noGrp="1"/>
          </p:cNvSpPr>
          <p:nvPr>
            <p:ph type="sldNum" sz="quarter" idx="12"/>
          </p:nvPr>
        </p:nvSpPr>
        <p:spPr/>
        <p:txBody>
          <a:bodyPr/>
          <a:lstStyle/>
          <a:p>
            <a:fld id="{8533DF06-166C-4A22-AD20-495142751DE6}" type="slidenum">
              <a:rPr lang="en-IN" smtClean="0"/>
              <a:pPr/>
              <a:t>‹#›</a:t>
            </a:fld>
            <a:endParaRPr lang="en-IN"/>
          </a:p>
        </p:txBody>
      </p:sp>
    </p:spTree>
    <p:extLst>
      <p:ext uri="{BB962C8B-B14F-4D97-AF65-F5344CB8AC3E}">
        <p14:creationId xmlns="" xmlns:p14="http://schemas.microsoft.com/office/powerpoint/2010/main" val="1194333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C2B6397-6AA0-B269-D1B3-4F7E8E01FE2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A88C468B-251D-9027-B304-5B7E2BCCF9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A0A43261-D045-A430-BF8E-A20AB3D306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55FBF94E-9BE5-9168-3FC8-FE405424F9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3E319BFB-71C7-AED9-AE16-D5D72C4AF5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863E04F0-01C3-7123-6D18-98580027EA57}"/>
              </a:ext>
            </a:extLst>
          </p:cNvPr>
          <p:cNvSpPr>
            <a:spLocks noGrp="1"/>
          </p:cNvSpPr>
          <p:nvPr>
            <p:ph type="dt" sz="half" idx="10"/>
          </p:nvPr>
        </p:nvSpPr>
        <p:spPr/>
        <p:txBody>
          <a:bodyPr/>
          <a:lstStyle/>
          <a:p>
            <a:fld id="{AFA83D20-BDC6-441D-BDB1-C444D3604F46}" type="datetimeFigureOut">
              <a:rPr lang="en-IN" smtClean="0"/>
              <a:pPr/>
              <a:t>31-10-2025</a:t>
            </a:fld>
            <a:endParaRPr lang="en-IN"/>
          </a:p>
        </p:txBody>
      </p:sp>
      <p:sp>
        <p:nvSpPr>
          <p:cNvPr id="8" name="Footer Placeholder 7">
            <a:extLst>
              <a:ext uri="{FF2B5EF4-FFF2-40B4-BE49-F238E27FC236}">
                <a16:creationId xmlns="" xmlns:a16="http://schemas.microsoft.com/office/drawing/2014/main" id="{1B2BBE6B-F087-F4C9-3A43-183F156F885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8AD986AA-85BE-7DF3-7E43-69307320A964}"/>
              </a:ext>
            </a:extLst>
          </p:cNvPr>
          <p:cNvSpPr>
            <a:spLocks noGrp="1"/>
          </p:cNvSpPr>
          <p:nvPr>
            <p:ph type="sldNum" sz="quarter" idx="12"/>
          </p:nvPr>
        </p:nvSpPr>
        <p:spPr/>
        <p:txBody>
          <a:bodyPr/>
          <a:lstStyle/>
          <a:p>
            <a:fld id="{8533DF06-166C-4A22-AD20-495142751DE6}" type="slidenum">
              <a:rPr lang="en-IN" smtClean="0"/>
              <a:pPr/>
              <a:t>‹#›</a:t>
            </a:fld>
            <a:endParaRPr lang="en-IN"/>
          </a:p>
        </p:txBody>
      </p:sp>
    </p:spTree>
    <p:extLst>
      <p:ext uri="{BB962C8B-B14F-4D97-AF65-F5344CB8AC3E}">
        <p14:creationId xmlns="" xmlns:p14="http://schemas.microsoft.com/office/powerpoint/2010/main" val="769492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AAAB745-73A2-42B5-637A-65296EA7C47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CB88D4AB-38FE-6F99-9705-ABCEAAEB21D7}"/>
              </a:ext>
            </a:extLst>
          </p:cNvPr>
          <p:cNvSpPr>
            <a:spLocks noGrp="1"/>
          </p:cNvSpPr>
          <p:nvPr>
            <p:ph type="dt" sz="half" idx="10"/>
          </p:nvPr>
        </p:nvSpPr>
        <p:spPr/>
        <p:txBody>
          <a:bodyPr/>
          <a:lstStyle/>
          <a:p>
            <a:fld id="{AFA83D20-BDC6-441D-BDB1-C444D3604F46}" type="datetimeFigureOut">
              <a:rPr lang="en-IN" smtClean="0"/>
              <a:pPr/>
              <a:t>31-10-2025</a:t>
            </a:fld>
            <a:endParaRPr lang="en-IN"/>
          </a:p>
        </p:txBody>
      </p:sp>
      <p:sp>
        <p:nvSpPr>
          <p:cNvPr id="4" name="Footer Placeholder 3">
            <a:extLst>
              <a:ext uri="{FF2B5EF4-FFF2-40B4-BE49-F238E27FC236}">
                <a16:creationId xmlns="" xmlns:a16="http://schemas.microsoft.com/office/drawing/2014/main" id="{889B3043-800F-4E71-DB05-6B405CBC3FA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C698DD18-9DEA-916E-9A48-4C3E64CFF069}"/>
              </a:ext>
            </a:extLst>
          </p:cNvPr>
          <p:cNvSpPr>
            <a:spLocks noGrp="1"/>
          </p:cNvSpPr>
          <p:nvPr>
            <p:ph type="sldNum" sz="quarter" idx="12"/>
          </p:nvPr>
        </p:nvSpPr>
        <p:spPr/>
        <p:txBody>
          <a:bodyPr/>
          <a:lstStyle/>
          <a:p>
            <a:fld id="{8533DF06-166C-4A22-AD20-495142751DE6}" type="slidenum">
              <a:rPr lang="en-IN" smtClean="0"/>
              <a:pPr/>
              <a:t>‹#›</a:t>
            </a:fld>
            <a:endParaRPr lang="en-IN"/>
          </a:p>
        </p:txBody>
      </p:sp>
    </p:spTree>
    <p:extLst>
      <p:ext uri="{BB962C8B-B14F-4D97-AF65-F5344CB8AC3E}">
        <p14:creationId xmlns="" xmlns:p14="http://schemas.microsoft.com/office/powerpoint/2010/main" val="2861463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44000092-4BA8-AF98-EE2B-C6DF02B58DD5}"/>
              </a:ext>
            </a:extLst>
          </p:cNvPr>
          <p:cNvSpPr>
            <a:spLocks noGrp="1"/>
          </p:cNvSpPr>
          <p:nvPr>
            <p:ph type="dt" sz="half" idx="10"/>
          </p:nvPr>
        </p:nvSpPr>
        <p:spPr/>
        <p:txBody>
          <a:bodyPr/>
          <a:lstStyle/>
          <a:p>
            <a:fld id="{AFA83D20-BDC6-441D-BDB1-C444D3604F46}" type="datetimeFigureOut">
              <a:rPr lang="en-IN" smtClean="0"/>
              <a:pPr/>
              <a:t>31-10-2025</a:t>
            </a:fld>
            <a:endParaRPr lang="en-IN"/>
          </a:p>
        </p:txBody>
      </p:sp>
      <p:sp>
        <p:nvSpPr>
          <p:cNvPr id="3" name="Footer Placeholder 2">
            <a:extLst>
              <a:ext uri="{FF2B5EF4-FFF2-40B4-BE49-F238E27FC236}">
                <a16:creationId xmlns="" xmlns:a16="http://schemas.microsoft.com/office/drawing/2014/main" id="{7D7F05AF-D4BE-1C4C-A9F1-1C6B86D7A5D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F905B178-069C-9371-BED2-8476F831A89C}"/>
              </a:ext>
            </a:extLst>
          </p:cNvPr>
          <p:cNvSpPr>
            <a:spLocks noGrp="1"/>
          </p:cNvSpPr>
          <p:nvPr>
            <p:ph type="sldNum" sz="quarter" idx="12"/>
          </p:nvPr>
        </p:nvSpPr>
        <p:spPr/>
        <p:txBody>
          <a:bodyPr/>
          <a:lstStyle/>
          <a:p>
            <a:fld id="{8533DF06-166C-4A22-AD20-495142751DE6}" type="slidenum">
              <a:rPr lang="en-IN" smtClean="0"/>
              <a:pPr/>
              <a:t>‹#›</a:t>
            </a:fld>
            <a:endParaRPr lang="en-IN"/>
          </a:p>
        </p:txBody>
      </p:sp>
    </p:spTree>
    <p:extLst>
      <p:ext uri="{BB962C8B-B14F-4D97-AF65-F5344CB8AC3E}">
        <p14:creationId xmlns="" xmlns:p14="http://schemas.microsoft.com/office/powerpoint/2010/main" val="1517681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1B246C-E6CA-6F99-F25F-C12E9DCB7F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66C9E923-7BF0-82FB-67BC-DCB74858F7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2DAE0804-004C-C50C-0095-630B70738A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2916EACB-8786-7026-2179-593AA559B490}"/>
              </a:ext>
            </a:extLst>
          </p:cNvPr>
          <p:cNvSpPr>
            <a:spLocks noGrp="1"/>
          </p:cNvSpPr>
          <p:nvPr>
            <p:ph type="dt" sz="half" idx="10"/>
          </p:nvPr>
        </p:nvSpPr>
        <p:spPr/>
        <p:txBody>
          <a:bodyPr/>
          <a:lstStyle/>
          <a:p>
            <a:fld id="{AFA83D20-BDC6-441D-BDB1-C444D3604F46}" type="datetimeFigureOut">
              <a:rPr lang="en-IN" smtClean="0"/>
              <a:pPr/>
              <a:t>31-10-2025</a:t>
            </a:fld>
            <a:endParaRPr lang="en-IN"/>
          </a:p>
        </p:txBody>
      </p:sp>
      <p:sp>
        <p:nvSpPr>
          <p:cNvPr id="6" name="Footer Placeholder 5">
            <a:extLst>
              <a:ext uri="{FF2B5EF4-FFF2-40B4-BE49-F238E27FC236}">
                <a16:creationId xmlns="" xmlns:a16="http://schemas.microsoft.com/office/drawing/2014/main" id="{85C14CDB-3C02-D7CC-352F-634B2436A5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A9700A58-26F6-316E-A83B-51462DE58C2D}"/>
              </a:ext>
            </a:extLst>
          </p:cNvPr>
          <p:cNvSpPr>
            <a:spLocks noGrp="1"/>
          </p:cNvSpPr>
          <p:nvPr>
            <p:ph type="sldNum" sz="quarter" idx="12"/>
          </p:nvPr>
        </p:nvSpPr>
        <p:spPr/>
        <p:txBody>
          <a:bodyPr/>
          <a:lstStyle/>
          <a:p>
            <a:fld id="{8533DF06-166C-4A22-AD20-495142751DE6}" type="slidenum">
              <a:rPr lang="en-IN" smtClean="0"/>
              <a:pPr/>
              <a:t>‹#›</a:t>
            </a:fld>
            <a:endParaRPr lang="en-IN"/>
          </a:p>
        </p:txBody>
      </p:sp>
    </p:spTree>
    <p:extLst>
      <p:ext uri="{BB962C8B-B14F-4D97-AF65-F5344CB8AC3E}">
        <p14:creationId xmlns="" xmlns:p14="http://schemas.microsoft.com/office/powerpoint/2010/main" val="1759686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DF6F36E-AD46-6C0D-7FA2-69A441A5F1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0A415708-90ED-CD5A-C25E-2C98D0D0A4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F110353F-DCE9-0B27-E899-E610E86417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4D39B4EC-1650-ECCC-5C92-E0662471F399}"/>
              </a:ext>
            </a:extLst>
          </p:cNvPr>
          <p:cNvSpPr>
            <a:spLocks noGrp="1"/>
          </p:cNvSpPr>
          <p:nvPr>
            <p:ph type="dt" sz="half" idx="10"/>
          </p:nvPr>
        </p:nvSpPr>
        <p:spPr/>
        <p:txBody>
          <a:bodyPr/>
          <a:lstStyle/>
          <a:p>
            <a:fld id="{AFA83D20-BDC6-441D-BDB1-C444D3604F46}" type="datetimeFigureOut">
              <a:rPr lang="en-IN" smtClean="0"/>
              <a:pPr/>
              <a:t>31-10-2025</a:t>
            </a:fld>
            <a:endParaRPr lang="en-IN"/>
          </a:p>
        </p:txBody>
      </p:sp>
      <p:sp>
        <p:nvSpPr>
          <p:cNvPr id="6" name="Footer Placeholder 5">
            <a:extLst>
              <a:ext uri="{FF2B5EF4-FFF2-40B4-BE49-F238E27FC236}">
                <a16:creationId xmlns="" xmlns:a16="http://schemas.microsoft.com/office/drawing/2014/main" id="{5C7F83D8-C648-C384-8448-0FD70755937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E7FBB810-A3E7-749A-87A6-1E20234786A5}"/>
              </a:ext>
            </a:extLst>
          </p:cNvPr>
          <p:cNvSpPr>
            <a:spLocks noGrp="1"/>
          </p:cNvSpPr>
          <p:nvPr>
            <p:ph type="sldNum" sz="quarter" idx="12"/>
          </p:nvPr>
        </p:nvSpPr>
        <p:spPr/>
        <p:txBody>
          <a:bodyPr/>
          <a:lstStyle/>
          <a:p>
            <a:fld id="{8533DF06-166C-4A22-AD20-495142751DE6}" type="slidenum">
              <a:rPr lang="en-IN" smtClean="0"/>
              <a:pPr/>
              <a:t>‹#›</a:t>
            </a:fld>
            <a:endParaRPr lang="en-IN"/>
          </a:p>
        </p:txBody>
      </p:sp>
    </p:spTree>
    <p:extLst>
      <p:ext uri="{BB962C8B-B14F-4D97-AF65-F5344CB8AC3E}">
        <p14:creationId xmlns="" xmlns:p14="http://schemas.microsoft.com/office/powerpoint/2010/main" val="2188886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29F7027-AEA6-FAE0-D694-4BF72687469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AF540C6D-5301-9DF2-F06B-8424535B51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93BFC542-E394-0356-52D7-8842567C60FA}"/>
              </a:ext>
            </a:extLst>
          </p:cNvPr>
          <p:cNvSpPr>
            <a:spLocks noGrp="1"/>
          </p:cNvSpPr>
          <p:nvPr>
            <p:ph type="dt" sz="half" idx="10"/>
          </p:nvPr>
        </p:nvSpPr>
        <p:spPr/>
        <p:txBody>
          <a:bodyPr/>
          <a:lstStyle/>
          <a:p>
            <a:fld id="{AFA83D20-BDC6-441D-BDB1-C444D3604F46}" type="datetimeFigureOut">
              <a:rPr lang="en-IN" smtClean="0"/>
              <a:pPr/>
              <a:t>31-10-2025</a:t>
            </a:fld>
            <a:endParaRPr lang="en-IN"/>
          </a:p>
        </p:txBody>
      </p:sp>
      <p:sp>
        <p:nvSpPr>
          <p:cNvPr id="5" name="Footer Placeholder 4">
            <a:extLst>
              <a:ext uri="{FF2B5EF4-FFF2-40B4-BE49-F238E27FC236}">
                <a16:creationId xmlns="" xmlns:a16="http://schemas.microsoft.com/office/drawing/2014/main" id="{EC1CF61B-5D78-F2EA-1A40-DB714BECD6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233E068A-23F3-4DC5-BD3E-D880D8FFABB3}"/>
              </a:ext>
            </a:extLst>
          </p:cNvPr>
          <p:cNvSpPr>
            <a:spLocks noGrp="1"/>
          </p:cNvSpPr>
          <p:nvPr>
            <p:ph type="sldNum" sz="quarter" idx="12"/>
          </p:nvPr>
        </p:nvSpPr>
        <p:spPr/>
        <p:txBody>
          <a:bodyPr/>
          <a:lstStyle/>
          <a:p>
            <a:fld id="{8533DF06-166C-4A22-AD20-495142751DE6}" type="slidenum">
              <a:rPr lang="en-IN" smtClean="0"/>
              <a:pPr/>
              <a:t>‹#›</a:t>
            </a:fld>
            <a:endParaRPr lang="en-IN"/>
          </a:p>
        </p:txBody>
      </p:sp>
    </p:spTree>
    <p:extLst>
      <p:ext uri="{BB962C8B-B14F-4D97-AF65-F5344CB8AC3E}">
        <p14:creationId xmlns="" xmlns:p14="http://schemas.microsoft.com/office/powerpoint/2010/main" val="1244571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76DCAB26-12B8-8D50-4E7E-D30279F62F0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5A9695F4-62A1-5AC9-3C6A-39632025A5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313262A7-143C-B680-BB71-5B4AF93AA45B}"/>
              </a:ext>
            </a:extLst>
          </p:cNvPr>
          <p:cNvSpPr>
            <a:spLocks noGrp="1"/>
          </p:cNvSpPr>
          <p:nvPr>
            <p:ph type="dt" sz="half" idx="10"/>
          </p:nvPr>
        </p:nvSpPr>
        <p:spPr/>
        <p:txBody>
          <a:bodyPr/>
          <a:lstStyle/>
          <a:p>
            <a:fld id="{AFA83D20-BDC6-441D-BDB1-C444D3604F46}" type="datetimeFigureOut">
              <a:rPr lang="en-IN" smtClean="0"/>
              <a:pPr/>
              <a:t>31-10-2025</a:t>
            </a:fld>
            <a:endParaRPr lang="en-IN"/>
          </a:p>
        </p:txBody>
      </p:sp>
      <p:sp>
        <p:nvSpPr>
          <p:cNvPr id="5" name="Footer Placeholder 4">
            <a:extLst>
              <a:ext uri="{FF2B5EF4-FFF2-40B4-BE49-F238E27FC236}">
                <a16:creationId xmlns="" xmlns:a16="http://schemas.microsoft.com/office/drawing/2014/main" id="{69F3DFA2-5612-AF21-5D1F-5EF2F412C2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4F36D473-6AE6-EE43-F173-970D0888DC07}"/>
              </a:ext>
            </a:extLst>
          </p:cNvPr>
          <p:cNvSpPr>
            <a:spLocks noGrp="1"/>
          </p:cNvSpPr>
          <p:nvPr>
            <p:ph type="sldNum" sz="quarter" idx="12"/>
          </p:nvPr>
        </p:nvSpPr>
        <p:spPr/>
        <p:txBody>
          <a:bodyPr/>
          <a:lstStyle/>
          <a:p>
            <a:fld id="{8533DF06-166C-4A22-AD20-495142751DE6}" type="slidenum">
              <a:rPr lang="en-IN" smtClean="0"/>
              <a:pPr/>
              <a:t>‹#›</a:t>
            </a:fld>
            <a:endParaRPr lang="en-IN"/>
          </a:p>
        </p:txBody>
      </p:sp>
    </p:spTree>
    <p:extLst>
      <p:ext uri="{BB962C8B-B14F-4D97-AF65-F5344CB8AC3E}">
        <p14:creationId xmlns="" xmlns:p14="http://schemas.microsoft.com/office/powerpoint/2010/main" val="3306562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0A0794B1-2996-ED39-91DB-50366E3861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39F82726-030E-6484-4B2C-6E482BEEA2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F5404159-3422-2F4E-C428-D71AC54719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A83D20-BDC6-441D-BDB1-C444D3604F46}" type="datetimeFigureOut">
              <a:rPr lang="en-IN" smtClean="0"/>
              <a:pPr/>
              <a:t>31-10-2025</a:t>
            </a:fld>
            <a:endParaRPr lang="en-IN"/>
          </a:p>
        </p:txBody>
      </p:sp>
      <p:sp>
        <p:nvSpPr>
          <p:cNvPr id="5" name="Footer Placeholder 4">
            <a:extLst>
              <a:ext uri="{FF2B5EF4-FFF2-40B4-BE49-F238E27FC236}">
                <a16:creationId xmlns="" xmlns:a16="http://schemas.microsoft.com/office/drawing/2014/main" id="{A7A2F47A-66FD-3BC2-54B6-6881BE42F0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CD00B324-CAC3-22F4-DC8F-BAFBF89EF6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33DF06-166C-4A22-AD20-495142751DE6}" type="slidenum">
              <a:rPr lang="en-IN" smtClean="0"/>
              <a:pPr/>
              <a:t>‹#›</a:t>
            </a:fld>
            <a:endParaRPr lang="en-IN"/>
          </a:p>
        </p:txBody>
      </p:sp>
    </p:spTree>
    <p:extLst>
      <p:ext uri="{BB962C8B-B14F-4D97-AF65-F5344CB8AC3E}">
        <p14:creationId xmlns="" xmlns:p14="http://schemas.microsoft.com/office/powerpoint/2010/main" val="1067395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2351585" y="476673"/>
            <a:ext cx="7344815" cy="4680521"/>
          </a:xfrm>
          <a:prstGeom prst="rect">
            <a:avLst/>
          </a:prstGeom>
        </p:spPr>
      </p:pic>
      <p:sp>
        <p:nvSpPr>
          <p:cNvPr id="5" name="Rectangle 4"/>
          <p:cNvSpPr/>
          <p:nvPr/>
        </p:nvSpPr>
        <p:spPr>
          <a:xfrm>
            <a:off x="2135560" y="4941169"/>
            <a:ext cx="5328592" cy="1138773"/>
          </a:xfrm>
          <a:prstGeom prst="rect">
            <a:avLst/>
          </a:prstGeom>
          <a:ln w="12700">
            <a:noFill/>
          </a:ln>
        </p:spPr>
        <p:txBody>
          <a:bodyPr wrap="square">
            <a:spAutoFit/>
          </a:bodyPr>
          <a:lstStyle/>
          <a:p>
            <a:r>
              <a:rPr lang="en-IN" sz="3600" b="1" dirty="0">
                <a:solidFill>
                  <a:schemeClr val="tx2">
                    <a:lumMod val="75000"/>
                  </a:schemeClr>
                </a:solidFill>
                <a:latin typeface="Baskerville Old Face" panose="02020602080505020303" pitchFamily="18" charset="0"/>
              </a:rPr>
              <a:t>Automation Testing</a:t>
            </a:r>
          </a:p>
          <a:p>
            <a:r>
              <a:rPr lang="en-IN" sz="3200" b="1" dirty="0">
                <a:solidFill>
                  <a:schemeClr val="tx2">
                    <a:lumMod val="75000"/>
                  </a:schemeClr>
                </a:solidFill>
                <a:latin typeface="Baskerville Old Face" panose="02020602080505020303" pitchFamily="18" charset="0"/>
              </a:rPr>
              <a:t>          </a:t>
            </a:r>
            <a:r>
              <a:rPr lang="en-IN" sz="2600" b="1" dirty="0">
                <a:solidFill>
                  <a:srgbClr val="FF0000"/>
                </a:solidFill>
                <a:latin typeface="Baskerville Old Face" panose="02020602080505020303" pitchFamily="18" charset="0"/>
              </a:rPr>
              <a:t>By- Manas </a:t>
            </a:r>
          </a:p>
        </p:txBody>
      </p:sp>
    </p:spTree>
    <p:extLst>
      <p:ext uri="{BB962C8B-B14F-4D97-AF65-F5344CB8AC3E}">
        <p14:creationId xmlns="" xmlns:p14="http://schemas.microsoft.com/office/powerpoint/2010/main" val="23560617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1B15ED52-F352-441B-82BF-E0EA34836D0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 xmlns:a16="http://schemas.microsoft.com/office/drawing/2014/main" id="{3B2E3793-BFE6-45A2-9B7B-E18844431C9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C4C4868-CB8F-4AF9-9CDB-8108F2C19B6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5E0459-6403-40CD-989D-56A4407CA12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 xmlns:a16="http://schemas.microsoft.com/office/drawing/2014/main" id="{53E5B1A8-3AC9-4BD1-9BBC-78CA94F2D1B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8AD2DC49-C490-59F6-4D71-06BE7A9C2DD0}"/>
              </a:ext>
            </a:extLst>
          </p:cNvPr>
          <p:cNvSpPr>
            <a:spLocks noGrp="1"/>
          </p:cNvSpPr>
          <p:nvPr>
            <p:ph type="title"/>
          </p:nvPr>
        </p:nvSpPr>
        <p:spPr>
          <a:xfrm>
            <a:off x="1371599" y="563763"/>
            <a:ext cx="9895951" cy="1033669"/>
          </a:xfrm>
        </p:spPr>
        <p:txBody>
          <a:bodyPr>
            <a:normAutofit/>
          </a:bodyPr>
          <a:lstStyle/>
          <a:p>
            <a:r>
              <a:rPr lang="en-US" sz="3400" b="1">
                <a:solidFill>
                  <a:srgbClr val="FFFFFF"/>
                </a:solidFill>
              </a:rPr>
              <a:t>PAGE OBJECT MODEL</a:t>
            </a:r>
            <a:r>
              <a:rPr lang="en-US" sz="3400">
                <a:solidFill>
                  <a:srgbClr val="FFFFFF"/>
                </a:solidFill>
              </a:rPr>
              <a:t/>
            </a:r>
            <a:br>
              <a:rPr lang="en-US" sz="3400">
                <a:solidFill>
                  <a:srgbClr val="FFFFFF"/>
                </a:solidFill>
              </a:rPr>
            </a:br>
            <a:endParaRPr lang="en-IN" sz="3400">
              <a:solidFill>
                <a:srgbClr val="FFFFFF"/>
              </a:solidFill>
            </a:endParaRPr>
          </a:p>
        </p:txBody>
      </p:sp>
      <p:sp>
        <p:nvSpPr>
          <p:cNvPr id="3" name="Content Placeholder 2">
            <a:extLst>
              <a:ext uri="{FF2B5EF4-FFF2-40B4-BE49-F238E27FC236}">
                <a16:creationId xmlns="" xmlns:a16="http://schemas.microsoft.com/office/drawing/2014/main" id="{DE540FCB-D555-0199-8BC4-F38DB4AD1233}"/>
              </a:ext>
            </a:extLst>
          </p:cNvPr>
          <p:cNvSpPr>
            <a:spLocks noGrp="1"/>
          </p:cNvSpPr>
          <p:nvPr>
            <p:ph idx="1"/>
          </p:nvPr>
        </p:nvSpPr>
        <p:spPr>
          <a:xfrm>
            <a:off x="1371599" y="2318197"/>
            <a:ext cx="9724031" cy="3683358"/>
          </a:xfrm>
        </p:spPr>
        <p:txBody>
          <a:bodyPr anchor="ctr">
            <a:normAutofit/>
          </a:bodyPr>
          <a:lstStyle/>
          <a:p>
            <a:pPr marL="0" indent="0">
              <a:buNone/>
            </a:pPr>
            <a:r>
              <a:rPr lang="en-US" sz="2000"/>
              <a:t>Sometimes we need to work on the same elements for multiple times (For both Business operations and Validations). In that case we need to identify the same elements again and again manually. In that case instead of identify the elements manually by every team member, one senior resource in a project will be involving to identify the elements with unique locators and rest of the team members can access the objects whenever they required.</a:t>
            </a:r>
          </a:p>
          <a:p>
            <a:pPr marL="0" indent="0">
              <a:buNone/>
            </a:pPr>
            <a:endParaRPr lang="en-US" sz="2000"/>
          </a:p>
          <a:p>
            <a:pPr marL="0" indent="0">
              <a:buNone/>
            </a:pPr>
            <a:endParaRPr lang="en-US" sz="2000"/>
          </a:p>
          <a:p>
            <a:pPr marL="0" indent="0">
              <a:buNone/>
            </a:pPr>
            <a:endParaRPr lang="en-IN" sz="2000"/>
          </a:p>
        </p:txBody>
      </p:sp>
    </p:spTree>
    <p:extLst>
      <p:ext uri="{BB962C8B-B14F-4D97-AF65-F5344CB8AC3E}">
        <p14:creationId xmlns="" xmlns:p14="http://schemas.microsoft.com/office/powerpoint/2010/main" val="31228565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979E27D9-03C7-44E2-9FF8-15D0C8506AF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 xmlns:a16="http://schemas.microsoft.com/office/drawing/2014/main" id="{97A7C2A7-9E83-E29E-6400-5803D615AA9E}"/>
              </a:ext>
            </a:extLst>
          </p:cNvPr>
          <p:cNvSpPr>
            <a:spLocks noGrp="1"/>
          </p:cNvSpPr>
          <p:nvPr>
            <p:ph idx="1"/>
          </p:nvPr>
        </p:nvSpPr>
        <p:spPr>
          <a:xfrm>
            <a:off x="1136397" y="2418409"/>
            <a:ext cx="9688296" cy="3454358"/>
          </a:xfrm>
        </p:spPr>
        <p:txBody>
          <a:bodyPr anchor="t">
            <a:normAutofit/>
          </a:bodyPr>
          <a:lstStyle/>
          <a:p>
            <a:pPr marL="0" indent="0">
              <a:buNone/>
            </a:pPr>
            <a:r>
              <a:rPr lang="en-US" sz="2000" dirty="0"/>
              <a:t>We can implement Page Objects in 2 different ways:</a:t>
            </a:r>
          </a:p>
          <a:p>
            <a:pPr marL="0" indent="0">
              <a:buNone/>
            </a:pPr>
            <a:endParaRPr lang="en-US" sz="2000" dirty="0"/>
          </a:p>
          <a:p>
            <a:pPr marL="0" indent="0">
              <a:buNone/>
            </a:pPr>
            <a:r>
              <a:rPr lang="en-US" sz="2000" dirty="0"/>
              <a:t>1. By using By class</a:t>
            </a:r>
          </a:p>
          <a:p>
            <a:pPr marL="0" indent="0">
              <a:buNone/>
            </a:pPr>
            <a:r>
              <a:rPr lang="en-US" sz="2000" dirty="0"/>
              <a:t>2. By using @findBy (Accessing through </a:t>
            </a:r>
            <a:r>
              <a:rPr lang="en-US" sz="2000" dirty="0" err="1" smtClean="0"/>
              <a:t>PageFactory</a:t>
            </a:r>
            <a:r>
              <a:rPr lang="en-US" sz="2000" smtClean="0"/>
              <a:t> Concept)</a:t>
            </a:r>
            <a:endParaRPr lang="en-US" sz="2000" dirty="0"/>
          </a:p>
          <a:p>
            <a:pPr marL="0" indent="0">
              <a:buNone/>
            </a:pPr>
            <a:endParaRPr lang="en-US" sz="2000" dirty="0"/>
          </a:p>
          <a:p>
            <a:pPr marL="0" indent="0">
              <a:buNone/>
            </a:pPr>
            <a:endParaRPr lang="en-US" sz="2000" dirty="0"/>
          </a:p>
          <a:p>
            <a:pPr marL="0" indent="0">
              <a:buNone/>
            </a:pPr>
            <a:r>
              <a:rPr lang="en-US" sz="2000" b="1" dirty="0"/>
              <a:t>Note: </a:t>
            </a:r>
            <a:r>
              <a:rPr lang="en-US" sz="2000" dirty="0"/>
              <a:t>In real time we are handling page objects with </a:t>
            </a:r>
            <a:r>
              <a:rPr lang="en-US" sz="2000" dirty="0" err="1"/>
              <a:t>pagefactory</a:t>
            </a:r>
            <a:r>
              <a:rPr lang="en-US" sz="2000" dirty="0"/>
              <a:t> method only.</a:t>
            </a:r>
            <a:endParaRPr lang="en-IN" sz="2000" dirty="0"/>
          </a:p>
        </p:txBody>
      </p:sp>
      <p:sp>
        <p:nvSpPr>
          <p:cNvPr id="10" name="Rectangle 9">
            <a:extLst>
              <a:ext uri="{FF2B5EF4-FFF2-40B4-BE49-F238E27FC236}">
                <a16:creationId xmlns="" xmlns:a16="http://schemas.microsoft.com/office/drawing/2014/main" id="{EEBF1590-3B36-48EE-A89D-3B6F3CB256A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AC8F6C8C-AB5A-4548-942D-E3FD40ACBC4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12301691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D31CC9-91E8-332A-3CE8-E1E853DDFEC3}"/>
              </a:ext>
            </a:extLst>
          </p:cNvPr>
          <p:cNvSpPr>
            <a:spLocks noGrp="1"/>
          </p:cNvSpPr>
          <p:nvPr>
            <p:ph type="title"/>
          </p:nvPr>
        </p:nvSpPr>
        <p:spPr/>
        <p:txBody>
          <a:bodyPr>
            <a:normAutofit/>
          </a:bodyPr>
          <a:lstStyle/>
          <a:p>
            <a:r>
              <a:rPr lang="en-US" sz="3600" b="1" dirty="0"/>
              <a:t>1. By Class</a:t>
            </a:r>
            <a:endParaRPr lang="en-IN" sz="3600" b="1" dirty="0"/>
          </a:p>
        </p:txBody>
      </p:sp>
      <p:sp>
        <p:nvSpPr>
          <p:cNvPr id="3" name="Content Placeholder 2">
            <a:extLst>
              <a:ext uri="{FF2B5EF4-FFF2-40B4-BE49-F238E27FC236}">
                <a16:creationId xmlns="" xmlns:a16="http://schemas.microsoft.com/office/drawing/2014/main" id="{88CDAD26-95A0-82FA-CF36-001756E8D844}"/>
              </a:ext>
            </a:extLst>
          </p:cNvPr>
          <p:cNvSpPr>
            <a:spLocks noGrp="1"/>
          </p:cNvSpPr>
          <p:nvPr>
            <p:ph idx="1"/>
          </p:nvPr>
        </p:nvSpPr>
        <p:spPr/>
        <p:txBody>
          <a:bodyPr/>
          <a:lstStyle/>
          <a:p>
            <a:pPr marL="0" indent="0">
              <a:buNone/>
            </a:pPr>
            <a:r>
              <a:rPr lang="en-US"/>
              <a:t>By Class: In this method we are creating objects with By class. By importing class into another class, we can access these objects.</a:t>
            </a:r>
          </a:p>
          <a:p>
            <a:pPr marL="0" indent="0">
              <a:buNone/>
            </a:pPr>
            <a:endParaRPr lang="en-IN" dirty="0"/>
          </a:p>
        </p:txBody>
      </p:sp>
      <p:pic>
        <p:nvPicPr>
          <p:cNvPr id="5" name="Picture 4">
            <a:extLst>
              <a:ext uri="{FF2B5EF4-FFF2-40B4-BE49-F238E27FC236}">
                <a16:creationId xmlns="" xmlns:a16="http://schemas.microsoft.com/office/drawing/2014/main" id="{FD6C2729-0208-170B-67AF-705FDBB814A1}"/>
              </a:ext>
            </a:extLst>
          </p:cNvPr>
          <p:cNvPicPr>
            <a:picLocks noChangeAspect="1"/>
          </p:cNvPicPr>
          <p:nvPr/>
        </p:nvPicPr>
        <p:blipFill>
          <a:blip r:embed="rId2" cstate="print"/>
          <a:stretch>
            <a:fillRect/>
          </a:stretch>
        </p:blipFill>
        <p:spPr>
          <a:xfrm>
            <a:off x="1724025" y="2990850"/>
            <a:ext cx="8239125" cy="3028950"/>
          </a:xfrm>
          <a:prstGeom prst="rect">
            <a:avLst/>
          </a:prstGeom>
        </p:spPr>
      </p:pic>
    </p:spTree>
    <p:extLst>
      <p:ext uri="{BB962C8B-B14F-4D97-AF65-F5344CB8AC3E}">
        <p14:creationId xmlns="" xmlns:p14="http://schemas.microsoft.com/office/powerpoint/2010/main" val="26972695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EE6F65B0-BCEE-4925-0050-376282BD127D}"/>
              </a:ext>
            </a:extLst>
          </p:cNvPr>
          <p:cNvPicPr>
            <a:picLocks noChangeAspect="1"/>
          </p:cNvPicPr>
          <p:nvPr/>
        </p:nvPicPr>
        <p:blipFill>
          <a:blip r:embed="rId2" cstate="print"/>
          <a:stretch>
            <a:fillRect/>
          </a:stretch>
        </p:blipFill>
        <p:spPr>
          <a:xfrm>
            <a:off x="2209800" y="523875"/>
            <a:ext cx="7372350" cy="2628900"/>
          </a:xfrm>
          <a:prstGeom prst="rect">
            <a:avLst/>
          </a:prstGeom>
        </p:spPr>
      </p:pic>
      <p:pic>
        <p:nvPicPr>
          <p:cNvPr id="5" name="Picture 4">
            <a:extLst>
              <a:ext uri="{FF2B5EF4-FFF2-40B4-BE49-F238E27FC236}">
                <a16:creationId xmlns="" xmlns:a16="http://schemas.microsoft.com/office/drawing/2014/main" id="{CAAA1D39-83C5-0DDD-9D36-5C289E229868}"/>
              </a:ext>
            </a:extLst>
          </p:cNvPr>
          <p:cNvPicPr>
            <a:picLocks noChangeAspect="1"/>
          </p:cNvPicPr>
          <p:nvPr/>
        </p:nvPicPr>
        <p:blipFill>
          <a:blip r:embed="rId3" cstate="print"/>
          <a:stretch>
            <a:fillRect/>
          </a:stretch>
        </p:blipFill>
        <p:spPr>
          <a:xfrm>
            <a:off x="2281237" y="3224212"/>
            <a:ext cx="7229475" cy="2505075"/>
          </a:xfrm>
          <a:prstGeom prst="rect">
            <a:avLst/>
          </a:prstGeom>
        </p:spPr>
      </p:pic>
    </p:spTree>
    <p:extLst>
      <p:ext uri="{BB962C8B-B14F-4D97-AF65-F5344CB8AC3E}">
        <p14:creationId xmlns="" xmlns:p14="http://schemas.microsoft.com/office/powerpoint/2010/main" val="298979600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84199DE-2579-9B6D-0014-282C4C5F52E0}"/>
              </a:ext>
            </a:extLst>
          </p:cNvPr>
          <p:cNvSpPr>
            <a:spLocks noGrp="1"/>
          </p:cNvSpPr>
          <p:nvPr>
            <p:ph type="title"/>
          </p:nvPr>
        </p:nvSpPr>
        <p:spPr/>
        <p:txBody>
          <a:bodyPr>
            <a:normAutofit/>
          </a:bodyPr>
          <a:lstStyle/>
          <a:p>
            <a:r>
              <a:rPr lang="en-US" sz="3600" b="1" dirty="0"/>
              <a:t>2. @findby annotation</a:t>
            </a:r>
            <a:endParaRPr lang="en-IN" sz="3600" b="1" dirty="0"/>
          </a:p>
        </p:txBody>
      </p:sp>
      <p:sp>
        <p:nvSpPr>
          <p:cNvPr id="3" name="Content Placeholder 2">
            <a:extLst>
              <a:ext uri="{FF2B5EF4-FFF2-40B4-BE49-F238E27FC236}">
                <a16:creationId xmlns="" xmlns:a16="http://schemas.microsoft.com/office/drawing/2014/main" id="{408A6C44-0449-49EE-C4F4-1A94D433E04C}"/>
              </a:ext>
            </a:extLst>
          </p:cNvPr>
          <p:cNvSpPr>
            <a:spLocks noGrp="1"/>
          </p:cNvSpPr>
          <p:nvPr>
            <p:ph idx="1"/>
          </p:nvPr>
        </p:nvSpPr>
        <p:spPr/>
        <p:txBody>
          <a:bodyPr/>
          <a:lstStyle/>
          <a:p>
            <a:pPr marL="0" indent="0">
              <a:buNone/>
            </a:pPr>
            <a:r>
              <a:rPr lang="en-US" dirty="0"/>
              <a:t>@findby : In this we are creating objects with @findby. We can use these objects in another class by using “</a:t>
            </a:r>
            <a:r>
              <a:rPr lang="en-US" dirty="0" err="1"/>
              <a:t>PageFactory</a:t>
            </a:r>
            <a:r>
              <a:rPr lang="en-US" smtClean="0"/>
              <a:t>” concept.</a:t>
            </a:r>
            <a:endParaRPr lang="en-US" dirty="0"/>
          </a:p>
          <a:p>
            <a:pPr marL="0" indent="0">
              <a:buNone/>
            </a:pPr>
            <a:endParaRPr lang="en-US" dirty="0"/>
          </a:p>
          <a:p>
            <a:pPr marL="0" indent="0">
              <a:buNone/>
            </a:pPr>
            <a:endParaRPr lang="en-IN" dirty="0"/>
          </a:p>
        </p:txBody>
      </p:sp>
      <p:pic>
        <p:nvPicPr>
          <p:cNvPr id="5" name="Picture 4">
            <a:extLst>
              <a:ext uri="{FF2B5EF4-FFF2-40B4-BE49-F238E27FC236}">
                <a16:creationId xmlns="" xmlns:a16="http://schemas.microsoft.com/office/drawing/2014/main" id="{CFD07BF7-DADE-C3EF-9AF3-E7DEAAD7D123}"/>
              </a:ext>
            </a:extLst>
          </p:cNvPr>
          <p:cNvPicPr>
            <a:picLocks noChangeAspect="1"/>
          </p:cNvPicPr>
          <p:nvPr/>
        </p:nvPicPr>
        <p:blipFill>
          <a:blip r:embed="rId2" cstate="print"/>
          <a:stretch>
            <a:fillRect/>
          </a:stretch>
        </p:blipFill>
        <p:spPr>
          <a:xfrm>
            <a:off x="1562100" y="3095626"/>
            <a:ext cx="8705849" cy="3216274"/>
          </a:xfrm>
          <a:prstGeom prst="rect">
            <a:avLst/>
          </a:prstGeom>
        </p:spPr>
      </p:pic>
    </p:spTree>
    <p:extLst>
      <p:ext uri="{BB962C8B-B14F-4D97-AF65-F5344CB8AC3E}">
        <p14:creationId xmlns="" xmlns:p14="http://schemas.microsoft.com/office/powerpoint/2010/main" val="20100721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039C4A5B-C8DB-56C8-AF7B-84C573DF2F00}"/>
              </a:ext>
            </a:extLst>
          </p:cNvPr>
          <p:cNvPicPr>
            <a:picLocks noChangeAspect="1"/>
          </p:cNvPicPr>
          <p:nvPr/>
        </p:nvPicPr>
        <p:blipFill>
          <a:blip r:embed="rId2" cstate="print"/>
          <a:stretch>
            <a:fillRect/>
          </a:stretch>
        </p:blipFill>
        <p:spPr>
          <a:xfrm>
            <a:off x="2238374" y="823265"/>
            <a:ext cx="7258050" cy="2990850"/>
          </a:xfrm>
          <a:prstGeom prst="rect">
            <a:avLst/>
          </a:prstGeom>
        </p:spPr>
      </p:pic>
      <p:pic>
        <p:nvPicPr>
          <p:cNvPr id="5" name="Picture 4">
            <a:extLst>
              <a:ext uri="{FF2B5EF4-FFF2-40B4-BE49-F238E27FC236}">
                <a16:creationId xmlns="" xmlns:a16="http://schemas.microsoft.com/office/drawing/2014/main" id="{CBC1A7FE-C20E-C0F9-6A0C-0984A0805D93}"/>
              </a:ext>
            </a:extLst>
          </p:cNvPr>
          <p:cNvPicPr>
            <a:picLocks noChangeAspect="1"/>
          </p:cNvPicPr>
          <p:nvPr/>
        </p:nvPicPr>
        <p:blipFill>
          <a:blip r:embed="rId3" cstate="print"/>
          <a:stretch>
            <a:fillRect/>
          </a:stretch>
        </p:blipFill>
        <p:spPr>
          <a:xfrm>
            <a:off x="2238374" y="3776662"/>
            <a:ext cx="7343775" cy="1781175"/>
          </a:xfrm>
          <a:prstGeom prst="rect">
            <a:avLst/>
          </a:prstGeom>
        </p:spPr>
      </p:pic>
    </p:spTree>
    <p:extLst>
      <p:ext uri="{BB962C8B-B14F-4D97-AF65-F5344CB8AC3E}">
        <p14:creationId xmlns="" xmlns:p14="http://schemas.microsoft.com/office/powerpoint/2010/main" val="401684927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 xmlns:a16="http://schemas.microsoft.com/office/drawing/2014/main" id="{591AF4AA-383B-CE8D-ACA8-CFA8BD821C60}"/>
              </a:ext>
            </a:extLst>
          </p:cNvPr>
          <p:cNvPicPr>
            <a:picLocks noChangeAspect="1"/>
          </p:cNvPicPr>
          <p:nvPr/>
        </p:nvPicPr>
        <p:blipFill>
          <a:blip r:embed="rId2" cstate="print"/>
          <a:stretch>
            <a:fillRect/>
          </a:stretch>
        </p:blipFill>
        <p:spPr>
          <a:xfrm>
            <a:off x="1143944" y="643467"/>
            <a:ext cx="9904112" cy="5571065"/>
          </a:xfrm>
          <a:prstGeom prst="rect">
            <a:avLst/>
          </a:prstGeom>
          <a:ln>
            <a:noFill/>
          </a:ln>
        </p:spPr>
      </p:pic>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2721311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Description automatically generated">
            <a:extLst>
              <a:ext uri="{FF2B5EF4-FFF2-40B4-BE49-F238E27FC236}">
                <a16:creationId xmlns="" xmlns:a16="http://schemas.microsoft.com/office/drawing/2014/main" id="{86DA6B5A-6EAE-4001-1464-2E0A31C6A730}"/>
              </a:ext>
            </a:extLst>
          </p:cNvPr>
          <p:cNvPicPr>
            <a:picLocks noChangeAspect="1"/>
          </p:cNvPicPr>
          <p:nvPr/>
        </p:nvPicPr>
        <p:blipFill>
          <a:blip r:embed="rId2" cstate="print"/>
          <a:stretch>
            <a:fillRect/>
          </a:stretch>
        </p:blipFill>
        <p:spPr>
          <a:xfrm>
            <a:off x="1143944" y="643467"/>
            <a:ext cx="9904112" cy="5571065"/>
          </a:xfrm>
          <a:prstGeom prst="rect">
            <a:avLst/>
          </a:prstGeom>
          <a:ln>
            <a:noFill/>
          </a:ln>
        </p:spPr>
      </p:pic>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1017084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Freeform 6">
            <a:extLst>
              <a:ext uri="{FF2B5EF4-FFF2-40B4-BE49-F238E27FC236}">
                <a16:creationId xmlns="" xmlns:a16="http://schemas.microsoft.com/office/drawing/2014/main" id="{69D184B2-2226-4E31-BCCB-44433076744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auto">
          <a:xfrm>
            <a:off x="11118533" y="918266"/>
            <a:ext cx="706127"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7">
            <a:extLst>
              <a:ext uri="{FF2B5EF4-FFF2-40B4-BE49-F238E27FC236}">
                <a16:creationId xmlns="" xmlns:a16="http://schemas.microsoft.com/office/drawing/2014/main" id="{1AC4D4E3-486A-464A-8EC8-D4488109726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auto">
          <a:xfrm>
            <a:off x="11117879" y="643467"/>
            <a:ext cx="420307"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Rectangle 12">
            <a:extLst>
              <a:ext uri="{FF2B5EF4-FFF2-40B4-BE49-F238E27FC236}">
                <a16:creationId xmlns="" xmlns:a16="http://schemas.microsoft.com/office/drawing/2014/main" id="{864DE13E-58EB-4475-B79C-0D4FC651239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auto">
          <a:xfrm>
            <a:off x="638387" y="643467"/>
            <a:ext cx="10933503"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 xmlns:a16="http://schemas.microsoft.com/office/drawing/2014/main" id="{08B2E5BC-287F-1090-5C10-5866143DAF21}"/>
              </a:ext>
            </a:extLst>
          </p:cNvPr>
          <p:cNvPicPr>
            <a:picLocks noChangeAspect="1"/>
          </p:cNvPicPr>
          <p:nvPr/>
        </p:nvPicPr>
        <p:blipFill>
          <a:blip r:embed="rId2" cstate="print"/>
          <a:stretch>
            <a:fillRect/>
          </a:stretch>
        </p:blipFill>
        <p:spPr>
          <a:xfrm>
            <a:off x="2116746" y="1286934"/>
            <a:ext cx="7829229" cy="1385887"/>
          </a:xfrm>
          <a:prstGeom prst="rect">
            <a:avLst/>
          </a:prstGeom>
        </p:spPr>
      </p:pic>
      <p:pic>
        <p:nvPicPr>
          <p:cNvPr id="4" name="Picture 3">
            <a:extLst>
              <a:ext uri="{FF2B5EF4-FFF2-40B4-BE49-F238E27FC236}">
                <a16:creationId xmlns="" xmlns:a16="http://schemas.microsoft.com/office/drawing/2014/main" id="{A31B5B8E-7A63-C17D-7CDB-85F5CB383248}"/>
              </a:ext>
            </a:extLst>
          </p:cNvPr>
          <p:cNvPicPr>
            <a:picLocks noChangeAspect="1"/>
          </p:cNvPicPr>
          <p:nvPr/>
        </p:nvPicPr>
        <p:blipFill>
          <a:blip r:embed="rId3" cstate="print"/>
          <a:stretch>
            <a:fillRect/>
          </a:stretch>
        </p:blipFill>
        <p:spPr>
          <a:xfrm>
            <a:off x="2116746" y="3241655"/>
            <a:ext cx="7958510" cy="2151228"/>
          </a:xfrm>
          <a:prstGeom prst="rect">
            <a:avLst/>
          </a:prstGeom>
        </p:spPr>
      </p:pic>
    </p:spTree>
    <p:extLst>
      <p:ext uri="{BB962C8B-B14F-4D97-AF65-F5344CB8AC3E}">
        <p14:creationId xmlns="" xmlns:p14="http://schemas.microsoft.com/office/powerpoint/2010/main" val="3668646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TotalTime>
  <Words>194</Words>
  <Application>Microsoft Office PowerPoint</Application>
  <PresentationFormat>Custom</PresentationFormat>
  <Paragraphs>16</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Slide 1</vt:lpstr>
      <vt:lpstr>PAGE OBJECT MODEL </vt:lpstr>
      <vt:lpstr>Slide 3</vt:lpstr>
      <vt:lpstr>1. By Class</vt:lpstr>
      <vt:lpstr>Slide 5</vt:lpstr>
      <vt:lpstr>2. @findby annotation</vt:lpstr>
      <vt:lpstr>Slide 7</vt:lpstr>
      <vt:lpstr>Slide 8</vt:lpstr>
      <vt:lpstr>Slide 9</vt:lpstr>
      <vt:lpstr>Slide 10</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Manas Tuwani</dc:creator>
  <cp:lastModifiedBy>Manas Tuwani</cp:lastModifiedBy>
  <cp:revision>3</cp:revision>
  <dcterms:created xsi:type="dcterms:W3CDTF">2022-06-14T17:50:11Z</dcterms:created>
  <dcterms:modified xsi:type="dcterms:W3CDTF">2025-10-31T02:24:06Z</dcterms:modified>
</cp:coreProperties>
</file>