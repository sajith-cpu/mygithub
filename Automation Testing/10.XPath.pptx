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74" r:id="rId2"/>
    <p:sldId id="260" r:id="rId3"/>
    <p:sldId id="261" r:id="rId4"/>
    <p:sldId id="262" r:id="rId5"/>
    <p:sldId id="264" r:id="rId6"/>
    <p:sldId id="263" r:id="rId7"/>
    <p:sldId id="267" r:id="rId8"/>
    <p:sldId id="268" r:id="rId9"/>
    <p:sldId id="266" r:id="rId10"/>
    <p:sldId id="276" r:id="rId11"/>
    <p:sldId id="259" r:id="rId12"/>
    <p:sldId id="275" r:id="rId13"/>
    <p:sldId id="270" r:id="rId14"/>
    <p:sldId id="271" r:id="rId15"/>
    <p:sldId id="272" r:id="rId16"/>
    <p:sldId id="277" r:id="rId17"/>
  </p:sldIdLst>
  <p:sldSz cx="9144000" cy="5143500" type="screen16x9"/>
  <p:notesSz cx="7019925" cy="9305925"/>
  <p:embeddedFontLst>
    <p:embeddedFont>
      <p:font typeface="Baskerville Old Face" pitchFamily="18" charset="0"/>
      <p:regular r:id="rId19"/>
    </p:embeddedFont>
    <p:embeddedFont>
      <p:font typeface="Fira Sans" charset="0"/>
      <p:regular r:id="rId20"/>
      <p:bold r:id="rId21"/>
      <p:italic r:id="rId22"/>
      <p:boldItalic r:id="rId23"/>
    </p:embeddedFont>
    <p:embeddedFont>
      <p:font typeface="Helvetica Neue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pos="4920">
          <p15:clr>
            <a:srgbClr val="9AA0A6"/>
          </p15:clr>
        </p15:guide>
        <p15:guide id="2" orient="horz" pos="595">
          <p15:clr>
            <a:srgbClr val="9AA0A6"/>
          </p15:clr>
        </p15:guide>
        <p15:guide id="3" orient="horz" pos="2495">
          <p15:clr>
            <a:srgbClr val="9AA0A6"/>
          </p15:clr>
        </p15:guide>
        <p15:guide id="4" orient="horz" pos="1623">
          <p15:clr>
            <a:srgbClr val="9AA0A6"/>
          </p15:clr>
        </p15:guide>
        <p15:guide id="5" orient="horz" pos="792">
          <p15:clr>
            <a:srgbClr val="9AA0A6"/>
          </p15:clr>
        </p15:guide>
        <p15:guide id="6" pos="388">
          <p15:clr>
            <a:srgbClr val="9AA0A6"/>
          </p15:clr>
        </p15:guide>
        <p15:guide id="7" pos="3240">
          <p15:clr>
            <a:srgbClr val="9AA0A6"/>
          </p15:clr>
        </p15:guide>
        <p15:guide id="8" pos="648">
          <p15:clr>
            <a:srgbClr val="9AA0A6"/>
          </p15:clr>
        </p15:guide>
        <p15:guide id="9" orient="horz" pos="720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FHP++pb+6bBzwpAlUVYs3U1Tu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D6572E-B6DD-44FC-BB8F-9845117642BA}" v="1" dt="2024-07-31T01:27:14.289"/>
  </p1510:revLst>
</p1510:revInfo>
</file>

<file path=ppt/tableStyles.xml><?xml version="1.0" encoding="utf-8"?>
<a:tblStyleLst xmlns:a="http://schemas.openxmlformats.org/drawingml/2006/main" def="{D99E39AB-BF7C-4983-8E33-9161A9736C17}">
  <a:tblStyle styleId="{D99E39AB-BF7C-4983-8E33-9161A9736C1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39" autoAdjust="0"/>
  </p:normalViewPr>
  <p:slideViewPr>
    <p:cSldViewPr snapToGrid="0">
      <p:cViewPr varScale="1">
        <p:scale>
          <a:sx n="103" d="100"/>
          <a:sy n="103" d="100"/>
        </p:scale>
        <p:origin x="-850" y="-72"/>
      </p:cViewPr>
      <p:guideLst>
        <p:guide orient="horz" pos="595"/>
        <p:guide orient="horz" pos="2495"/>
        <p:guide orient="horz" pos="1623"/>
        <p:guide orient="horz" pos="792"/>
        <p:guide orient="horz" pos="720"/>
        <p:guide pos="4920"/>
        <p:guide pos="388"/>
        <p:guide pos="3240"/>
        <p:guide pos="6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 Tuwani" userId="5d421215-a11f-4a6e-90ca-e8ac2213fab6" providerId="ADAL" clId="{6AB01424-CB5B-4E6A-AE89-0A4EB79D9487}"/>
    <pc:docChg chg="modSld">
      <pc:chgData name="Manas Tuwani" userId="5d421215-a11f-4a6e-90ca-e8ac2213fab6" providerId="ADAL" clId="{6AB01424-CB5B-4E6A-AE89-0A4EB79D9487}" dt="2024-01-08T14:56:46.779" v="12"/>
      <pc:docMkLst>
        <pc:docMk/>
      </pc:docMkLst>
      <pc:sldChg chg="modSp mod">
        <pc:chgData name="Manas Tuwani" userId="5d421215-a11f-4a6e-90ca-e8ac2213fab6" providerId="ADAL" clId="{6AB01424-CB5B-4E6A-AE89-0A4EB79D9487}" dt="2024-01-08T14:56:31.682" v="10" actId="20577"/>
        <pc:sldMkLst>
          <pc:docMk/>
          <pc:sldMk cId="0" sldId="259"/>
        </pc:sldMkLst>
        <pc:graphicFrameChg chg="modGraphic">
          <ac:chgData name="Manas Tuwani" userId="5d421215-a11f-4a6e-90ca-e8ac2213fab6" providerId="ADAL" clId="{6AB01424-CB5B-4E6A-AE89-0A4EB79D9487}" dt="2024-01-08T14:56:31.682" v="10" actId="20577"/>
          <ac:graphicFrameMkLst>
            <pc:docMk/>
            <pc:sldMk cId="0" sldId="259"/>
            <ac:graphicFrameMk id="87" creationId="{00000000-0000-0000-0000-000000000000}"/>
          </ac:graphicFrameMkLst>
        </pc:graphicFrameChg>
      </pc:sldChg>
      <pc:sldChg chg="modSp mod">
        <pc:chgData name="Manas Tuwani" userId="5d421215-a11f-4a6e-90ca-e8ac2213fab6" providerId="ADAL" clId="{6AB01424-CB5B-4E6A-AE89-0A4EB79D9487}" dt="2024-01-08T14:56:46.779" v="12"/>
        <pc:sldMkLst>
          <pc:docMk/>
          <pc:sldMk cId="3540198796" sldId="262"/>
        </pc:sldMkLst>
        <pc:spChg chg="mod">
          <ac:chgData name="Manas Tuwani" userId="5d421215-a11f-4a6e-90ca-e8ac2213fab6" providerId="ADAL" clId="{6AB01424-CB5B-4E6A-AE89-0A4EB79D9487}" dt="2024-01-08T14:56:46.779" v="12"/>
          <ac:spMkLst>
            <pc:docMk/>
            <pc:sldMk cId="3540198796" sldId="262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63048026-D2C8-4D0F-8837-374D2733C153}"/>
    <pc:docChg chg="modSld">
      <pc:chgData name="Manas Tuwani" userId="5d421215-a11f-4a6e-90ca-e8ac2213fab6" providerId="ADAL" clId="{63048026-D2C8-4D0F-8837-374D2733C153}" dt="2024-05-07T14:46:13.956" v="29" actId="20577"/>
      <pc:docMkLst>
        <pc:docMk/>
      </pc:docMkLst>
      <pc:sldChg chg="modSp mod">
        <pc:chgData name="Manas Tuwani" userId="5d421215-a11f-4a6e-90ca-e8ac2213fab6" providerId="ADAL" clId="{63048026-D2C8-4D0F-8837-374D2733C153}" dt="2024-05-03T14:56:47.693" v="27" actId="20577"/>
        <pc:sldMkLst>
          <pc:docMk/>
          <pc:sldMk cId="4276599732" sldId="260"/>
        </pc:sldMkLst>
        <pc:spChg chg="mod">
          <ac:chgData name="Manas Tuwani" userId="5d421215-a11f-4a6e-90ca-e8ac2213fab6" providerId="ADAL" clId="{63048026-D2C8-4D0F-8837-374D2733C153}" dt="2024-05-03T14:56:47.693" v="27" actId="20577"/>
          <ac:spMkLst>
            <pc:docMk/>
            <pc:sldMk cId="4276599732" sldId="260"/>
            <ac:spMk id="3" creationId="{00000000-0000-0000-0000-000000000000}"/>
          </ac:spMkLst>
        </pc:spChg>
      </pc:sldChg>
      <pc:sldChg chg="modSp mod">
        <pc:chgData name="Manas Tuwani" userId="5d421215-a11f-4a6e-90ca-e8ac2213fab6" providerId="ADAL" clId="{63048026-D2C8-4D0F-8837-374D2733C153}" dt="2024-05-07T14:46:13.956" v="29" actId="20577"/>
        <pc:sldMkLst>
          <pc:docMk/>
          <pc:sldMk cId="813591829" sldId="272"/>
        </pc:sldMkLst>
        <pc:spChg chg="mod">
          <ac:chgData name="Manas Tuwani" userId="5d421215-a11f-4a6e-90ca-e8ac2213fab6" providerId="ADAL" clId="{63048026-D2C8-4D0F-8837-374D2733C153}" dt="2024-05-07T14:46:13.956" v="29" actId="20577"/>
          <ac:spMkLst>
            <pc:docMk/>
            <pc:sldMk cId="813591829" sldId="272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939C414D-3319-4FE0-BE6C-081925E872B1}"/>
    <pc:docChg chg="modSld">
      <pc:chgData name="Manas Tuwani" userId="5d421215-a11f-4a6e-90ca-e8ac2213fab6" providerId="ADAL" clId="{939C414D-3319-4FE0-BE6C-081925E872B1}" dt="2024-02-16T16:23:12.151" v="12" actId="20577"/>
      <pc:docMkLst>
        <pc:docMk/>
      </pc:docMkLst>
      <pc:sldChg chg="modSp mod">
        <pc:chgData name="Manas Tuwani" userId="5d421215-a11f-4a6e-90ca-e8ac2213fab6" providerId="ADAL" clId="{939C414D-3319-4FE0-BE6C-081925E872B1}" dt="2024-02-16T16:23:12.151" v="12" actId="20577"/>
        <pc:sldMkLst>
          <pc:docMk/>
          <pc:sldMk cId="1333674740" sldId="275"/>
        </pc:sldMkLst>
        <pc:spChg chg="mod">
          <ac:chgData name="Manas Tuwani" userId="5d421215-a11f-4a6e-90ca-e8ac2213fab6" providerId="ADAL" clId="{939C414D-3319-4FE0-BE6C-081925E872B1}" dt="2024-02-16T16:23:12.151" v="12" actId="20577"/>
          <ac:spMkLst>
            <pc:docMk/>
            <pc:sldMk cId="1333674740" sldId="275"/>
            <ac:spMk id="3" creationId="{5F502361-C655-19AF-2788-7734E0A50341}"/>
          </ac:spMkLst>
        </pc:spChg>
      </pc:sldChg>
    </pc:docChg>
  </pc:docChgLst>
  <pc:docChgLst>
    <pc:chgData name="Manas Tuwani" userId="5d421215-a11f-4a6e-90ca-e8ac2213fab6" providerId="ADAL" clId="{32DAABAD-9028-4AB7-9BFE-D7C9E0ACCB22}"/>
    <pc:docChg chg="custSel modSld">
      <pc:chgData name="Manas Tuwani" userId="5d421215-a11f-4a6e-90ca-e8ac2213fab6" providerId="ADAL" clId="{32DAABAD-9028-4AB7-9BFE-D7C9E0ACCB22}" dt="2022-12-04T05:10:13.499" v="5" actId="313"/>
      <pc:docMkLst>
        <pc:docMk/>
      </pc:docMkLst>
      <pc:sldChg chg="modSp mod">
        <pc:chgData name="Manas Tuwani" userId="5d421215-a11f-4a6e-90ca-e8ac2213fab6" providerId="ADAL" clId="{32DAABAD-9028-4AB7-9BFE-D7C9E0ACCB22}" dt="2022-12-04T05:10:13.499" v="5" actId="313"/>
        <pc:sldMkLst>
          <pc:docMk/>
          <pc:sldMk cId="0" sldId="259"/>
        </pc:sldMkLst>
        <pc:graphicFrameChg chg="modGraphic">
          <ac:chgData name="Manas Tuwani" userId="5d421215-a11f-4a6e-90ca-e8ac2213fab6" providerId="ADAL" clId="{32DAABAD-9028-4AB7-9BFE-D7C9E0ACCB22}" dt="2022-12-04T05:10:13.499" v="5" actId="313"/>
          <ac:graphicFrameMkLst>
            <pc:docMk/>
            <pc:sldMk cId="0" sldId="259"/>
            <ac:graphicFrameMk id="87" creationId="{00000000-0000-0000-0000-000000000000}"/>
          </ac:graphicFrameMkLst>
        </pc:graphicFrameChg>
      </pc:sldChg>
    </pc:docChg>
  </pc:docChgLst>
  <pc:docChgLst>
    <pc:chgData name="Manas Tuwani" userId="5d421215-a11f-4a6e-90ca-e8ac2213fab6" providerId="ADAL" clId="{40B184F3-04F5-4A07-A975-9020F950E4B0}"/>
    <pc:docChg chg="custSel modSld">
      <pc:chgData name="Manas Tuwani" userId="5d421215-a11f-4a6e-90ca-e8ac2213fab6" providerId="ADAL" clId="{40B184F3-04F5-4A07-A975-9020F950E4B0}" dt="2022-12-30T02:50:01.038" v="13" actId="313"/>
      <pc:docMkLst>
        <pc:docMk/>
      </pc:docMkLst>
      <pc:sldChg chg="modSp mod">
        <pc:chgData name="Manas Tuwani" userId="5d421215-a11f-4a6e-90ca-e8ac2213fab6" providerId="ADAL" clId="{40B184F3-04F5-4A07-A975-9020F950E4B0}" dt="2022-12-30T02:50:01.038" v="13" actId="313"/>
        <pc:sldMkLst>
          <pc:docMk/>
          <pc:sldMk cId="3195038317" sldId="270"/>
        </pc:sldMkLst>
        <pc:spChg chg="mod">
          <ac:chgData name="Manas Tuwani" userId="5d421215-a11f-4a6e-90ca-e8ac2213fab6" providerId="ADAL" clId="{40B184F3-04F5-4A07-A975-9020F950E4B0}" dt="2022-12-30T02:50:01.038" v="13" actId="313"/>
          <ac:spMkLst>
            <pc:docMk/>
            <pc:sldMk cId="3195038317" sldId="270"/>
            <ac:spMk id="3" creationId="{00000000-0000-0000-0000-000000000000}"/>
          </ac:spMkLst>
        </pc:spChg>
      </pc:sldChg>
    </pc:docChg>
  </pc:docChgLst>
  <pc:docChgLst>
    <pc:chgData name="Manas Tuwani" userId="5d421215-a11f-4a6e-90ca-e8ac2213fab6" providerId="ADAL" clId="{922E351A-A942-4318-A8EC-98397389586F}"/>
    <pc:docChg chg="undo custSel addSld delSld modSld">
      <pc:chgData name="Manas Tuwani" userId="5d421215-a11f-4a6e-90ca-e8ac2213fab6" providerId="ADAL" clId="{922E351A-A942-4318-A8EC-98397389586F}" dt="2022-08-17T13:30:20.568" v="112" actId="47"/>
      <pc:docMkLst>
        <pc:docMk/>
      </pc:docMkLst>
      <pc:sldChg chg="addSp delSp del mod">
        <pc:chgData name="Manas Tuwani" userId="5d421215-a11f-4a6e-90ca-e8ac2213fab6" providerId="ADAL" clId="{922E351A-A942-4318-A8EC-98397389586F}" dt="2022-08-17T13:22:16.671" v="3" actId="47"/>
        <pc:sldMkLst>
          <pc:docMk/>
          <pc:sldMk cId="0" sldId="256"/>
        </pc:sldMkLst>
        <pc:spChg chg="add del">
          <ac:chgData name="Manas Tuwani" userId="5d421215-a11f-4a6e-90ca-e8ac2213fab6" providerId="ADAL" clId="{922E351A-A942-4318-A8EC-98397389586F}" dt="2022-08-17T13:21:56.356" v="1" actId="478"/>
          <ac:spMkLst>
            <pc:docMk/>
            <pc:sldMk cId="0" sldId="256"/>
            <ac:spMk id="53" creationId="{00000000-0000-0000-0000-000000000000}"/>
          </ac:spMkLst>
        </pc:spChg>
      </pc:sldChg>
      <pc:sldChg chg="modSp mod">
        <pc:chgData name="Manas Tuwani" userId="5d421215-a11f-4a6e-90ca-e8ac2213fab6" providerId="ADAL" clId="{922E351A-A942-4318-A8EC-98397389586F}" dt="2022-08-17T13:30:07.518" v="111" actId="20577"/>
        <pc:sldMkLst>
          <pc:docMk/>
          <pc:sldMk cId="4276599732" sldId="260"/>
        </pc:sldMkLst>
        <pc:spChg chg="mod">
          <ac:chgData name="Manas Tuwani" userId="5d421215-a11f-4a6e-90ca-e8ac2213fab6" providerId="ADAL" clId="{922E351A-A942-4318-A8EC-98397389586F}" dt="2022-08-17T13:30:07.518" v="111" actId="20577"/>
          <ac:spMkLst>
            <pc:docMk/>
            <pc:sldMk cId="4276599732" sldId="260"/>
            <ac:spMk id="3" creationId="{00000000-0000-0000-0000-000000000000}"/>
          </ac:spMkLst>
        </pc:spChg>
      </pc:sldChg>
      <pc:sldChg chg="del">
        <pc:chgData name="Manas Tuwani" userId="5d421215-a11f-4a6e-90ca-e8ac2213fab6" providerId="ADAL" clId="{922E351A-A942-4318-A8EC-98397389586F}" dt="2022-08-17T13:30:20.568" v="112" actId="47"/>
        <pc:sldMkLst>
          <pc:docMk/>
          <pc:sldMk cId="1210087951" sldId="273"/>
        </pc:sldMkLst>
      </pc:sldChg>
      <pc:sldChg chg="add">
        <pc:chgData name="Manas Tuwani" userId="5d421215-a11f-4a6e-90ca-e8ac2213fab6" providerId="ADAL" clId="{922E351A-A942-4318-A8EC-98397389586F}" dt="2022-08-17T13:22:13.212" v="2"/>
        <pc:sldMkLst>
          <pc:docMk/>
          <pc:sldMk cId="2356061780" sldId="274"/>
        </pc:sldMkLst>
      </pc:sldChg>
      <pc:sldChg chg="addSp delSp modSp new mod">
        <pc:chgData name="Manas Tuwani" userId="5d421215-a11f-4a6e-90ca-e8ac2213fab6" providerId="ADAL" clId="{922E351A-A942-4318-A8EC-98397389586F}" dt="2022-08-17T13:29:22.769" v="78" actId="115"/>
        <pc:sldMkLst>
          <pc:docMk/>
          <pc:sldMk cId="1333674740" sldId="275"/>
        </pc:sldMkLst>
        <pc:spChg chg="del mod">
          <ac:chgData name="Manas Tuwani" userId="5d421215-a11f-4a6e-90ca-e8ac2213fab6" providerId="ADAL" clId="{922E351A-A942-4318-A8EC-98397389586F}" dt="2022-08-17T13:28:21.156" v="70" actId="478"/>
          <ac:spMkLst>
            <pc:docMk/>
            <pc:sldMk cId="1333674740" sldId="275"/>
            <ac:spMk id="2" creationId="{7D79E755-2D1D-37EE-7C48-E429A952DC69}"/>
          </ac:spMkLst>
        </pc:spChg>
        <pc:spChg chg="mod">
          <ac:chgData name="Manas Tuwani" userId="5d421215-a11f-4a6e-90ca-e8ac2213fab6" providerId="ADAL" clId="{922E351A-A942-4318-A8EC-98397389586F}" dt="2022-08-17T13:29:22.769" v="78" actId="115"/>
          <ac:spMkLst>
            <pc:docMk/>
            <pc:sldMk cId="1333674740" sldId="275"/>
            <ac:spMk id="3" creationId="{5F502361-C655-19AF-2788-7734E0A50341}"/>
          </ac:spMkLst>
        </pc:spChg>
        <pc:graphicFrameChg chg="add del mod modGraphic">
          <ac:chgData name="Manas Tuwani" userId="5d421215-a11f-4a6e-90ca-e8ac2213fab6" providerId="ADAL" clId="{922E351A-A942-4318-A8EC-98397389586F}" dt="2022-08-17T13:26:52.668" v="14"/>
          <ac:graphicFrameMkLst>
            <pc:docMk/>
            <pc:sldMk cId="1333674740" sldId="275"/>
            <ac:graphicFrameMk id="4" creationId="{2D7DE2F5-6912-0471-8337-7D3B5828A47F}"/>
          </ac:graphicFrameMkLst>
        </pc:graphicFrameChg>
      </pc:sldChg>
      <pc:sldMasterChg chg="delSldLayout">
        <pc:chgData name="Manas Tuwani" userId="5d421215-a11f-4a6e-90ca-e8ac2213fab6" providerId="ADAL" clId="{922E351A-A942-4318-A8EC-98397389586F}" dt="2022-08-17T13:30:20.568" v="112" actId="47"/>
        <pc:sldMasterMkLst>
          <pc:docMk/>
          <pc:sldMasterMk cId="0" sldId="2147483648"/>
        </pc:sldMasterMkLst>
        <pc:sldLayoutChg chg="del">
          <pc:chgData name="Manas Tuwani" userId="5d421215-a11f-4a6e-90ca-e8ac2213fab6" providerId="ADAL" clId="{922E351A-A942-4318-A8EC-98397389586F}" dt="2022-08-17T13:30:20.568" v="112" actId="47"/>
          <pc:sldLayoutMkLst>
            <pc:docMk/>
            <pc:sldMasterMk cId="0" sldId="2147483648"/>
            <pc:sldLayoutMk cId="0" sldId="2147483657"/>
          </pc:sldLayoutMkLst>
        </pc:sldLayoutChg>
      </pc:sldMasterChg>
    </pc:docChg>
  </pc:docChgLst>
  <pc:docChgLst>
    <pc:chgData name="Manas Tuwani" userId="5d421215-a11f-4a6e-90ca-e8ac2213fab6" providerId="ADAL" clId="{F0D6572E-B6DD-44FC-BB8F-9845117642BA}"/>
    <pc:docChg chg="custSel addSld modSld">
      <pc:chgData name="Manas Tuwani" userId="5d421215-a11f-4a6e-90ca-e8ac2213fab6" providerId="ADAL" clId="{F0D6572E-B6DD-44FC-BB8F-9845117642BA}" dt="2024-07-28T11:27:13.545" v="26" actId="1076"/>
      <pc:docMkLst>
        <pc:docMk/>
      </pc:docMkLst>
      <pc:sldChg chg="addSp modSp new mod">
        <pc:chgData name="Manas Tuwani" userId="5d421215-a11f-4a6e-90ca-e8ac2213fab6" providerId="ADAL" clId="{F0D6572E-B6DD-44FC-BB8F-9845117642BA}" dt="2024-07-28T11:27:13.545" v="26" actId="1076"/>
        <pc:sldMkLst>
          <pc:docMk/>
          <pc:sldMk cId="3013980711" sldId="276"/>
        </pc:sldMkLst>
        <pc:spChg chg="mod">
          <ac:chgData name="Manas Tuwani" userId="5d421215-a11f-4a6e-90ca-e8ac2213fab6" providerId="ADAL" clId="{F0D6572E-B6DD-44FC-BB8F-9845117642BA}" dt="2024-07-28T11:26:43.699" v="24" actId="113"/>
          <ac:spMkLst>
            <pc:docMk/>
            <pc:sldMk cId="3013980711" sldId="276"/>
            <ac:spMk id="2" creationId="{4C1AAFC3-8AE9-9C7D-CE3A-7824FEECED52}"/>
          </ac:spMkLst>
        </pc:spChg>
        <pc:spChg chg="mod">
          <ac:chgData name="Manas Tuwani" userId="5d421215-a11f-4a6e-90ca-e8ac2213fab6" providerId="ADAL" clId="{F0D6572E-B6DD-44FC-BB8F-9845117642BA}" dt="2024-07-28T11:26:15.162" v="1" actId="5793"/>
          <ac:spMkLst>
            <pc:docMk/>
            <pc:sldMk cId="3013980711" sldId="276"/>
            <ac:spMk id="3" creationId="{F547D311-E34E-FDFB-F96B-D6D13A4C3FE7}"/>
          </ac:spMkLst>
        </pc:spChg>
        <pc:picChg chg="add mod">
          <ac:chgData name="Manas Tuwani" userId="5d421215-a11f-4a6e-90ca-e8ac2213fab6" providerId="ADAL" clId="{F0D6572E-B6DD-44FC-BB8F-9845117642BA}" dt="2024-07-28T11:27:13.545" v="26" actId="1076"/>
          <ac:picMkLst>
            <pc:docMk/>
            <pc:sldMk cId="3013980711" sldId="276"/>
            <ac:picMk id="5" creationId="{170062B3-EECD-A377-4C46-0F1DAFAB728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41650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6687" y="0"/>
            <a:ext cx="3041650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7987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25450" y="4419600"/>
            <a:ext cx="6186487" cy="418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9200"/>
            <a:ext cx="3041650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6687" y="8839200"/>
            <a:ext cx="3041650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Helvetica Neue"/>
              <a:buNone/>
            </a:pPr>
            <a:fld id="{00000000-1234-1234-1234-123412341234}" type="slidenum">
              <a:rPr lang="en-IN" sz="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"/>
                <a:buFont typeface="Helvetica Neue"/>
                <a:buNone/>
              </a:pPr>
              <a:t>‹#›</a:t>
            </a:fld>
            <a:endParaRPr sz="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339131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"/>
              <a:buFont typeface="Helvetica Neue"/>
              <a:buNone/>
            </a:pPr>
            <a:fld id="{00000000-1234-1234-1234-123412341234}" type="slidenum">
              <a:rPr lang="en-IN" sz="800" b="0" i="0" u="none" strike="noStrike" cap="none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"/>
                <a:buFont typeface="Helvetica Neue"/>
                <a:buNone/>
              </a:pPr>
              <a:t>1</a:t>
            </a:fld>
            <a:endParaRPr lang="en-IN" sz="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4754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425450" y="4419600"/>
            <a:ext cx="6186487" cy="4187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27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3950" cy="3489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63689" y="357505"/>
            <a:ext cx="5508611" cy="351039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01670" y="3705877"/>
            <a:ext cx="3996444" cy="877163"/>
          </a:xfrm>
          <a:prstGeom prst="rect">
            <a:avLst/>
          </a:prstGeom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IN" sz="27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Automation Testing</a:t>
            </a:r>
          </a:p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Baskerville Old Face" panose="02020602080505020303" pitchFamily="18" charset="0"/>
              </a:rPr>
              <a:t>          </a:t>
            </a:r>
            <a:r>
              <a:rPr lang="en-IN" sz="195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By- Manas </a:t>
            </a:r>
          </a:p>
        </p:txBody>
      </p:sp>
    </p:spTree>
    <p:extLst>
      <p:ext uri="{BB962C8B-B14F-4D97-AF65-F5344CB8AC3E}">
        <p14:creationId xmlns:p14="http://schemas.microsoft.com/office/powerpoint/2010/main" xmlns="" val="2356061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What is </a:t>
            </a:r>
            <a:r>
              <a:rPr lang="en-IN" b="1" u="sng" dirty="0" err="1"/>
              <a:t>XPath</a:t>
            </a:r>
            <a:r>
              <a:rPr lang="en-IN" b="1" u="sng" dirty="0"/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is defined as XML Path</a:t>
            </a:r>
          </a:p>
          <a:p>
            <a:pPr marL="114300" indent="0">
              <a:buNone/>
              <a:tabLst>
                <a:tab pos="3319463" algn="l"/>
              </a:tabLst>
            </a:pP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 is unique locator of the element in application</a:t>
            </a:r>
          </a:p>
          <a:p>
            <a:pPr marL="114300" indent="0">
              <a:buNone/>
            </a:pP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Xpath is a syntax or language for finding any element on the web page using XML path expression</a:t>
            </a:r>
          </a:p>
          <a:p>
            <a:pPr marL="114300" indent="0">
              <a:buNone/>
            </a:pP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Xpath is used to  find out the location of element on a webpage using HTML DOM Structure/HTML Tree Structure.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7659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Types of </a:t>
            </a:r>
            <a:r>
              <a:rPr lang="en-IN" b="1" u="sng" dirty="0" err="1"/>
              <a:t>XPath</a:t>
            </a:r>
            <a:endParaRPr lang="en-IN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There are two types of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 marL="114300" indent="0">
              <a:buNone/>
            </a:pP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AutoNum type="arabicPeriod"/>
            </a:pP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Absolute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AutoNum type="arabicPeriod"/>
            </a:pP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buAutoNum type="arabicPeriod"/>
            </a:pPr>
            <a:r>
              <a:rPr lang="en-IN" sz="1600" dirty="0">
                <a:solidFill>
                  <a:schemeClr val="bg2">
                    <a:lumMod val="50000"/>
                  </a:schemeClr>
                </a:solidFill>
              </a:rPr>
              <a:t>Relative </a:t>
            </a:r>
            <a:r>
              <a:rPr lang="en-IN" sz="1600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endParaRPr lang="en-IN" sz="1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1175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chemeClr val="bg2">
                    <a:lumMod val="50000"/>
                  </a:schemeClr>
                </a:solidFill>
              </a:rPr>
              <a:t>Absolute </a:t>
            </a:r>
            <a:r>
              <a:rPr lang="en-IN" b="1" u="sng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r>
              <a:rPr lang="en-IN" b="1" dirty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IN" b="1" dirty="0">
                <a:solidFill>
                  <a:schemeClr val="bg2">
                    <a:lumMod val="50000"/>
                  </a:schemeClr>
                </a:solidFill>
              </a:rPr>
            </a:br>
            <a:endParaRPr lang="en-IN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65" y="1579858"/>
            <a:ext cx="8520600" cy="2952386"/>
          </a:xfrm>
        </p:spPr>
        <p:txBody>
          <a:bodyPr/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Identify the exact location of the element in HTML page from html tag to till the element</a:t>
            </a:r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.</a:t>
            </a:r>
          </a:p>
          <a:p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Full path from the root (html) to the element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It begins with forward slash (/), which means you can select the element from the root node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Below is the example of Absolute Xpath expression of the element.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Ex. /html/body/div[1]/div[2]/div[1]/div/div/div/div[2]/div/div[1]/form/div[1]/</a:t>
            </a:r>
            <a:r>
              <a:rPr lang="en-IN" sz="1800" dirty="0">
                <a:solidFill>
                  <a:schemeClr val="bg2">
                    <a:lumMod val="50000"/>
                  </a:schemeClr>
                </a:solidFill>
              </a:rPr>
              <a:t>input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019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985" y="0"/>
            <a:ext cx="8762717" cy="596349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/>
              <a:t>Absolute </a:t>
            </a:r>
            <a:r>
              <a:rPr lang="en-IN" sz="2000" b="1" dirty="0" err="1"/>
              <a:t>XPath</a:t>
            </a:r>
            <a:r>
              <a:rPr lang="en-IN" sz="2000" b="1" dirty="0"/>
              <a:t>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528028"/>
            <a:ext cx="9144000" cy="46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29723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>
                <a:solidFill>
                  <a:schemeClr val="bg2">
                    <a:lumMod val="50000"/>
                  </a:schemeClr>
                </a:solidFill>
              </a:rPr>
              <a:t>Relative </a:t>
            </a:r>
            <a:r>
              <a:rPr lang="en-IN" b="1" u="sng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r>
              <a:rPr lang="en-IN" u="sng" dirty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n-IN" u="sng" dirty="0">
                <a:solidFill>
                  <a:schemeClr val="bg2">
                    <a:lumMod val="50000"/>
                  </a:schemeClr>
                </a:solidFill>
              </a:rPr>
            </a:br>
            <a:endParaRPr lang="en-IN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Relative </a:t>
            </a:r>
            <a:r>
              <a:rPr lang="en-IN" dirty="0" err="1">
                <a:solidFill>
                  <a:schemeClr val="bg2">
                    <a:lumMod val="50000"/>
                  </a:schemeClr>
                </a:solidFill>
              </a:rPr>
              <a:t>XPath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find out the element based on the unique locators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For Relative Xpath path starts from the </a:t>
            </a:r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 anywhere in the 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HTML DOM </a:t>
            </a:r>
            <a:r>
              <a:rPr lang="en-IN" dirty="0" smtClean="0">
                <a:solidFill>
                  <a:schemeClr val="bg2">
                    <a:lumMod val="50000"/>
                  </a:schemeClr>
                </a:solidFill>
              </a:rPr>
              <a:t>Structure (not root).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It start with double forward slash (//) which means it can search the element anywhere at the webpage.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Below is the example of Relative Xpath expression of the element.</a:t>
            </a:r>
          </a:p>
          <a:p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 Syntax: //Tagname[@locator=‘value’]</a:t>
            </a:r>
          </a:p>
          <a:p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 Ex: //input[@name=‘username’]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5505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4950" y="0"/>
            <a:ext cx="7345016" cy="5113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2294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7017" y="0"/>
            <a:ext cx="8160026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75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rmAutofit/>
          </a:bodyPr>
          <a:lstStyle/>
          <a:p>
            <a:r>
              <a:rPr lang="en-IN" sz="1800" b="1" dirty="0"/>
              <a:t>Relative Xpath: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02535"/>
            <a:ext cx="9144000" cy="471114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0" y="3399182"/>
            <a:ext cx="1679713" cy="278295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5565913" y="3399182"/>
            <a:ext cx="556591" cy="27829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0685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AAFC3-8AE9-9C7D-CE3A-7824FEEC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Xpath </a:t>
            </a:r>
            <a:r>
              <a:rPr lang="en-US" b="1" dirty="0" smtClean="0"/>
              <a:t>Indexing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47D311-E34E-FDFB-F96B-D6D13A4C3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70062B3-EECD-A377-4C46-0F1DAFAB7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17725"/>
            <a:ext cx="7574670" cy="39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3980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311700" y="56429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IN" b="1" dirty="0">
                <a:latin typeface="Fira Sans"/>
                <a:ea typeface="Fira Sans"/>
                <a:cs typeface="Fira Sans"/>
                <a:sym typeface="Fira Sans"/>
              </a:rPr>
              <a:t>Difference Between Absolute </a:t>
            </a:r>
            <a:r>
              <a:rPr lang="en-IN" b="1" dirty="0" err="1">
                <a:latin typeface="Fira Sans"/>
                <a:ea typeface="Fira Sans"/>
                <a:cs typeface="Fira Sans"/>
                <a:sym typeface="Fira Sans"/>
              </a:rPr>
              <a:t>XPath</a:t>
            </a:r>
            <a:r>
              <a:rPr lang="en-IN" b="1" dirty="0">
                <a:latin typeface="Fira Sans"/>
                <a:ea typeface="Fira Sans"/>
                <a:cs typeface="Fira Sans"/>
                <a:sym typeface="Fira Sans"/>
              </a:rPr>
              <a:t> and Relative </a:t>
            </a:r>
            <a:r>
              <a:rPr lang="en-IN" b="1" dirty="0" err="1">
                <a:latin typeface="Fira Sans"/>
                <a:ea typeface="Fira Sans"/>
                <a:cs typeface="Fira Sans"/>
                <a:sym typeface="Fira Sans"/>
              </a:rPr>
              <a:t>XPath</a:t>
            </a:r>
            <a:endParaRPr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IN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000"/>
                <a:buNone/>
              </a:pPr>
              <a:t>11</a:t>
            </a:fld>
            <a:endParaRPr/>
          </a:p>
        </p:txBody>
      </p:sp>
      <p:graphicFrame>
        <p:nvGraphicFramePr>
          <p:cNvPr id="87" name="Google Shape;87;p4"/>
          <p:cNvGraphicFramePr/>
          <p:nvPr>
            <p:extLst>
              <p:ext uri="{D42A27DB-BD31-4B8C-83A1-F6EECF244321}">
                <p14:modId xmlns:p14="http://schemas.microsoft.com/office/powerpoint/2010/main" xmlns="" val="1449050174"/>
              </p:ext>
            </p:extLst>
          </p:nvPr>
        </p:nvGraphicFramePr>
        <p:xfrm>
          <a:off x="578340" y="1439425"/>
          <a:ext cx="7707075" cy="2715132"/>
        </p:xfrm>
        <a:graphic>
          <a:graphicData uri="http://schemas.openxmlformats.org/drawingml/2006/table">
            <a:tbl>
              <a:tblPr firstRow="1" bandRow="1">
                <a:noFill/>
                <a:tableStyleId>{D99E39AB-BF7C-4983-8E33-9161A9736C17}</a:tableStyleId>
              </a:tblPr>
              <a:tblGrid>
                <a:gridCol w="388079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8262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1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Absolute</a:t>
                      </a:r>
                      <a:r>
                        <a:rPr lang="en-IN" sz="1600" u="none" strike="noStrike" cap="none" baseline="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IN" sz="1600" u="none" strike="noStrike" cap="none" baseline="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XPath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64E68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u="none" strike="noStrike" cap="none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Relative</a:t>
                      </a:r>
                      <a:r>
                        <a:rPr lang="en-IN" sz="1600" u="none" strike="noStrike" cap="none" baseline="0" dirty="0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IN" sz="1600" u="none" strike="noStrike" cap="none" baseline="0" dirty="0" err="1">
                          <a:solidFill>
                            <a:schemeClr val="dk1"/>
                          </a:solidFill>
                          <a:latin typeface="Fira Sans"/>
                          <a:ea typeface="Fira Sans"/>
                          <a:cs typeface="Fira Sans"/>
                          <a:sym typeface="Fira Sans"/>
                        </a:rPr>
                        <a:t>XPath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Fira Sans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64E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9083">
                <a:tc>
                  <a:txBody>
                    <a:bodyPr/>
                    <a:lstStyle/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Fira Sans"/>
                        <a:buAutoNum type="arabicPeriod"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Identify the exact location of the element in HTML page from html tag to till the element.</a:t>
                      </a: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"/>
                        <a:buAutoNum type="arabicPeriod"/>
                      </a:pP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Fira Sans"/>
                        <a:buAutoNum type="arabicPeriod"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Relative </a:t>
                      </a:r>
                      <a:r>
                        <a:rPr lang="en-IN" sz="1200" dirty="0" err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XPath</a:t>
                      </a: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find out the element based on the unique locators</a:t>
                      </a:r>
                    </a:p>
                    <a:p>
                      <a:pPr marL="457200" marR="0" lvl="0" indent="-3175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Fira Sans"/>
                        <a:buAutoNum type="arabicPeriod"/>
                      </a:pP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3803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2"/>
                      </a:pP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It begins with forward slash (/)</a:t>
                      </a: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2"/>
                      </a:pP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It start with double forward slash (//) </a:t>
                      </a: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2979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3"/>
                      </a:pPr>
                      <a:r>
                        <a:rPr lang="en-IN" sz="1200" dirty="0"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Not</a:t>
                      </a:r>
                      <a:r>
                        <a:rPr lang="en-IN" sz="1200" baseline="0" dirty="0"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preferable in real time project.</a:t>
                      </a: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3"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cs typeface="Arial"/>
                          <a:sym typeface="Arial"/>
                        </a:rPr>
                        <a:t>Always</a:t>
                      </a:r>
                      <a:r>
                        <a:rPr lang="en-US" sz="1200" b="0" i="0" u="none" strike="noStrike" cap="none" baseline="0" dirty="0">
                          <a:solidFill>
                            <a:schemeClr val="dk1"/>
                          </a:solidFill>
                          <a:effectLst/>
                          <a:highlight>
                            <a:srgbClr val="FFFFFF"/>
                          </a:highlight>
                          <a:latin typeface="+mn-lt"/>
                          <a:cs typeface="Arial"/>
                          <a:sym typeface="Arial"/>
                        </a:rPr>
                        <a:t> preferable in real time project.</a:t>
                      </a:r>
                      <a:endParaRPr sz="1200" dirty="0">
                        <a:highlight>
                          <a:srgbClr val="FFFFFF"/>
                        </a:highlight>
                        <a:latin typeface="+mn-lt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5557">
                <a:tc>
                  <a:txBody>
                    <a:bodyPr/>
                    <a:lstStyle/>
                    <a:p>
                      <a:pPr marL="457200" marR="0" lvl="0" indent="-3175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4"/>
                        <a:tabLst/>
                        <a:defRPr/>
                      </a:pPr>
                      <a:r>
                        <a:rPr lang="en-IN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Example:</a:t>
                      </a:r>
                      <a:r>
                        <a:rPr lang="en-IN" sz="1200" b="1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/html/body/div[1]/div[2]/div[1]/div/div/div/div[2]/div/div[1]/form/div[1]/input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4"/>
                      </a:pP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AutoNum type="arabicPeriod" startAt="4"/>
                      </a:pPr>
                      <a:r>
                        <a:rPr lang="en-IN" sz="1200" b="1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Example:</a:t>
                      </a:r>
                      <a:r>
                        <a:rPr lang="en-IN" sz="1200" b="1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None/>
                      </a:pPr>
                      <a:r>
                        <a:rPr lang="en-IN" sz="1200" b="1" baseline="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Fira Sans"/>
                          <a:cs typeface="Fira Sans"/>
                          <a:sym typeface="Fira Sans"/>
                        </a:rPr>
                        <a:t> </a:t>
                      </a:r>
                      <a:r>
                        <a:rPr lang="en-IN" sz="1200" dirty="0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//input[@name=‘username’]</a:t>
                      </a:r>
                    </a:p>
                    <a:p>
                      <a:pPr marL="1397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Fira Sans"/>
                        <a:buNone/>
                      </a:pPr>
                      <a:endParaRPr sz="1200" dirty="0">
                        <a:latin typeface="+mn-lt"/>
                        <a:ea typeface="Fira Sans"/>
                        <a:cs typeface="Fira Sans"/>
                        <a:sym typeface="Fira Sans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F502361-C655-19AF-2788-7734E0A50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2400" b="1" u="sng" dirty="0">
                <a:solidFill>
                  <a:schemeClr val="tx1"/>
                </a:solidFill>
              </a:rPr>
              <a:t>Note: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sz="1600" dirty="0">
                <a:latin typeface="+mn-lt"/>
              </a:rPr>
              <a:t>/           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It specifies that selection starts from the root node.</a:t>
            </a:r>
          </a:p>
          <a:p>
            <a:pPr marL="114300" indent="0">
              <a:buNone/>
            </a:pPr>
            <a:endParaRPr lang="en-US" sz="1600" dirty="0">
              <a:solidFill>
                <a:srgbClr val="333333"/>
              </a:solidFill>
              <a:latin typeface="+mn-lt"/>
            </a:endParaRPr>
          </a:p>
          <a:p>
            <a:pPr marL="114300" indent="0">
              <a:buNone/>
            </a:pPr>
            <a:r>
              <a:rPr lang="en-US" sz="1600" dirty="0">
                <a:solidFill>
                  <a:srgbClr val="333333"/>
                </a:solidFill>
                <a:latin typeface="+mn-lt"/>
              </a:rPr>
              <a:t>//          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It specifies that selection starts from the current node that match the selection.</a:t>
            </a:r>
          </a:p>
          <a:p>
            <a:pPr marL="114300" indent="0">
              <a:buNone/>
            </a:pPr>
            <a:endParaRPr lang="en-US" sz="1600" dirty="0">
              <a:solidFill>
                <a:srgbClr val="333333"/>
              </a:solidFill>
              <a:latin typeface="+mn-lt"/>
            </a:endParaRPr>
          </a:p>
          <a:p>
            <a:pPr marL="114300" indent="0">
              <a:buNone/>
            </a:pPr>
            <a:r>
              <a:rPr lang="en-US" sz="1600" dirty="0">
                <a:solidFill>
                  <a:srgbClr val="333333"/>
                </a:solidFill>
                <a:latin typeface="+mn-lt"/>
              </a:rPr>
              <a:t>@         </a:t>
            </a:r>
            <a:r>
              <a:rPr lang="en-IN" sz="1600" b="0" i="0">
                <a:solidFill>
                  <a:srgbClr val="333333"/>
                </a:solidFill>
                <a:effectLst/>
                <a:latin typeface="+mn-lt"/>
              </a:rPr>
              <a:t>Selects any attributes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+mn-lt"/>
              </a:rPr>
              <a:t>/locators.</a:t>
            </a:r>
            <a:endParaRPr lang="en-IN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367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 err="1"/>
              <a:t>XPath</a:t>
            </a:r>
            <a:r>
              <a:rPr lang="en-IN" b="1" u="sng" dirty="0"/>
              <a:t> Expression and Logic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1578" y="1470527"/>
            <a:ext cx="8520600" cy="3416400"/>
          </a:xfrm>
        </p:spPr>
        <p:txBody>
          <a:bodyPr/>
          <a:lstStyle/>
          <a:p>
            <a:r>
              <a:rPr lang="en-IN" dirty="0"/>
              <a:t>Basic Expression: 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//Tagname[@locator=‘value’]</a:t>
            </a:r>
          </a:p>
          <a:p>
            <a:pPr marL="114300" indent="0">
              <a:buNone/>
            </a:pPr>
            <a:endParaRPr lang="en-IN" sz="11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IN" dirty="0"/>
              <a:t>AND Logic: //select[@id=‘day’ and @name=‘</a:t>
            </a:r>
            <a:r>
              <a:rPr lang="en-IN" dirty="0" err="1"/>
              <a:t>dayname</a:t>
            </a:r>
            <a:r>
              <a:rPr lang="en-IN" dirty="0"/>
              <a:t>’]</a:t>
            </a:r>
          </a:p>
          <a:p>
            <a:pPr marL="114300" indent="0">
              <a:buNone/>
            </a:pPr>
            <a:endParaRPr lang="en-IN" sz="1200" dirty="0"/>
          </a:p>
          <a:p>
            <a:r>
              <a:rPr lang="en-IN" dirty="0"/>
              <a:t>OR Logic: //select[@id=‘day’ or @name=‘</a:t>
            </a:r>
            <a:r>
              <a:rPr lang="en-IN" dirty="0" err="1"/>
              <a:t>dayname</a:t>
            </a:r>
            <a:r>
              <a:rPr lang="en-IN" dirty="0"/>
              <a:t>’]</a:t>
            </a:r>
          </a:p>
          <a:p>
            <a:endParaRPr lang="en-IN" sz="1100" dirty="0"/>
          </a:p>
          <a:p>
            <a:r>
              <a:rPr lang="en-IN" dirty="0"/>
              <a:t>Starts-with Logic: //select[starts-with(@id, </a:t>
            </a:r>
            <a:r>
              <a:rPr lang="en-IN" dirty="0" smtClean="0"/>
              <a:t>‘day’)]</a:t>
            </a:r>
            <a:endParaRPr lang="en-IN" dirty="0"/>
          </a:p>
          <a:p>
            <a:pPr marL="114300" indent="0">
              <a:buNone/>
            </a:pPr>
            <a:endParaRPr lang="en-IN" sz="1100" dirty="0"/>
          </a:p>
          <a:p>
            <a:r>
              <a:rPr lang="en-IN" dirty="0"/>
              <a:t>Contains Logic: //select[contains(@id, </a:t>
            </a:r>
            <a:r>
              <a:rPr lang="en-IN" dirty="0" smtClean="0"/>
              <a:t>‘a’)]</a:t>
            </a:r>
            <a:endParaRPr lang="en-IN" dirty="0"/>
          </a:p>
          <a:p>
            <a:pPr marL="1143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95038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 err="1"/>
              <a:t>XPath</a:t>
            </a:r>
            <a:r>
              <a:rPr lang="en-IN" b="1" u="sng" dirty="0"/>
              <a:t> Axes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156" y="1190260"/>
            <a:ext cx="8520600" cy="3416400"/>
          </a:xfrm>
        </p:spPr>
        <p:txBody>
          <a:bodyPr/>
          <a:lstStyle/>
          <a:p>
            <a:r>
              <a:rPr lang="en-IN" dirty="0"/>
              <a:t>Ancestor: Identify the parent and grandparent group</a:t>
            </a:r>
          </a:p>
          <a:p>
            <a:pPr marL="114300" indent="0">
              <a:buNone/>
            </a:pPr>
            <a:r>
              <a:rPr lang="en-IN" dirty="0"/>
              <a:t>      //select[@id=‘day’]/ancestor :: *</a:t>
            </a:r>
          </a:p>
          <a:p>
            <a:pPr marL="114300" indent="0">
              <a:buNone/>
            </a:pPr>
            <a:r>
              <a:rPr lang="en-IN" dirty="0"/>
              <a:t>      //select[@id=‘day’]/ancestor :: div</a:t>
            </a:r>
          </a:p>
          <a:p>
            <a:pPr marL="114300" indent="0">
              <a:buNone/>
            </a:pPr>
            <a:endParaRPr lang="en-IN" dirty="0"/>
          </a:p>
          <a:p>
            <a:r>
              <a:rPr lang="en-IN" dirty="0"/>
              <a:t>Preceding: Before this element how many elements are there</a:t>
            </a:r>
          </a:p>
          <a:p>
            <a:pPr marL="114300" indent="0">
              <a:buNone/>
            </a:pPr>
            <a:r>
              <a:rPr lang="en-IN" dirty="0"/>
              <a:t>      //select[@id=‘day’]/preceding :: *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Requirement: Before this element user would like to count the number of links</a:t>
            </a:r>
          </a:p>
          <a:p>
            <a:pPr marL="114300" indent="0">
              <a:buNone/>
            </a:pPr>
            <a:r>
              <a:rPr lang="en-IN" dirty="0"/>
              <a:t>      //select[@id=‘day’]/preceding :: a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4455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Xpath Axes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  <a:p>
            <a:r>
              <a:rPr lang="en-IN" dirty="0"/>
              <a:t>Following: After this element how many elements are there</a:t>
            </a:r>
          </a:p>
          <a:p>
            <a:pPr marL="114300" indent="0">
              <a:buNone/>
            </a:pPr>
            <a:r>
              <a:rPr lang="en-IN" dirty="0"/>
              <a:t>      //select[@id=‘day’]/following :: *</a:t>
            </a:r>
          </a:p>
          <a:p>
            <a:pPr marL="114300" indent="0">
              <a:buNone/>
            </a:pPr>
            <a:endParaRPr lang="en-IN" dirty="0"/>
          </a:p>
          <a:p>
            <a:r>
              <a:rPr lang="en-IN" dirty="0"/>
              <a:t>descendant: In this element how many sub-elements are there</a:t>
            </a:r>
          </a:p>
          <a:p>
            <a:pPr marL="114300" indent="0">
              <a:buNone/>
            </a:pPr>
            <a:r>
              <a:rPr lang="en-IN" dirty="0"/>
              <a:t>        //select[@id=‘day</a:t>
            </a:r>
            <a:r>
              <a:rPr lang="en-IN"/>
              <a:t>’]/desendant </a:t>
            </a:r>
            <a:r>
              <a:rPr lang="en-IN" dirty="0"/>
              <a:t>:: *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13591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FAQ’s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IN" dirty="0" smtClean="0"/>
              <a:t>What is Xpath?</a:t>
            </a:r>
          </a:p>
          <a:p>
            <a:pPr>
              <a:buFont typeface="+mj-lt"/>
              <a:buAutoNum type="arabicPeriod"/>
            </a:pPr>
            <a:r>
              <a:rPr lang="en-IN" dirty="0" smtClean="0"/>
              <a:t>Why Xpath is unique locator?</a:t>
            </a:r>
          </a:p>
          <a:p>
            <a:pPr>
              <a:buFont typeface="+mj-lt"/>
              <a:buAutoNum type="arabicPeriod"/>
            </a:pPr>
            <a:r>
              <a:rPr lang="en-IN" dirty="0" smtClean="0"/>
              <a:t>What are the different types of Xpath?</a:t>
            </a:r>
          </a:p>
          <a:p>
            <a:pPr>
              <a:buFont typeface="+mj-lt"/>
              <a:buAutoNum type="arabicPeriod"/>
            </a:pPr>
            <a:r>
              <a:rPr lang="en-IN" dirty="0" smtClean="0"/>
              <a:t>Difference between Absolute and Relative Xpath</a:t>
            </a:r>
          </a:p>
          <a:p>
            <a:pPr>
              <a:buFont typeface="+mj-lt"/>
              <a:buAutoNum type="arabicPeriod"/>
            </a:pPr>
            <a:r>
              <a:rPr lang="en-IN" dirty="0" smtClean="0"/>
              <a:t>Write the Syntax for Relative Xpath</a:t>
            </a:r>
          </a:p>
          <a:p>
            <a:pPr>
              <a:buFont typeface="+mj-lt"/>
              <a:buAutoNum type="arabicPeriod"/>
            </a:pPr>
            <a:r>
              <a:rPr lang="en-IN" dirty="0" smtClean="0"/>
              <a:t>Difference between “/” and “//”</a:t>
            </a:r>
          </a:p>
          <a:p>
            <a:pPr>
              <a:buFont typeface="+mj-lt"/>
              <a:buAutoNum type="arabicPeriod"/>
            </a:pPr>
            <a:r>
              <a:rPr lang="en-IN" dirty="0" smtClean="0"/>
              <a:t>Difference </a:t>
            </a:r>
            <a:r>
              <a:rPr lang="en-IN" dirty="0" smtClean="0"/>
              <a:t>between Preceding and Following keyword.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</TotalTime>
  <Words>605</Words>
  <Application>Microsoft Office PowerPoint</Application>
  <PresentationFormat>On-screen Show (16:9)</PresentationFormat>
  <Paragraphs>101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Baskerville Old Face</vt:lpstr>
      <vt:lpstr>Fira Sans</vt:lpstr>
      <vt:lpstr>Helvetica Neue</vt:lpstr>
      <vt:lpstr>Simple Light</vt:lpstr>
      <vt:lpstr>Slide 1</vt:lpstr>
      <vt:lpstr>What is XPath?</vt:lpstr>
      <vt:lpstr>Types of XPath</vt:lpstr>
      <vt:lpstr>Absolute XPath </vt:lpstr>
      <vt:lpstr>Absolute XPath:</vt:lpstr>
      <vt:lpstr>Relative XPath </vt:lpstr>
      <vt:lpstr>Slide 7</vt:lpstr>
      <vt:lpstr>Slide 8</vt:lpstr>
      <vt:lpstr>Relative Xpath:</vt:lpstr>
      <vt:lpstr>Xpath Indexing</vt:lpstr>
      <vt:lpstr>Difference Between Absolute XPath and Relative XPath</vt:lpstr>
      <vt:lpstr>Slide 12</vt:lpstr>
      <vt:lpstr>XPath Expression and Logic</vt:lpstr>
      <vt:lpstr>XPath Axes</vt:lpstr>
      <vt:lpstr>Xpath Axes</vt:lpstr>
      <vt:lpstr>FAQ’s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Manas Tuwani</cp:lastModifiedBy>
  <cp:revision>47</cp:revision>
  <dcterms:modified xsi:type="dcterms:W3CDTF">2025-10-16T02:59:02Z</dcterms:modified>
</cp:coreProperties>
</file>