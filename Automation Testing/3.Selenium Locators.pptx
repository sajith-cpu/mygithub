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0" r:id="rId4"/>
    <p:sldId id="259" r:id="rId5"/>
    <p:sldId id="261" r:id="rId6"/>
    <p:sldId id="262" r:id="rId7"/>
    <p:sldId id="263" r:id="rId8"/>
    <p:sldId id="265" r:id="rId9"/>
    <p:sldId id="264"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03A48D65-54B3-4523-BB24-D650D03974A9}"/>
    <pc:docChg chg="undo custSel modSld">
      <pc:chgData name="Manas Tuwani" userId="5d421215-a11f-4a6e-90ca-e8ac2213fab6" providerId="ADAL" clId="{03A48D65-54B3-4523-BB24-D650D03974A9}" dt="2024-02-01T16:22:01.339" v="144" actId="22"/>
      <pc:docMkLst>
        <pc:docMk/>
      </pc:docMkLst>
      <pc:sldChg chg="modSp mod">
        <pc:chgData name="Manas Tuwani" userId="5d421215-a11f-4a6e-90ca-e8ac2213fab6" providerId="ADAL" clId="{03A48D65-54B3-4523-BB24-D650D03974A9}" dt="2024-02-01T16:13:46.413" v="1" actId="1076"/>
        <pc:sldMkLst>
          <pc:docMk/>
          <pc:sldMk cId="127356367" sldId="262"/>
        </pc:sldMkLst>
        <pc:spChg chg="mod">
          <ac:chgData name="Manas Tuwani" userId="5d421215-a11f-4a6e-90ca-e8ac2213fab6" providerId="ADAL" clId="{03A48D65-54B3-4523-BB24-D650D03974A9}" dt="2024-02-01T16:13:46.413" v="1" actId="1076"/>
          <ac:spMkLst>
            <pc:docMk/>
            <pc:sldMk cId="127356367" sldId="262"/>
            <ac:spMk id="3" creationId="{00000000-0000-0000-0000-000000000000}"/>
          </ac:spMkLst>
        </pc:spChg>
      </pc:sldChg>
      <pc:sldChg chg="addSp delSp modSp mod">
        <pc:chgData name="Manas Tuwani" userId="5d421215-a11f-4a6e-90ca-e8ac2213fab6" providerId="ADAL" clId="{03A48D65-54B3-4523-BB24-D650D03974A9}" dt="2024-02-01T16:22:01.339" v="144" actId="22"/>
        <pc:sldMkLst>
          <pc:docMk/>
          <pc:sldMk cId="3076469972" sldId="263"/>
        </pc:sldMkLst>
        <pc:spChg chg="mod">
          <ac:chgData name="Manas Tuwani" userId="5d421215-a11f-4a6e-90ca-e8ac2213fab6" providerId="ADAL" clId="{03A48D65-54B3-4523-BB24-D650D03974A9}" dt="2024-02-01T16:21:59.090" v="143" actId="20577"/>
          <ac:spMkLst>
            <pc:docMk/>
            <pc:sldMk cId="3076469972" sldId="263"/>
            <ac:spMk id="2" creationId="{00000000-0000-0000-0000-000000000000}"/>
          </ac:spMkLst>
        </pc:spChg>
        <pc:picChg chg="add">
          <ac:chgData name="Manas Tuwani" userId="5d421215-a11f-4a6e-90ca-e8ac2213fab6" providerId="ADAL" clId="{03A48D65-54B3-4523-BB24-D650D03974A9}" dt="2024-02-01T16:22:01.339" v="144" actId="22"/>
          <ac:picMkLst>
            <pc:docMk/>
            <pc:sldMk cId="3076469972" sldId="263"/>
            <ac:picMk id="4" creationId="{520B12F0-360A-EB9C-4F13-067385861291}"/>
          </ac:picMkLst>
        </pc:picChg>
        <pc:picChg chg="del">
          <ac:chgData name="Manas Tuwani" userId="5d421215-a11f-4a6e-90ca-e8ac2213fab6" providerId="ADAL" clId="{03A48D65-54B3-4523-BB24-D650D03974A9}" dt="2024-02-01T16:21:24.446" v="2" actId="478"/>
          <ac:picMkLst>
            <pc:docMk/>
            <pc:sldMk cId="3076469972" sldId="263"/>
            <ac:picMk id="1026" creationId="{00000000-0000-0000-0000-000000000000}"/>
          </ac:picMkLst>
        </pc:picChg>
      </pc:sldChg>
    </pc:docChg>
  </pc:docChgLst>
  <pc:docChgLst>
    <pc:chgData name="Manas Tuwani" userId="5d421215-a11f-4a6e-90ca-e8ac2213fab6" providerId="ADAL" clId="{F4FD343C-1503-4FAA-ACBA-1B851F8543F0}"/>
    <pc:docChg chg="custSel addSld modSld">
      <pc:chgData name="Manas Tuwani" userId="5d421215-a11f-4a6e-90ca-e8ac2213fab6" providerId="ADAL" clId="{F4FD343C-1503-4FAA-ACBA-1B851F8543F0}" dt="2024-01-01T14:23:09.939" v="82" actId="313"/>
      <pc:docMkLst>
        <pc:docMk/>
      </pc:docMkLst>
      <pc:sldChg chg="modSp mod">
        <pc:chgData name="Manas Tuwani" userId="5d421215-a11f-4a6e-90ca-e8ac2213fab6" providerId="ADAL" clId="{F4FD343C-1503-4FAA-ACBA-1B851F8543F0}" dt="2023-12-16T04:36:06.536" v="1" actId="20577"/>
        <pc:sldMkLst>
          <pc:docMk/>
          <pc:sldMk cId="3385517093" sldId="259"/>
        </pc:sldMkLst>
        <pc:spChg chg="mod">
          <ac:chgData name="Manas Tuwani" userId="5d421215-a11f-4a6e-90ca-e8ac2213fab6" providerId="ADAL" clId="{F4FD343C-1503-4FAA-ACBA-1B851F8543F0}" dt="2023-12-16T04:36:06.536" v="1" actId="20577"/>
          <ac:spMkLst>
            <pc:docMk/>
            <pc:sldMk cId="3385517093" sldId="259"/>
            <ac:spMk id="3" creationId="{00000000-0000-0000-0000-000000000000}"/>
          </ac:spMkLst>
        </pc:spChg>
      </pc:sldChg>
      <pc:sldChg chg="modSp mod">
        <pc:chgData name="Manas Tuwani" userId="5d421215-a11f-4a6e-90ca-e8ac2213fab6" providerId="ADAL" clId="{F4FD343C-1503-4FAA-ACBA-1B851F8543F0}" dt="2023-12-16T04:36:19.669" v="3" actId="20577"/>
        <pc:sldMkLst>
          <pc:docMk/>
          <pc:sldMk cId="3662030472" sldId="261"/>
        </pc:sldMkLst>
        <pc:spChg chg="mod">
          <ac:chgData name="Manas Tuwani" userId="5d421215-a11f-4a6e-90ca-e8ac2213fab6" providerId="ADAL" clId="{F4FD343C-1503-4FAA-ACBA-1B851F8543F0}" dt="2023-12-16T04:36:19.669" v="3" actId="20577"/>
          <ac:spMkLst>
            <pc:docMk/>
            <pc:sldMk cId="3662030472" sldId="261"/>
            <ac:spMk id="3" creationId="{00000000-0000-0000-0000-000000000000}"/>
          </ac:spMkLst>
        </pc:spChg>
      </pc:sldChg>
      <pc:sldChg chg="modSp mod">
        <pc:chgData name="Manas Tuwani" userId="5d421215-a11f-4a6e-90ca-e8ac2213fab6" providerId="ADAL" clId="{F4FD343C-1503-4FAA-ACBA-1B851F8543F0}" dt="2023-12-16T04:36:29.209" v="7" actId="20577"/>
        <pc:sldMkLst>
          <pc:docMk/>
          <pc:sldMk cId="127356367" sldId="262"/>
        </pc:sldMkLst>
        <pc:spChg chg="mod">
          <ac:chgData name="Manas Tuwani" userId="5d421215-a11f-4a6e-90ca-e8ac2213fab6" providerId="ADAL" clId="{F4FD343C-1503-4FAA-ACBA-1B851F8543F0}" dt="2023-12-16T04:36:29.209" v="7" actId="20577"/>
          <ac:spMkLst>
            <pc:docMk/>
            <pc:sldMk cId="127356367" sldId="262"/>
            <ac:spMk id="3" creationId="{00000000-0000-0000-0000-000000000000}"/>
          </ac:spMkLst>
        </pc:spChg>
      </pc:sldChg>
      <pc:sldChg chg="modSp mod">
        <pc:chgData name="Manas Tuwani" userId="5d421215-a11f-4a6e-90ca-e8ac2213fab6" providerId="ADAL" clId="{F4FD343C-1503-4FAA-ACBA-1B851F8543F0}" dt="2024-01-01T14:23:09.939" v="82" actId="313"/>
        <pc:sldMkLst>
          <pc:docMk/>
          <pc:sldMk cId="2445323600" sldId="264"/>
        </pc:sldMkLst>
        <pc:spChg chg="mod">
          <ac:chgData name="Manas Tuwani" userId="5d421215-a11f-4a6e-90ca-e8ac2213fab6" providerId="ADAL" clId="{F4FD343C-1503-4FAA-ACBA-1B851F8543F0}" dt="2024-01-01T14:23:09.939" v="82" actId="313"/>
          <ac:spMkLst>
            <pc:docMk/>
            <pc:sldMk cId="2445323600" sldId="264"/>
            <ac:spMk id="3" creationId="{00000000-0000-0000-0000-000000000000}"/>
          </ac:spMkLst>
        </pc:spChg>
      </pc:sldChg>
      <pc:sldChg chg="addSp delSp modSp new mod">
        <pc:chgData name="Manas Tuwani" userId="5d421215-a11f-4a6e-90ca-e8ac2213fab6" providerId="ADAL" clId="{F4FD343C-1503-4FAA-ACBA-1B851F8543F0}" dt="2023-12-26T03:22:30.540" v="14" actId="1076"/>
        <pc:sldMkLst>
          <pc:docMk/>
          <pc:sldMk cId="1242754237" sldId="265"/>
        </pc:sldMkLst>
        <pc:spChg chg="del">
          <ac:chgData name="Manas Tuwani" userId="5d421215-a11f-4a6e-90ca-e8ac2213fab6" providerId="ADAL" clId="{F4FD343C-1503-4FAA-ACBA-1B851F8543F0}" dt="2023-12-26T03:22:18.251" v="11" actId="478"/>
          <ac:spMkLst>
            <pc:docMk/>
            <pc:sldMk cId="1242754237" sldId="265"/>
            <ac:spMk id="2" creationId="{148BC57E-3087-A84A-5057-5A8F47C88852}"/>
          </ac:spMkLst>
        </pc:spChg>
        <pc:spChg chg="del mod">
          <ac:chgData name="Manas Tuwani" userId="5d421215-a11f-4a6e-90ca-e8ac2213fab6" providerId="ADAL" clId="{F4FD343C-1503-4FAA-ACBA-1B851F8543F0}" dt="2023-12-26T03:22:09.324" v="10" actId="22"/>
          <ac:spMkLst>
            <pc:docMk/>
            <pc:sldMk cId="1242754237" sldId="265"/>
            <ac:spMk id="3" creationId="{CABE65D8-A9A9-C28E-617A-3995CD05D512}"/>
          </ac:spMkLst>
        </pc:spChg>
        <pc:picChg chg="add mod ord">
          <ac:chgData name="Manas Tuwani" userId="5d421215-a11f-4a6e-90ca-e8ac2213fab6" providerId="ADAL" clId="{F4FD343C-1503-4FAA-ACBA-1B851F8543F0}" dt="2023-12-26T03:22:30.540" v="14" actId="1076"/>
          <ac:picMkLst>
            <pc:docMk/>
            <pc:sldMk cId="1242754237" sldId="265"/>
            <ac:picMk id="5" creationId="{01027F94-F9CA-B4E0-0574-29145CD268CA}"/>
          </ac:picMkLst>
        </pc:picChg>
      </pc:sldChg>
    </pc:docChg>
  </pc:docChgLst>
  <pc:docChgLst>
    <pc:chgData name="Manas Tuwani" userId="5d421215-a11f-4a6e-90ca-e8ac2213fab6" providerId="ADAL" clId="{F03830EE-C2CF-4F83-8153-DAF2F4FD7D13}"/>
    <pc:docChg chg="modSld">
      <pc:chgData name="Manas Tuwani" userId="5d421215-a11f-4a6e-90ca-e8ac2213fab6" providerId="ADAL" clId="{F03830EE-C2CF-4F83-8153-DAF2F4FD7D13}" dt="2024-06-14T10:51:24.841" v="1" actId="20577"/>
      <pc:docMkLst>
        <pc:docMk/>
      </pc:docMkLst>
      <pc:sldChg chg="modSp mod">
        <pc:chgData name="Manas Tuwani" userId="5d421215-a11f-4a6e-90ca-e8ac2213fab6" providerId="ADAL" clId="{F03830EE-C2CF-4F83-8153-DAF2F4FD7D13}" dt="2024-06-14T10:51:24.841" v="1" actId="20577"/>
        <pc:sldMkLst>
          <pc:docMk/>
          <pc:sldMk cId="3662030472" sldId="261"/>
        </pc:sldMkLst>
        <pc:spChg chg="mod">
          <ac:chgData name="Manas Tuwani" userId="5d421215-a11f-4a6e-90ca-e8ac2213fab6" providerId="ADAL" clId="{F03830EE-C2CF-4F83-8153-DAF2F4FD7D13}" dt="2024-06-14T10:51:24.841" v="1" actId="20577"/>
          <ac:spMkLst>
            <pc:docMk/>
            <pc:sldMk cId="3662030472" sldId="261"/>
            <ac:spMk id="3" creationId="{00000000-0000-0000-0000-000000000000}"/>
          </ac:spMkLst>
        </pc:spChg>
      </pc:sldChg>
    </pc:docChg>
  </pc:docChgLst>
  <pc:docChgLst>
    <pc:chgData name="Manas Tuwani" userId="5d421215-a11f-4a6e-90ca-e8ac2213fab6" providerId="ADAL" clId="{A385496F-7232-4C3F-AC4E-943FE1490EB1}"/>
    <pc:docChg chg="custSel modSld">
      <pc:chgData name="Manas Tuwani" userId="5d421215-a11f-4a6e-90ca-e8ac2213fab6" providerId="ADAL" clId="{A385496F-7232-4C3F-AC4E-943FE1490EB1}" dt="2024-10-18T15:17:32.299" v="1" actId="313"/>
      <pc:docMkLst>
        <pc:docMk/>
      </pc:docMkLst>
      <pc:sldChg chg="modSp mod">
        <pc:chgData name="Manas Tuwani" userId="5d421215-a11f-4a6e-90ca-e8ac2213fab6" providerId="ADAL" clId="{A385496F-7232-4C3F-AC4E-943FE1490EB1}" dt="2024-10-18T15:17:32.299" v="1" actId="313"/>
        <pc:sldMkLst>
          <pc:docMk/>
          <pc:sldMk cId="2445323600" sldId="264"/>
        </pc:sldMkLst>
        <pc:spChg chg="mod">
          <ac:chgData name="Manas Tuwani" userId="5d421215-a11f-4a6e-90ca-e8ac2213fab6" providerId="ADAL" clId="{A385496F-7232-4C3F-AC4E-943FE1490EB1}" dt="2024-10-18T15:17:32.299" v="1" actId="313"/>
          <ac:spMkLst>
            <pc:docMk/>
            <pc:sldMk cId="2445323600" sldId="264"/>
            <ac:spMk id="3" creationId="{00000000-0000-0000-0000-000000000000}"/>
          </ac:spMkLst>
        </pc:spChg>
      </pc:sldChg>
    </pc:docChg>
  </pc:docChgLst>
  <pc:docChgLst>
    <pc:chgData name="Manas Tuwani" userId="5d421215-a11f-4a6e-90ca-e8ac2213fab6" providerId="ADAL" clId="{DA2DB355-BD7E-4AA9-98BF-D6F55BC20ACE}"/>
    <pc:docChg chg="modSld">
      <pc:chgData name="Manas Tuwani" userId="5d421215-a11f-4a6e-90ca-e8ac2213fab6" providerId="ADAL" clId="{DA2DB355-BD7E-4AA9-98BF-D6F55BC20ACE}" dt="2024-04-23T14:39:30.125" v="0" actId="20577"/>
      <pc:docMkLst>
        <pc:docMk/>
      </pc:docMkLst>
      <pc:sldChg chg="modSp mod">
        <pc:chgData name="Manas Tuwani" userId="5d421215-a11f-4a6e-90ca-e8ac2213fab6" providerId="ADAL" clId="{DA2DB355-BD7E-4AA9-98BF-D6F55BC20ACE}" dt="2024-04-23T14:39:30.125" v="0" actId="20577"/>
        <pc:sldMkLst>
          <pc:docMk/>
          <pc:sldMk cId="3333023987" sldId="258"/>
        </pc:sldMkLst>
        <pc:spChg chg="mod">
          <ac:chgData name="Manas Tuwani" userId="5d421215-a11f-4a6e-90ca-e8ac2213fab6" providerId="ADAL" clId="{DA2DB355-BD7E-4AA9-98BF-D6F55BC20ACE}" dt="2024-04-23T14:39:30.125" v="0" actId="20577"/>
          <ac:spMkLst>
            <pc:docMk/>
            <pc:sldMk cId="3333023987" sldId="258"/>
            <ac:spMk id="3" creationId="{00000000-0000-0000-0000-000000000000}"/>
          </ac:spMkLst>
        </pc:spChg>
      </pc:sldChg>
    </pc:docChg>
  </pc:docChgLst>
  <pc:docChgLst>
    <pc:chgData name="Manas Tuwani" userId="5d421215-a11f-4a6e-90ca-e8ac2213fab6" providerId="ADAL" clId="{BE46AD93-8336-4222-ADE5-036309B33256}"/>
    <pc:docChg chg="undo custSel delSld modSld">
      <pc:chgData name="Manas Tuwani" userId="5d421215-a11f-4a6e-90ca-e8ac2213fab6" providerId="ADAL" clId="{BE46AD93-8336-4222-ADE5-036309B33256}" dt="2022-11-29T14:16:04.271" v="34" actId="255"/>
      <pc:docMkLst>
        <pc:docMk/>
      </pc:docMkLst>
      <pc:sldChg chg="addSp delSp modSp mod setBg">
        <pc:chgData name="Manas Tuwani" userId="5d421215-a11f-4a6e-90ca-e8ac2213fab6" providerId="ADAL" clId="{BE46AD93-8336-4222-ADE5-036309B33256}" dt="2022-11-29T13:25:49.208" v="32" actId="20577"/>
        <pc:sldMkLst>
          <pc:docMk/>
          <pc:sldMk cId="3333023987" sldId="258"/>
        </pc:sldMkLst>
        <pc:spChg chg="mod ord">
          <ac:chgData name="Manas Tuwani" userId="5d421215-a11f-4a6e-90ca-e8ac2213fab6" providerId="ADAL" clId="{BE46AD93-8336-4222-ADE5-036309B33256}" dt="2022-11-29T13:24:49.319" v="24" actId="26606"/>
          <ac:spMkLst>
            <pc:docMk/>
            <pc:sldMk cId="3333023987" sldId="258"/>
            <ac:spMk id="2" creationId="{00000000-0000-0000-0000-000000000000}"/>
          </ac:spMkLst>
        </pc:spChg>
        <pc:spChg chg="mod">
          <ac:chgData name="Manas Tuwani" userId="5d421215-a11f-4a6e-90ca-e8ac2213fab6" providerId="ADAL" clId="{BE46AD93-8336-4222-ADE5-036309B33256}" dt="2022-11-29T13:25:49.208" v="32" actId="20577"/>
          <ac:spMkLst>
            <pc:docMk/>
            <pc:sldMk cId="3333023987" sldId="258"/>
            <ac:spMk id="3" creationId="{00000000-0000-0000-0000-000000000000}"/>
          </ac:spMkLst>
        </pc:spChg>
        <pc:spChg chg="add del">
          <ac:chgData name="Manas Tuwani" userId="5d421215-a11f-4a6e-90ca-e8ac2213fab6" providerId="ADAL" clId="{BE46AD93-8336-4222-ADE5-036309B33256}" dt="2022-11-29T13:24:49.319" v="24" actId="26606"/>
          <ac:spMkLst>
            <pc:docMk/>
            <pc:sldMk cId="3333023987" sldId="258"/>
            <ac:spMk id="9" creationId="{E51BA4DF-2BD4-4EC2-B1DB-B27C8AC71864}"/>
          </ac:spMkLst>
        </pc:spChg>
        <pc:spChg chg="add del">
          <ac:chgData name="Manas Tuwani" userId="5d421215-a11f-4a6e-90ca-e8ac2213fab6" providerId="ADAL" clId="{BE46AD93-8336-4222-ADE5-036309B33256}" dt="2022-11-29T13:24:49.315" v="23" actId="26606"/>
          <ac:spMkLst>
            <pc:docMk/>
            <pc:sldMk cId="3333023987" sldId="258"/>
            <ac:spMk id="14" creationId="{257363FD-7E77-4145-9483-331A807ADF0E}"/>
          </ac:spMkLst>
        </pc:spChg>
        <pc:spChg chg="add">
          <ac:chgData name="Manas Tuwani" userId="5d421215-a11f-4a6e-90ca-e8ac2213fab6" providerId="ADAL" clId="{BE46AD93-8336-4222-ADE5-036309B33256}" dt="2022-11-29T13:24:49.319" v="24" actId="26606"/>
          <ac:spMkLst>
            <pc:docMk/>
            <pc:sldMk cId="3333023987" sldId="258"/>
            <ac:spMk id="16" creationId="{4DA50D69-7CF7-4844-B844-A2B821C77F24}"/>
          </ac:spMkLst>
        </pc:spChg>
        <pc:spChg chg="add">
          <ac:chgData name="Manas Tuwani" userId="5d421215-a11f-4a6e-90ca-e8ac2213fab6" providerId="ADAL" clId="{BE46AD93-8336-4222-ADE5-036309B33256}" dt="2022-11-29T13:24:49.319" v="24" actId="26606"/>
          <ac:spMkLst>
            <pc:docMk/>
            <pc:sldMk cId="3333023987" sldId="258"/>
            <ac:spMk id="17" creationId="{F944E337-3E5D-4A1F-A5A1-2057F25B8A7B}"/>
          </ac:spMkLst>
        </pc:spChg>
        <pc:picChg chg="add mod">
          <ac:chgData name="Manas Tuwani" userId="5d421215-a11f-4a6e-90ca-e8ac2213fab6" providerId="ADAL" clId="{BE46AD93-8336-4222-ADE5-036309B33256}" dt="2022-11-29T13:24:49.319" v="24" actId="26606"/>
          <ac:picMkLst>
            <pc:docMk/>
            <pc:sldMk cId="3333023987" sldId="258"/>
            <ac:picMk id="5" creationId="{BB2AB976-8F46-99F9-1AC9-25B13D0B21DD}"/>
          </ac:picMkLst>
        </pc:picChg>
      </pc:sldChg>
      <pc:sldChg chg="addSp modSp mod setBg">
        <pc:chgData name="Manas Tuwani" userId="5d421215-a11f-4a6e-90ca-e8ac2213fab6" providerId="ADAL" clId="{BE46AD93-8336-4222-ADE5-036309B33256}" dt="2022-11-29T13:23:09.055" v="8" actId="26606"/>
        <pc:sldMkLst>
          <pc:docMk/>
          <pc:sldMk cId="3385517093" sldId="259"/>
        </pc:sldMkLst>
        <pc:spChg chg="mod">
          <ac:chgData name="Manas Tuwani" userId="5d421215-a11f-4a6e-90ca-e8ac2213fab6" providerId="ADAL" clId="{BE46AD93-8336-4222-ADE5-036309B33256}" dt="2022-11-29T13:23:09.055" v="8" actId="26606"/>
          <ac:spMkLst>
            <pc:docMk/>
            <pc:sldMk cId="3385517093" sldId="259"/>
            <ac:spMk id="2" creationId="{00000000-0000-0000-0000-000000000000}"/>
          </ac:spMkLst>
        </pc:spChg>
        <pc:spChg chg="mod">
          <ac:chgData name="Manas Tuwani" userId="5d421215-a11f-4a6e-90ca-e8ac2213fab6" providerId="ADAL" clId="{BE46AD93-8336-4222-ADE5-036309B33256}" dt="2022-11-29T13:23:09.055" v="8" actId="26606"/>
          <ac:spMkLst>
            <pc:docMk/>
            <pc:sldMk cId="3385517093" sldId="259"/>
            <ac:spMk id="3" creationId="{00000000-0000-0000-0000-000000000000}"/>
          </ac:spMkLst>
        </pc:spChg>
        <pc:spChg chg="add">
          <ac:chgData name="Manas Tuwani" userId="5d421215-a11f-4a6e-90ca-e8ac2213fab6" providerId="ADAL" clId="{BE46AD93-8336-4222-ADE5-036309B33256}" dt="2022-11-29T13:23:09.055" v="8" actId="26606"/>
          <ac:spMkLst>
            <pc:docMk/>
            <pc:sldMk cId="3385517093" sldId="259"/>
            <ac:spMk id="8" creationId="{DE7FFD28-545C-4C88-A2E7-152FB234C92C}"/>
          </ac:spMkLst>
        </pc:spChg>
      </pc:sldChg>
      <pc:sldChg chg="addSp delSp modSp mod setBg">
        <pc:chgData name="Manas Tuwani" userId="5d421215-a11f-4a6e-90ca-e8ac2213fab6" providerId="ADAL" clId="{BE46AD93-8336-4222-ADE5-036309B33256}" dt="2022-11-29T13:22:44.831" v="7" actId="1076"/>
        <pc:sldMkLst>
          <pc:docMk/>
          <pc:sldMk cId="2163640268" sldId="260"/>
        </pc:sldMkLst>
        <pc:spChg chg="mod">
          <ac:chgData name="Manas Tuwani" userId="5d421215-a11f-4a6e-90ca-e8ac2213fab6" providerId="ADAL" clId="{BE46AD93-8336-4222-ADE5-036309B33256}" dt="2022-11-29T13:22:31.541" v="5" actId="26606"/>
          <ac:spMkLst>
            <pc:docMk/>
            <pc:sldMk cId="2163640268" sldId="260"/>
            <ac:spMk id="2" creationId="{00000000-0000-0000-0000-000000000000}"/>
          </ac:spMkLst>
        </pc:spChg>
        <pc:spChg chg="mod">
          <ac:chgData name="Manas Tuwani" userId="5d421215-a11f-4a6e-90ca-e8ac2213fab6" providerId="ADAL" clId="{BE46AD93-8336-4222-ADE5-036309B33256}" dt="2022-11-29T13:22:44.831" v="7" actId="1076"/>
          <ac:spMkLst>
            <pc:docMk/>
            <pc:sldMk cId="2163640268" sldId="260"/>
            <ac:spMk id="3" creationId="{00000000-0000-0000-0000-000000000000}"/>
          </ac:spMkLst>
        </pc:spChg>
        <pc:spChg chg="add del">
          <ac:chgData name="Manas Tuwani" userId="5d421215-a11f-4a6e-90ca-e8ac2213fab6" providerId="ADAL" clId="{BE46AD93-8336-4222-ADE5-036309B33256}" dt="2022-11-29T13:22:31.533" v="4" actId="26606"/>
          <ac:spMkLst>
            <pc:docMk/>
            <pc:sldMk cId="2163640268" sldId="260"/>
            <ac:spMk id="9" creationId="{F944E337-3E5D-4A1F-A5A1-2057F25B8A7B}"/>
          </ac:spMkLst>
        </pc:spChg>
        <pc:spChg chg="add del">
          <ac:chgData name="Manas Tuwani" userId="5d421215-a11f-4a6e-90ca-e8ac2213fab6" providerId="ADAL" clId="{BE46AD93-8336-4222-ADE5-036309B33256}" dt="2022-11-29T13:22:31.533" v="4" actId="26606"/>
          <ac:spMkLst>
            <pc:docMk/>
            <pc:sldMk cId="2163640268" sldId="260"/>
            <ac:spMk id="11" creationId="{4DA50D69-7CF7-4844-B844-A2B821C77F24}"/>
          </ac:spMkLst>
        </pc:spChg>
        <pc:spChg chg="add">
          <ac:chgData name="Manas Tuwani" userId="5d421215-a11f-4a6e-90ca-e8ac2213fab6" providerId="ADAL" clId="{BE46AD93-8336-4222-ADE5-036309B33256}" dt="2022-11-29T13:22:31.541" v="5" actId="26606"/>
          <ac:spMkLst>
            <pc:docMk/>
            <pc:sldMk cId="2163640268" sldId="260"/>
            <ac:spMk id="14" creationId="{B4147794-66B7-4CDE-BC75-BBDC48B2FCEB}"/>
          </ac:spMkLst>
        </pc:spChg>
        <pc:spChg chg="add">
          <ac:chgData name="Manas Tuwani" userId="5d421215-a11f-4a6e-90ca-e8ac2213fab6" providerId="ADAL" clId="{BE46AD93-8336-4222-ADE5-036309B33256}" dt="2022-11-29T13:22:31.541" v="5" actId="26606"/>
          <ac:spMkLst>
            <pc:docMk/>
            <pc:sldMk cId="2163640268" sldId="260"/>
            <ac:spMk id="15" creationId="{41202E79-1236-4DF8-9921-F47A0B079C13}"/>
          </ac:spMkLst>
        </pc:spChg>
        <pc:picChg chg="add del">
          <ac:chgData name="Manas Tuwani" userId="5d421215-a11f-4a6e-90ca-e8ac2213fab6" providerId="ADAL" clId="{BE46AD93-8336-4222-ADE5-036309B33256}" dt="2022-11-29T13:22:31.533" v="4" actId="26606"/>
          <ac:picMkLst>
            <pc:docMk/>
            <pc:sldMk cId="2163640268" sldId="260"/>
            <ac:picMk id="5" creationId="{887D6BB4-4D2C-AECD-1118-377FD0C96130}"/>
          </ac:picMkLst>
        </pc:picChg>
        <pc:picChg chg="add">
          <ac:chgData name="Manas Tuwani" userId="5d421215-a11f-4a6e-90ca-e8ac2213fab6" providerId="ADAL" clId="{BE46AD93-8336-4222-ADE5-036309B33256}" dt="2022-11-29T13:22:31.541" v="5" actId="26606"/>
          <ac:picMkLst>
            <pc:docMk/>
            <pc:sldMk cId="2163640268" sldId="260"/>
            <ac:picMk id="13" creationId="{8904DF32-90C5-73B8-2F01-EBB8F4BA4AAB}"/>
          </ac:picMkLst>
        </pc:picChg>
      </pc:sldChg>
      <pc:sldChg chg="addSp delSp modSp mod setBg setClrOvrMap">
        <pc:chgData name="Manas Tuwani" userId="5d421215-a11f-4a6e-90ca-e8ac2213fab6" providerId="ADAL" clId="{BE46AD93-8336-4222-ADE5-036309B33256}" dt="2022-11-29T13:24:26.251" v="21" actId="113"/>
        <pc:sldMkLst>
          <pc:docMk/>
          <pc:sldMk cId="3662030472" sldId="261"/>
        </pc:sldMkLst>
        <pc:spChg chg="mod">
          <ac:chgData name="Manas Tuwani" userId="5d421215-a11f-4a6e-90ca-e8ac2213fab6" providerId="ADAL" clId="{BE46AD93-8336-4222-ADE5-036309B33256}" dt="2022-11-29T13:24:26.251" v="21" actId="113"/>
          <ac:spMkLst>
            <pc:docMk/>
            <pc:sldMk cId="3662030472" sldId="261"/>
            <ac:spMk id="3" creationId="{00000000-0000-0000-0000-000000000000}"/>
          </ac:spMkLst>
        </pc:spChg>
        <pc:spChg chg="add del">
          <ac:chgData name="Manas Tuwani" userId="5d421215-a11f-4a6e-90ca-e8ac2213fab6" providerId="ADAL" clId="{BE46AD93-8336-4222-ADE5-036309B33256}" dt="2022-11-29T13:23:58.859" v="15" actId="26606"/>
          <ac:spMkLst>
            <pc:docMk/>
            <pc:sldMk cId="3662030472" sldId="261"/>
            <ac:spMk id="8" creationId="{488333BA-AE6E-427A-9B16-A39C8073F4EB}"/>
          </ac:spMkLst>
        </pc:spChg>
        <pc:spChg chg="add del">
          <ac:chgData name="Manas Tuwani" userId="5d421215-a11f-4a6e-90ca-e8ac2213fab6" providerId="ADAL" clId="{BE46AD93-8336-4222-ADE5-036309B33256}" dt="2022-11-29T13:23:52.323" v="13" actId="26606"/>
          <ac:spMkLst>
            <pc:docMk/>
            <pc:sldMk cId="3662030472" sldId="261"/>
            <ac:spMk id="9" creationId="{B66D7F65-E9B6-4775-8355-D095CC73C1C8}"/>
          </ac:spMkLst>
        </pc:spChg>
        <pc:spChg chg="add del">
          <ac:chgData name="Manas Tuwani" userId="5d421215-a11f-4a6e-90ca-e8ac2213fab6" providerId="ADAL" clId="{BE46AD93-8336-4222-ADE5-036309B33256}" dt="2022-11-29T13:23:58.859" v="15" actId="26606"/>
          <ac:spMkLst>
            <pc:docMk/>
            <pc:sldMk cId="3662030472" sldId="261"/>
            <ac:spMk id="10" creationId="{F98ED85F-DCEE-4B50-802E-71A6E3E12B04}"/>
          </ac:spMkLst>
        </pc:spChg>
        <pc:spChg chg="add del">
          <ac:chgData name="Manas Tuwani" userId="5d421215-a11f-4a6e-90ca-e8ac2213fab6" providerId="ADAL" clId="{BE46AD93-8336-4222-ADE5-036309B33256}" dt="2022-11-29T13:23:52.323" v="13" actId="26606"/>
          <ac:spMkLst>
            <pc:docMk/>
            <pc:sldMk cId="3662030472" sldId="261"/>
            <ac:spMk id="11" creationId="{61707E60-CEC9-4661-AA82-69242EB4BDC3}"/>
          </ac:spMkLst>
        </pc:spChg>
        <pc:spChg chg="add del">
          <ac:chgData name="Manas Tuwani" userId="5d421215-a11f-4a6e-90ca-e8ac2213fab6" providerId="ADAL" clId="{BE46AD93-8336-4222-ADE5-036309B33256}" dt="2022-11-29T13:23:52.323" v="13" actId="26606"/>
          <ac:spMkLst>
            <pc:docMk/>
            <pc:sldMk cId="3662030472" sldId="261"/>
            <ac:spMk id="13" creationId="{8F035CD8-AE30-4146-96F2-036B0CE5E4F3}"/>
          </ac:spMkLst>
        </pc:spChg>
        <pc:spChg chg="add del">
          <ac:chgData name="Manas Tuwani" userId="5d421215-a11f-4a6e-90ca-e8ac2213fab6" providerId="ADAL" clId="{BE46AD93-8336-4222-ADE5-036309B33256}" dt="2022-11-29T13:24:02.898" v="17" actId="26606"/>
          <ac:spMkLst>
            <pc:docMk/>
            <pc:sldMk cId="3662030472" sldId="261"/>
            <ac:spMk id="14" creationId="{E659831F-0D9A-4C63-9EBB-8435B85A440F}"/>
          </ac:spMkLst>
        </pc:spChg>
        <pc:spChg chg="add del">
          <ac:chgData name="Manas Tuwani" userId="5d421215-a11f-4a6e-90ca-e8ac2213fab6" providerId="ADAL" clId="{BE46AD93-8336-4222-ADE5-036309B33256}" dt="2022-11-29T13:24:02.898" v="17" actId="26606"/>
          <ac:spMkLst>
            <pc:docMk/>
            <pc:sldMk cId="3662030472" sldId="261"/>
            <ac:spMk id="15" creationId="{DBF61EA3-B236-439E-9C0B-340980D56BEE}"/>
          </ac:spMkLst>
        </pc:spChg>
        <pc:spChg chg="add">
          <ac:chgData name="Manas Tuwani" userId="5d421215-a11f-4a6e-90ca-e8ac2213fab6" providerId="ADAL" clId="{BE46AD93-8336-4222-ADE5-036309B33256}" dt="2022-11-29T13:24:02.905" v="18" actId="26606"/>
          <ac:spMkLst>
            <pc:docMk/>
            <pc:sldMk cId="3662030472" sldId="261"/>
            <ac:spMk id="19" creationId="{2B566528-1B12-4246-9431-5C2D7D081168}"/>
          </ac:spMkLst>
        </pc:spChg>
        <pc:spChg chg="add">
          <ac:chgData name="Manas Tuwani" userId="5d421215-a11f-4a6e-90ca-e8ac2213fab6" providerId="ADAL" clId="{BE46AD93-8336-4222-ADE5-036309B33256}" dt="2022-11-29T13:24:02.905" v="18" actId="26606"/>
          <ac:spMkLst>
            <pc:docMk/>
            <pc:sldMk cId="3662030472" sldId="261"/>
            <ac:spMk id="20" creationId="{2E80C965-DB6D-4F81-9E9E-B027384D0BD6}"/>
          </ac:spMkLst>
        </pc:spChg>
        <pc:spChg chg="add">
          <ac:chgData name="Manas Tuwani" userId="5d421215-a11f-4a6e-90ca-e8ac2213fab6" providerId="ADAL" clId="{BE46AD93-8336-4222-ADE5-036309B33256}" dt="2022-11-29T13:24:02.905" v="18" actId="26606"/>
          <ac:spMkLst>
            <pc:docMk/>
            <pc:sldMk cId="3662030472" sldId="261"/>
            <ac:spMk id="21" creationId="{A580F890-B085-4E95-96AA-55AEBEC5CE6E}"/>
          </ac:spMkLst>
        </pc:spChg>
        <pc:spChg chg="add">
          <ac:chgData name="Manas Tuwani" userId="5d421215-a11f-4a6e-90ca-e8ac2213fab6" providerId="ADAL" clId="{BE46AD93-8336-4222-ADE5-036309B33256}" dt="2022-11-29T13:24:02.905" v="18" actId="26606"/>
          <ac:spMkLst>
            <pc:docMk/>
            <pc:sldMk cId="3662030472" sldId="261"/>
            <ac:spMk id="22" creationId="{D3F51FEB-38FB-4F6C-9F7B-2F2AFAB65463}"/>
          </ac:spMkLst>
        </pc:spChg>
        <pc:spChg chg="add">
          <ac:chgData name="Manas Tuwani" userId="5d421215-a11f-4a6e-90ca-e8ac2213fab6" providerId="ADAL" clId="{BE46AD93-8336-4222-ADE5-036309B33256}" dt="2022-11-29T13:24:02.905" v="18" actId="26606"/>
          <ac:spMkLst>
            <pc:docMk/>
            <pc:sldMk cId="3662030472" sldId="261"/>
            <ac:spMk id="23" creationId="{1E547BA6-BAE0-43BB-A7CA-60F69CE252F0}"/>
          </ac:spMkLst>
        </pc:spChg>
        <pc:grpChg chg="add del">
          <ac:chgData name="Manas Tuwani" userId="5d421215-a11f-4a6e-90ca-e8ac2213fab6" providerId="ADAL" clId="{BE46AD93-8336-4222-ADE5-036309B33256}" dt="2022-11-29T13:24:02.898" v="17" actId="26606"/>
          <ac:grpSpMkLst>
            <pc:docMk/>
            <pc:sldMk cId="3662030472" sldId="261"/>
            <ac:grpSpMk id="16" creationId="{28FAF094-D087-493F-8DF9-A486C2D6BBAA}"/>
          </ac:grpSpMkLst>
        </pc:grpChg>
        <pc:picChg chg="add del">
          <ac:chgData name="Manas Tuwani" userId="5d421215-a11f-4a6e-90ca-e8ac2213fab6" providerId="ADAL" clId="{BE46AD93-8336-4222-ADE5-036309B33256}" dt="2022-11-29T13:23:50.050" v="11" actId="26606"/>
          <ac:picMkLst>
            <pc:docMk/>
            <pc:sldMk cId="3662030472" sldId="261"/>
            <ac:picMk id="5" creationId="{27A5E16D-00E0-D048-38DA-6C7C89F63AF6}"/>
          </ac:picMkLst>
        </pc:picChg>
        <pc:picChg chg="add del">
          <ac:chgData name="Manas Tuwani" userId="5d421215-a11f-4a6e-90ca-e8ac2213fab6" providerId="ADAL" clId="{BE46AD93-8336-4222-ADE5-036309B33256}" dt="2022-11-29T13:23:52.323" v="13" actId="26606"/>
          <ac:picMkLst>
            <pc:docMk/>
            <pc:sldMk cId="3662030472" sldId="261"/>
            <ac:picMk id="7" creationId="{3FC6EF71-DDCB-1980-5148-0FF3D96D41BF}"/>
          </ac:picMkLst>
        </pc:picChg>
      </pc:sldChg>
      <pc:sldChg chg="addSp modSp mod setBg">
        <pc:chgData name="Manas Tuwani" userId="5d421215-a11f-4a6e-90ca-e8ac2213fab6" providerId="ADAL" clId="{BE46AD93-8336-4222-ADE5-036309B33256}" dt="2022-11-29T14:16:04.271" v="34" actId="255"/>
        <pc:sldMkLst>
          <pc:docMk/>
          <pc:sldMk cId="2445323600" sldId="264"/>
        </pc:sldMkLst>
        <pc:spChg chg="mod">
          <ac:chgData name="Manas Tuwani" userId="5d421215-a11f-4a6e-90ca-e8ac2213fab6" providerId="ADAL" clId="{BE46AD93-8336-4222-ADE5-036309B33256}" dt="2022-11-29T13:23:24.697" v="9" actId="26606"/>
          <ac:spMkLst>
            <pc:docMk/>
            <pc:sldMk cId="2445323600" sldId="264"/>
            <ac:spMk id="2" creationId="{00000000-0000-0000-0000-000000000000}"/>
          </ac:spMkLst>
        </pc:spChg>
        <pc:spChg chg="mod">
          <ac:chgData name="Manas Tuwani" userId="5d421215-a11f-4a6e-90ca-e8ac2213fab6" providerId="ADAL" clId="{BE46AD93-8336-4222-ADE5-036309B33256}" dt="2022-11-29T14:16:04.271" v="34" actId="255"/>
          <ac:spMkLst>
            <pc:docMk/>
            <pc:sldMk cId="2445323600" sldId="264"/>
            <ac:spMk id="3" creationId="{00000000-0000-0000-0000-000000000000}"/>
          </ac:spMkLst>
        </pc:spChg>
        <pc:spChg chg="add">
          <ac:chgData name="Manas Tuwani" userId="5d421215-a11f-4a6e-90ca-e8ac2213fab6" providerId="ADAL" clId="{BE46AD93-8336-4222-ADE5-036309B33256}" dt="2022-11-29T13:23:24.697" v="9" actId="26606"/>
          <ac:spMkLst>
            <pc:docMk/>
            <pc:sldMk cId="2445323600" sldId="264"/>
            <ac:spMk id="8" creationId="{DE7FFD28-545C-4C88-A2E7-152FB234C92C}"/>
          </ac:spMkLst>
        </pc:spChg>
      </pc:sldChg>
      <pc:sldChg chg="modSp del mod">
        <pc:chgData name="Manas Tuwani" userId="5d421215-a11f-4a6e-90ca-e8ac2213fab6" providerId="ADAL" clId="{BE46AD93-8336-4222-ADE5-036309B33256}" dt="2022-11-29T13:08:07.966" v="1" actId="47"/>
        <pc:sldMkLst>
          <pc:docMk/>
          <pc:sldMk cId="296450936" sldId="265"/>
        </pc:sldMkLst>
        <pc:spChg chg="mod">
          <ac:chgData name="Manas Tuwani" userId="5d421215-a11f-4a6e-90ca-e8ac2213fab6" providerId="ADAL" clId="{BE46AD93-8336-4222-ADE5-036309B33256}" dt="2022-11-29T13:07:54.906" v="0" actId="20577"/>
          <ac:spMkLst>
            <pc:docMk/>
            <pc:sldMk cId="296450936" sldId="265"/>
            <ac:spMk id="3" creationId="{EE7D87A6-70F6-79C3-ACEB-48024C98ABBB}"/>
          </ac:spMkLst>
        </pc:spChg>
      </pc:sldChg>
    </pc:docChg>
  </pc:docChgLst>
  <pc:docChgLst>
    <pc:chgData name="Manas Tuwani" userId="5d421215-a11f-4a6e-90ca-e8ac2213fab6" providerId="ADAL" clId="{8A6A5373-AACE-4E78-833D-92E3FCFD9AEC}"/>
    <pc:docChg chg="modSld">
      <pc:chgData name="Manas Tuwani" userId="5d421215-a11f-4a6e-90ca-e8ac2213fab6" providerId="ADAL" clId="{8A6A5373-AACE-4E78-833D-92E3FCFD9AEC}" dt="2024-05-09T03:10:36.134" v="20" actId="20577"/>
      <pc:docMkLst>
        <pc:docMk/>
      </pc:docMkLst>
      <pc:sldChg chg="modSp mod">
        <pc:chgData name="Manas Tuwani" userId="5d421215-a11f-4a6e-90ca-e8ac2213fab6" providerId="ADAL" clId="{8A6A5373-AACE-4E78-833D-92E3FCFD9AEC}" dt="2024-05-09T03:10:36.134" v="20" actId="20577"/>
        <pc:sldMkLst>
          <pc:docMk/>
          <pc:sldMk cId="127356367" sldId="262"/>
        </pc:sldMkLst>
        <pc:spChg chg="mod">
          <ac:chgData name="Manas Tuwani" userId="5d421215-a11f-4a6e-90ca-e8ac2213fab6" providerId="ADAL" clId="{8A6A5373-AACE-4E78-833D-92E3FCFD9AEC}" dt="2024-05-09T03:10:36.134" v="20" actId="20577"/>
          <ac:spMkLst>
            <pc:docMk/>
            <pc:sldMk cId="127356367" sldId="262"/>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5818720-0D20-4FA0-9690-4D335D3361B4}" type="datetimeFigureOut">
              <a:rPr lang="en-IN" smtClean="0"/>
              <a:t>07-02-2026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41439F-FC8E-41A6-AE86-27E8C06A8965}" type="slidenum">
              <a:rPr lang="en-IN" smtClean="0"/>
              <a:t>‹#›</a:t>
            </a:fld>
            <a:endParaRPr lang="en-IN"/>
          </a:p>
        </p:txBody>
      </p:sp>
    </p:spTree>
    <p:extLst>
      <p:ext uri="{BB962C8B-B14F-4D97-AF65-F5344CB8AC3E}">
        <p14:creationId xmlns:p14="http://schemas.microsoft.com/office/powerpoint/2010/main" val="380136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5818720-0D20-4FA0-9690-4D335D3361B4}" type="datetimeFigureOut">
              <a:rPr lang="en-IN" smtClean="0"/>
              <a:t>07-02-2026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41439F-FC8E-41A6-AE86-27E8C06A8965}" type="slidenum">
              <a:rPr lang="en-IN" smtClean="0"/>
              <a:t>‹#›</a:t>
            </a:fld>
            <a:endParaRPr lang="en-IN"/>
          </a:p>
        </p:txBody>
      </p:sp>
    </p:spTree>
    <p:extLst>
      <p:ext uri="{BB962C8B-B14F-4D97-AF65-F5344CB8AC3E}">
        <p14:creationId xmlns:p14="http://schemas.microsoft.com/office/powerpoint/2010/main" val="1847295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818720-0D20-4FA0-9690-4D335D3361B4}" type="datetimeFigureOut">
              <a:rPr lang="en-IN" smtClean="0"/>
              <a:t>07-02-2026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41439F-FC8E-41A6-AE86-27E8C06A8965}" type="slidenum">
              <a:rPr lang="en-IN" smtClean="0"/>
              <a:t>‹#›</a:t>
            </a:fld>
            <a:endParaRPr lang="en-IN"/>
          </a:p>
        </p:txBody>
      </p:sp>
    </p:spTree>
    <p:extLst>
      <p:ext uri="{BB962C8B-B14F-4D97-AF65-F5344CB8AC3E}">
        <p14:creationId xmlns:p14="http://schemas.microsoft.com/office/powerpoint/2010/main" val="213486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C5818720-0D20-4FA0-9690-4D335D3361B4}" type="datetimeFigureOut">
              <a:rPr lang="en-IN" smtClean="0"/>
              <a:t>07-02-2026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441439F-FC8E-41A6-AE86-27E8C06A8965}" type="slidenum">
              <a:rPr lang="en-IN" smtClean="0"/>
              <a:t>‹#›</a:t>
            </a:fld>
            <a:endParaRPr lang="en-IN"/>
          </a:p>
        </p:txBody>
      </p:sp>
    </p:spTree>
    <p:extLst>
      <p:ext uri="{BB962C8B-B14F-4D97-AF65-F5344CB8AC3E}">
        <p14:creationId xmlns:p14="http://schemas.microsoft.com/office/powerpoint/2010/main" val="458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5818720-0D20-4FA0-9690-4D335D3361B4}" type="datetimeFigureOut">
              <a:rPr lang="en-IN" smtClean="0"/>
              <a:t>07-02-2026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441439F-FC8E-41A6-AE86-27E8C06A8965}" type="slidenum">
              <a:rPr lang="en-IN" smtClean="0"/>
              <a:t>‹#›</a:t>
            </a:fld>
            <a:endParaRPr lang="en-IN"/>
          </a:p>
        </p:txBody>
      </p:sp>
    </p:spTree>
    <p:extLst>
      <p:ext uri="{BB962C8B-B14F-4D97-AF65-F5344CB8AC3E}">
        <p14:creationId xmlns:p14="http://schemas.microsoft.com/office/powerpoint/2010/main" val="2350063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5818720-0D20-4FA0-9690-4D335D3361B4}" type="datetimeFigureOut">
              <a:rPr lang="en-IN" smtClean="0"/>
              <a:t>07-02-2026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441439F-FC8E-41A6-AE86-27E8C06A8965}" type="slidenum">
              <a:rPr lang="en-IN" smtClean="0"/>
              <a:t>‹#›</a:t>
            </a:fld>
            <a:endParaRPr lang="en-IN"/>
          </a:p>
        </p:txBody>
      </p:sp>
    </p:spTree>
    <p:extLst>
      <p:ext uri="{BB962C8B-B14F-4D97-AF65-F5344CB8AC3E}">
        <p14:creationId xmlns:p14="http://schemas.microsoft.com/office/powerpoint/2010/main" val="2716294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818720-0D20-4FA0-9690-4D335D3361B4}" type="datetimeFigureOut">
              <a:rPr lang="en-IN" smtClean="0"/>
              <a:t>07-02-2026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441439F-FC8E-41A6-AE86-27E8C06A8965}" type="slidenum">
              <a:rPr lang="en-IN" smtClean="0"/>
              <a:t>‹#›</a:t>
            </a:fld>
            <a:endParaRPr lang="en-IN"/>
          </a:p>
        </p:txBody>
      </p:sp>
    </p:spTree>
    <p:extLst>
      <p:ext uri="{BB962C8B-B14F-4D97-AF65-F5344CB8AC3E}">
        <p14:creationId xmlns:p14="http://schemas.microsoft.com/office/powerpoint/2010/main" val="2463680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5818720-0D20-4FA0-9690-4D335D3361B4}" type="datetimeFigureOut">
              <a:rPr lang="en-IN" smtClean="0"/>
              <a:t>07-02-2026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441439F-FC8E-41A6-AE86-27E8C06A8965}" type="slidenum">
              <a:rPr lang="en-IN" smtClean="0"/>
              <a:t>‹#›</a:t>
            </a:fld>
            <a:endParaRPr lang="en-IN"/>
          </a:p>
        </p:txBody>
      </p:sp>
    </p:spTree>
    <p:extLst>
      <p:ext uri="{BB962C8B-B14F-4D97-AF65-F5344CB8AC3E}">
        <p14:creationId xmlns:p14="http://schemas.microsoft.com/office/powerpoint/2010/main" val="867741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5818720-0D20-4FA0-9690-4D335D3361B4}" type="datetimeFigureOut">
              <a:rPr lang="en-IN" smtClean="0"/>
              <a:t>07-02-2026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441439F-FC8E-41A6-AE86-27E8C06A8965}" type="slidenum">
              <a:rPr lang="en-IN" smtClean="0"/>
              <a:t>‹#›</a:t>
            </a:fld>
            <a:endParaRPr lang="en-IN"/>
          </a:p>
        </p:txBody>
      </p:sp>
    </p:spTree>
    <p:extLst>
      <p:ext uri="{BB962C8B-B14F-4D97-AF65-F5344CB8AC3E}">
        <p14:creationId xmlns:p14="http://schemas.microsoft.com/office/powerpoint/2010/main" val="2979511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5818720-0D20-4FA0-9690-4D335D3361B4}" type="datetimeFigureOut">
              <a:rPr lang="en-IN" smtClean="0"/>
              <a:t>07-02-2026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41439F-FC8E-41A6-AE86-27E8C06A8965}" type="slidenum">
              <a:rPr lang="en-IN" smtClean="0"/>
              <a:t>‹#›</a:t>
            </a:fld>
            <a:endParaRPr lang="en-IN"/>
          </a:p>
        </p:txBody>
      </p:sp>
    </p:spTree>
    <p:extLst>
      <p:ext uri="{BB962C8B-B14F-4D97-AF65-F5344CB8AC3E}">
        <p14:creationId xmlns:p14="http://schemas.microsoft.com/office/powerpoint/2010/main" val="3412975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5818720-0D20-4FA0-9690-4D335D3361B4}" type="datetimeFigureOut">
              <a:rPr lang="en-IN" smtClean="0"/>
              <a:t>07-02-2026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41439F-FC8E-41A6-AE86-27E8C06A8965}" type="slidenum">
              <a:rPr lang="en-IN" smtClean="0"/>
              <a:t>‹#›</a:t>
            </a:fld>
            <a:endParaRPr lang="en-IN"/>
          </a:p>
        </p:txBody>
      </p:sp>
    </p:spTree>
    <p:extLst>
      <p:ext uri="{BB962C8B-B14F-4D97-AF65-F5344CB8AC3E}">
        <p14:creationId xmlns:p14="http://schemas.microsoft.com/office/powerpoint/2010/main" val="2219996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818720-0D20-4FA0-9690-4D335D3361B4}" type="datetimeFigureOut">
              <a:rPr lang="en-IN" smtClean="0"/>
              <a:t>07-02-2026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41439F-FC8E-41A6-AE86-27E8C06A8965}" type="slidenum">
              <a:rPr lang="en-IN" smtClean="0"/>
              <a:t>‹#›</a:t>
            </a:fld>
            <a:endParaRPr lang="en-IN"/>
          </a:p>
        </p:txBody>
      </p:sp>
    </p:spTree>
    <p:extLst>
      <p:ext uri="{BB962C8B-B14F-4D97-AF65-F5344CB8AC3E}">
        <p14:creationId xmlns:p14="http://schemas.microsoft.com/office/powerpoint/2010/main" val="40733981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584" y="476672"/>
            <a:ext cx="7344815" cy="4680521"/>
          </a:xfrm>
          <a:prstGeom prst="rect">
            <a:avLst/>
          </a:prstGeom>
        </p:spPr>
      </p:pic>
      <p:sp>
        <p:nvSpPr>
          <p:cNvPr id="5" name="Rectangle 4"/>
          <p:cNvSpPr/>
          <p:nvPr/>
        </p:nvSpPr>
        <p:spPr>
          <a:xfrm>
            <a:off x="611560" y="4941168"/>
            <a:ext cx="5328592" cy="1138773"/>
          </a:xfrm>
          <a:prstGeom prst="rect">
            <a:avLst/>
          </a:prstGeom>
          <a:ln w="12700">
            <a:noFill/>
          </a:ln>
        </p:spPr>
        <p:txBody>
          <a:bodyPr wrap="square">
            <a:spAutoFit/>
          </a:bodyPr>
          <a:lstStyle/>
          <a:p>
            <a:r>
              <a:rPr lang="en-IN" sz="3600" b="1" dirty="0">
                <a:solidFill>
                  <a:schemeClr val="tx2">
                    <a:lumMod val="75000"/>
                  </a:schemeClr>
                </a:solidFill>
                <a:latin typeface="Baskerville Old Face" panose="02020602080505020303" pitchFamily="18" charset="0"/>
              </a:rPr>
              <a:t>Automation Testing</a:t>
            </a:r>
          </a:p>
          <a:p>
            <a:r>
              <a:rPr lang="en-IN" sz="3200" b="1" dirty="0">
                <a:solidFill>
                  <a:schemeClr val="tx2">
                    <a:lumMod val="75000"/>
                  </a:schemeClr>
                </a:solidFill>
                <a:latin typeface="Baskerville Old Face" panose="02020602080505020303" pitchFamily="18" charset="0"/>
              </a:rPr>
              <a:t>          </a:t>
            </a:r>
            <a:r>
              <a:rPr lang="en-IN" sz="2600" b="1" dirty="0">
                <a:solidFill>
                  <a:srgbClr val="FF0000"/>
                </a:solidFill>
                <a:latin typeface="Baskerville Old Face" panose="02020602080505020303" pitchFamily="18" charset="0"/>
              </a:rPr>
              <a:t>By- Manas </a:t>
            </a:r>
          </a:p>
        </p:txBody>
      </p:sp>
    </p:spTree>
    <p:extLst>
      <p:ext uri="{BB962C8B-B14F-4D97-AF65-F5344CB8AC3E}">
        <p14:creationId xmlns:p14="http://schemas.microsoft.com/office/powerpoint/2010/main" val="42916309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3">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54"/>
            <a:ext cx="9144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429000" y="601744"/>
            <a:ext cx="5086350" cy="1338696"/>
          </a:xfrm>
        </p:spPr>
        <p:txBody>
          <a:bodyPr>
            <a:normAutofit/>
          </a:bodyPr>
          <a:lstStyle/>
          <a:p>
            <a:pPr>
              <a:lnSpc>
                <a:spcPct val="90000"/>
              </a:lnSpc>
            </a:pPr>
            <a:r>
              <a:rPr lang="en-IN" b="1" dirty="0"/>
              <a:t>ELEMENT LOCATORS</a:t>
            </a:r>
            <a:br>
              <a:rPr lang="en-IN" dirty="0"/>
            </a:br>
            <a:endParaRPr lang="en-IN" dirty="0"/>
          </a:p>
        </p:txBody>
      </p:sp>
      <p:pic>
        <p:nvPicPr>
          <p:cNvPr id="5" name="Picture 4" descr="A group of multi coloured wooden stick figures">
            <a:extLst>
              <a:ext uri="{FF2B5EF4-FFF2-40B4-BE49-F238E27FC236}">
                <a16:creationId xmlns:a16="http://schemas.microsoft.com/office/drawing/2014/main" id="{BB2AB976-8F46-99F9-1AC9-25B13D0B21DD}"/>
              </a:ext>
            </a:extLst>
          </p:cNvPr>
          <p:cNvPicPr>
            <a:picLocks noChangeAspect="1"/>
          </p:cNvPicPr>
          <p:nvPr/>
        </p:nvPicPr>
        <p:blipFill rotWithShape="1">
          <a:blip r:embed="rId2"/>
          <a:srcRect l="28717" r="42847"/>
          <a:stretch/>
        </p:blipFill>
        <p:spPr>
          <a:xfrm>
            <a:off x="20" y="10"/>
            <a:ext cx="281604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3" name="Content Placeholder 2"/>
          <p:cNvSpPr>
            <a:spLocks noGrp="1"/>
          </p:cNvSpPr>
          <p:nvPr>
            <p:ph idx="1"/>
          </p:nvPr>
        </p:nvSpPr>
        <p:spPr>
          <a:xfrm>
            <a:off x="3059832" y="2201958"/>
            <a:ext cx="5760640" cy="3900730"/>
          </a:xfrm>
        </p:spPr>
        <p:txBody>
          <a:bodyPr anchor="t">
            <a:normAutofit/>
          </a:bodyPr>
          <a:lstStyle/>
          <a:p>
            <a:pPr marL="0" indent="0">
              <a:buNone/>
            </a:pPr>
            <a:r>
              <a:rPr lang="en-IN" sz="2000" dirty="0"/>
              <a:t>Locators are nothing but the identifications of the elements in application. Since every product in the world is having some identifications, in the same way every element in the application also having some identifications. These identifications we called as “locators” </a:t>
            </a:r>
            <a:r>
              <a:rPr lang="en-IN" sz="2000"/>
              <a:t>or “</a:t>
            </a:r>
            <a:r>
              <a:rPr lang="en-IN" sz="2000" dirty="0"/>
              <a:t>Attributes”</a:t>
            </a:r>
          </a:p>
          <a:p>
            <a:pPr marL="0" indent="0">
              <a:buNone/>
            </a:pPr>
            <a:endParaRPr lang="en-IN" sz="1700" dirty="0"/>
          </a:p>
          <a:p>
            <a:pPr marL="0" indent="0">
              <a:buNone/>
            </a:pPr>
            <a:endParaRPr lang="en-IN" sz="1700" dirty="0"/>
          </a:p>
        </p:txBody>
      </p:sp>
    </p:spTree>
    <p:extLst>
      <p:ext uri="{BB962C8B-B14F-4D97-AF65-F5344CB8AC3E}">
        <p14:creationId xmlns:p14="http://schemas.microsoft.com/office/powerpoint/2010/main" val="3333023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4" descr="Periodic table of elements">
            <a:extLst>
              <a:ext uri="{FF2B5EF4-FFF2-40B4-BE49-F238E27FC236}">
                <a16:creationId xmlns:a16="http://schemas.microsoft.com/office/drawing/2014/main" id="{8904DF32-90C5-73B8-2F01-EBB8F4BA4AAB}"/>
              </a:ext>
            </a:extLst>
          </p:cNvPr>
          <p:cNvPicPr>
            <a:picLocks noChangeAspect="1"/>
          </p:cNvPicPr>
          <p:nvPr/>
        </p:nvPicPr>
        <p:blipFill rotWithShape="1">
          <a:blip r:embed="rId2">
            <a:duotone>
              <a:prstClr val="black"/>
              <a:schemeClr val="tx2">
                <a:tint val="45000"/>
                <a:satMod val="400000"/>
              </a:schemeClr>
            </a:duotone>
          </a:blip>
          <a:srcRect l="6757" r="4577"/>
          <a:stretch/>
        </p:blipFill>
        <p:spPr>
          <a:xfrm>
            <a:off x="20" y="10"/>
            <a:ext cx="9143980" cy="6857990"/>
          </a:xfrm>
          <a:prstGeom prst="rect">
            <a:avLst/>
          </a:prstGeom>
        </p:spPr>
      </p:pic>
      <p:sp>
        <p:nvSpPr>
          <p:cNvPr id="14" name="Rectangle 8">
            <a:extLst>
              <a:ext uri="{FF2B5EF4-FFF2-40B4-BE49-F238E27FC236}">
                <a16:creationId xmlns:a16="http://schemas.microsoft.com/office/drawing/2014/main" id="{B4147794-66B7-4CDE-BC75-BBDC48B2F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9610" y="0"/>
            <a:ext cx="5788590" cy="685800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Schoolbook" panose="02040604050505020304"/>
              <a:ea typeface="+mn-ea"/>
              <a:cs typeface="+mn-cs"/>
            </a:endParaRPr>
          </a:p>
        </p:txBody>
      </p:sp>
      <p:sp>
        <p:nvSpPr>
          <p:cNvPr id="2" name="Title 1"/>
          <p:cNvSpPr>
            <a:spLocks noGrp="1"/>
          </p:cNvSpPr>
          <p:nvPr>
            <p:ph type="title"/>
          </p:nvPr>
        </p:nvSpPr>
        <p:spPr>
          <a:xfrm>
            <a:off x="3038166" y="365758"/>
            <a:ext cx="5088195" cy="1828800"/>
          </a:xfrm>
        </p:spPr>
        <p:txBody>
          <a:bodyPr>
            <a:normAutofit/>
          </a:bodyPr>
          <a:lstStyle/>
          <a:p>
            <a:r>
              <a:rPr lang="en-IN" sz="4200" b="1">
                <a:solidFill>
                  <a:schemeClr val="tx1">
                    <a:lumMod val="85000"/>
                    <a:lumOff val="15000"/>
                  </a:schemeClr>
                </a:solidFill>
              </a:rPr>
              <a:t>List of Locators:</a:t>
            </a:r>
            <a:br>
              <a:rPr lang="en-IN" sz="4200" b="1">
                <a:solidFill>
                  <a:schemeClr val="tx1">
                    <a:lumMod val="85000"/>
                    <a:lumOff val="15000"/>
                  </a:schemeClr>
                </a:solidFill>
              </a:rPr>
            </a:br>
            <a:endParaRPr lang="en-IN" sz="4200" b="1">
              <a:solidFill>
                <a:schemeClr val="tx1">
                  <a:lumMod val="85000"/>
                  <a:lumOff val="15000"/>
                </a:schemeClr>
              </a:solidFill>
            </a:endParaRPr>
          </a:p>
        </p:txBody>
      </p:sp>
      <p:sp>
        <p:nvSpPr>
          <p:cNvPr id="3" name="Content Placeholder 2"/>
          <p:cNvSpPr>
            <a:spLocks noGrp="1"/>
          </p:cNvSpPr>
          <p:nvPr>
            <p:ph idx="1"/>
          </p:nvPr>
        </p:nvSpPr>
        <p:spPr>
          <a:xfrm>
            <a:off x="3038166" y="1916832"/>
            <a:ext cx="5088195" cy="3875087"/>
          </a:xfrm>
        </p:spPr>
        <p:txBody>
          <a:bodyPr>
            <a:normAutofit/>
          </a:bodyPr>
          <a:lstStyle/>
          <a:p>
            <a:pPr marL="0" indent="0">
              <a:buNone/>
            </a:pPr>
            <a:r>
              <a:rPr lang="en-IN" sz="2400" dirty="0"/>
              <a:t>1. ID</a:t>
            </a:r>
          </a:p>
          <a:p>
            <a:pPr marL="0" indent="0">
              <a:buNone/>
            </a:pPr>
            <a:r>
              <a:rPr lang="en-IN" sz="2400" dirty="0"/>
              <a:t>2. Name</a:t>
            </a:r>
          </a:p>
          <a:p>
            <a:pPr marL="0" indent="0">
              <a:buNone/>
            </a:pPr>
            <a:r>
              <a:rPr lang="en-IN" sz="2400" dirty="0"/>
              <a:t>3. Class</a:t>
            </a:r>
          </a:p>
          <a:p>
            <a:pPr marL="0" indent="0">
              <a:buNone/>
            </a:pPr>
            <a:r>
              <a:rPr lang="en-IN" sz="2400" dirty="0"/>
              <a:t>4. Tagname</a:t>
            </a:r>
          </a:p>
          <a:p>
            <a:pPr marL="0" indent="0">
              <a:buNone/>
            </a:pPr>
            <a:r>
              <a:rPr lang="en-IN" sz="2400" dirty="0"/>
              <a:t>5. Xpath</a:t>
            </a:r>
          </a:p>
          <a:p>
            <a:pPr marL="0" indent="0">
              <a:buNone/>
            </a:pPr>
            <a:r>
              <a:rPr lang="en-IN" sz="2400" dirty="0"/>
              <a:t>6. Link text</a:t>
            </a:r>
          </a:p>
          <a:p>
            <a:pPr marL="0" indent="0">
              <a:buNone/>
            </a:pPr>
            <a:r>
              <a:rPr lang="en-IN" sz="2400" dirty="0"/>
              <a:t>7. CSS(Cascade style sheets)</a:t>
            </a:r>
          </a:p>
        </p:txBody>
      </p:sp>
      <p:sp>
        <p:nvSpPr>
          <p:cNvPr id="15" name="Rectangle 10">
            <a:extLst>
              <a:ext uri="{FF2B5EF4-FFF2-40B4-BE49-F238E27FC236}">
                <a16:creationId xmlns:a16="http://schemas.microsoft.com/office/drawing/2014/main" id="{41202E79-1236-4DF8-9921-F47A0B079C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8200" y="0"/>
            <a:ext cx="685800" cy="6858000"/>
          </a:xfrm>
          <a:prstGeom prst="rect">
            <a:avLst/>
          </a:prstGeom>
          <a:solidFill>
            <a:schemeClr val="tx1">
              <a:lumMod val="85000"/>
              <a:lumOff val="1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2163640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E7FFD28-545C-4C88-A2E7-152FB234C9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191135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IN" sz="3700" b="1">
                <a:solidFill>
                  <a:srgbClr val="FFFFFF"/>
                </a:solidFill>
              </a:rPr>
              <a:t>HOW WEBDRIVER IDENTIFY ELEMENTS</a:t>
            </a:r>
            <a:br>
              <a:rPr lang="en-IN" sz="3700">
                <a:solidFill>
                  <a:srgbClr val="FFFFFF"/>
                </a:solidFill>
              </a:rPr>
            </a:br>
            <a:endParaRPr lang="en-IN" sz="3700">
              <a:solidFill>
                <a:srgbClr val="FFFFFF"/>
              </a:solidFill>
            </a:endParaRPr>
          </a:p>
        </p:txBody>
      </p:sp>
      <p:sp>
        <p:nvSpPr>
          <p:cNvPr id="3" name="Content Placeholder 2"/>
          <p:cNvSpPr>
            <a:spLocks noGrp="1"/>
          </p:cNvSpPr>
          <p:nvPr>
            <p:ph idx="1"/>
          </p:nvPr>
        </p:nvSpPr>
        <p:spPr>
          <a:xfrm>
            <a:off x="628650" y="2438400"/>
            <a:ext cx="7886700" cy="3738562"/>
          </a:xfrm>
        </p:spPr>
        <p:txBody>
          <a:bodyPr>
            <a:normAutofit/>
          </a:bodyPr>
          <a:lstStyle/>
          <a:p>
            <a:pPr marL="0" indent="0">
              <a:buNone/>
            </a:pPr>
            <a:r>
              <a:rPr lang="en-IN" sz="2300" dirty="0"/>
              <a:t>WebDriver will identify the elements in application based on the locators by using “</a:t>
            </a:r>
            <a:r>
              <a:rPr lang="en-IN" sz="2300" dirty="0" err="1"/>
              <a:t>findElement</a:t>
            </a:r>
            <a:r>
              <a:rPr lang="en-IN" sz="2300" dirty="0"/>
              <a:t>” method.</a:t>
            </a:r>
          </a:p>
          <a:p>
            <a:pPr marL="0" indent="0">
              <a:buNone/>
            </a:pPr>
            <a:endParaRPr lang="en-IN" sz="2300" dirty="0"/>
          </a:p>
          <a:p>
            <a:pPr marL="0" indent="0">
              <a:buNone/>
            </a:pPr>
            <a:r>
              <a:rPr lang="en-IN" sz="2300" u="sng" dirty="0"/>
              <a:t>Syntax:</a:t>
            </a:r>
          </a:p>
          <a:p>
            <a:pPr marL="0" indent="0">
              <a:buNone/>
            </a:pPr>
            <a:r>
              <a:rPr lang="en-IN" sz="2300" dirty="0"/>
              <a:t>driver. </a:t>
            </a:r>
            <a:r>
              <a:rPr lang="en-IN" sz="2300" dirty="0" err="1"/>
              <a:t>FindElement</a:t>
            </a:r>
            <a:r>
              <a:rPr lang="en-IN" sz="2300" dirty="0"/>
              <a:t> (By. Locator(“value”));</a:t>
            </a:r>
          </a:p>
          <a:p>
            <a:pPr marL="0" indent="0">
              <a:buNone/>
            </a:pPr>
            <a:endParaRPr lang="en-IN" sz="2300" dirty="0"/>
          </a:p>
          <a:p>
            <a:pPr marL="0" indent="0">
              <a:buNone/>
            </a:pPr>
            <a:r>
              <a:rPr lang="en-IN" sz="2300" u="sng" dirty="0"/>
              <a:t>Note:</a:t>
            </a:r>
          </a:p>
          <a:p>
            <a:pPr marL="0" indent="0">
              <a:buNone/>
            </a:pPr>
            <a:r>
              <a:rPr lang="en-IN" sz="2300" dirty="0"/>
              <a:t>We always prefer unique locators to identify the elements</a:t>
            </a:r>
          </a:p>
        </p:txBody>
      </p:sp>
    </p:spTree>
    <p:extLst>
      <p:ext uri="{BB962C8B-B14F-4D97-AF65-F5344CB8AC3E}">
        <p14:creationId xmlns:p14="http://schemas.microsoft.com/office/powerpoint/2010/main" val="3385517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p:nvPr>
        </p:nvSpPr>
        <p:spPr>
          <a:xfrm>
            <a:off x="380272" y="1342001"/>
            <a:ext cx="8178799" cy="4393982"/>
          </a:xfrm>
        </p:spPr>
        <p:txBody>
          <a:bodyPr>
            <a:normAutofit/>
          </a:bodyPr>
          <a:lstStyle/>
          <a:p>
            <a:pPr marL="0" indent="0">
              <a:buNone/>
            </a:pPr>
            <a:r>
              <a:rPr lang="en-IN" sz="2400" b="1" dirty="0"/>
              <a:t>Business Operation Commands in WebDriver</a:t>
            </a:r>
            <a:endParaRPr lang="en-IN" sz="2400" dirty="0"/>
          </a:p>
          <a:p>
            <a:pPr marL="0" indent="0">
              <a:buNone/>
            </a:pPr>
            <a:endParaRPr lang="en-IN" sz="1700" dirty="0"/>
          </a:p>
          <a:p>
            <a:pPr marL="0" indent="0">
              <a:buNone/>
            </a:pPr>
            <a:r>
              <a:rPr lang="en-IN" sz="1700" b="1" u="sng" dirty="0" err="1"/>
              <a:t>sendKeys</a:t>
            </a:r>
            <a:r>
              <a:rPr lang="en-IN" sz="1700" b="1" u="sng" dirty="0"/>
              <a:t>()</a:t>
            </a:r>
            <a:r>
              <a:rPr lang="en-IN" sz="1700" u="sng" dirty="0"/>
              <a:t>:</a:t>
            </a:r>
            <a:r>
              <a:rPr lang="en-IN" sz="1700" b="1" dirty="0"/>
              <a:t> </a:t>
            </a:r>
            <a:r>
              <a:rPr lang="en-IN" sz="1700" dirty="0"/>
              <a:t>To enter the value in a text box and to select the value in a list box.</a:t>
            </a:r>
          </a:p>
          <a:p>
            <a:pPr marL="0" indent="0">
              <a:buNone/>
            </a:pPr>
            <a:endParaRPr lang="en-IN" sz="1700" dirty="0"/>
          </a:p>
          <a:p>
            <a:pPr marL="0" indent="0">
              <a:buNone/>
            </a:pPr>
            <a:r>
              <a:rPr lang="en-IN" sz="1700" u="sng" dirty="0"/>
              <a:t>Syntax:</a:t>
            </a:r>
          </a:p>
          <a:p>
            <a:pPr marL="0" indent="0">
              <a:buNone/>
            </a:pPr>
            <a:endParaRPr lang="en-IN" sz="1700" u="sng" dirty="0"/>
          </a:p>
          <a:p>
            <a:pPr marL="0" indent="0">
              <a:buNone/>
            </a:pPr>
            <a:r>
              <a:rPr lang="en-IN" sz="1700" b="1" dirty="0"/>
              <a:t>driver. </a:t>
            </a:r>
            <a:r>
              <a:rPr lang="en-IN" sz="1700" b="1" dirty="0" err="1"/>
              <a:t>FindElement</a:t>
            </a:r>
            <a:r>
              <a:rPr lang="en-IN" sz="1700" b="1" dirty="0"/>
              <a:t> (By. Locator(“value”)). </a:t>
            </a:r>
            <a:r>
              <a:rPr lang="en-IN" sz="1700" b="1" dirty="0" err="1"/>
              <a:t>sendkeys</a:t>
            </a:r>
            <a:r>
              <a:rPr lang="en-IN" sz="1700" b="1" dirty="0"/>
              <a:t>(“Value”);</a:t>
            </a:r>
          </a:p>
          <a:p>
            <a:pPr marL="0" indent="0">
              <a:buNone/>
            </a:pPr>
            <a:endParaRPr lang="en-IN" sz="1700" b="1" dirty="0"/>
          </a:p>
          <a:p>
            <a:pPr marL="0" indent="0">
              <a:buNone/>
            </a:pPr>
            <a:r>
              <a:rPr lang="en-IN" sz="1700" u="sng" dirty="0"/>
              <a:t>Note:</a:t>
            </a:r>
          </a:p>
          <a:p>
            <a:pPr marL="0" indent="0">
              <a:buNone/>
            </a:pPr>
            <a:r>
              <a:rPr lang="en-IN" sz="1700" dirty="0"/>
              <a:t>Before working on any element, we need to identify the element by using </a:t>
            </a:r>
            <a:r>
              <a:rPr lang="en-IN" sz="1700" dirty="0" err="1"/>
              <a:t>findElement</a:t>
            </a:r>
            <a:r>
              <a:rPr lang="en-IN" sz="1700" dirty="0"/>
              <a:t> method</a:t>
            </a:r>
          </a:p>
        </p:txBody>
      </p:sp>
      <p:sp>
        <p:nvSpPr>
          <p:cNvPr id="2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08801" y="2200695"/>
            <a:ext cx="645368" cy="484026"/>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400197" y="1502156"/>
            <a:ext cx="2532832" cy="954774"/>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8518" y="5230015"/>
            <a:ext cx="2017580" cy="760545"/>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60240" y="5789405"/>
            <a:ext cx="485578" cy="364184"/>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662030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66018"/>
            <a:ext cx="8229600" cy="4525963"/>
          </a:xfrm>
        </p:spPr>
        <p:txBody>
          <a:bodyPr>
            <a:noAutofit/>
          </a:bodyPr>
          <a:lstStyle/>
          <a:p>
            <a:pPr marL="0" indent="0">
              <a:buNone/>
            </a:pPr>
            <a:r>
              <a:rPr lang="en-IN" sz="2800" b="1" u="sng" dirty="0"/>
              <a:t>clear ():</a:t>
            </a:r>
            <a:r>
              <a:rPr lang="en-IN" sz="2800" u="sng" dirty="0"/>
              <a:t> </a:t>
            </a:r>
            <a:r>
              <a:rPr lang="en-IN" sz="2800" dirty="0"/>
              <a:t>To remove/clear value in a text box.</a:t>
            </a:r>
          </a:p>
          <a:p>
            <a:pPr marL="0" indent="0">
              <a:buNone/>
            </a:pPr>
            <a:r>
              <a:rPr lang="en-IN" sz="2800" dirty="0"/>
              <a:t>Syntax:</a:t>
            </a:r>
          </a:p>
          <a:p>
            <a:pPr marL="0" indent="0">
              <a:buNone/>
            </a:pPr>
            <a:r>
              <a:rPr lang="en-IN" sz="2800" b="1" dirty="0"/>
              <a:t>driver. </a:t>
            </a:r>
            <a:r>
              <a:rPr lang="en-IN" sz="2800" b="1" dirty="0" err="1"/>
              <a:t>FindElement</a:t>
            </a:r>
            <a:r>
              <a:rPr lang="en-IN" sz="2800" b="1" dirty="0"/>
              <a:t> (By. Locator(“value”)). clear ();</a:t>
            </a:r>
          </a:p>
          <a:p>
            <a:pPr marL="0" indent="0">
              <a:buNone/>
            </a:pPr>
            <a:endParaRPr lang="en-IN" sz="2800" b="1" dirty="0"/>
          </a:p>
          <a:p>
            <a:pPr marL="0" indent="0">
              <a:buNone/>
            </a:pPr>
            <a:endParaRPr lang="en-IN" sz="2800" b="1" dirty="0"/>
          </a:p>
          <a:p>
            <a:pPr marL="0" indent="0">
              <a:buNone/>
            </a:pPr>
            <a:r>
              <a:rPr lang="en-IN" sz="2800" b="1" dirty="0"/>
              <a:t>click (): </a:t>
            </a:r>
            <a:r>
              <a:rPr lang="en-IN" sz="2800" dirty="0"/>
              <a:t>To click on button/link and to check/uncheck checkbox and radio button in application</a:t>
            </a:r>
          </a:p>
          <a:p>
            <a:pPr marL="0" indent="0">
              <a:buNone/>
            </a:pPr>
            <a:r>
              <a:rPr lang="en-IN" sz="2800" dirty="0"/>
              <a:t>Syntax:</a:t>
            </a:r>
          </a:p>
          <a:p>
            <a:pPr marL="0" indent="0">
              <a:buNone/>
            </a:pPr>
            <a:r>
              <a:rPr lang="en-IN" sz="2800" b="1" dirty="0"/>
              <a:t>driver. </a:t>
            </a:r>
            <a:r>
              <a:rPr lang="en-IN" sz="2800" b="1" dirty="0" err="1"/>
              <a:t>FindElement</a:t>
            </a:r>
            <a:r>
              <a:rPr lang="en-IN" sz="2800" b="1" dirty="0"/>
              <a:t> (By. Locator(“value”)). click ();</a:t>
            </a:r>
          </a:p>
        </p:txBody>
      </p:sp>
    </p:spTree>
    <p:extLst>
      <p:ext uri="{BB962C8B-B14F-4D97-AF65-F5344CB8AC3E}">
        <p14:creationId xmlns:p14="http://schemas.microsoft.com/office/powerpoint/2010/main" val="127356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8052" y="20573"/>
            <a:ext cx="8640960" cy="646331"/>
          </a:xfrm>
          <a:prstGeom prst="rect">
            <a:avLst/>
          </a:prstGeom>
        </p:spPr>
        <p:txBody>
          <a:bodyPr wrap="square">
            <a:spAutoFit/>
          </a:bodyPr>
          <a:lstStyle/>
          <a:p>
            <a:r>
              <a:rPr lang="en-IN" b="1" dirty="0"/>
              <a:t>Prepare Test Script to launch Facebook application, Enter Email, Password, and clear Email Add and Password and click on the login button</a:t>
            </a:r>
          </a:p>
        </p:txBody>
      </p:sp>
      <p:pic>
        <p:nvPicPr>
          <p:cNvPr id="4" name="Picture 3">
            <a:extLst>
              <a:ext uri="{FF2B5EF4-FFF2-40B4-BE49-F238E27FC236}">
                <a16:creationId xmlns:a16="http://schemas.microsoft.com/office/drawing/2014/main" id="{520B12F0-360A-EB9C-4F13-067385861291}"/>
              </a:ext>
            </a:extLst>
          </p:cNvPr>
          <p:cNvPicPr>
            <a:picLocks noChangeAspect="1"/>
          </p:cNvPicPr>
          <p:nvPr/>
        </p:nvPicPr>
        <p:blipFill>
          <a:blip r:embed="rId2"/>
          <a:stretch>
            <a:fillRect/>
          </a:stretch>
        </p:blipFill>
        <p:spPr>
          <a:xfrm>
            <a:off x="0" y="857250"/>
            <a:ext cx="9144000" cy="5143500"/>
          </a:xfrm>
          <a:prstGeom prst="rect">
            <a:avLst/>
          </a:prstGeom>
        </p:spPr>
      </p:pic>
    </p:spTree>
    <p:extLst>
      <p:ext uri="{BB962C8B-B14F-4D97-AF65-F5344CB8AC3E}">
        <p14:creationId xmlns:p14="http://schemas.microsoft.com/office/powerpoint/2010/main" val="3076469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1027F94-F9CA-B4E0-0574-29145CD268CA}"/>
              </a:ext>
            </a:extLst>
          </p:cNvPr>
          <p:cNvPicPr>
            <a:picLocks noGrp="1" noChangeAspect="1"/>
          </p:cNvPicPr>
          <p:nvPr>
            <p:ph idx="1"/>
          </p:nvPr>
        </p:nvPicPr>
        <p:blipFill>
          <a:blip r:embed="rId2"/>
          <a:stretch>
            <a:fillRect/>
          </a:stretch>
        </p:blipFill>
        <p:spPr>
          <a:xfrm>
            <a:off x="436225" y="836712"/>
            <a:ext cx="8271550" cy="5361459"/>
          </a:xfrm>
        </p:spPr>
      </p:pic>
    </p:spTree>
    <p:extLst>
      <p:ext uri="{BB962C8B-B14F-4D97-AF65-F5344CB8AC3E}">
        <p14:creationId xmlns:p14="http://schemas.microsoft.com/office/powerpoint/2010/main" val="1242754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E7FFD28-545C-4C88-A2E7-152FB234C9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191135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IN" sz="4000" b="1" u="sng">
                <a:solidFill>
                  <a:srgbClr val="FFFFFF"/>
                </a:solidFill>
              </a:rPr>
              <a:t>FAQ’s</a:t>
            </a:r>
          </a:p>
        </p:txBody>
      </p:sp>
      <p:sp>
        <p:nvSpPr>
          <p:cNvPr id="3" name="Content Placeholder 2"/>
          <p:cNvSpPr>
            <a:spLocks noGrp="1"/>
          </p:cNvSpPr>
          <p:nvPr>
            <p:ph idx="1"/>
          </p:nvPr>
        </p:nvSpPr>
        <p:spPr>
          <a:xfrm>
            <a:off x="628650" y="1844824"/>
            <a:ext cx="8623870" cy="4968552"/>
          </a:xfrm>
        </p:spPr>
        <p:txBody>
          <a:bodyPr>
            <a:normAutofit/>
          </a:bodyPr>
          <a:lstStyle/>
          <a:p>
            <a:pPr marL="457200" indent="-457200">
              <a:buAutoNum type="arabicPeriod"/>
            </a:pPr>
            <a:r>
              <a:rPr lang="en-IN" sz="2300" dirty="0"/>
              <a:t>How will WebDriver identify Elements?</a:t>
            </a:r>
          </a:p>
          <a:p>
            <a:pPr marL="0" indent="0">
              <a:buNone/>
            </a:pPr>
            <a:r>
              <a:rPr lang="en-US" sz="2400" dirty="0"/>
              <a:t>WebDriver identifies elements using locators with methods like </a:t>
            </a:r>
            <a:r>
              <a:rPr lang="en-US" sz="1200" dirty="0" err="1"/>
              <a:t>findElement</a:t>
            </a:r>
            <a:r>
              <a:rPr lang="en-US" sz="1200" dirty="0"/>
              <a:t>() and </a:t>
            </a:r>
            <a:r>
              <a:rPr lang="en-US" sz="1200" dirty="0" err="1"/>
              <a:t>findElements</a:t>
            </a:r>
            <a:r>
              <a:rPr lang="en-US" sz="1200" dirty="0"/>
              <a:t>()</a:t>
            </a:r>
            <a:endParaRPr lang="en-IN" sz="1200" dirty="0"/>
          </a:p>
          <a:p>
            <a:pPr marL="0" indent="0">
              <a:buNone/>
            </a:pPr>
            <a:r>
              <a:rPr lang="en-IN" sz="2300" dirty="0"/>
              <a:t>2. Which command using for enter value in textbox</a:t>
            </a:r>
          </a:p>
          <a:p>
            <a:pPr marL="0" indent="0">
              <a:buNone/>
            </a:pPr>
            <a:r>
              <a:rPr lang="en-IN" sz="2300" dirty="0" err="1"/>
              <a:t>sendKeys</a:t>
            </a:r>
            <a:r>
              <a:rPr lang="en-IN" sz="2300" dirty="0"/>
              <a:t>()</a:t>
            </a:r>
          </a:p>
          <a:p>
            <a:pPr marL="0" indent="0">
              <a:buNone/>
            </a:pPr>
            <a:r>
              <a:rPr lang="en-IN" sz="2300" dirty="0"/>
              <a:t>3. How to check/uncheck checkbox using WebDriver</a:t>
            </a:r>
          </a:p>
          <a:p>
            <a:pPr marL="0" indent="0">
              <a:buNone/>
            </a:pPr>
            <a:r>
              <a:rPr lang="en-IN" sz="2300" dirty="0"/>
              <a:t>Click()</a:t>
            </a:r>
          </a:p>
          <a:p>
            <a:pPr marL="0" indent="0">
              <a:buNone/>
            </a:pPr>
            <a:r>
              <a:rPr lang="en-IN" sz="2300" dirty="0"/>
              <a:t>4. What is the line Of code using for click on links</a:t>
            </a:r>
          </a:p>
          <a:p>
            <a:pPr marL="0" indent="0">
              <a:buNone/>
            </a:pPr>
            <a:r>
              <a:rPr lang="en-IN" sz="2300" dirty="0"/>
              <a:t>Click()</a:t>
            </a:r>
          </a:p>
          <a:p>
            <a:pPr marL="0" indent="0">
              <a:buNone/>
            </a:pPr>
            <a:r>
              <a:rPr lang="en-IN" sz="2300" dirty="0"/>
              <a:t>5. How to close application using WebDriver</a:t>
            </a:r>
          </a:p>
          <a:p>
            <a:pPr marL="0" indent="0">
              <a:buNone/>
            </a:pPr>
            <a:r>
              <a:rPr lang="en-IN" sz="2300" dirty="0"/>
              <a:t>Close()</a:t>
            </a:r>
          </a:p>
          <a:p>
            <a:pPr marL="0" indent="0">
              <a:buNone/>
            </a:pPr>
            <a:r>
              <a:rPr lang="en-IN" sz="2300" dirty="0"/>
              <a:t>6. What are diff types locators are available in selenium</a:t>
            </a:r>
          </a:p>
          <a:p>
            <a:pPr marL="0" indent="0">
              <a:buNone/>
            </a:pPr>
            <a:endParaRPr lang="en-IN" sz="2300" dirty="0"/>
          </a:p>
          <a:p>
            <a:pPr marL="0" indent="0">
              <a:buNone/>
            </a:pPr>
            <a:endParaRPr lang="en-IN" sz="2300" dirty="0"/>
          </a:p>
        </p:txBody>
      </p:sp>
    </p:spTree>
    <p:extLst>
      <p:ext uri="{BB962C8B-B14F-4D97-AF65-F5344CB8AC3E}">
        <p14:creationId xmlns:p14="http://schemas.microsoft.com/office/powerpoint/2010/main" val="24453236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324</TotalTime>
  <Words>358</Words>
  <Application>Microsoft Office PowerPoint</Application>
  <PresentationFormat>On-screen Show (4:3)</PresentationFormat>
  <Paragraphs>51</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Baskerville Old Face</vt:lpstr>
      <vt:lpstr>Calibri</vt:lpstr>
      <vt:lpstr>Century Schoolbook</vt:lpstr>
      <vt:lpstr>Office Theme</vt:lpstr>
      <vt:lpstr>PowerPoint Presentation</vt:lpstr>
      <vt:lpstr>ELEMENT LOCATORS </vt:lpstr>
      <vt:lpstr>List of Locators: </vt:lpstr>
      <vt:lpstr>HOW WEBDRIVER IDENTIFY ELEMENTS </vt:lpstr>
      <vt:lpstr>PowerPoint Presentation</vt:lpstr>
      <vt:lpstr>PowerPoint Presentation</vt:lpstr>
      <vt:lpstr>PowerPoint Presentation</vt:lpstr>
      <vt:lpstr>PowerPoint Presentation</vt:lpstr>
      <vt:lpstr>FAQ’s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1403375</dc:creator>
  <cp:lastModifiedBy>Sajith Pulparambil Saju(UST,IN)</cp:lastModifiedBy>
  <cp:revision>5</cp:revision>
  <dcterms:created xsi:type="dcterms:W3CDTF">2022-05-24T17:10:15Z</dcterms:created>
  <dcterms:modified xsi:type="dcterms:W3CDTF">2026-02-07T09:33:48Z</dcterms:modified>
</cp:coreProperties>
</file>