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57" r:id="rId3"/>
    <p:sldId id="259" r:id="rId4"/>
    <p:sldId id="260" r:id="rId5"/>
    <p:sldId id="261" r:id="rId6"/>
    <p:sldId id="273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-528" y="-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as Tuwani" userId="5d421215-a11f-4a6e-90ca-e8ac2213fab6" providerId="ADAL" clId="{3890A9B6-60D2-4D05-A625-DB597DA26B8B}"/>
    <pc:docChg chg="undo custSel delSld modSld">
      <pc:chgData name="Manas Tuwani" userId="5d421215-a11f-4a6e-90ca-e8ac2213fab6" providerId="ADAL" clId="{3890A9B6-60D2-4D05-A625-DB597DA26B8B}" dt="2024-08-13T02:03:12.302" v="30" actId="255"/>
      <pc:docMkLst>
        <pc:docMk/>
      </pc:docMkLst>
      <pc:sldChg chg="modSp mod">
        <pc:chgData name="Manas Tuwani" userId="5d421215-a11f-4a6e-90ca-e8ac2213fab6" providerId="ADAL" clId="{3890A9B6-60D2-4D05-A625-DB597DA26B8B}" dt="2024-08-13T02:03:12.302" v="30" actId="255"/>
        <pc:sldMkLst>
          <pc:docMk/>
          <pc:sldMk cId="4259239686" sldId="257"/>
        </pc:sldMkLst>
        <pc:spChg chg="mod">
          <ac:chgData name="Manas Tuwani" userId="5d421215-a11f-4a6e-90ca-e8ac2213fab6" providerId="ADAL" clId="{3890A9B6-60D2-4D05-A625-DB597DA26B8B}" dt="2024-08-13T02:03:12.302" v="30" actId="255"/>
          <ac:spMkLst>
            <pc:docMk/>
            <pc:sldMk cId="4259239686" sldId="257"/>
            <ac:spMk id="3" creationId="{8F7625F9-5D48-B083-FD14-1AB99CDF708E}"/>
          </ac:spMkLst>
        </pc:spChg>
      </pc:sldChg>
      <pc:sldChg chg="del">
        <pc:chgData name="Manas Tuwani" userId="5d421215-a11f-4a6e-90ca-e8ac2213fab6" providerId="ADAL" clId="{3890A9B6-60D2-4D05-A625-DB597DA26B8B}" dt="2024-08-13T01:58:32.870" v="0" actId="47"/>
        <pc:sldMkLst>
          <pc:docMk/>
          <pc:sldMk cId="1908274394" sldId="258"/>
        </pc:sldMkLst>
      </pc:sldChg>
    </pc:docChg>
  </pc:docChgLst>
  <pc:docChgLst>
    <pc:chgData name="Manas Tuwani" userId="5d421215-a11f-4a6e-90ca-e8ac2213fab6" providerId="ADAL" clId="{7B703BDB-4A84-4381-A1A8-72AAC873772F}"/>
    <pc:docChg chg="modSld">
      <pc:chgData name="Manas Tuwani" userId="5d421215-a11f-4a6e-90ca-e8ac2213fab6" providerId="ADAL" clId="{7B703BDB-4A84-4381-A1A8-72AAC873772F}" dt="2022-10-08T04:35:39.298" v="0" actId="22"/>
      <pc:docMkLst>
        <pc:docMk/>
      </pc:docMkLst>
      <pc:sldChg chg="addSp mod">
        <pc:chgData name="Manas Tuwani" userId="5d421215-a11f-4a6e-90ca-e8ac2213fab6" providerId="ADAL" clId="{7B703BDB-4A84-4381-A1A8-72AAC873772F}" dt="2022-10-08T04:35:39.298" v="0" actId="22"/>
        <pc:sldMkLst>
          <pc:docMk/>
          <pc:sldMk cId="1781743863" sldId="261"/>
        </pc:sldMkLst>
        <pc:picChg chg="add">
          <ac:chgData name="Manas Tuwani" userId="5d421215-a11f-4a6e-90ca-e8ac2213fab6" providerId="ADAL" clId="{7B703BDB-4A84-4381-A1A8-72AAC873772F}" dt="2022-10-08T04:35:39.298" v="0" actId="22"/>
          <ac:picMkLst>
            <pc:docMk/>
            <pc:sldMk cId="1781743863" sldId="261"/>
            <ac:picMk id="4" creationId="{A0E912C3-BB0B-F94B-15D6-3D7C7B469408}"/>
          </ac:picMkLst>
        </pc:picChg>
      </pc:sldChg>
    </pc:docChg>
  </pc:docChgLst>
  <pc:docChgLst>
    <pc:chgData name="Manas Tuwani" userId="5d421215-a11f-4a6e-90ca-e8ac2213fab6" providerId="ADAL" clId="{270851B6-C25F-4A3B-B933-AA641AA92D9F}"/>
    <pc:docChg chg="undo custSel addSld modSld">
      <pc:chgData name="Manas Tuwani" userId="5d421215-a11f-4a6e-90ca-e8ac2213fab6" providerId="ADAL" clId="{270851B6-C25F-4A3B-B933-AA641AA92D9F}" dt="2023-04-26T02:01:22.371" v="68" actId="22"/>
      <pc:docMkLst>
        <pc:docMk/>
      </pc:docMkLst>
      <pc:sldChg chg="addSp delSp modSp mod setBg">
        <pc:chgData name="Manas Tuwani" userId="5d421215-a11f-4a6e-90ca-e8ac2213fab6" providerId="ADAL" clId="{270851B6-C25F-4A3B-B933-AA641AA92D9F}" dt="2023-04-26T01:38:00.435" v="66" actId="20577"/>
        <pc:sldMkLst>
          <pc:docMk/>
          <pc:sldMk cId="4259239686" sldId="257"/>
        </pc:sldMkLst>
        <pc:spChg chg="mod">
          <ac:chgData name="Manas Tuwani" userId="5d421215-a11f-4a6e-90ca-e8ac2213fab6" providerId="ADAL" clId="{270851B6-C25F-4A3B-B933-AA641AA92D9F}" dt="2023-04-25T14:46:27.017" v="20" actId="20577"/>
          <ac:spMkLst>
            <pc:docMk/>
            <pc:sldMk cId="4259239686" sldId="257"/>
            <ac:spMk id="2" creationId="{8625B151-455C-91C1-0540-FE324A841CF9}"/>
          </ac:spMkLst>
        </pc:spChg>
        <pc:spChg chg="mod">
          <ac:chgData name="Manas Tuwani" userId="5d421215-a11f-4a6e-90ca-e8ac2213fab6" providerId="ADAL" clId="{270851B6-C25F-4A3B-B933-AA641AA92D9F}" dt="2023-04-26T01:38:00.435" v="66" actId="20577"/>
          <ac:spMkLst>
            <pc:docMk/>
            <pc:sldMk cId="4259239686" sldId="257"/>
            <ac:spMk id="3" creationId="{8F7625F9-5D48-B083-FD14-1AB99CDF708E}"/>
          </ac:spMkLst>
        </pc:spChg>
        <pc:spChg chg="add del">
          <ac:chgData name="Manas Tuwani" userId="5d421215-a11f-4a6e-90ca-e8ac2213fab6" providerId="ADAL" clId="{270851B6-C25F-4A3B-B933-AA641AA92D9F}" dt="2023-04-25T14:45:55.042" v="1" actId="26606"/>
          <ac:spMkLst>
            <pc:docMk/>
            <pc:sldMk cId="4259239686" sldId="257"/>
            <ac:spMk id="8" creationId="{100EDD19-6802-4EC3-95CE-CFFAB042CFD6}"/>
          </ac:spMkLst>
        </pc:spChg>
        <pc:spChg chg="add del">
          <ac:chgData name="Manas Tuwani" userId="5d421215-a11f-4a6e-90ca-e8ac2213fab6" providerId="ADAL" clId="{270851B6-C25F-4A3B-B933-AA641AA92D9F}" dt="2023-04-25T14:45:55.042" v="1" actId="26606"/>
          <ac:spMkLst>
            <pc:docMk/>
            <pc:sldMk cId="4259239686" sldId="257"/>
            <ac:spMk id="10" creationId="{DB17E863-922E-4C26-BD64-E8FD41D28661}"/>
          </ac:spMkLst>
        </pc:spChg>
        <pc:spChg chg="add del">
          <ac:chgData name="Manas Tuwani" userId="5d421215-a11f-4a6e-90ca-e8ac2213fab6" providerId="ADAL" clId="{270851B6-C25F-4A3B-B933-AA641AA92D9F}" dt="2023-04-25T14:45:57.343" v="3" actId="26606"/>
          <ac:spMkLst>
            <pc:docMk/>
            <pc:sldMk cId="4259239686" sldId="257"/>
            <ac:spMk id="12" creationId="{AC17DE74-01C9-4859-B65A-85CF999E8580}"/>
          </ac:spMkLst>
        </pc:spChg>
        <pc:spChg chg="add del">
          <ac:chgData name="Manas Tuwani" userId="5d421215-a11f-4a6e-90ca-e8ac2213fab6" providerId="ADAL" clId="{270851B6-C25F-4A3B-B933-AA641AA92D9F}" dt="2023-04-25T14:45:57.343" v="3" actId="26606"/>
          <ac:spMkLst>
            <pc:docMk/>
            <pc:sldMk cId="4259239686" sldId="257"/>
            <ac:spMk id="13" creationId="{068C0432-0E90-4CC1-8CD3-D44A90DF07EF}"/>
          </ac:spMkLst>
        </pc:spChg>
        <pc:spChg chg="add">
          <ac:chgData name="Manas Tuwani" userId="5d421215-a11f-4a6e-90ca-e8ac2213fab6" providerId="ADAL" clId="{270851B6-C25F-4A3B-B933-AA641AA92D9F}" dt="2023-04-25T14:45:57.349" v="4" actId="26606"/>
          <ac:spMkLst>
            <pc:docMk/>
            <pc:sldMk cId="4259239686" sldId="257"/>
            <ac:spMk id="14" creationId="{074B4F7D-14B2-478B-8BF5-01E4E0C5D263}"/>
          </ac:spMkLst>
        </pc:spChg>
        <pc:spChg chg="add">
          <ac:chgData name="Manas Tuwani" userId="5d421215-a11f-4a6e-90ca-e8ac2213fab6" providerId="ADAL" clId="{270851B6-C25F-4A3B-B933-AA641AA92D9F}" dt="2023-04-25T14:45:57.349" v="4" actId="26606"/>
          <ac:spMkLst>
            <pc:docMk/>
            <pc:sldMk cId="4259239686" sldId="257"/>
            <ac:spMk id="15" creationId="{DAF1966E-FD40-4A4A-B61B-C4DF7FA05F06}"/>
          </ac:spMkLst>
        </pc:spChg>
        <pc:spChg chg="add">
          <ac:chgData name="Manas Tuwani" userId="5d421215-a11f-4a6e-90ca-e8ac2213fab6" providerId="ADAL" clId="{270851B6-C25F-4A3B-B933-AA641AA92D9F}" dt="2023-04-25T14:45:57.349" v="4" actId="26606"/>
          <ac:spMkLst>
            <pc:docMk/>
            <pc:sldMk cId="4259239686" sldId="257"/>
            <ac:spMk id="16" creationId="{047BFA19-D45E-416B-A404-7AF2F3F27017}"/>
          </ac:spMkLst>
        </pc:spChg>
        <pc:spChg chg="add">
          <ac:chgData name="Manas Tuwani" userId="5d421215-a11f-4a6e-90ca-e8ac2213fab6" providerId="ADAL" clId="{270851B6-C25F-4A3B-B933-AA641AA92D9F}" dt="2023-04-25T14:45:57.349" v="4" actId="26606"/>
          <ac:spMkLst>
            <pc:docMk/>
            <pc:sldMk cId="4259239686" sldId="257"/>
            <ac:spMk id="17" creationId="{8E0105E7-23DB-4CF2-8258-FF47C7620F6E}"/>
          </ac:spMkLst>
        </pc:spChg>
      </pc:sldChg>
      <pc:sldChg chg="addSp new mod">
        <pc:chgData name="Manas Tuwani" userId="5d421215-a11f-4a6e-90ca-e8ac2213fab6" providerId="ADAL" clId="{270851B6-C25F-4A3B-B933-AA641AA92D9F}" dt="2023-04-26T02:01:22.371" v="68" actId="22"/>
        <pc:sldMkLst>
          <pc:docMk/>
          <pc:sldMk cId="3518073187" sldId="273"/>
        </pc:sldMkLst>
        <pc:picChg chg="add">
          <ac:chgData name="Manas Tuwani" userId="5d421215-a11f-4a6e-90ca-e8ac2213fab6" providerId="ADAL" clId="{270851B6-C25F-4A3B-B933-AA641AA92D9F}" dt="2023-04-26T02:01:22.371" v="68" actId="22"/>
          <ac:picMkLst>
            <pc:docMk/>
            <pc:sldMk cId="3518073187" sldId="273"/>
            <ac:picMk id="3" creationId="{4306BA88-6F9A-658E-A47E-4CE4EC5C425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050E425-3FCB-06FF-A1E5-163DB7F84A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EE0DB38A-8CAB-0153-5AD1-6415537710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E35F815-7765-C85F-8F23-ADAEB5CB2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6C8DD-12CE-4418-8EF5-CD8F7B0E76B3}" type="datetimeFigureOut">
              <a:rPr lang="en-IN" smtClean="0"/>
              <a:pPr/>
              <a:t>26-10-2025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4AA474D-D8F8-A179-1F19-4505C419F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2EEA152-EFEB-90A8-CCF2-291B1B01B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DE9B9-427A-4438-84DF-9BD8CC33298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014065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28C2718-3734-1E18-CC7F-B52B0CD74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2232172-22AB-C2C0-962A-75E692F68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FF5729D-DF4A-4E95-9B25-844FA8A4F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6C8DD-12CE-4418-8EF5-CD8F7B0E76B3}" type="datetimeFigureOut">
              <a:rPr lang="en-IN" smtClean="0"/>
              <a:pPr/>
              <a:t>26-10-2025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34323F8-10DB-4811-C412-A5930C1BF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9D01344-6E15-8EBB-22E7-18F699084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DE9B9-427A-4438-84DF-9BD8CC33298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602117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B07F258-EAEB-B9B7-F78A-90B221C96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8E6AA7D-7063-C86C-5FE3-43047BBB67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7A117EF-6924-2F7B-29F3-A6F2DFDCF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6C8DD-12CE-4418-8EF5-CD8F7B0E76B3}" type="datetimeFigureOut">
              <a:rPr lang="en-IN" smtClean="0"/>
              <a:pPr/>
              <a:t>26-10-2025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CC544DD-1530-451A-66AB-9A6CD92FD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6E59DDC-5922-FA70-FB90-B9B290A15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DE9B9-427A-4438-84DF-9BD8CC33298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922494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DA3903F-1053-099C-5F5D-1EE55E798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2C3824F-ACEF-B308-AA9C-E396429477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7DFF0040-617B-D08C-2752-4231E3DE2A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D6BA140-EFCF-8409-F6FC-D6101D906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6C8DD-12CE-4418-8EF5-CD8F7B0E76B3}" type="datetimeFigureOut">
              <a:rPr lang="en-IN" smtClean="0"/>
              <a:pPr/>
              <a:t>26-10-2025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2441E06-4342-D48A-BE7D-635FEE8E6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7E0E87F8-E191-5667-09C3-2771212C6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DE9B9-427A-4438-84DF-9BD8CC33298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578239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C24077F-51EF-9BC6-3086-777A2E263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15B6EF0-C50D-FBEE-887F-B0433A2B0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FE04A05C-53B8-E215-B88C-4F22B99152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617BEC34-0B93-16E2-36A0-81F4B8ACD1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912AFA36-3828-76B5-F49F-EA448E2889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EAF61B08-FA22-3BA8-8170-9D7F422A6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6C8DD-12CE-4418-8EF5-CD8F7B0E76B3}" type="datetimeFigureOut">
              <a:rPr lang="en-IN" smtClean="0"/>
              <a:pPr/>
              <a:t>26-10-2025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2122A59B-FDDD-C13D-9025-3A003C733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7B194D00-AB45-7F7B-6BF3-9ACCE7093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DE9B9-427A-4438-84DF-9BD8CC33298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328834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460B3B0-6D0E-99DD-2C21-6295BB5B3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F198D306-B356-7220-FDD3-283160E86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6C8DD-12CE-4418-8EF5-CD8F7B0E76B3}" type="datetimeFigureOut">
              <a:rPr lang="en-IN" smtClean="0"/>
              <a:pPr/>
              <a:t>26-10-2025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E6ED9483-B2A1-6BFB-62A7-1D4F2B3BE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0D2D7F85-3B43-BBB1-783A-CF332EA02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DE9B9-427A-4438-84DF-9BD8CC33298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474621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E4E23202-E548-3AD2-B04B-8665EB2A6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6C8DD-12CE-4418-8EF5-CD8F7B0E76B3}" type="datetimeFigureOut">
              <a:rPr lang="en-IN" smtClean="0"/>
              <a:pPr/>
              <a:t>26-10-2025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CA3EBC43-3F25-C7FE-6F53-EB87C6933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CD6145B-DB47-597E-BC69-342DD192C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DE9B9-427A-4438-84DF-9BD8CC33298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506402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675F011-755C-ADE4-B134-A38735CEE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63A0A0D-3804-480C-A72E-6B13E5F26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60892375-0FC4-865A-DF3C-B35B694137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06987F59-0906-F8B1-5981-5B5C98707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6C8DD-12CE-4418-8EF5-CD8F7B0E76B3}" type="datetimeFigureOut">
              <a:rPr lang="en-IN" smtClean="0"/>
              <a:pPr/>
              <a:t>26-10-2025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22735B2-F716-0356-CCCA-1C2950244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64EEE29-0A33-AA68-859A-26FF2C53B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DE9B9-427A-4438-84DF-9BD8CC33298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606488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F5FAB95-0AE3-507D-9FAE-9B4A17074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8324ACFB-50CF-4572-1768-16FC6FD8D6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75E070DB-491E-AB21-F008-D3B4BE0FEF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C22D66BE-2C0B-F4E2-2345-CC0A05355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6C8DD-12CE-4418-8EF5-CD8F7B0E76B3}" type="datetimeFigureOut">
              <a:rPr lang="en-IN" smtClean="0"/>
              <a:pPr/>
              <a:t>26-10-2025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5EF3554-CE68-BFE6-B0FE-51A93A248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AFA6C51-40D1-B468-A37E-1F5E6C8E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DE9B9-427A-4438-84DF-9BD8CC33298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006749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ED083EA-1F3E-34AA-F42A-B60A50D16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89DA23D4-1DC7-6B06-2DF4-D5B3A7AA19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B28BF1E-BD98-5611-B4DA-4C3E08A98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6C8DD-12CE-4418-8EF5-CD8F7B0E76B3}" type="datetimeFigureOut">
              <a:rPr lang="en-IN" smtClean="0"/>
              <a:pPr/>
              <a:t>26-10-2025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E44C31C-564D-D491-16B5-77CA7D218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FB09288-16A6-C40D-D3DA-45A717608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DE9B9-427A-4438-84DF-9BD8CC33298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355825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33BF9EE8-B573-DEBB-D828-BDD5939834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2D50FC76-0F72-017D-D1E1-B37B4BC0BB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D399F07-F02B-9A64-F872-DB090E792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6C8DD-12CE-4418-8EF5-CD8F7B0E76B3}" type="datetimeFigureOut">
              <a:rPr lang="en-IN" smtClean="0"/>
              <a:pPr/>
              <a:t>26-10-2025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35D5665-E678-EE4B-8DD3-847CCEF11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8B3CA87-6614-3882-AD7E-5B5FF1BB9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DE9B9-427A-4438-84DF-9BD8CC33298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281244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805E4ED5-2210-5A24-1561-0C8537865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5DC09FA-268B-2641-C84B-44CE472921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C34DE7C-0631-CBDE-E46A-3DCA799F57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56C8DD-12CE-4418-8EF5-CD8F7B0E76B3}" type="datetimeFigureOut">
              <a:rPr lang="en-IN" smtClean="0"/>
              <a:pPr/>
              <a:t>26-10-2025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A69601D-EBC9-6AA8-1EFC-E25D831946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90D3568-D66E-192C-4DB6-E58A1D030D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DDE9B9-427A-4438-84DF-9BD8CC33298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544959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oolsqa.com/selenium-webdriver/selenium-testing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351585" y="476673"/>
            <a:ext cx="7344815" cy="468052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135560" y="4941169"/>
            <a:ext cx="5328592" cy="1138773"/>
          </a:xfrm>
          <a:prstGeom prst="rect">
            <a:avLst/>
          </a:prstGeom>
          <a:ln w="12700">
            <a:noFill/>
          </a:ln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chemeClr val="tx2">
                    <a:lumMod val="75000"/>
                  </a:schemeClr>
                </a:solidFill>
                <a:latin typeface="Baskerville Old Face" panose="02020602080505020303" pitchFamily="18" charset="0"/>
              </a:rPr>
              <a:t>Automation Testing</a:t>
            </a:r>
          </a:p>
          <a:p>
            <a:r>
              <a:rPr lang="en-IN" sz="3200" b="1" dirty="0">
                <a:solidFill>
                  <a:schemeClr val="tx2">
                    <a:lumMod val="75000"/>
                  </a:schemeClr>
                </a:solidFill>
                <a:latin typeface="Baskerville Old Face" panose="02020602080505020303" pitchFamily="18" charset="0"/>
              </a:rPr>
              <a:t>          </a:t>
            </a:r>
            <a:r>
              <a:rPr lang="en-IN" sz="2600" b="1" dirty="0">
                <a:solidFill>
                  <a:srgbClr val="FF0000"/>
                </a:solidFill>
                <a:latin typeface="Baskerville Old Face" panose="02020602080505020303" pitchFamily="18" charset="0"/>
              </a:rPr>
              <a:t>By- Manas </a:t>
            </a:r>
          </a:p>
        </p:txBody>
      </p:sp>
    </p:spTree>
    <p:extLst>
      <p:ext uri="{BB962C8B-B14F-4D97-AF65-F5344CB8AC3E}">
        <p14:creationId xmlns:p14="http://schemas.microsoft.com/office/powerpoint/2010/main" xmlns="" val="2356061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7">
            <a:extLst>
              <a:ext uri="{FF2B5EF4-FFF2-40B4-BE49-F238E27FC236}">
                <a16:creationId xmlns:a16="http://schemas.microsoft.com/office/drawing/2014/main" xmlns="" id="{DAF1966E-FD40-4A4A-B61B-C4DF7FA05F0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9">
            <a:extLst>
              <a:ext uri="{FF2B5EF4-FFF2-40B4-BE49-F238E27FC236}">
                <a16:creationId xmlns:a16="http://schemas.microsoft.com/office/drawing/2014/main" xmlns="" id="{047BFA19-D45E-416B-A404-7AF2F3F270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7" name="Rectangle 11">
            <a:extLst>
              <a:ext uri="{FF2B5EF4-FFF2-40B4-BE49-F238E27FC236}">
                <a16:creationId xmlns:a16="http://schemas.microsoft.com/office/drawing/2014/main" xmlns="" id="{8E0105E7-23DB-4CF2-8258-FF47C7620F6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8625B151-455C-91C1-0540-FE324A841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3700" b="1" dirty="0"/>
              <a:t>HANDLING SCREENSHOTS IN SELENIUM</a:t>
            </a:r>
            <a:br>
              <a:rPr lang="en-US" sz="3700" b="1" dirty="0"/>
            </a:br>
            <a:endParaRPr lang="en-IN" sz="3700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074B4F7D-14B2-478B-8BF5-01E4E0C5D26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F7625F9-5D48-B083-FD14-1AB99CDF7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We are using this option to capture screenshots in application using WebDriver. According to testing principles we need to take screenshot of application for every step-in test case as test evidence. In </a:t>
            </a:r>
            <a:r>
              <a:rPr lang="en-US" sz="2000" dirty="0" err="1"/>
              <a:t>webdriver</a:t>
            </a:r>
            <a:r>
              <a:rPr lang="en-US" sz="2000" dirty="0"/>
              <a:t> also we can take screenshot by using “</a:t>
            </a:r>
            <a:r>
              <a:rPr lang="en-US" sz="2000" dirty="0" err="1"/>
              <a:t>TakesScreenshot</a:t>
            </a:r>
            <a:r>
              <a:rPr lang="en-US" sz="2000" dirty="0"/>
              <a:t>” Interface and </a:t>
            </a:r>
            <a:r>
              <a:rPr lang="en-US" sz="2000" dirty="0" err="1"/>
              <a:t>getScreenshotAs</a:t>
            </a:r>
            <a:r>
              <a:rPr lang="en-US" sz="2000" dirty="0"/>
              <a:t> method. Once we take screenshot of application, we need to save in .</a:t>
            </a:r>
            <a:r>
              <a:rPr lang="en-US" sz="2000" dirty="0" err="1"/>
              <a:t>png</a:t>
            </a:r>
            <a:r>
              <a:rPr lang="en-US" sz="2000" dirty="0"/>
              <a:t> format (Portable Network Graphics).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</a:rPr>
              <a:t>To take a screenshot in Selenium, we use an interface called </a:t>
            </a:r>
            <a:r>
              <a:rPr lang="en-US" sz="2000" b="1" i="1" dirty="0" err="1">
                <a:solidFill>
                  <a:srgbClr val="212529"/>
                </a:solidFill>
                <a:effectLst/>
                <a:highlight>
                  <a:srgbClr val="FFFFFF"/>
                </a:highlight>
              </a:rPr>
              <a:t>TakesScreenshot</a:t>
            </a:r>
            <a:r>
              <a:rPr lang="en-US" sz="20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</a:rPr>
              <a:t>, which enables the </a:t>
            </a:r>
            <a:r>
              <a:rPr lang="en-US" sz="2000" b="1" i="1" u="none" strike="noStrike" dirty="0">
                <a:solidFill>
                  <a:srgbClr val="27579E"/>
                </a:solidFill>
                <a:effectLst/>
                <a:highlight>
                  <a:srgbClr val="FFFFFF"/>
                </a:highlight>
                <a:hlinkClick r:id="rId2"/>
              </a:rPr>
              <a:t>Selenium WebDriver</a:t>
            </a:r>
            <a:r>
              <a:rPr lang="en-US" sz="20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</a:rPr>
              <a:t> to capture a screenshot and store it in different ways. It has a got a method "</a:t>
            </a:r>
            <a:r>
              <a:rPr lang="en-US" sz="2000" b="1" i="1" dirty="0" err="1">
                <a:solidFill>
                  <a:srgbClr val="212529"/>
                </a:solidFill>
                <a:effectLst/>
                <a:highlight>
                  <a:srgbClr val="FFFFFF"/>
                </a:highlight>
              </a:rPr>
              <a:t>getScreenshotAs</a:t>
            </a:r>
            <a:r>
              <a:rPr lang="en-US" sz="2000" b="1" i="1" dirty="0">
                <a:solidFill>
                  <a:srgbClr val="212529"/>
                </a:solidFill>
                <a:effectLst/>
                <a:highlight>
                  <a:srgbClr val="FFFFFF"/>
                </a:highlight>
              </a:rPr>
              <a:t>()</a:t>
            </a:r>
            <a:r>
              <a:rPr lang="en-US" sz="20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</a:rPr>
              <a:t> " which captures the screenshot and store it in the specified location.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xmlns="" val="4259239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BB1B7F84-0507-12D8-20B2-FA5694DE8E9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731318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B2382F8A-B3B0-B204-3D48-A9523739FB0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38337" y="0"/>
            <a:ext cx="8543925" cy="672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301946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CD048489-1E7D-AA9C-19C0-9DB4855C328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57301" y="295275"/>
            <a:ext cx="9867900" cy="6172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A0E912C3-BB0B-F94B-15D6-3D7C7B469408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81743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4306BA88-6F9A-658E-A47E-4CE4EC5C4255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8792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18073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E14D994-B245-51C6-8AA3-0C4BEBB93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FAQs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B793718-599A-852C-EE25-3DD62F8D6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6056" y="194103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1. How to take screen shots in </a:t>
            </a:r>
            <a:r>
              <a:rPr lang="en-US" dirty="0" err="1"/>
              <a:t>webdriver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2. Create one method includes screenshot?</a:t>
            </a:r>
          </a:p>
          <a:p>
            <a:pPr marL="0" indent="0">
              <a:buNone/>
            </a:pPr>
            <a:r>
              <a:rPr lang="en-US" dirty="0"/>
              <a:t>3. In which format screenshots are saving?</a:t>
            </a:r>
          </a:p>
          <a:p>
            <a:pPr marL="0" indent="0">
              <a:buNone/>
            </a:pPr>
            <a:r>
              <a:rPr lang="en-US" dirty="0"/>
              <a:t>4. What is .</a:t>
            </a:r>
            <a:r>
              <a:rPr lang="en-US" dirty="0" err="1"/>
              <a:t>png</a:t>
            </a:r>
            <a:r>
              <a:rPr lang="en-US" dirty="0"/>
              <a:t> stands for?</a:t>
            </a:r>
          </a:p>
          <a:p>
            <a:pPr marL="0" indent="0">
              <a:buNone/>
            </a:pPr>
            <a:r>
              <a:rPr lang="en-US" dirty="0"/>
              <a:t>5. Is screenshots are mandatory for testing?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382726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136</Words>
  <Application>Microsoft Office PowerPoint</Application>
  <PresentationFormat>Custom</PresentationFormat>
  <Paragraphs>12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Slide 1</vt:lpstr>
      <vt:lpstr>HANDLING SCREENSHOTS IN SELENIUM </vt:lpstr>
      <vt:lpstr>Slide 3</vt:lpstr>
      <vt:lpstr>Slide 4</vt:lpstr>
      <vt:lpstr>Slide 5</vt:lpstr>
      <vt:lpstr>Slide 6</vt:lpstr>
      <vt:lpstr>FAQs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Manas Tuwani</dc:creator>
  <cp:lastModifiedBy>Manas Tuwani</cp:lastModifiedBy>
  <cp:revision>6</cp:revision>
  <dcterms:created xsi:type="dcterms:W3CDTF">2022-06-09T16:27:20Z</dcterms:created>
  <dcterms:modified xsi:type="dcterms:W3CDTF">2025-10-26T05:52:02Z</dcterms:modified>
</cp:coreProperties>
</file>