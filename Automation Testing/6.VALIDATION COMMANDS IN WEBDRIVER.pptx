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5" r:id="rId4"/>
    <p:sldId id="258" r:id="rId5"/>
    <p:sldId id="259" r:id="rId6"/>
    <p:sldId id="260" r:id="rId7"/>
    <p:sldId id="266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362E1775-249B-4FD2-BC06-321CC34EB3ED}"/>
    <pc:docChg chg="modSld">
      <pc:chgData name="Manas Tuwani" userId="5d421215-a11f-4a6e-90ca-e8ac2213fab6" providerId="ADAL" clId="{362E1775-249B-4FD2-BC06-321CC34EB3ED}" dt="2024-01-02T14:34:05.398" v="1" actId="20577"/>
      <pc:docMkLst>
        <pc:docMk/>
      </pc:docMkLst>
      <pc:sldChg chg="modSp mod">
        <pc:chgData name="Manas Tuwani" userId="5d421215-a11f-4a6e-90ca-e8ac2213fab6" providerId="ADAL" clId="{362E1775-249B-4FD2-BC06-321CC34EB3ED}" dt="2024-01-02T14:34:05.398" v="1" actId="20577"/>
        <pc:sldMkLst>
          <pc:docMk/>
          <pc:sldMk cId="2236425898" sldId="262"/>
        </pc:sldMkLst>
        <pc:graphicFrameChg chg="modGraphic">
          <ac:chgData name="Manas Tuwani" userId="5d421215-a11f-4a6e-90ca-e8ac2213fab6" providerId="ADAL" clId="{362E1775-249B-4FD2-BC06-321CC34EB3ED}" dt="2024-01-02T14:34:05.398" v="1" actId="20577"/>
          <ac:graphicFrameMkLst>
            <pc:docMk/>
            <pc:sldMk cId="2236425898" sldId="262"/>
            <ac:graphicFrameMk id="7" creationId="{FC5DF8F8-7F2B-F8BB-5973-6B8BB280F879}"/>
          </ac:graphicFrameMkLst>
        </pc:graphicFrameChg>
      </pc:sldChg>
    </pc:docChg>
  </pc:docChgLst>
  <pc:docChgLst>
    <pc:chgData name="Manas Tuwani" userId="5d421215-a11f-4a6e-90ca-e8ac2213fab6" providerId="ADAL" clId="{858B16F7-3843-4D33-90DF-C548114C067D}"/>
    <pc:docChg chg="custSel addSld modSld">
      <pc:chgData name="Manas Tuwani" userId="5d421215-a11f-4a6e-90ca-e8ac2213fab6" providerId="ADAL" clId="{858B16F7-3843-4D33-90DF-C548114C067D}" dt="2023-01-20T15:52:33.887" v="110" actId="20577"/>
      <pc:docMkLst>
        <pc:docMk/>
      </pc:docMkLst>
      <pc:sldChg chg="modSp mod">
        <pc:chgData name="Manas Tuwani" userId="5d421215-a11f-4a6e-90ca-e8ac2213fab6" providerId="ADAL" clId="{858B16F7-3843-4D33-90DF-C548114C067D}" dt="2023-01-20T15:52:33.887" v="110" actId="20577"/>
        <pc:sldMkLst>
          <pc:docMk/>
          <pc:sldMk cId="2236425898" sldId="262"/>
        </pc:sldMkLst>
        <pc:graphicFrameChg chg="mod modGraphic">
          <ac:chgData name="Manas Tuwani" userId="5d421215-a11f-4a6e-90ca-e8ac2213fab6" providerId="ADAL" clId="{858B16F7-3843-4D33-90DF-C548114C067D}" dt="2023-01-20T15:52:33.887" v="110" actId="20577"/>
          <ac:graphicFrameMkLst>
            <pc:docMk/>
            <pc:sldMk cId="2236425898" sldId="262"/>
            <ac:graphicFrameMk id="7" creationId="{FC5DF8F8-7F2B-F8BB-5973-6B8BB280F879}"/>
          </ac:graphicFrameMkLst>
        </pc:graphicFrameChg>
      </pc:sldChg>
      <pc:sldChg chg="addSp new mod">
        <pc:chgData name="Manas Tuwani" userId="5d421215-a11f-4a6e-90ca-e8ac2213fab6" providerId="ADAL" clId="{858B16F7-3843-4D33-90DF-C548114C067D}" dt="2022-12-26T03:03:33.855" v="1" actId="22"/>
        <pc:sldMkLst>
          <pc:docMk/>
          <pc:sldMk cId="1935607080" sldId="265"/>
        </pc:sldMkLst>
        <pc:picChg chg="add">
          <ac:chgData name="Manas Tuwani" userId="5d421215-a11f-4a6e-90ca-e8ac2213fab6" providerId="ADAL" clId="{858B16F7-3843-4D33-90DF-C548114C067D}" dt="2022-12-26T03:03:33.855" v="1" actId="22"/>
          <ac:picMkLst>
            <pc:docMk/>
            <pc:sldMk cId="1935607080" sldId="265"/>
            <ac:picMk id="3" creationId="{762DB8AD-125B-5686-7758-A92704A8497D}"/>
          </ac:picMkLst>
        </pc:picChg>
      </pc:sldChg>
    </pc:docChg>
  </pc:docChgLst>
  <pc:docChgLst>
    <pc:chgData name="Manas Tuwani" userId="5d421215-a11f-4a6e-90ca-e8ac2213fab6" providerId="ADAL" clId="{C22EB348-A8F6-4BE8-A715-009CE06890D3}"/>
    <pc:docChg chg="modSld">
      <pc:chgData name="Manas Tuwani" userId="5d421215-a11f-4a6e-90ca-e8ac2213fab6" providerId="ADAL" clId="{C22EB348-A8F6-4BE8-A715-009CE06890D3}" dt="2023-04-14T16:35:36.779" v="0" actId="14734"/>
      <pc:docMkLst>
        <pc:docMk/>
      </pc:docMkLst>
      <pc:sldChg chg="modSp mod">
        <pc:chgData name="Manas Tuwani" userId="5d421215-a11f-4a6e-90ca-e8ac2213fab6" providerId="ADAL" clId="{C22EB348-A8F6-4BE8-A715-009CE06890D3}" dt="2023-04-14T16:35:36.779" v="0" actId="14734"/>
        <pc:sldMkLst>
          <pc:docMk/>
          <pc:sldMk cId="2236425898" sldId="262"/>
        </pc:sldMkLst>
        <pc:graphicFrameChg chg="modGraphic">
          <ac:chgData name="Manas Tuwani" userId="5d421215-a11f-4a6e-90ca-e8ac2213fab6" providerId="ADAL" clId="{C22EB348-A8F6-4BE8-A715-009CE06890D3}" dt="2023-04-14T16:35:36.779" v="0" actId="14734"/>
          <ac:graphicFrameMkLst>
            <pc:docMk/>
            <pc:sldMk cId="2236425898" sldId="262"/>
            <ac:graphicFrameMk id="7" creationId="{FC5DF8F8-7F2B-F8BB-5973-6B8BB280F879}"/>
          </ac:graphicFrameMkLst>
        </pc:graphicFrameChg>
      </pc:sldChg>
    </pc:docChg>
  </pc:docChgLst>
  <pc:docChgLst>
    <pc:chgData name="Manas Tuwani" userId="5d421215-a11f-4a6e-90ca-e8ac2213fab6" providerId="ADAL" clId="{9D772EC1-539A-4C0C-9D42-6EE3511B87E4}"/>
    <pc:docChg chg="undo custSel addSld delSld modSld">
      <pc:chgData name="Manas Tuwani" userId="5d421215-a11f-4a6e-90ca-e8ac2213fab6" providerId="ADAL" clId="{9D772EC1-539A-4C0C-9D42-6EE3511B87E4}" dt="2023-07-24T13:49:36.768" v="16" actId="14734"/>
      <pc:docMkLst>
        <pc:docMk/>
      </pc:docMkLst>
      <pc:sldChg chg="modSp mod">
        <pc:chgData name="Manas Tuwani" userId="5d421215-a11f-4a6e-90ca-e8ac2213fab6" providerId="ADAL" clId="{9D772EC1-539A-4C0C-9D42-6EE3511B87E4}" dt="2023-07-24T13:49:36.768" v="16" actId="14734"/>
        <pc:sldMkLst>
          <pc:docMk/>
          <pc:sldMk cId="2236425898" sldId="262"/>
        </pc:sldMkLst>
        <pc:graphicFrameChg chg="modGraphic">
          <ac:chgData name="Manas Tuwani" userId="5d421215-a11f-4a6e-90ca-e8ac2213fab6" providerId="ADAL" clId="{9D772EC1-539A-4C0C-9D42-6EE3511B87E4}" dt="2023-07-24T13:49:36.768" v="16" actId="14734"/>
          <ac:graphicFrameMkLst>
            <pc:docMk/>
            <pc:sldMk cId="2236425898" sldId="262"/>
            <ac:graphicFrameMk id="7" creationId="{FC5DF8F8-7F2B-F8BB-5973-6B8BB280F879}"/>
          </ac:graphicFrameMkLst>
        </pc:graphicFrameChg>
      </pc:sldChg>
      <pc:sldChg chg="addSp modSp new mod setBg">
        <pc:chgData name="Manas Tuwani" userId="5d421215-a11f-4a6e-90ca-e8ac2213fab6" providerId="ADAL" clId="{9D772EC1-539A-4C0C-9D42-6EE3511B87E4}" dt="2023-07-18T02:30:15.485" v="3" actId="27614"/>
        <pc:sldMkLst>
          <pc:docMk/>
          <pc:sldMk cId="2878108339" sldId="266"/>
        </pc:sldMkLst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8" creationId="{F3060C83-F051-4F0E-ABAD-AA0DFC48B218}"/>
          </ac:spMkLst>
        </pc:spChg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10" creationId="{83C98ABE-055B-441F-B07E-44F97F083C39}"/>
          </ac:spMkLst>
        </pc:spChg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12" creationId="{29FDB030-9B49-4CED-8CCD-4D99382388AC}"/>
          </ac:spMkLst>
        </pc:spChg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14" creationId="{3783CA14-24A1-485C-8B30-D6A5D87987AD}"/>
          </ac:spMkLst>
        </pc:spChg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16" creationId="{9A97C86A-04D6-40F7-AE84-31AB43E6A846}"/>
          </ac:spMkLst>
        </pc:spChg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18" creationId="{FF9F2414-84E8-453E-B1F3-389FDE8192D9}"/>
          </ac:spMkLst>
        </pc:spChg>
        <pc:spChg chg="add">
          <ac:chgData name="Manas Tuwani" userId="5d421215-a11f-4a6e-90ca-e8ac2213fab6" providerId="ADAL" clId="{9D772EC1-539A-4C0C-9D42-6EE3511B87E4}" dt="2023-07-18T02:30:08.833" v="2" actId="26606"/>
          <ac:spMkLst>
            <pc:docMk/>
            <pc:sldMk cId="2878108339" sldId="266"/>
            <ac:spMk id="20" creationId="{3ECA69A1-7536-43AC-85EF-C7106179F5ED}"/>
          </ac:spMkLst>
        </pc:spChg>
        <pc:picChg chg="add mod">
          <ac:chgData name="Manas Tuwani" userId="5d421215-a11f-4a6e-90ca-e8ac2213fab6" providerId="ADAL" clId="{9D772EC1-539A-4C0C-9D42-6EE3511B87E4}" dt="2023-07-18T02:30:15.485" v="3" actId="27614"/>
          <ac:picMkLst>
            <pc:docMk/>
            <pc:sldMk cId="2878108339" sldId="266"/>
            <ac:picMk id="3" creationId="{0BA5C61F-6309-9E9B-7FB9-51424D64C9B8}"/>
          </ac:picMkLst>
        </pc:picChg>
      </pc:sldChg>
      <pc:sldChg chg="new del">
        <pc:chgData name="Manas Tuwani" userId="5d421215-a11f-4a6e-90ca-e8ac2213fab6" providerId="ADAL" clId="{9D772EC1-539A-4C0C-9D42-6EE3511B87E4}" dt="2023-07-24T13:37:21.042" v="15" actId="680"/>
        <pc:sldMkLst>
          <pc:docMk/>
          <pc:sldMk cId="1396408968" sldId="267"/>
        </pc:sldMkLst>
      </pc:sldChg>
    </pc:docChg>
  </pc:docChgLst>
  <pc:docChgLst>
    <pc:chgData name="Manas Tuwani" userId="5d421215-a11f-4a6e-90ca-e8ac2213fab6" providerId="ADAL" clId="{C1B2C38F-005D-4A7B-B863-BB698E38BF96}"/>
    <pc:docChg chg="custSel modSld">
      <pc:chgData name="Manas Tuwani" userId="5d421215-a11f-4a6e-90ca-e8ac2213fab6" providerId="ADAL" clId="{C1B2C38F-005D-4A7B-B863-BB698E38BF96}" dt="2023-03-19T09:53:06.743" v="2" actId="313"/>
      <pc:docMkLst>
        <pc:docMk/>
      </pc:docMkLst>
      <pc:sldChg chg="modSp mod">
        <pc:chgData name="Manas Tuwani" userId="5d421215-a11f-4a6e-90ca-e8ac2213fab6" providerId="ADAL" clId="{C1B2C38F-005D-4A7B-B863-BB698E38BF96}" dt="2023-03-19T09:53:06.743" v="2" actId="313"/>
        <pc:sldMkLst>
          <pc:docMk/>
          <pc:sldMk cId="2891292090" sldId="264"/>
        </pc:sldMkLst>
        <pc:spChg chg="mod">
          <ac:chgData name="Manas Tuwani" userId="5d421215-a11f-4a6e-90ca-e8ac2213fab6" providerId="ADAL" clId="{C1B2C38F-005D-4A7B-B863-BB698E38BF96}" dt="2023-03-19T09:53:06.743" v="2" actId="313"/>
          <ac:spMkLst>
            <pc:docMk/>
            <pc:sldMk cId="2891292090" sldId="264"/>
            <ac:spMk id="3" creationId="{462B57C8-D368-65F7-4717-EBDE3E9D9AFD}"/>
          </ac:spMkLst>
        </pc:spChg>
      </pc:sldChg>
    </pc:docChg>
  </pc:docChgLst>
  <pc:docChgLst>
    <pc:chgData name="Manas Tuwani" userId="5d421215-a11f-4a6e-90ca-e8ac2213fab6" providerId="ADAL" clId="{48138876-FA8F-4B0E-A763-A7250F5DEA22}"/>
    <pc:docChg chg="addSld modSld">
      <pc:chgData name="Manas Tuwani" userId="5d421215-a11f-4a6e-90ca-e8ac2213fab6" providerId="ADAL" clId="{48138876-FA8F-4B0E-A763-A7250F5DEA22}" dt="2022-08-13T01:29:14.138" v="54" actId="20577"/>
      <pc:docMkLst>
        <pc:docMk/>
      </pc:docMkLst>
      <pc:sldChg chg="modSp mod">
        <pc:chgData name="Manas Tuwani" userId="5d421215-a11f-4a6e-90ca-e8ac2213fab6" providerId="ADAL" clId="{48138876-FA8F-4B0E-A763-A7250F5DEA22}" dt="2022-08-13T01:29:14.138" v="54" actId="20577"/>
        <pc:sldMkLst>
          <pc:docMk/>
          <pc:sldMk cId="2236425898" sldId="262"/>
        </pc:sldMkLst>
        <pc:graphicFrameChg chg="modGraphic">
          <ac:chgData name="Manas Tuwani" userId="5d421215-a11f-4a6e-90ca-e8ac2213fab6" providerId="ADAL" clId="{48138876-FA8F-4B0E-A763-A7250F5DEA22}" dt="2022-08-13T01:29:14.138" v="54" actId="20577"/>
          <ac:graphicFrameMkLst>
            <pc:docMk/>
            <pc:sldMk cId="2236425898" sldId="262"/>
            <ac:graphicFrameMk id="7" creationId="{FC5DF8F8-7F2B-F8BB-5973-6B8BB280F879}"/>
          </ac:graphicFrameMkLst>
        </pc:graphicFrameChg>
      </pc:sldChg>
      <pc:sldChg chg="addSp modSp new mod">
        <pc:chgData name="Manas Tuwani" userId="5d421215-a11f-4a6e-90ca-e8ac2213fab6" providerId="ADAL" clId="{48138876-FA8F-4B0E-A763-A7250F5DEA22}" dt="2022-08-10T02:43:53.008" v="52" actId="27614"/>
        <pc:sldMkLst>
          <pc:docMk/>
          <pc:sldMk cId="2820559429" sldId="265"/>
        </pc:sldMkLst>
        <pc:picChg chg="add mod">
          <ac:chgData name="Manas Tuwani" userId="5d421215-a11f-4a6e-90ca-e8ac2213fab6" providerId="ADAL" clId="{48138876-FA8F-4B0E-A763-A7250F5DEA22}" dt="2022-08-10T02:43:53.008" v="52" actId="27614"/>
          <ac:picMkLst>
            <pc:docMk/>
            <pc:sldMk cId="2820559429" sldId="265"/>
            <ac:picMk id="3" creationId="{CFFE809B-A02C-484B-A7CD-C5E5A14DC684}"/>
          </ac:picMkLst>
        </pc:picChg>
      </pc:sldChg>
    </pc:docChg>
  </pc:docChgLst>
  <pc:docChgLst>
    <pc:chgData name="Manas Tuwani" userId="5d421215-a11f-4a6e-90ca-e8ac2213fab6" providerId="ADAL" clId="{768DD0C6-2325-41DE-8DEB-8AD675CC9349}"/>
    <pc:docChg chg="undo custSel delSld modSld">
      <pc:chgData name="Manas Tuwani" userId="5d421215-a11f-4a6e-90ca-e8ac2213fab6" providerId="ADAL" clId="{768DD0C6-2325-41DE-8DEB-8AD675CC9349}" dt="2022-11-30T13:26:15.455" v="10" actId="47"/>
      <pc:docMkLst>
        <pc:docMk/>
      </pc:docMkLst>
      <pc:sldChg chg="modSp mod">
        <pc:chgData name="Manas Tuwani" userId="5d421215-a11f-4a6e-90ca-e8ac2213fab6" providerId="ADAL" clId="{768DD0C6-2325-41DE-8DEB-8AD675CC9349}" dt="2022-11-30T13:24:56.298" v="9" actId="20577"/>
        <pc:sldMkLst>
          <pc:docMk/>
          <pc:sldMk cId="559268219" sldId="258"/>
        </pc:sldMkLst>
        <pc:spChg chg="mod">
          <ac:chgData name="Manas Tuwani" userId="5d421215-a11f-4a6e-90ca-e8ac2213fab6" providerId="ADAL" clId="{768DD0C6-2325-41DE-8DEB-8AD675CC9349}" dt="2022-11-30T13:24:56.298" v="9" actId="20577"/>
          <ac:spMkLst>
            <pc:docMk/>
            <pc:sldMk cId="559268219" sldId="258"/>
            <ac:spMk id="3" creationId="{D69D9048-6A31-D335-C213-D3870D7693B2}"/>
          </ac:spMkLst>
        </pc:spChg>
      </pc:sldChg>
      <pc:sldChg chg="modSp mod">
        <pc:chgData name="Manas Tuwani" userId="5d421215-a11f-4a6e-90ca-e8ac2213fab6" providerId="ADAL" clId="{768DD0C6-2325-41DE-8DEB-8AD675CC9349}" dt="2022-11-30T13:24:41.550" v="4" actId="20577"/>
        <pc:sldMkLst>
          <pc:docMk/>
          <pc:sldMk cId="2804444956" sldId="259"/>
        </pc:sldMkLst>
        <pc:spChg chg="mod">
          <ac:chgData name="Manas Tuwani" userId="5d421215-a11f-4a6e-90ca-e8ac2213fab6" providerId="ADAL" clId="{768DD0C6-2325-41DE-8DEB-8AD675CC9349}" dt="2022-11-30T13:24:41.550" v="4" actId="20577"/>
          <ac:spMkLst>
            <pc:docMk/>
            <pc:sldMk cId="2804444956" sldId="259"/>
            <ac:spMk id="3" creationId="{8F57EDB7-5AFD-35F2-62F8-76A7B2ED0CFC}"/>
          </ac:spMkLst>
        </pc:spChg>
      </pc:sldChg>
      <pc:sldChg chg="del">
        <pc:chgData name="Manas Tuwani" userId="5d421215-a11f-4a6e-90ca-e8ac2213fab6" providerId="ADAL" clId="{768DD0C6-2325-41DE-8DEB-8AD675CC9349}" dt="2022-11-30T13:26:15.455" v="10" actId="47"/>
        <pc:sldMkLst>
          <pc:docMk/>
          <pc:sldMk cId="2820559429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713D-8D77-08A8-C21D-F3580B0D5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E13AF-A334-7D10-7901-711DD2353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DB91-B07C-197C-8287-56124A0A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12F67-4CF6-537D-5DDC-49EB915D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1081A-94B9-4371-8CCF-14857683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8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CF71-7BEA-1C26-AA58-2536A5C5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529AC-3D87-F738-FD81-50BE27E68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74B24-5B47-6311-82C8-CBBDF948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01811-56BA-792A-0A97-8D1239591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3C771-B66D-E6BA-936F-2B4051EC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8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9C2A-0F12-9FB2-8391-CFD795D8C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D18B2-EA93-4696-DBA7-96893AFA8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2A189-8D5F-CD99-A226-F99DA87C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C702D-5EFB-E70F-0A84-3A286E9F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926A4-F73B-F869-DFCB-BDDA9578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76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07E2-7F01-6652-8777-908792346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87180-F4FA-ECA9-6D19-E81F67501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9BA34-C208-19CE-85BF-FCBC88D76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C9995-D069-FAF2-8F3C-7772559E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627E0-1388-0AD7-F10C-98A3E03A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07BA0-1F99-43EB-4341-F09E768D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7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8D0E-4FDC-5CEE-A409-B08F13E3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63A14-E6D7-B766-99B5-61F35AE74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6030F-D5EC-F6BD-4A98-F51CCE68C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D945E-91BD-CA13-2ECC-CAC40A88D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F4AC9-DF2B-EA61-0918-3B0F3AC4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721E9-E61B-6769-CDA1-E22A26BC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7989F-CDA3-5E4B-28BF-18F7F0BE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4CAD8-B84C-9079-0107-2DC10433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91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47BA-7980-C5FD-A9FF-0B5B826F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9BA8D-8DB0-0743-BC56-FFCE2DDA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7D4FF-F536-C4BF-8E36-ABA12CB5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985B9-248F-EFF1-5CBC-B9701357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29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297B5-C614-9F8C-09B0-D3B131FC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9415-53C9-111E-8013-FAFC93D6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BB86E-6344-F48E-077E-433C8896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60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4AB5-0EB0-CB8C-3B6E-C358D690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358FC-4111-4FE6-C488-A016497F8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BCEC6-84D4-6724-5D16-0E07DCF1D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2AE78-9F07-E4AE-95BD-4FA4AD3B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B7881-4AEF-6243-2779-9D85FAA1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1DE36-DFDC-85A5-67F4-706AD99C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68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8046-2135-D704-B3F8-9DF9786F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B7683-7654-79E3-91DE-8468991D4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7830E-5FF0-84EE-DE3B-64BE19EFF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67E9E-EF1C-723A-2C7E-E79C0705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2C46D-CE3F-7180-0519-184055E3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5B40B-6912-F4FF-4C0E-7E429412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15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5BB2-2B39-9D8A-3C01-F3B38A44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151E-4D07-906C-ACED-91D20B6B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A333-25FC-2407-E475-3DB0B871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C5712-5799-182D-77DE-D54F736D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4B82-A66E-D3FC-CF9B-D0E8E732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9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9B4BE-7E9A-064B-1AAE-378D06831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ED68B-B9B2-366F-F3FB-DFC026B6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01250-0241-B140-8438-4A3A47B7A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FDB99-1816-3CF1-0542-80213B82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1A246-B1BB-6B5A-0938-A35C8EFD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4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D3AF5-F11A-8FDB-87F1-29B298A1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FD4E-6C02-F23B-5D8B-241DBC6B4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4346F-6881-C5CA-C2E3-CB75C4864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48085-F133-4371-A2DA-C93C4A9F8E9C}" type="datetimeFigureOut">
              <a:rPr lang="en-IN" smtClean="0"/>
              <a:t>02-01-2024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6D8FD-F6F1-5164-02B5-4092713D6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73E70-0FD9-3C5E-54DD-A9D8D6762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173D3-B27D-44F0-BA7E-705A38AB5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5" y="476673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35560" y="4941169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val="126219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6FB2-A435-61E0-101C-DD176A60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/>
              <a:t>VALIDATION COMMANDS IN WEBDRIVER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A478-11EC-463C-4519-43D8477B3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341"/>
            <a:ext cx="10515600" cy="55574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are using these commands to perform validations in </a:t>
            </a:r>
            <a:r>
              <a:rPr lang="en-US" dirty="0" err="1"/>
              <a:t>Webdriver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 err="1"/>
              <a:t>isDisplayed</a:t>
            </a:r>
            <a:r>
              <a:rPr lang="en-US" sz="2400" b="1" dirty="0"/>
              <a:t> ():</a:t>
            </a:r>
          </a:p>
          <a:p>
            <a:pPr marL="0" indent="0">
              <a:buNone/>
            </a:pPr>
            <a:r>
              <a:rPr lang="en-US" sz="2400" dirty="0"/>
              <a:t>To verify whether the element is displaying in the application or not.</a:t>
            </a:r>
          </a:p>
          <a:p>
            <a:pPr marL="0" indent="0">
              <a:buNone/>
            </a:pPr>
            <a:r>
              <a:rPr lang="en-US" sz="2400" dirty="0"/>
              <a:t>Syntax: driver. </a:t>
            </a:r>
            <a:r>
              <a:rPr lang="en-US" sz="2400" dirty="0" err="1"/>
              <a:t>findElement</a:t>
            </a:r>
            <a:r>
              <a:rPr lang="en-US" sz="2400" dirty="0"/>
              <a:t> (By.id (“locator value”)). </a:t>
            </a:r>
            <a:r>
              <a:rPr lang="en-US" sz="2400" dirty="0" err="1"/>
              <a:t>isDispalyed</a:t>
            </a:r>
            <a:r>
              <a:rPr lang="en-US" sz="2400" dirty="0"/>
              <a:t> ();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isEnabled</a:t>
            </a:r>
            <a:r>
              <a:rPr lang="en-US" sz="2400" b="1" dirty="0"/>
              <a:t> ():</a:t>
            </a:r>
          </a:p>
          <a:p>
            <a:pPr marL="0" indent="0">
              <a:buNone/>
            </a:pPr>
            <a:r>
              <a:rPr lang="en-US" sz="2400" dirty="0"/>
              <a:t>To verify whether the element is enabled in the application or not.</a:t>
            </a:r>
          </a:p>
          <a:p>
            <a:pPr marL="0" indent="0">
              <a:buNone/>
            </a:pPr>
            <a:r>
              <a:rPr lang="en-US" sz="2400" dirty="0"/>
              <a:t>Syntax: driver. </a:t>
            </a:r>
            <a:r>
              <a:rPr lang="en-US" sz="2400" dirty="0" err="1"/>
              <a:t>findElement</a:t>
            </a:r>
            <a:r>
              <a:rPr lang="en-US" sz="2400" dirty="0"/>
              <a:t> (By.id (“locator value”)). </a:t>
            </a:r>
            <a:r>
              <a:rPr lang="en-US" sz="2400" dirty="0" err="1"/>
              <a:t>isEnabled</a:t>
            </a:r>
            <a:r>
              <a:rPr lang="en-US" sz="2400" dirty="0"/>
              <a:t> ();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isSelected</a:t>
            </a:r>
            <a:r>
              <a:rPr lang="en-US" sz="2400" b="1" dirty="0"/>
              <a:t> ():</a:t>
            </a:r>
          </a:p>
          <a:p>
            <a:pPr marL="0" indent="0">
              <a:buNone/>
            </a:pPr>
            <a:r>
              <a:rPr lang="en-US" sz="2400" dirty="0"/>
              <a:t>To verify whether the check box/radio button selected or not.</a:t>
            </a:r>
          </a:p>
          <a:p>
            <a:pPr marL="0" indent="0">
              <a:buNone/>
            </a:pPr>
            <a:r>
              <a:rPr lang="en-US" sz="2400" dirty="0"/>
              <a:t>Syntax: driver. </a:t>
            </a:r>
            <a:r>
              <a:rPr lang="en-US" sz="2400" dirty="0" err="1"/>
              <a:t>findElement</a:t>
            </a:r>
            <a:r>
              <a:rPr lang="en-US" sz="2400" dirty="0"/>
              <a:t> (By. locator(“value”)). </a:t>
            </a:r>
            <a:r>
              <a:rPr lang="en-US" sz="2400" dirty="0" err="1"/>
              <a:t>isSelected</a:t>
            </a:r>
            <a:r>
              <a:rPr lang="en-US" sz="2400" dirty="0"/>
              <a:t> ();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8778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DB8AD-125B-5686-7758-A92704A8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0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4E16-4272-30E0-2150-C6D483F2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344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/>
              <a:t>VALIDATION COMMANDS IN WEBDRIVER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D9048-6A31-D335-C213-D3870D769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332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getTitle</a:t>
            </a:r>
            <a:r>
              <a:rPr lang="en-US" b="1" dirty="0"/>
              <a:t> ():</a:t>
            </a:r>
          </a:p>
          <a:p>
            <a:pPr marL="0" indent="0">
              <a:buNone/>
            </a:pPr>
            <a:r>
              <a:rPr lang="en-US" dirty="0"/>
              <a:t>To capture the title of the application.</a:t>
            </a:r>
          </a:p>
          <a:p>
            <a:pPr marL="0" indent="0">
              <a:buNone/>
            </a:pPr>
            <a:r>
              <a:rPr lang="en-US" dirty="0"/>
              <a:t>Syntax: driver. </a:t>
            </a:r>
            <a:r>
              <a:rPr lang="en-US" dirty="0" err="1"/>
              <a:t>getTitle</a:t>
            </a:r>
            <a:r>
              <a:rPr lang="en-US" dirty="0"/>
              <a:t> 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getCurrentUrl</a:t>
            </a:r>
            <a:r>
              <a:rPr lang="en-US" b="1" dirty="0"/>
              <a:t> ():</a:t>
            </a:r>
          </a:p>
          <a:p>
            <a:pPr marL="0" indent="0">
              <a:buNone/>
            </a:pPr>
            <a:r>
              <a:rPr lang="en-US" dirty="0"/>
              <a:t>To capture the current URL of the application.</a:t>
            </a:r>
          </a:p>
          <a:p>
            <a:pPr marL="0" indent="0">
              <a:buNone/>
            </a:pPr>
            <a:r>
              <a:rPr lang="en-US" dirty="0"/>
              <a:t>Syntax: driver. </a:t>
            </a:r>
            <a:r>
              <a:rPr lang="en-US" dirty="0" err="1"/>
              <a:t>getCurrentUrl</a:t>
            </a:r>
            <a:r>
              <a:rPr lang="en-US" dirty="0"/>
              <a:t> ();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26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1C0C-6BDC-065E-B8C5-6BAB2F54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u="sng" dirty="0"/>
              <a:t>VALIDATION COMMANDS IN WEBDRIVER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7EDB7-5AFD-35F2-62F8-76A7B2ED0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261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getAttribute</a:t>
            </a:r>
            <a:r>
              <a:rPr lang="en-US" b="1" dirty="0"/>
              <a:t> ():</a:t>
            </a:r>
          </a:p>
          <a:p>
            <a:pPr marL="0" indent="0">
              <a:buNone/>
            </a:pPr>
            <a:r>
              <a:rPr lang="en-US" dirty="0"/>
              <a:t>To capture the locator value of the element from the application.</a:t>
            </a:r>
          </a:p>
          <a:p>
            <a:pPr marL="0" indent="0">
              <a:buNone/>
            </a:pPr>
            <a:r>
              <a:rPr lang="en-US" dirty="0"/>
              <a:t>Syntax: driver. </a:t>
            </a:r>
            <a:r>
              <a:rPr lang="en-US" dirty="0" err="1"/>
              <a:t>findElement</a:t>
            </a:r>
            <a:r>
              <a:rPr lang="en-US" dirty="0"/>
              <a:t> (by. locator(“value”)). </a:t>
            </a:r>
            <a:r>
              <a:rPr lang="en-US" dirty="0" err="1"/>
              <a:t>getAttribute</a:t>
            </a:r>
            <a:r>
              <a:rPr lang="en-US" dirty="0"/>
              <a:t> 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getTagName</a:t>
            </a:r>
            <a:r>
              <a:rPr lang="en-US" b="1" dirty="0"/>
              <a:t> ():</a:t>
            </a:r>
          </a:p>
          <a:p>
            <a:pPr marL="0" indent="0">
              <a:buNone/>
            </a:pPr>
            <a:r>
              <a:rPr lang="en-US" dirty="0"/>
              <a:t>To capture the HTML tag name of the element.</a:t>
            </a:r>
          </a:p>
          <a:p>
            <a:pPr marL="0" indent="0">
              <a:buNone/>
            </a:pPr>
            <a:r>
              <a:rPr lang="en-US" dirty="0"/>
              <a:t>Syntax: driver. </a:t>
            </a:r>
            <a:r>
              <a:rPr lang="en-US" dirty="0" err="1"/>
              <a:t>findElement</a:t>
            </a:r>
            <a:r>
              <a:rPr lang="en-US" dirty="0"/>
              <a:t> (by. locator(“value”)). </a:t>
            </a:r>
            <a:r>
              <a:rPr lang="en-US" dirty="0" err="1"/>
              <a:t>getTagName</a:t>
            </a:r>
            <a:r>
              <a:rPr lang="en-US" dirty="0"/>
              <a:t> ();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44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47EF-15F6-BCFE-3475-BC6344A3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u="sng" dirty="0"/>
              <a:t>VALIDATION COMMANDS IN WEBDRIVER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45C8-1F2D-BF05-32E4-D5EBB0758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getSize</a:t>
            </a:r>
            <a:r>
              <a:rPr lang="en-US" b="1" dirty="0"/>
              <a:t> ():</a:t>
            </a:r>
          </a:p>
          <a:p>
            <a:pPr marL="0" indent="0">
              <a:buNone/>
            </a:pPr>
            <a:r>
              <a:rPr lang="en-US" dirty="0"/>
              <a:t>To capture the size of the element.</a:t>
            </a:r>
          </a:p>
          <a:p>
            <a:pPr marL="0" indent="0">
              <a:buNone/>
            </a:pPr>
            <a:r>
              <a:rPr lang="en-US" dirty="0"/>
              <a:t>Syntax: driver. </a:t>
            </a:r>
            <a:r>
              <a:rPr lang="en-US" dirty="0" err="1"/>
              <a:t>findElelement</a:t>
            </a:r>
            <a:r>
              <a:rPr lang="en-US" dirty="0"/>
              <a:t> (by. locator(“value”)). </a:t>
            </a:r>
            <a:r>
              <a:rPr lang="en-US" dirty="0" err="1"/>
              <a:t>getSize</a:t>
            </a:r>
            <a:r>
              <a:rPr lang="en-US" dirty="0"/>
              <a:t> 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getText</a:t>
            </a:r>
            <a:r>
              <a:rPr lang="en-US" b="1" dirty="0"/>
              <a:t> ():</a:t>
            </a:r>
          </a:p>
          <a:p>
            <a:pPr marL="0" indent="0">
              <a:buNone/>
            </a:pPr>
            <a:r>
              <a:rPr lang="en-US" dirty="0"/>
              <a:t>To capture the name of the element.</a:t>
            </a:r>
          </a:p>
          <a:p>
            <a:pPr marL="0" indent="0">
              <a:buNone/>
            </a:pPr>
            <a:r>
              <a:rPr lang="en-US" dirty="0"/>
              <a:t>Syntax: driver. </a:t>
            </a:r>
            <a:r>
              <a:rPr lang="en-US" dirty="0" err="1"/>
              <a:t>findElement</a:t>
            </a:r>
            <a:r>
              <a:rPr lang="en-US" dirty="0"/>
              <a:t> (By. locator(“value”)). </a:t>
            </a:r>
            <a:r>
              <a:rPr lang="en-US" dirty="0" err="1"/>
              <a:t>getText</a:t>
            </a:r>
            <a:r>
              <a:rPr lang="en-US" dirty="0"/>
              <a:t> 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31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BA5C61F-6309-9E9B-7FB9-51424D64C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0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A7AD54-6371-C30C-6142-4C1AD6629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256" y="1452456"/>
            <a:ext cx="10209321" cy="438338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78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C5DF8F8-7F2B-F8BB-5973-6B8BB280F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346492"/>
              </p:ext>
            </p:extLst>
          </p:nvPr>
        </p:nvGraphicFramePr>
        <p:xfrm>
          <a:off x="612560" y="1736848"/>
          <a:ext cx="10609334" cy="402133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38182">
                  <a:extLst>
                    <a:ext uri="{9D8B030D-6E8A-4147-A177-3AD203B41FA5}">
                      <a16:colId xmlns:a16="http://schemas.microsoft.com/office/drawing/2014/main" val="4226490445"/>
                    </a:ext>
                  </a:extLst>
                </a:gridCol>
                <a:gridCol w="4193040">
                  <a:extLst>
                    <a:ext uri="{9D8B030D-6E8A-4147-A177-3AD203B41FA5}">
                      <a16:colId xmlns:a16="http://schemas.microsoft.com/office/drawing/2014/main" val="2084641439"/>
                    </a:ext>
                  </a:extLst>
                </a:gridCol>
                <a:gridCol w="4978112">
                  <a:extLst>
                    <a:ext uri="{9D8B030D-6E8A-4147-A177-3AD203B41FA5}">
                      <a16:colId xmlns:a16="http://schemas.microsoft.com/office/drawing/2014/main" val="2573428001"/>
                    </a:ext>
                  </a:extLst>
                </a:gridCol>
              </a:tblGrid>
              <a:tr h="6380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Sl. Number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Description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46175"/>
                  </a:ext>
                </a:extLst>
              </a:tr>
              <a:tr h="6380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Launch Facebook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title length should be greater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than application URL length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600321"/>
                  </a:ext>
                </a:extLst>
              </a:tr>
              <a:tr h="6380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on the Log In button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In button should be available and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should be enabled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436218"/>
                  </a:ext>
                </a:extLst>
              </a:tr>
              <a:tr h="6380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Click on Forgot Password link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page should not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contains “password1”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715823"/>
                  </a:ext>
                </a:extLst>
              </a:tr>
              <a:tr h="6380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the Search Button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Button should be available, and it should be enabled.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22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6150E4D-65B0-539C-6E1D-9CB541E4F409}"/>
              </a:ext>
            </a:extLst>
          </p:cNvPr>
          <p:cNvSpPr txBox="1"/>
          <p:nvPr/>
        </p:nvSpPr>
        <p:spPr>
          <a:xfrm>
            <a:off x="781234" y="849582"/>
            <a:ext cx="7341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Example: Prepare the test script for the below test case</a:t>
            </a:r>
          </a:p>
        </p:txBody>
      </p:sp>
    </p:spTree>
    <p:extLst>
      <p:ext uri="{BB962C8B-B14F-4D97-AF65-F5344CB8AC3E}">
        <p14:creationId xmlns:p14="http://schemas.microsoft.com/office/powerpoint/2010/main" val="223642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3BE1-B81C-7AA5-6EB1-BE907086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609" y="755743"/>
            <a:ext cx="10515600" cy="1325563"/>
          </a:xfrm>
        </p:spPr>
        <p:txBody>
          <a:bodyPr/>
          <a:lstStyle/>
          <a:p>
            <a:r>
              <a:rPr lang="en-US" sz="3600" b="1" u="sng" dirty="0"/>
              <a:t>FAQ’s: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57C8-D368-65F7-4717-EBDE3E9D9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05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How can we verify the availability of Element</a:t>
            </a:r>
          </a:p>
          <a:p>
            <a:pPr marL="0" indent="0">
              <a:buNone/>
            </a:pPr>
            <a:r>
              <a:rPr lang="en-US" dirty="0"/>
              <a:t>2. Write program to verify application title should contains “</a:t>
            </a:r>
            <a:r>
              <a:rPr lang="en-US" dirty="0" err="1"/>
              <a:t>abcd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3. Write program to verify application </a:t>
            </a:r>
            <a:r>
              <a:rPr lang="en-US" dirty="0" err="1"/>
              <a:t>url</a:t>
            </a:r>
            <a:r>
              <a:rPr lang="en-US" dirty="0"/>
              <a:t> should contains “.com”</a:t>
            </a:r>
          </a:p>
          <a:p>
            <a:pPr marL="0" indent="0">
              <a:buNone/>
            </a:pPr>
            <a:r>
              <a:rPr lang="en-US" dirty="0"/>
              <a:t>4. Write a program to verify element </a:t>
            </a:r>
            <a:r>
              <a:rPr lang="en-US" dirty="0" err="1"/>
              <a:t>tagname</a:t>
            </a:r>
            <a:r>
              <a:rPr lang="en-US" dirty="0"/>
              <a:t> should be “select”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292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393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Baskerville Old Face</vt:lpstr>
      <vt:lpstr>Calibri</vt:lpstr>
      <vt:lpstr>Calibri Light</vt:lpstr>
      <vt:lpstr>Office Theme</vt:lpstr>
      <vt:lpstr>PowerPoint Presentation</vt:lpstr>
      <vt:lpstr>VALIDATION COMMANDS IN WEBDRIVER</vt:lpstr>
      <vt:lpstr>PowerPoint Presentation</vt:lpstr>
      <vt:lpstr>VALIDATION COMMANDS IN WEBDRIVER</vt:lpstr>
      <vt:lpstr>VALIDATION COMMANDS IN WEBDRIVER</vt:lpstr>
      <vt:lpstr>VALIDATION COMMANDS IN WEBDRIVER</vt:lpstr>
      <vt:lpstr>PowerPoint Presentation</vt:lpstr>
      <vt:lpstr>PowerPoint Presentation</vt:lpstr>
      <vt:lpstr>PowerPoint Presentation</vt:lpstr>
      <vt:lpstr>FAQ’s: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5</cp:revision>
  <dcterms:created xsi:type="dcterms:W3CDTF">2022-05-29T10:54:21Z</dcterms:created>
  <dcterms:modified xsi:type="dcterms:W3CDTF">2024-01-02T14:34:15Z</dcterms:modified>
</cp:coreProperties>
</file>