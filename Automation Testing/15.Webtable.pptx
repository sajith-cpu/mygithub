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2" r:id="rId3"/>
    <p:sldId id="257" r:id="rId4"/>
    <p:sldId id="258" r:id="rId5"/>
    <p:sldId id="259" r:id="rId6"/>
    <p:sldId id="265" r:id="rId7"/>
    <p:sldId id="260" r:id="rId8"/>
    <p:sldId id="268" r:id="rId9"/>
    <p:sldId id="270" r:id="rId10"/>
    <p:sldId id="269" r:id="rId11"/>
    <p:sldId id="261"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227475-FC65-4323-BB1A-439273572DFB}" v="2" dt="2024-08-05T02:54:32.0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77113051-C9E4-4C15-9F49-C87AE7C235A7}"/>
    <pc:docChg chg="modSld">
      <pc:chgData name="Manas Tuwani" userId="5d421215-a11f-4a6e-90ca-e8ac2213fab6" providerId="ADAL" clId="{77113051-C9E4-4C15-9F49-C87AE7C235A7}" dt="2024-03-05T15:45:00.710" v="0" actId="207"/>
      <pc:docMkLst>
        <pc:docMk/>
      </pc:docMkLst>
      <pc:sldChg chg="modSp mod">
        <pc:chgData name="Manas Tuwani" userId="5d421215-a11f-4a6e-90ca-e8ac2213fab6" providerId="ADAL" clId="{77113051-C9E4-4C15-9F49-C87AE7C235A7}" dt="2024-03-05T15:45:00.710" v="0" actId="207"/>
        <pc:sldMkLst>
          <pc:docMk/>
          <pc:sldMk cId="576632570" sldId="259"/>
        </pc:sldMkLst>
        <pc:spChg chg="mod">
          <ac:chgData name="Manas Tuwani" userId="5d421215-a11f-4a6e-90ca-e8ac2213fab6" providerId="ADAL" clId="{77113051-C9E4-4C15-9F49-C87AE7C235A7}" dt="2024-03-05T15:45:00.710" v="0" actId="207"/>
          <ac:spMkLst>
            <pc:docMk/>
            <pc:sldMk cId="576632570" sldId="259"/>
            <ac:spMk id="4" creationId="{3AF524DC-AC37-C06A-1E77-C4CFB71076E2}"/>
          </ac:spMkLst>
        </pc:spChg>
      </pc:sldChg>
    </pc:docChg>
  </pc:docChgLst>
  <pc:docChgLst>
    <pc:chgData name="Manas Tuwani" userId="5d421215-a11f-4a6e-90ca-e8ac2213fab6" providerId="ADAL" clId="{626F4527-34D0-436D-AC40-857E4291E8E0}"/>
    <pc:docChg chg="addSld delSld modSld">
      <pc:chgData name="Manas Tuwani" userId="5d421215-a11f-4a6e-90ca-e8ac2213fab6" providerId="ADAL" clId="{626F4527-34D0-436D-AC40-857E4291E8E0}" dt="2023-05-02T15:37:28.031" v="5" actId="22"/>
      <pc:docMkLst>
        <pc:docMk/>
      </pc:docMkLst>
      <pc:sldChg chg="modSp mod">
        <pc:chgData name="Manas Tuwani" userId="5d421215-a11f-4a6e-90ca-e8ac2213fab6" providerId="ADAL" clId="{626F4527-34D0-436D-AC40-857E4291E8E0}" dt="2023-05-02T14:55:48.447" v="2" actId="20577"/>
        <pc:sldMkLst>
          <pc:docMk/>
          <pc:sldMk cId="760448620" sldId="261"/>
        </pc:sldMkLst>
        <pc:spChg chg="mod">
          <ac:chgData name="Manas Tuwani" userId="5d421215-a11f-4a6e-90ca-e8ac2213fab6" providerId="ADAL" clId="{626F4527-34D0-436D-AC40-857E4291E8E0}" dt="2023-05-02T14:55:48.447" v="2" actId="20577"/>
          <ac:spMkLst>
            <pc:docMk/>
            <pc:sldMk cId="760448620" sldId="261"/>
            <ac:spMk id="3" creationId="{F2900BC8-AFCF-10EA-4694-9ACDC7FE249D}"/>
          </ac:spMkLst>
        </pc:spChg>
      </pc:sldChg>
      <pc:sldChg chg="del">
        <pc:chgData name="Manas Tuwani" userId="5d421215-a11f-4a6e-90ca-e8ac2213fab6" providerId="ADAL" clId="{626F4527-34D0-436D-AC40-857E4291E8E0}" dt="2023-05-02T15:02:25.830" v="3" actId="47"/>
        <pc:sldMkLst>
          <pc:docMk/>
          <pc:sldMk cId="642803073" sldId="263"/>
        </pc:sldMkLst>
      </pc:sldChg>
      <pc:sldChg chg="addSp new mod">
        <pc:chgData name="Manas Tuwani" userId="5d421215-a11f-4a6e-90ca-e8ac2213fab6" providerId="ADAL" clId="{626F4527-34D0-436D-AC40-857E4291E8E0}" dt="2023-05-02T15:37:28.031" v="5" actId="22"/>
        <pc:sldMkLst>
          <pc:docMk/>
          <pc:sldMk cId="1426033549" sldId="265"/>
        </pc:sldMkLst>
        <pc:picChg chg="add">
          <ac:chgData name="Manas Tuwani" userId="5d421215-a11f-4a6e-90ca-e8ac2213fab6" providerId="ADAL" clId="{626F4527-34D0-436D-AC40-857E4291E8E0}" dt="2023-05-02T15:37:28.031" v="5" actId="22"/>
          <ac:picMkLst>
            <pc:docMk/>
            <pc:sldMk cId="1426033549" sldId="265"/>
            <ac:picMk id="3" creationId="{9EDC30A6-FEC9-CE55-0C18-E4E30727346F}"/>
          </ac:picMkLst>
        </pc:picChg>
      </pc:sldChg>
    </pc:docChg>
  </pc:docChgLst>
  <pc:docChgLst>
    <pc:chgData name="Manas Tuwani" userId="5d421215-a11f-4a6e-90ca-e8ac2213fab6" providerId="ADAL" clId="{F226942F-E9F3-4251-A837-9E8CBA8F01FB}"/>
    <pc:docChg chg="undo custSel addSld delSld modSld sldOrd">
      <pc:chgData name="Manas Tuwani" userId="5d421215-a11f-4a6e-90ca-e8ac2213fab6" providerId="ADAL" clId="{F226942F-E9F3-4251-A837-9E8CBA8F01FB}" dt="2024-01-12T14:47:50.313" v="294" actId="20577"/>
      <pc:docMkLst>
        <pc:docMk/>
      </pc:docMkLst>
      <pc:sldChg chg="addSp delSp modSp new mod ord setBg">
        <pc:chgData name="Manas Tuwani" userId="5d421215-a11f-4a6e-90ca-e8ac2213fab6" providerId="ADAL" clId="{F226942F-E9F3-4251-A837-9E8CBA8F01FB}" dt="2024-01-12T03:21:32.770" v="286" actId="313"/>
        <pc:sldMkLst>
          <pc:docMk/>
          <pc:sldMk cId="3584337669" sldId="266"/>
        </pc:sldMkLst>
        <pc:spChg chg="mod">
          <ac:chgData name="Manas Tuwani" userId="5d421215-a11f-4a6e-90ca-e8ac2213fab6" providerId="ADAL" clId="{F226942F-E9F3-4251-A837-9E8CBA8F01FB}" dt="2024-01-01T12:14:45.287" v="38" actId="1076"/>
          <ac:spMkLst>
            <pc:docMk/>
            <pc:sldMk cId="3584337669" sldId="266"/>
            <ac:spMk id="2" creationId="{75BA9191-F7C3-C4B8-35BF-F9F05D307A49}"/>
          </ac:spMkLst>
        </pc:spChg>
        <pc:spChg chg="mod">
          <ac:chgData name="Manas Tuwani" userId="5d421215-a11f-4a6e-90ca-e8ac2213fab6" providerId="ADAL" clId="{F226942F-E9F3-4251-A837-9E8CBA8F01FB}" dt="2024-01-12T03:21:32.770" v="286" actId="313"/>
          <ac:spMkLst>
            <pc:docMk/>
            <pc:sldMk cId="3584337669" sldId="266"/>
            <ac:spMk id="3" creationId="{EE53CDD0-9F4F-2EDB-2713-37FA5138E44C}"/>
          </ac:spMkLst>
        </pc:spChg>
        <pc:spChg chg="add del">
          <ac:chgData name="Manas Tuwani" userId="5d421215-a11f-4a6e-90ca-e8ac2213fab6" providerId="ADAL" clId="{F226942F-E9F3-4251-A837-9E8CBA8F01FB}" dt="2024-01-01T12:13:51.995" v="30" actId="26606"/>
          <ac:spMkLst>
            <pc:docMk/>
            <pc:sldMk cId="3584337669" sldId="266"/>
            <ac:spMk id="9" creationId="{2C61293E-6EBE-43EF-A52C-9BEBFD7679D4}"/>
          </ac:spMkLst>
        </pc:spChg>
        <pc:spChg chg="add del">
          <ac:chgData name="Manas Tuwani" userId="5d421215-a11f-4a6e-90ca-e8ac2213fab6" providerId="ADAL" clId="{F226942F-E9F3-4251-A837-9E8CBA8F01FB}" dt="2024-01-01T12:13:51.995" v="30" actId="26606"/>
          <ac:spMkLst>
            <pc:docMk/>
            <pc:sldMk cId="3584337669" sldId="266"/>
            <ac:spMk id="11" creationId="{21540236-BFD5-4A9D-8840-4703E7F76825}"/>
          </ac:spMkLst>
        </pc:spChg>
        <pc:spChg chg="add">
          <ac:chgData name="Manas Tuwani" userId="5d421215-a11f-4a6e-90ca-e8ac2213fab6" providerId="ADAL" clId="{F226942F-E9F3-4251-A837-9E8CBA8F01FB}" dt="2024-01-01T12:13:51.995" v="30" actId="26606"/>
          <ac:spMkLst>
            <pc:docMk/>
            <pc:sldMk cId="3584337669" sldId="266"/>
            <ac:spMk id="16" creationId="{2C61293E-6EBE-43EF-A52C-9BEBFD7679D4}"/>
          </ac:spMkLst>
        </pc:spChg>
        <pc:spChg chg="add">
          <ac:chgData name="Manas Tuwani" userId="5d421215-a11f-4a6e-90ca-e8ac2213fab6" providerId="ADAL" clId="{F226942F-E9F3-4251-A837-9E8CBA8F01FB}" dt="2024-01-01T12:13:51.995" v="30" actId="26606"/>
          <ac:spMkLst>
            <pc:docMk/>
            <pc:sldMk cId="3584337669" sldId="266"/>
            <ac:spMk id="18" creationId="{3FCFB1DE-0B7E-48CC-BA90-B2AB0889F9D6}"/>
          </ac:spMkLst>
        </pc:spChg>
        <pc:picChg chg="add mod">
          <ac:chgData name="Manas Tuwani" userId="5d421215-a11f-4a6e-90ca-e8ac2213fab6" providerId="ADAL" clId="{F226942F-E9F3-4251-A837-9E8CBA8F01FB}" dt="2024-01-01T12:14:53.525" v="39" actId="14100"/>
          <ac:picMkLst>
            <pc:docMk/>
            <pc:sldMk cId="3584337669" sldId="266"/>
            <ac:picMk id="5" creationId="{20DA8F2C-7C16-0986-3216-2A3F8660FA3B}"/>
          </ac:picMkLst>
        </pc:picChg>
      </pc:sldChg>
      <pc:sldChg chg="addSp delSp modSp new del mod">
        <pc:chgData name="Manas Tuwani" userId="5d421215-a11f-4a6e-90ca-e8ac2213fab6" providerId="ADAL" clId="{F226942F-E9F3-4251-A837-9E8CBA8F01FB}" dt="2024-01-10T10:40:55.013" v="166" actId="47"/>
        <pc:sldMkLst>
          <pc:docMk/>
          <pc:sldMk cId="254993641" sldId="267"/>
        </pc:sldMkLst>
        <pc:spChg chg="mod">
          <ac:chgData name="Manas Tuwani" userId="5d421215-a11f-4a6e-90ca-e8ac2213fab6" providerId="ADAL" clId="{F226942F-E9F3-4251-A837-9E8CBA8F01FB}" dt="2024-01-10T10:35:49.805" v="75" actId="113"/>
          <ac:spMkLst>
            <pc:docMk/>
            <pc:sldMk cId="254993641" sldId="267"/>
            <ac:spMk id="2" creationId="{BA1B8CD5-0147-CC95-EED8-BB1C5C87DE84}"/>
          </ac:spMkLst>
        </pc:spChg>
        <pc:spChg chg="del mod">
          <ac:chgData name="Manas Tuwani" userId="5d421215-a11f-4a6e-90ca-e8ac2213fab6" providerId="ADAL" clId="{F226942F-E9F3-4251-A837-9E8CBA8F01FB}" dt="2024-01-10T10:35:22.122" v="73" actId="22"/>
          <ac:spMkLst>
            <pc:docMk/>
            <pc:sldMk cId="254993641" sldId="267"/>
            <ac:spMk id="3" creationId="{2E817F96-C646-17C6-6C5D-97B6C5EDDDE6}"/>
          </ac:spMkLst>
        </pc:spChg>
        <pc:picChg chg="add mod ord">
          <ac:chgData name="Manas Tuwani" userId="5d421215-a11f-4a6e-90ca-e8ac2213fab6" providerId="ADAL" clId="{F226942F-E9F3-4251-A837-9E8CBA8F01FB}" dt="2024-01-10T10:35:22.122" v="73" actId="22"/>
          <ac:picMkLst>
            <pc:docMk/>
            <pc:sldMk cId="254993641" sldId="267"/>
            <ac:picMk id="5" creationId="{DF4F3C82-ADD8-6060-64FF-9DCA62DB4C5E}"/>
          </ac:picMkLst>
        </pc:picChg>
      </pc:sldChg>
      <pc:sldChg chg="addSp delSp modSp new mod setBg">
        <pc:chgData name="Manas Tuwani" userId="5d421215-a11f-4a6e-90ca-e8ac2213fab6" providerId="ADAL" clId="{F226942F-E9F3-4251-A837-9E8CBA8F01FB}" dt="2024-01-12T14:47:50.313" v="294" actId="20577"/>
        <pc:sldMkLst>
          <pc:docMk/>
          <pc:sldMk cId="2990696125" sldId="268"/>
        </pc:sldMkLst>
        <pc:spChg chg="mod ord">
          <ac:chgData name="Manas Tuwani" userId="5d421215-a11f-4a6e-90ca-e8ac2213fab6" providerId="ADAL" clId="{F226942F-E9F3-4251-A837-9E8CBA8F01FB}" dt="2024-01-12T14:47:50.313" v="294" actId="20577"/>
          <ac:spMkLst>
            <pc:docMk/>
            <pc:sldMk cId="2990696125" sldId="268"/>
            <ac:spMk id="2" creationId="{799EA942-F15D-F86A-B39F-BE918CA41D2B}"/>
          </ac:spMkLst>
        </pc:spChg>
        <pc:spChg chg="del mod">
          <ac:chgData name="Manas Tuwani" userId="5d421215-a11f-4a6e-90ca-e8ac2213fab6" providerId="ADAL" clId="{F226942F-E9F3-4251-A837-9E8CBA8F01FB}" dt="2024-01-10T10:36:09.234" v="78" actId="22"/>
          <ac:spMkLst>
            <pc:docMk/>
            <pc:sldMk cId="2990696125" sldId="268"/>
            <ac:spMk id="3" creationId="{E4DAE1F1-6A30-275F-3FE6-1BCA9994A627}"/>
          </ac:spMkLst>
        </pc:spChg>
        <pc:spChg chg="mod">
          <ac:chgData name="Manas Tuwani" userId="5d421215-a11f-4a6e-90ca-e8ac2213fab6" providerId="ADAL" clId="{F226942F-E9F3-4251-A837-9E8CBA8F01FB}" dt="2024-01-10T10:40:28.279" v="164" actId="26606"/>
          <ac:spMkLst>
            <pc:docMk/>
            <pc:sldMk cId="2990696125" sldId="268"/>
            <ac:spMk id="4" creationId="{E8BF1EDE-D34C-B5AD-9D39-F51666BA9A63}"/>
          </ac:spMkLst>
        </pc:spChg>
        <pc:spChg chg="add del">
          <ac:chgData name="Manas Tuwani" userId="5d421215-a11f-4a6e-90ca-e8ac2213fab6" providerId="ADAL" clId="{F226942F-E9F3-4251-A837-9E8CBA8F01FB}" dt="2024-01-10T10:40:03.875" v="153" actId="26606"/>
          <ac:spMkLst>
            <pc:docMk/>
            <pc:sldMk cId="2990696125" sldId="268"/>
            <ac:spMk id="11" creationId="{F13C74B1-5B17-4795-BED0-7140497B445A}"/>
          </ac:spMkLst>
        </pc:spChg>
        <pc:spChg chg="add del">
          <ac:chgData name="Manas Tuwani" userId="5d421215-a11f-4a6e-90ca-e8ac2213fab6" providerId="ADAL" clId="{F226942F-E9F3-4251-A837-9E8CBA8F01FB}" dt="2024-01-10T10:40:03.875" v="153" actId="26606"/>
          <ac:spMkLst>
            <pc:docMk/>
            <pc:sldMk cId="2990696125" sldId="268"/>
            <ac:spMk id="13" creationId="{D4974D33-8DC5-464E-8C6D-BE58F0669C17}"/>
          </ac:spMkLst>
        </pc:spChg>
        <pc:spChg chg="add del">
          <ac:chgData name="Manas Tuwani" userId="5d421215-a11f-4a6e-90ca-e8ac2213fab6" providerId="ADAL" clId="{F226942F-E9F3-4251-A837-9E8CBA8F01FB}" dt="2024-01-10T10:40:05.899" v="155" actId="26606"/>
          <ac:spMkLst>
            <pc:docMk/>
            <pc:sldMk cId="2990696125" sldId="268"/>
            <ac:spMk id="15" creationId="{55D4142C-5077-457F-A6AD-3FECFDB39685}"/>
          </ac:spMkLst>
        </pc:spChg>
        <pc:spChg chg="add del">
          <ac:chgData name="Manas Tuwani" userId="5d421215-a11f-4a6e-90ca-e8ac2213fab6" providerId="ADAL" clId="{F226942F-E9F3-4251-A837-9E8CBA8F01FB}" dt="2024-01-10T10:40:05.899" v="155" actId="26606"/>
          <ac:spMkLst>
            <pc:docMk/>
            <pc:sldMk cId="2990696125" sldId="268"/>
            <ac:spMk id="16" creationId="{9AA72BD9-2C5A-4EDC-931F-5AA08EACA0F3}"/>
          </ac:spMkLst>
        </pc:spChg>
        <pc:spChg chg="add del">
          <ac:chgData name="Manas Tuwani" userId="5d421215-a11f-4a6e-90ca-e8ac2213fab6" providerId="ADAL" clId="{F226942F-E9F3-4251-A837-9E8CBA8F01FB}" dt="2024-01-10T10:40:05.899" v="155" actId="26606"/>
          <ac:spMkLst>
            <pc:docMk/>
            <pc:sldMk cId="2990696125" sldId="268"/>
            <ac:spMk id="17" creationId="{7A5F0580-5EE9-419F-96EE-B6529EF6E7D0}"/>
          </ac:spMkLst>
        </pc:spChg>
        <pc:spChg chg="add del">
          <ac:chgData name="Manas Tuwani" userId="5d421215-a11f-4a6e-90ca-e8ac2213fab6" providerId="ADAL" clId="{F226942F-E9F3-4251-A837-9E8CBA8F01FB}" dt="2024-01-10T10:40:05.899" v="155" actId="26606"/>
          <ac:spMkLst>
            <pc:docMk/>
            <pc:sldMk cId="2990696125" sldId="268"/>
            <ac:spMk id="18" creationId="{DD3981AC-7B61-4947-BCF3-F7AA7FA385B9}"/>
          </ac:spMkLst>
        </pc:spChg>
        <pc:spChg chg="add del">
          <ac:chgData name="Manas Tuwani" userId="5d421215-a11f-4a6e-90ca-e8ac2213fab6" providerId="ADAL" clId="{F226942F-E9F3-4251-A837-9E8CBA8F01FB}" dt="2024-01-10T10:40:11.647" v="157" actId="26606"/>
          <ac:spMkLst>
            <pc:docMk/>
            <pc:sldMk cId="2990696125" sldId="268"/>
            <ac:spMk id="20" creationId="{131BAD53-4E89-4F62-BBB7-26359763ED39}"/>
          </ac:spMkLst>
        </pc:spChg>
        <pc:spChg chg="add del">
          <ac:chgData name="Manas Tuwani" userId="5d421215-a11f-4a6e-90ca-e8ac2213fab6" providerId="ADAL" clId="{F226942F-E9F3-4251-A837-9E8CBA8F01FB}" dt="2024-01-10T10:40:11.647" v="157" actId="26606"/>
          <ac:spMkLst>
            <pc:docMk/>
            <pc:sldMk cId="2990696125" sldId="268"/>
            <ac:spMk id="21" creationId="{62756DA2-40EB-4C6F-B962-5822FFB54FB6}"/>
          </ac:spMkLst>
        </pc:spChg>
        <pc:spChg chg="add del">
          <ac:chgData name="Manas Tuwani" userId="5d421215-a11f-4a6e-90ca-e8ac2213fab6" providerId="ADAL" clId="{F226942F-E9F3-4251-A837-9E8CBA8F01FB}" dt="2024-01-10T10:40:28.279" v="164" actId="26606"/>
          <ac:spMkLst>
            <pc:docMk/>
            <pc:sldMk cId="2990696125" sldId="268"/>
            <ac:spMk id="28" creationId="{F13C74B1-5B17-4795-BED0-7140497B445A}"/>
          </ac:spMkLst>
        </pc:spChg>
        <pc:spChg chg="add del">
          <ac:chgData name="Manas Tuwani" userId="5d421215-a11f-4a6e-90ca-e8ac2213fab6" providerId="ADAL" clId="{F226942F-E9F3-4251-A837-9E8CBA8F01FB}" dt="2024-01-10T10:40:28.279" v="164" actId="26606"/>
          <ac:spMkLst>
            <pc:docMk/>
            <pc:sldMk cId="2990696125" sldId="268"/>
            <ac:spMk id="29" creationId="{D4974D33-8DC5-464E-8C6D-BE58F0669C17}"/>
          </ac:spMkLst>
        </pc:spChg>
        <pc:grpChg chg="add del">
          <ac:chgData name="Manas Tuwani" userId="5d421215-a11f-4a6e-90ca-e8ac2213fab6" providerId="ADAL" clId="{F226942F-E9F3-4251-A837-9E8CBA8F01FB}" dt="2024-01-10T10:40:20.569" v="161" actId="26606"/>
          <ac:grpSpMkLst>
            <pc:docMk/>
            <pc:sldMk cId="2990696125" sldId="268"/>
            <ac:grpSpMk id="25" creationId="{3AFCAD34-1AFC-BC1A-F6B2-C34C63912EAB}"/>
          </ac:grpSpMkLst>
        </pc:grpChg>
        <pc:picChg chg="add mod ord">
          <ac:chgData name="Manas Tuwani" userId="5d421215-a11f-4a6e-90ca-e8ac2213fab6" providerId="ADAL" clId="{F226942F-E9F3-4251-A837-9E8CBA8F01FB}" dt="2024-01-10T10:40:28.279" v="164" actId="26606"/>
          <ac:picMkLst>
            <pc:docMk/>
            <pc:sldMk cId="2990696125" sldId="268"/>
            <ac:picMk id="6" creationId="{CD5EF621-62C0-EB1E-BCEB-2424F657DA84}"/>
          </ac:picMkLst>
        </pc:picChg>
        <pc:cxnChg chg="add del">
          <ac:chgData name="Manas Tuwani" userId="5d421215-a11f-4a6e-90ca-e8ac2213fab6" providerId="ADAL" clId="{F226942F-E9F3-4251-A837-9E8CBA8F01FB}" dt="2024-01-10T10:40:14.228" v="159" actId="26606"/>
          <ac:cxnSpMkLst>
            <pc:docMk/>
            <pc:sldMk cId="2990696125" sldId="268"/>
            <ac:cxnSpMk id="23" creationId="{FC23E3B9-5ABF-58B3-E2B0-E9A5DAA90037}"/>
          </ac:cxnSpMkLst>
        </pc:cxnChg>
      </pc:sldChg>
      <pc:sldChg chg="addSp delSp modSp new mod setBg">
        <pc:chgData name="Manas Tuwani" userId="5d421215-a11f-4a6e-90ca-e8ac2213fab6" providerId="ADAL" clId="{F226942F-E9F3-4251-A837-9E8CBA8F01FB}" dt="2024-01-10T10:53:18.470" v="241" actId="14100"/>
        <pc:sldMkLst>
          <pc:docMk/>
          <pc:sldMk cId="3835108529" sldId="269"/>
        </pc:sldMkLst>
        <pc:spChg chg="mod">
          <ac:chgData name="Manas Tuwani" userId="5d421215-a11f-4a6e-90ca-e8ac2213fab6" providerId="ADAL" clId="{F226942F-E9F3-4251-A837-9E8CBA8F01FB}" dt="2024-01-10T10:52:37.792" v="234" actId="26606"/>
          <ac:spMkLst>
            <pc:docMk/>
            <pc:sldMk cId="3835108529" sldId="269"/>
            <ac:spMk id="2" creationId="{4417CC00-45A2-AFF0-CA03-B5A6C2F9515C}"/>
          </ac:spMkLst>
        </pc:spChg>
        <pc:spChg chg="del mod">
          <ac:chgData name="Manas Tuwani" userId="5d421215-a11f-4a6e-90ca-e8ac2213fab6" providerId="ADAL" clId="{F226942F-E9F3-4251-A837-9E8CBA8F01FB}" dt="2024-01-10T10:51:19.110" v="169" actId="22"/>
          <ac:spMkLst>
            <pc:docMk/>
            <pc:sldMk cId="3835108529" sldId="269"/>
            <ac:spMk id="3" creationId="{529433AF-9BBE-6D3A-0282-BD6CCB178419}"/>
          </ac:spMkLst>
        </pc:spChg>
        <pc:spChg chg="add">
          <ac:chgData name="Manas Tuwani" userId="5d421215-a11f-4a6e-90ca-e8ac2213fab6" providerId="ADAL" clId="{F226942F-E9F3-4251-A837-9E8CBA8F01FB}" dt="2024-01-10T10:52:37.792" v="234" actId="26606"/>
          <ac:spMkLst>
            <pc:docMk/>
            <pc:sldMk cId="3835108529" sldId="269"/>
            <ac:spMk id="10" creationId="{A4AC5506-6312-4701-8D3C-40187889A947}"/>
          </ac:spMkLst>
        </pc:spChg>
        <pc:picChg chg="add mod ord">
          <ac:chgData name="Manas Tuwani" userId="5d421215-a11f-4a6e-90ca-e8ac2213fab6" providerId="ADAL" clId="{F226942F-E9F3-4251-A837-9E8CBA8F01FB}" dt="2024-01-10T10:53:18.470" v="241" actId="14100"/>
          <ac:picMkLst>
            <pc:docMk/>
            <pc:sldMk cId="3835108529" sldId="269"/>
            <ac:picMk id="5" creationId="{3D294D75-B9D7-559C-EE9C-90AD4EA3F03B}"/>
          </ac:picMkLst>
        </pc:picChg>
      </pc:sldChg>
    </pc:docChg>
  </pc:docChgLst>
  <pc:docChgLst>
    <pc:chgData name="Manas Tuwani" userId="5d421215-a11f-4a6e-90ca-e8ac2213fab6" providerId="ADAL" clId="{DB227475-FC65-4323-BB1A-439273572DFB}"/>
    <pc:docChg chg="modSld">
      <pc:chgData name="Manas Tuwani" userId="5d421215-a11f-4a6e-90ca-e8ac2213fab6" providerId="ADAL" clId="{DB227475-FC65-4323-BB1A-439273572DFB}" dt="2024-08-05T02:55:06.671" v="46" actId="20577"/>
      <pc:docMkLst>
        <pc:docMk/>
      </pc:docMkLst>
      <pc:sldChg chg="modSp mod">
        <pc:chgData name="Manas Tuwani" userId="5d421215-a11f-4a6e-90ca-e8ac2213fab6" providerId="ADAL" clId="{DB227475-FC65-4323-BB1A-439273572DFB}" dt="2024-08-05T02:55:06.671" v="46" actId="20577"/>
        <pc:sldMkLst>
          <pc:docMk/>
          <pc:sldMk cId="3584337669" sldId="266"/>
        </pc:sldMkLst>
        <pc:spChg chg="mod">
          <ac:chgData name="Manas Tuwani" userId="5d421215-a11f-4a6e-90ca-e8ac2213fab6" providerId="ADAL" clId="{DB227475-FC65-4323-BB1A-439273572DFB}" dt="2024-08-05T02:55:06.671" v="46" actId="20577"/>
          <ac:spMkLst>
            <pc:docMk/>
            <pc:sldMk cId="3584337669" sldId="266"/>
            <ac:spMk id="3" creationId="{EE53CDD0-9F4F-2EDB-2713-37FA5138E44C}"/>
          </ac:spMkLst>
        </pc:spChg>
      </pc:sldChg>
    </pc:docChg>
  </pc:docChgLst>
  <pc:docChgLst>
    <pc:chgData name="Manas Tuwani" userId="5d421215-a11f-4a6e-90ca-e8ac2213fab6" providerId="ADAL" clId="{6F3B017B-5D6F-44AF-8FC7-12D3D0A1280C}"/>
    <pc:docChg chg="addSld delSld modSld sldOrd">
      <pc:chgData name="Manas Tuwani" userId="5d421215-a11f-4a6e-90ca-e8ac2213fab6" providerId="ADAL" clId="{6F3B017B-5D6F-44AF-8FC7-12D3D0A1280C}" dt="2023-02-18T11:59:51.490" v="3"/>
      <pc:docMkLst>
        <pc:docMk/>
      </pc:docMkLst>
      <pc:sldChg chg="del">
        <pc:chgData name="Manas Tuwani" userId="5d421215-a11f-4a6e-90ca-e8ac2213fab6" providerId="ADAL" clId="{6F3B017B-5D6F-44AF-8FC7-12D3D0A1280C}" dt="2023-02-18T11:59:30.341" v="0" actId="47"/>
        <pc:sldMkLst>
          <pc:docMk/>
          <pc:sldMk cId="3191708406" sldId="256"/>
        </pc:sldMkLst>
      </pc:sldChg>
      <pc:sldChg chg="add ord">
        <pc:chgData name="Manas Tuwani" userId="5d421215-a11f-4a6e-90ca-e8ac2213fab6" providerId="ADAL" clId="{6F3B017B-5D6F-44AF-8FC7-12D3D0A1280C}" dt="2023-02-18T11:59:51.490" v="3"/>
        <pc:sldMkLst>
          <pc:docMk/>
          <pc:sldMk cId="1262198845" sldId="264"/>
        </pc:sldMkLst>
      </pc:sldChg>
    </pc:docChg>
  </pc:docChgLst>
  <pc:docChgLst>
    <pc:chgData name="Manas Tuwani" userId="5d421215-a11f-4a6e-90ca-e8ac2213fab6" providerId="ADAL" clId="{69903920-634C-401C-BC09-8F6E7B8C0091}"/>
    <pc:docChg chg="custSel addSld modSld">
      <pc:chgData name="Manas Tuwani" userId="5d421215-a11f-4a6e-90ca-e8ac2213fab6" providerId="ADAL" clId="{69903920-634C-401C-BC09-8F6E7B8C0091}" dt="2024-05-15T15:21:10.070" v="2" actId="26606"/>
      <pc:docMkLst>
        <pc:docMk/>
      </pc:docMkLst>
      <pc:sldChg chg="addSp modSp new mod setBg">
        <pc:chgData name="Manas Tuwani" userId="5d421215-a11f-4a6e-90ca-e8ac2213fab6" providerId="ADAL" clId="{69903920-634C-401C-BC09-8F6E7B8C0091}" dt="2024-05-15T15:21:10.070" v="2" actId="26606"/>
        <pc:sldMkLst>
          <pc:docMk/>
          <pc:sldMk cId="2296394161" sldId="270"/>
        </pc:sldMkLst>
        <pc:spChg chg="add">
          <ac:chgData name="Manas Tuwani" userId="5d421215-a11f-4a6e-90ca-e8ac2213fab6" providerId="ADAL" clId="{69903920-634C-401C-BC09-8F6E7B8C0091}" dt="2024-05-15T15:21:10.070" v="2" actId="26606"/>
          <ac:spMkLst>
            <pc:docMk/>
            <pc:sldMk cId="2296394161" sldId="270"/>
            <ac:spMk id="8" creationId="{F3060C83-F051-4F0E-ABAD-AA0DFC48B218}"/>
          </ac:spMkLst>
        </pc:spChg>
        <pc:spChg chg="add">
          <ac:chgData name="Manas Tuwani" userId="5d421215-a11f-4a6e-90ca-e8ac2213fab6" providerId="ADAL" clId="{69903920-634C-401C-BC09-8F6E7B8C0091}" dt="2024-05-15T15:21:10.070" v="2" actId="26606"/>
          <ac:spMkLst>
            <pc:docMk/>
            <pc:sldMk cId="2296394161" sldId="270"/>
            <ac:spMk id="10" creationId="{83C98ABE-055B-441F-B07E-44F97F083C39}"/>
          </ac:spMkLst>
        </pc:spChg>
        <pc:spChg chg="add">
          <ac:chgData name="Manas Tuwani" userId="5d421215-a11f-4a6e-90ca-e8ac2213fab6" providerId="ADAL" clId="{69903920-634C-401C-BC09-8F6E7B8C0091}" dt="2024-05-15T15:21:10.070" v="2" actId="26606"/>
          <ac:spMkLst>
            <pc:docMk/>
            <pc:sldMk cId="2296394161" sldId="270"/>
            <ac:spMk id="12" creationId="{29FDB030-9B49-4CED-8CCD-4D99382388AC}"/>
          </ac:spMkLst>
        </pc:spChg>
        <pc:spChg chg="add">
          <ac:chgData name="Manas Tuwani" userId="5d421215-a11f-4a6e-90ca-e8ac2213fab6" providerId="ADAL" clId="{69903920-634C-401C-BC09-8F6E7B8C0091}" dt="2024-05-15T15:21:10.070" v="2" actId="26606"/>
          <ac:spMkLst>
            <pc:docMk/>
            <pc:sldMk cId="2296394161" sldId="270"/>
            <ac:spMk id="14" creationId="{3783CA14-24A1-485C-8B30-D6A5D87987AD}"/>
          </ac:spMkLst>
        </pc:spChg>
        <pc:spChg chg="add">
          <ac:chgData name="Manas Tuwani" userId="5d421215-a11f-4a6e-90ca-e8ac2213fab6" providerId="ADAL" clId="{69903920-634C-401C-BC09-8F6E7B8C0091}" dt="2024-05-15T15:21:10.070" v="2" actId="26606"/>
          <ac:spMkLst>
            <pc:docMk/>
            <pc:sldMk cId="2296394161" sldId="270"/>
            <ac:spMk id="16" creationId="{9A97C86A-04D6-40F7-AE84-31AB43E6A846}"/>
          </ac:spMkLst>
        </pc:spChg>
        <pc:spChg chg="add">
          <ac:chgData name="Manas Tuwani" userId="5d421215-a11f-4a6e-90ca-e8ac2213fab6" providerId="ADAL" clId="{69903920-634C-401C-BC09-8F6E7B8C0091}" dt="2024-05-15T15:21:10.070" v="2" actId="26606"/>
          <ac:spMkLst>
            <pc:docMk/>
            <pc:sldMk cId="2296394161" sldId="270"/>
            <ac:spMk id="18" creationId="{FF9F2414-84E8-453E-B1F3-389FDE8192D9}"/>
          </ac:spMkLst>
        </pc:spChg>
        <pc:spChg chg="add">
          <ac:chgData name="Manas Tuwani" userId="5d421215-a11f-4a6e-90ca-e8ac2213fab6" providerId="ADAL" clId="{69903920-634C-401C-BC09-8F6E7B8C0091}" dt="2024-05-15T15:21:10.070" v="2" actId="26606"/>
          <ac:spMkLst>
            <pc:docMk/>
            <pc:sldMk cId="2296394161" sldId="270"/>
            <ac:spMk id="20" creationId="{3ECA69A1-7536-43AC-85EF-C7106179F5ED}"/>
          </ac:spMkLst>
        </pc:spChg>
        <pc:picChg chg="add mod">
          <ac:chgData name="Manas Tuwani" userId="5d421215-a11f-4a6e-90ca-e8ac2213fab6" providerId="ADAL" clId="{69903920-634C-401C-BC09-8F6E7B8C0091}" dt="2024-05-15T15:21:10.070" v="2" actId="26606"/>
          <ac:picMkLst>
            <pc:docMk/>
            <pc:sldMk cId="2296394161" sldId="270"/>
            <ac:picMk id="3" creationId="{8BFE10F6-B91A-ED72-2BD7-EE8B23FF2A4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009834-2E8C-61A7-B3FF-0463E1C1C1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59BE7530-D976-56D0-4233-0556587AC9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C08CE9C4-5B0C-A2D1-6B12-C72DDB5A02BB}"/>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5" name="Footer Placeholder 4">
            <a:extLst>
              <a:ext uri="{FF2B5EF4-FFF2-40B4-BE49-F238E27FC236}">
                <a16:creationId xmlns="" xmlns:a16="http://schemas.microsoft.com/office/drawing/2014/main" id="{37DE303C-6CDF-3D60-6D1D-7B4A6351C9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8AF2497D-5152-1262-EAF8-D51099BE17E5}"/>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322848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F7A77F4-659D-296D-1AAC-D69ADF50A4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9FB5ED9-21AD-4CA8-D4D5-6D07BC7571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E28E135-32FC-1E53-F757-12BA1928C51D}"/>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5" name="Footer Placeholder 4">
            <a:extLst>
              <a:ext uri="{FF2B5EF4-FFF2-40B4-BE49-F238E27FC236}">
                <a16:creationId xmlns="" xmlns:a16="http://schemas.microsoft.com/office/drawing/2014/main" id="{D60CD585-968A-A8BC-2228-77C3475EB0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5A0734A-74E6-13F3-2137-4FE33C05C2C4}"/>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383180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E2EBA6-E6FF-7208-ABA7-5EE83DB083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8C8D4411-6241-2056-F985-03CD2B0270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EFDBA629-1FD4-F44C-597C-53701AC3B61E}"/>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5" name="Footer Placeholder 4">
            <a:extLst>
              <a:ext uri="{FF2B5EF4-FFF2-40B4-BE49-F238E27FC236}">
                <a16:creationId xmlns="" xmlns:a16="http://schemas.microsoft.com/office/drawing/2014/main" id="{1453DA10-5711-D4AB-CDF8-C5CE40449C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C337E2B-E8A4-3061-8169-184A35BB693E}"/>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2927420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BBF161-4934-3798-2AF9-E45CC2862B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8B1BCFF5-DDFB-03A2-D111-725DCFB1377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E6B21039-FA42-CBF0-215D-1C79FE8DE7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781FDDC7-6764-1D6C-5A21-92619A93C866}"/>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6" name="Footer Placeholder 5">
            <a:extLst>
              <a:ext uri="{FF2B5EF4-FFF2-40B4-BE49-F238E27FC236}">
                <a16:creationId xmlns="" xmlns:a16="http://schemas.microsoft.com/office/drawing/2014/main" id="{24FDD74E-C86F-8130-6119-7D2CD2382B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3DD36188-C171-9275-620E-8C94A33D3E42}"/>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4244659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969587-2A16-1828-E879-4DFBA2995C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F45D670A-23D1-1BD5-259F-ACD969C4F7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973F9E9-9017-6D49-13FD-BC7D6DE88E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494AB79F-6831-F2A4-FB66-A55612D806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7F7EF4B3-A560-4FBA-E743-7C4532EA4F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623EB1FB-6424-4E07-1EFA-4E9AEEF13590}"/>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8" name="Footer Placeholder 7">
            <a:extLst>
              <a:ext uri="{FF2B5EF4-FFF2-40B4-BE49-F238E27FC236}">
                <a16:creationId xmlns="" xmlns:a16="http://schemas.microsoft.com/office/drawing/2014/main" id="{56C6A591-31DA-005C-3BAB-C0F19A87E3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6DA6C76B-CE67-62BB-7A09-B63347366759}"/>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3193322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7A163F-C2D8-0D21-5D71-30121D4830A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5402744D-75F7-F0F0-56F6-4A78C31366A2}"/>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4" name="Footer Placeholder 3">
            <a:extLst>
              <a:ext uri="{FF2B5EF4-FFF2-40B4-BE49-F238E27FC236}">
                <a16:creationId xmlns="" xmlns:a16="http://schemas.microsoft.com/office/drawing/2014/main" id="{1290D51F-4DE5-674E-F5B6-0DA0B51B7F5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826FE620-3229-41BD-8FB2-BBFF4A81FB4A}"/>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3141335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D9F80031-C232-5175-8996-1FCB6A5FA39D}"/>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3" name="Footer Placeholder 2">
            <a:extLst>
              <a:ext uri="{FF2B5EF4-FFF2-40B4-BE49-F238E27FC236}">
                <a16:creationId xmlns="" xmlns:a16="http://schemas.microsoft.com/office/drawing/2014/main" id="{19A98F7B-1217-A837-5A42-CA122575B89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05372121-B365-7451-66C3-685F22264DC5}"/>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3458357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7ABB14-8129-3A67-E1C3-BC97FA89D8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E3482806-1DDF-6E44-E39B-1FB81E956E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86B8918D-DD3A-2002-46A5-091CA7B5D7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970CEF8-6A82-12F3-B059-061059A61496}"/>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6" name="Footer Placeholder 5">
            <a:extLst>
              <a:ext uri="{FF2B5EF4-FFF2-40B4-BE49-F238E27FC236}">
                <a16:creationId xmlns="" xmlns:a16="http://schemas.microsoft.com/office/drawing/2014/main" id="{EEE6850A-7EE1-BA66-CC52-4DEF81B5EB2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5A5979F4-E584-D794-70AD-B71C203A4701}"/>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3967446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83E982-DC20-D3F3-C879-6E2E865CEB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4BB31894-6AD8-346D-B020-571112A75E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6F85FBC4-8C21-1FF8-ABF1-3F4593867E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A6F3804-EFB7-77DC-8A6E-3EFB05D1A750}"/>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6" name="Footer Placeholder 5">
            <a:extLst>
              <a:ext uri="{FF2B5EF4-FFF2-40B4-BE49-F238E27FC236}">
                <a16:creationId xmlns="" xmlns:a16="http://schemas.microsoft.com/office/drawing/2014/main" id="{A85A90A7-49CF-F7E1-FB29-7144D6D88C9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E3A6EC4B-D4FC-B98F-CAA8-9A501378EE9D}"/>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36586940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CF3D92-D2D2-2C32-F409-1B78D4FE19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F62C71A0-40C7-B85C-3B65-5AF0324E5E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5B295E7-A256-D756-3488-85DB53F16A16}"/>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5" name="Footer Placeholder 4">
            <a:extLst>
              <a:ext uri="{FF2B5EF4-FFF2-40B4-BE49-F238E27FC236}">
                <a16:creationId xmlns="" xmlns:a16="http://schemas.microsoft.com/office/drawing/2014/main" id="{1A64D9D9-DAFA-9957-F995-CEF40C8959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7CE30CA7-A956-0BFF-C971-1BB7907B848F}"/>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3870207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7A0E476D-54CC-24D2-32FE-671D6558BC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F080B018-6CC5-4556-12E3-CE55BA1C79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03B49EB-DD2B-B12D-E324-58CA82DB934D}"/>
              </a:ext>
            </a:extLst>
          </p:cNvPr>
          <p:cNvSpPr>
            <a:spLocks noGrp="1"/>
          </p:cNvSpPr>
          <p:nvPr>
            <p:ph type="dt" sz="half" idx="10"/>
          </p:nvPr>
        </p:nvSpPr>
        <p:spPr/>
        <p:txBody>
          <a:bodyPr/>
          <a:lstStyle/>
          <a:p>
            <a:fld id="{BAA803E4-AC96-401F-B1EE-4E332D9E8C40}" type="datetimeFigureOut">
              <a:rPr lang="en-IN" smtClean="0"/>
              <a:pPr/>
              <a:t>30-09-2025</a:t>
            </a:fld>
            <a:endParaRPr lang="en-IN"/>
          </a:p>
        </p:txBody>
      </p:sp>
      <p:sp>
        <p:nvSpPr>
          <p:cNvPr id="5" name="Footer Placeholder 4">
            <a:extLst>
              <a:ext uri="{FF2B5EF4-FFF2-40B4-BE49-F238E27FC236}">
                <a16:creationId xmlns="" xmlns:a16="http://schemas.microsoft.com/office/drawing/2014/main" id="{3D31ED17-EDDD-269A-E269-B97555AB21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75659B9-6220-25C8-2E02-7A6A65E5B219}"/>
              </a:ext>
            </a:extLst>
          </p:cNvPr>
          <p:cNvSpPr>
            <a:spLocks noGrp="1"/>
          </p:cNvSpPr>
          <p:nvPr>
            <p:ph type="sldNum" sz="quarter" idx="12"/>
          </p:nvPr>
        </p:nvSpPr>
        <p:spPr/>
        <p:txBody>
          <a:body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1872224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08AB079-BEE0-7715-CBE9-E7E828B312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53A0185C-5A2D-0225-3EB7-0DA82FFD45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954B3E6-5285-3416-AF57-39C733DEFC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803E4-AC96-401F-B1EE-4E332D9E8C40}" type="datetimeFigureOut">
              <a:rPr lang="en-IN" smtClean="0"/>
              <a:pPr/>
              <a:t>30-09-2025</a:t>
            </a:fld>
            <a:endParaRPr lang="en-IN"/>
          </a:p>
        </p:txBody>
      </p:sp>
      <p:sp>
        <p:nvSpPr>
          <p:cNvPr id="5" name="Footer Placeholder 4">
            <a:extLst>
              <a:ext uri="{FF2B5EF4-FFF2-40B4-BE49-F238E27FC236}">
                <a16:creationId xmlns="" xmlns:a16="http://schemas.microsoft.com/office/drawing/2014/main" id="{63A9802B-2343-38C4-A86F-7A4C8EBB9E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A13F3A10-3113-942D-A9F8-C1148CAC04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A31D04-CC4D-4E4A-87B0-29C594A1FF55}" type="slidenum">
              <a:rPr lang="en-IN" smtClean="0"/>
              <a:pPr/>
              <a:t>‹#›</a:t>
            </a:fld>
            <a:endParaRPr lang="en-IN"/>
          </a:p>
        </p:txBody>
      </p:sp>
    </p:spTree>
    <p:extLst>
      <p:ext uri="{BB962C8B-B14F-4D97-AF65-F5344CB8AC3E}">
        <p14:creationId xmlns="" xmlns:p14="http://schemas.microsoft.com/office/powerpoint/2010/main" val="2127733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eb-locators-static-site-qa.vercel.app/Web%20Table" TargetMode="External"/><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2351585" y="476673"/>
            <a:ext cx="7344815" cy="4680521"/>
          </a:xfrm>
          <a:prstGeom prst="rect">
            <a:avLst/>
          </a:prstGeom>
        </p:spPr>
      </p:pic>
      <p:sp>
        <p:nvSpPr>
          <p:cNvPr id="5" name="Rectangle 4"/>
          <p:cNvSpPr/>
          <p:nvPr/>
        </p:nvSpPr>
        <p:spPr>
          <a:xfrm>
            <a:off x="2135560" y="4941169"/>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 xmlns:p14="http://schemas.microsoft.com/office/powerpoint/2010/main" val="12621988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00EDD19-6802-4EC3-95CE-CFFAB042CFD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3D1D41AC-F9B1-7D72-D763-2117F6955908}"/>
              </a:ext>
            </a:extLst>
          </p:cNvPr>
          <p:cNvSpPr>
            <a:spLocks noGrp="1"/>
          </p:cNvSpPr>
          <p:nvPr>
            <p:ph type="title"/>
          </p:nvPr>
        </p:nvSpPr>
        <p:spPr>
          <a:xfrm>
            <a:off x="836676" y="581977"/>
            <a:ext cx="10515600" cy="1325563"/>
          </a:xfrm>
        </p:spPr>
        <p:txBody>
          <a:bodyPr>
            <a:normAutofit fontScale="90000"/>
          </a:bodyPr>
          <a:lstStyle/>
          <a:p>
            <a:r>
              <a:rPr lang="en-US" sz="4200" b="1" i="0" dirty="0">
                <a:effectLst/>
                <a:latin typeface="Source Sans Pro" panose="020B0503030403020204" pitchFamily="34" charset="0"/>
              </a:rPr>
              <a:t>Handling  Web Table in Selenium WebDriver</a:t>
            </a:r>
            <a:br>
              <a:rPr lang="en-US" sz="4200" b="1" i="0" dirty="0">
                <a:effectLst/>
                <a:latin typeface="Source Sans Pro" panose="020B0503030403020204" pitchFamily="34" charset="0"/>
              </a:rPr>
            </a:br>
            <a:endParaRPr lang="en-IN" sz="4200" dirty="0"/>
          </a:p>
        </p:txBody>
      </p:sp>
      <p:sp>
        <p:nvSpPr>
          <p:cNvPr id="10" name="sketch line">
            <a:extLst>
              <a:ext uri="{FF2B5EF4-FFF2-40B4-BE49-F238E27FC236}">
                <a16:creationId xmlns="" xmlns:a16="http://schemas.microsoft.com/office/drawing/2014/main" id="{DB17E863-922E-4C26-BD64-E8FD41D2866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D88904B7-9F57-42AC-7EA6-7436E6E93E6D}"/>
              </a:ext>
            </a:extLst>
          </p:cNvPr>
          <p:cNvSpPr>
            <a:spLocks noGrp="1"/>
          </p:cNvSpPr>
          <p:nvPr>
            <p:ph idx="1"/>
          </p:nvPr>
        </p:nvSpPr>
        <p:spPr>
          <a:xfrm>
            <a:off x="1007364" y="2240915"/>
            <a:ext cx="10515600" cy="4251960"/>
          </a:xfrm>
        </p:spPr>
        <p:txBody>
          <a:bodyPr>
            <a:normAutofit/>
          </a:bodyPr>
          <a:lstStyle/>
          <a:p>
            <a:pPr marL="0" indent="0">
              <a:buNone/>
            </a:pPr>
            <a:r>
              <a:rPr lang="en-US" sz="2200" b="0" i="0" dirty="0" smtClean="0">
                <a:effectLst/>
              </a:rPr>
              <a:t>A</a:t>
            </a:r>
            <a:r>
              <a:rPr lang="en-US" sz="2200" b="0" i="0" dirty="0">
                <a:effectLst/>
              </a:rPr>
              <a:t> </a:t>
            </a:r>
            <a:r>
              <a:rPr lang="en-US" sz="2200" b="1" i="0" dirty="0">
                <a:effectLst/>
              </a:rPr>
              <a:t>Web Table</a:t>
            </a:r>
            <a:r>
              <a:rPr lang="en-US" sz="2200" b="0" i="0" dirty="0">
                <a:effectLst/>
              </a:rPr>
              <a:t> in Selenium is a WebElement used for the tabular representation of data or information. The data or information displayed can be either static or dynamic. Web table and its elements can be accessed using WebElement functions and locators in Selenium. A typical example of a web table would be product specifications displayed on an eCommerce platform</a:t>
            </a:r>
            <a:r>
              <a:rPr lang="en-US" sz="2200" b="0" i="0" dirty="0" smtClean="0">
                <a:effectLst/>
              </a:rPr>
              <a:t>.</a:t>
            </a:r>
          </a:p>
          <a:p>
            <a:pPr marL="0" indent="0">
              <a:buNone/>
            </a:pPr>
            <a:endParaRPr lang="en-IN" sz="2200" dirty="0" smtClean="0"/>
          </a:p>
          <a:p>
            <a:pPr marL="0" indent="0">
              <a:buNone/>
            </a:pPr>
            <a:r>
              <a:rPr lang="en-US" sz="2200" dirty="0" smtClean="0"/>
              <a:t>A </a:t>
            </a:r>
            <a:r>
              <a:rPr lang="en-US" sz="2200" b="1" dirty="0" smtClean="0"/>
              <a:t>Web table</a:t>
            </a:r>
            <a:r>
              <a:rPr lang="en-US" sz="2200" dirty="0" smtClean="0"/>
              <a:t> is an HTML </a:t>
            </a:r>
            <a:r>
              <a:rPr lang="en-US" sz="2200" smtClean="0"/>
              <a:t>table </a:t>
            </a:r>
            <a:r>
              <a:rPr lang="en-US" sz="2200" smtClean="0"/>
              <a:t>displayed </a:t>
            </a:r>
            <a:r>
              <a:rPr lang="en-US" sz="2200" dirty="0" smtClean="0"/>
              <a:t>on a webpage, used to present structured data in rows and columns.</a:t>
            </a:r>
          </a:p>
          <a:p>
            <a:pPr marL="0" indent="0">
              <a:buNone/>
            </a:pPr>
            <a:endParaRPr lang="en-IN" sz="2200" dirty="0"/>
          </a:p>
        </p:txBody>
      </p:sp>
    </p:spTree>
    <p:extLst>
      <p:ext uri="{BB962C8B-B14F-4D97-AF65-F5344CB8AC3E}">
        <p14:creationId xmlns="" xmlns:p14="http://schemas.microsoft.com/office/powerpoint/2010/main" val="4310215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EFD757-1B56-559E-9476-1AA808C40544}"/>
              </a:ext>
            </a:extLst>
          </p:cNvPr>
          <p:cNvSpPr>
            <a:spLocks noGrp="1"/>
          </p:cNvSpPr>
          <p:nvPr>
            <p:ph type="title"/>
          </p:nvPr>
        </p:nvSpPr>
        <p:spPr/>
        <p:txBody>
          <a:bodyPr/>
          <a:lstStyle/>
          <a:p>
            <a:r>
              <a:rPr lang="en-IN" b="1" u="sng" dirty="0"/>
              <a:t>WORKING WITH WEB TABLES</a:t>
            </a:r>
          </a:p>
        </p:txBody>
      </p:sp>
      <p:sp>
        <p:nvSpPr>
          <p:cNvPr id="3" name="Content Placeholder 2">
            <a:extLst>
              <a:ext uri="{FF2B5EF4-FFF2-40B4-BE49-F238E27FC236}">
                <a16:creationId xmlns="" xmlns:a16="http://schemas.microsoft.com/office/drawing/2014/main" id="{24E7C905-495B-79BB-BFB5-AC6E1D36933F}"/>
              </a:ext>
            </a:extLst>
          </p:cNvPr>
          <p:cNvSpPr>
            <a:spLocks noGrp="1"/>
          </p:cNvSpPr>
          <p:nvPr>
            <p:ph idx="1"/>
          </p:nvPr>
        </p:nvSpPr>
        <p:spPr>
          <a:xfrm>
            <a:off x="859654" y="1852258"/>
            <a:ext cx="10515600" cy="4351338"/>
          </a:xfrm>
        </p:spPr>
        <p:txBody>
          <a:bodyPr/>
          <a:lstStyle/>
          <a:p>
            <a:pPr marL="0" indent="0">
              <a:buNone/>
            </a:pPr>
            <a:r>
              <a:rPr lang="en-US" dirty="0"/>
              <a:t>We are using this option to work on </a:t>
            </a:r>
            <a:r>
              <a:rPr lang="en-US" dirty="0" err="1"/>
              <a:t>webtables</a:t>
            </a:r>
            <a:r>
              <a:rPr lang="en-US" dirty="0"/>
              <a:t> in application using </a:t>
            </a:r>
            <a:r>
              <a:rPr lang="en-US" dirty="0" err="1"/>
              <a:t>webdriver</a:t>
            </a:r>
            <a:r>
              <a:rPr lang="en-US" dirty="0"/>
              <a:t>. Sometimes we are getting search results in the table format in applications so those tables we can handle with the help of </a:t>
            </a:r>
            <a:r>
              <a:rPr lang="en-US" dirty="0" err="1"/>
              <a:t>xapth</a:t>
            </a:r>
            <a:r>
              <a:rPr lang="en-US" dirty="0"/>
              <a:t> in </a:t>
            </a:r>
            <a:r>
              <a:rPr lang="en-US" dirty="0" err="1"/>
              <a:t>webdriver</a:t>
            </a:r>
            <a:r>
              <a:rPr lang="en-US" dirty="0"/>
              <a:t>.</a:t>
            </a:r>
            <a:endParaRPr lang="en-IN" dirty="0"/>
          </a:p>
        </p:txBody>
      </p:sp>
      <p:pic>
        <p:nvPicPr>
          <p:cNvPr id="5" name="Picture 4">
            <a:extLst>
              <a:ext uri="{FF2B5EF4-FFF2-40B4-BE49-F238E27FC236}">
                <a16:creationId xmlns="" xmlns:a16="http://schemas.microsoft.com/office/drawing/2014/main" id="{C6BD7045-9ABA-4EDE-16CD-6EBDCD56C811}"/>
              </a:ext>
            </a:extLst>
          </p:cNvPr>
          <p:cNvPicPr>
            <a:picLocks noChangeAspect="1"/>
          </p:cNvPicPr>
          <p:nvPr/>
        </p:nvPicPr>
        <p:blipFill>
          <a:blip r:embed="rId2" cstate="print"/>
          <a:stretch>
            <a:fillRect/>
          </a:stretch>
        </p:blipFill>
        <p:spPr>
          <a:xfrm>
            <a:off x="4701418" y="3429000"/>
            <a:ext cx="2505075" cy="2647673"/>
          </a:xfrm>
          <a:prstGeom prst="rect">
            <a:avLst/>
          </a:prstGeom>
        </p:spPr>
      </p:pic>
      <p:sp>
        <p:nvSpPr>
          <p:cNvPr id="6" name="TextBox 5">
            <a:extLst>
              <a:ext uri="{FF2B5EF4-FFF2-40B4-BE49-F238E27FC236}">
                <a16:creationId xmlns="" xmlns:a16="http://schemas.microsoft.com/office/drawing/2014/main" id="{958BCB73-0DEB-FDE0-7249-0D4B21F59647}"/>
              </a:ext>
            </a:extLst>
          </p:cNvPr>
          <p:cNvSpPr txBox="1"/>
          <p:nvPr/>
        </p:nvSpPr>
        <p:spPr>
          <a:xfrm>
            <a:off x="4854603" y="6085427"/>
            <a:ext cx="2198703" cy="369332"/>
          </a:xfrm>
          <a:prstGeom prst="rect">
            <a:avLst/>
          </a:prstGeom>
          <a:noFill/>
        </p:spPr>
        <p:txBody>
          <a:bodyPr wrap="square" rtlCol="0">
            <a:spAutoFit/>
          </a:bodyPr>
          <a:lstStyle/>
          <a:p>
            <a:r>
              <a:rPr lang="en-US" dirty="0"/>
              <a:t>HTML Page View</a:t>
            </a:r>
            <a:endParaRPr lang="en-IN" dirty="0"/>
          </a:p>
        </p:txBody>
      </p:sp>
    </p:spTree>
    <p:extLst>
      <p:ext uri="{BB962C8B-B14F-4D97-AF65-F5344CB8AC3E}">
        <p14:creationId xmlns="" xmlns:p14="http://schemas.microsoft.com/office/powerpoint/2010/main" val="31777463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8">
            <a:extLst>
              <a:ext uri="{FF2B5EF4-FFF2-40B4-BE49-F238E27FC236}">
                <a16:creationId xmlns="" xmlns:a16="http://schemas.microsoft.com/office/drawing/2014/main" id="{117AB3D3-3C9C-4DED-809A-78734805B89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82188FC4-9028-F5B9-A70B-702BAD9CE297}"/>
              </a:ext>
            </a:extLst>
          </p:cNvPr>
          <p:cNvSpPr>
            <a:spLocks noGrp="1"/>
          </p:cNvSpPr>
          <p:nvPr>
            <p:ph type="title"/>
          </p:nvPr>
        </p:nvSpPr>
        <p:spPr>
          <a:xfrm>
            <a:off x="793662" y="386930"/>
            <a:ext cx="10066122" cy="1298448"/>
          </a:xfrm>
        </p:spPr>
        <p:txBody>
          <a:bodyPr anchor="b">
            <a:normAutofit/>
          </a:bodyPr>
          <a:lstStyle/>
          <a:p>
            <a:r>
              <a:rPr lang="en-US" sz="4800" b="1" dirty="0"/>
              <a:t>Structure of Web table in HTML Page</a:t>
            </a:r>
            <a:endParaRPr lang="en-IN" sz="4800" b="1" dirty="0"/>
          </a:p>
        </p:txBody>
      </p:sp>
      <p:sp>
        <p:nvSpPr>
          <p:cNvPr id="24" name="Rectangle 10">
            <a:extLst>
              <a:ext uri="{FF2B5EF4-FFF2-40B4-BE49-F238E27FC236}">
                <a16:creationId xmlns="" xmlns:a16="http://schemas.microsoft.com/office/drawing/2014/main" id="{3A9A4357-BD1D-4622-A4FE-766E6AB8DE8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 xmlns:a16="http://schemas.microsoft.com/office/drawing/2014/main" id="{E659831F-0D9A-4C63-9EBB-8435B85A440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FD4ED50C-804A-7564-8EB0-D89E3237D109}"/>
              </a:ext>
            </a:extLst>
          </p:cNvPr>
          <p:cNvSpPr>
            <a:spLocks noGrp="1"/>
          </p:cNvSpPr>
          <p:nvPr>
            <p:ph idx="1"/>
          </p:nvPr>
        </p:nvSpPr>
        <p:spPr>
          <a:xfrm>
            <a:off x="808638" y="2294709"/>
            <a:ext cx="8135337" cy="3639450"/>
          </a:xfrm>
        </p:spPr>
        <p:txBody>
          <a:bodyPr numCol="2" anchor="ctr">
            <a:normAutofit/>
          </a:bodyPr>
          <a:lstStyle/>
          <a:p>
            <a:pPr marL="0" indent="0">
              <a:buNone/>
            </a:pPr>
            <a:endParaRPr lang="en-US" sz="2000" dirty="0"/>
          </a:p>
          <a:p>
            <a:pPr marL="0" indent="0">
              <a:buNone/>
            </a:pPr>
            <a:r>
              <a:rPr lang="en-US" sz="2400" dirty="0"/>
              <a:t>Tr :  Table Row</a:t>
            </a:r>
          </a:p>
          <a:p>
            <a:pPr marL="0" indent="0">
              <a:buNone/>
            </a:pPr>
            <a:r>
              <a:rPr lang="en-IN" sz="2400" dirty="0"/>
              <a:t>Tbody:  Table body</a:t>
            </a:r>
          </a:p>
          <a:p>
            <a:pPr marL="0" indent="0">
              <a:buNone/>
            </a:pPr>
            <a:r>
              <a:rPr lang="en-IN" sz="2400" dirty="0"/>
              <a:t>Th:  Table header/ Table Colum</a:t>
            </a:r>
          </a:p>
          <a:p>
            <a:pPr marL="0" indent="0">
              <a:buNone/>
            </a:pPr>
            <a:r>
              <a:rPr lang="en-IN" sz="2400" dirty="0"/>
              <a:t>Td:  Table data</a:t>
            </a:r>
            <a:endParaRPr lang="en-US" sz="2400" dirty="0"/>
          </a:p>
        </p:txBody>
      </p:sp>
      <p:pic>
        <p:nvPicPr>
          <p:cNvPr id="4" name="Picture 3">
            <a:extLst>
              <a:ext uri="{FF2B5EF4-FFF2-40B4-BE49-F238E27FC236}">
                <a16:creationId xmlns="" xmlns:a16="http://schemas.microsoft.com/office/drawing/2014/main" id="{BD32A1F9-43AF-7121-261C-36992DC87D8F}"/>
              </a:ext>
            </a:extLst>
          </p:cNvPr>
          <p:cNvPicPr>
            <a:picLocks noChangeAspect="1"/>
          </p:cNvPicPr>
          <p:nvPr/>
        </p:nvPicPr>
        <p:blipFill rotWithShape="1">
          <a:blip r:embed="rId2" cstate="print"/>
          <a:srcRect r="1" b="30779"/>
          <a:stretch/>
        </p:blipFill>
        <p:spPr>
          <a:xfrm>
            <a:off x="5911532" y="2484255"/>
            <a:ext cx="5150277" cy="3714244"/>
          </a:xfrm>
          <a:prstGeom prst="rect">
            <a:avLst/>
          </a:prstGeom>
        </p:spPr>
      </p:pic>
      <p:sp>
        <p:nvSpPr>
          <p:cNvPr id="15" name="Rectangle 14">
            <a:extLst>
              <a:ext uri="{FF2B5EF4-FFF2-40B4-BE49-F238E27FC236}">
                <a16:creationId xmlns="" xmlns:a16="http://schemas.microsoft.com/office/drawing/2014/main" id="{E6995CE5-F890-4ABA-82A2-26507CE8D2A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90432506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75C60E34-073D-4123-1A83-8692D57C2F6C}"/>
              </a:ext>
            </a:extLst>
          </p:cNvPr>
          <p:cNvPicPr>
            <a:picLocks noChangeAspect="1"/>
          </p:cNvPicPr>
          <p:nvPr/>
        </p:nvPicPr>
        <p:blipFill>
          <a:blip r:embed="rId2" cstate="print"/>
          <a:stretch>
            <a:fillRect/>
          </a:stretch>
        </p:blipFill>
        <p:spPr>
          <a:xfrm>
            <a:off x="319597" y="958788"/>
            <a:ext cx="10502283" cy="5734976"/>
          </a:xfrm>
          <a:prstGeom prst="rect">
            <a:avLst/>
          </a:prstGeom>
        </p:spPr>
      </p:pic>
      <p:sp>
        <p:nvSpPr>
          <p:cNvPr id="4" name="TextBox 3">
            <a:extLst>
              <a:ext uri="{FF2B5EF4-FFF2-40B4-BE49-F238E27FC236}">
                <a16:creationId xmlns="" xmlns:a16="http://schemas.microsoft.com/office/drawing/2014/main" id="{3AF524DC-AC37-C06A-1E77-C4CFB71076E2}"/>
              </a:ext>
            </a:extLst>
          </p:cNvPr>
          <p:cNvSpPr txBox="1"/>
          <p:nvPr/>
        </p:nvSpPr>
        <p:spPr>
          <a:xfrm>
            <a:off x="319597" y="164236"/>
            <a:ext cx="10031766" cy="646331"/>
          </a:xfrm>
          <a:prstGeom prst="rect">
            <a:avLst/>
          </a:prstGeom>
          <a:noFill/>
        </p:spPr>
        <p:txBody>
          <a:bodyPr wrap="square" rtlCol="0">
            <a:spAutoFit/>
          </a:bodyPr>
          <a:lstStyle/>
          <a:p>
            <a:r>
              <a:rPr lang="en-US" b="1" dirty="0"/>
              <a:t>Prepare test script to launch </a:t>
            </a:r>
            <a:r>
              <a:rPr lang="en-US" b="1" dirty="0">
                <a:solidFill>
                  <a:srgbClr val="00B0F0"/>
                </a:solidFill>
              </a:rPr>
              <a:t>https://money.rediff.com/sectors/bse/bankex</a:t>
            </a:r>
            <a:r>
              <a:rPr lang="en-US" b="1" dirty="0"/>
              <a:t> application, count</a:t>
            </a:r>
          </a:p>
          <a:p>
            <a:r>
              <a:rPr lang="en-US" b="1" dirty="0"/>
              <a:t>number of rows, </a:t>
            </a:r>
            <a:r>
              <a:rPr lang="en-US" b="1" dirty="0" err="1"/>
              <a:t>coumns</a:t>
            </a:r>
            <a:r>
              <a:rPr lang="en-US" b="1" dirty="0"/>
              <a:t> in a table in application</a:t>
            </a:r>
            <a:endParaRPr lang="en-IN" b="1" dirty="0"/>
          </a:p>
        </p:txBody>
      </p:sp>
    </p:spTree>
    <p:extLst>
      <p:ext uri="{BB962C8B-B14F-4D97-AF65-F5344CB8AC3E}">
        <p14:creationId xmlns="" xmlns:p14="http://schemas.microsoft.com/office/powerpoint/2010/main" val="5766325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9EDC30A6-FEC9-CE55-0C18-E4E30727346F}"/>
              </a:ext>
            </a:extLst>
          </p:cNvPr>
          <p:cNvPicPr>
            <a:picLocks noChangeAspect="1"/>
          </p:cNvPicPr>
          <p:nvPr/>
        </p:nvPicPr>
        <p:blipFill>
          <a:blip r:embed="rId2" cstate="print"/>
          <a:stretch>
            <a:fillRect/>
          </a:stretch>
        </p:blipFill>
        <p:spPr>
          <a:xfrm>
            <a:off x="0" y="0"/>
            <a:ext cx="12192000" cy="6858000"/>
          </a:xfrm>
          <a:prstGeom prst="rect">
            <a:avLst/>
          </a:prstGeom>
        </p:spPr>
      </p:pic>
    </p:spTree>
    <p:extLst>
      <p:ext uri="{BB962C8B-B14F-4D97-AF65-F5344CB8AC3E}">
        <p14:creationId xmlns="" xmlns:p14="http://schemas.microsoft.com/office/powerpoint/2010/main" val="14260335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67B7461A-8C71-22FA-D6BD-29F4A633D557}"/>
              </a:ext>
            </a:extLst>
          </p:cNvPr>
          <p:cNvSpPr txBox="1"/>
          <p:nvPr/>
        </p:nvSpPr>
        <p:spPr>
          <a:xfrm>
            <a:off x="372862" y="298604"/>
            <a:ext cx="11446275" cy="677108"/>
          </a:xfrm>
          <a:prstGeom prst="rect">
            <a:avLst/>
          </a:prstGeom>
          <a:noFill/>
        </p:spPr>
        <p:txBody>
          <a:bodyPr wrap="square" rtlCol="0">
            <a:spAutoFit/>
          </a:bodyPr>
          <a:lstStyle/>
          <a:p>
            <a:r>
              <a:rPr lang="en-US" sz="1900" b="1" dirty="0"/>
              <a:t>Practice Problem : Prepare test script to launch https://money.rediff.com/sectors/bse/bankex application, count</a:t>
            </a:r>
          </a:p>
          <a:p>
            <a:r>
              <a:rPr lang="en-US" sz="1900" b="1" dirty="0"/>
              <a:t>number of rows in a table and read data from all rows in first column in application.</a:t>
            </a:r>
            <a:endParaRPr lang="en-IN" sz="1900" b="1" dirty="0"/>
          </a:p>
        </p:txBody>
      </p:sp>
      <p:pic>
        <p:nvPicPr>
          <p:cNvPr id="4" name="Picture 3">
            <a:extLst>
              <a:ext uri="{FF2B5EF4-FFF2-40B4-BE49-F238E27FC236}">
                <a16:creationId xmlns="" xmlns:a16="http://schemas.microsoft.com/office/drawing/2014/main" id="{2B79B251-4131-4C3B-109F-33986D0DEFA3}"/>
              </a:ext>
            </a:extLst>
          </p:cNvPr>
          <p:cNvPicPr>
            <a:picLocks noChangeAspect="1"/>
          </p:cNvPicPr>
          <p:nvPr/>
        </p:nvPicPr>
        <p:blipFill>
          <a:blip r:embed="rId2" cstate="print"/>
          <a:stretch>
            <a:fillRect/>
          </a:stretch>
        </p:blipFill>
        <p:spPr>
          <a:xfrm>
            <a:off x="1531583" y="1067770"/>
            <a:ext cx="7353300" cy="5610225"/>
          </a:xfrm>
          <a:prstGeom prst="rect">
            <a:avLst/>
          </a:prstGeom>
        </p:spPr>
      </p:pic>
    </p:spTree>
    <p:extLst>
      <p:ext uri="{BB962C8B-B14F-4D97-AF65-F5344CB8AC3E}">
        <p14:creationId xmlns="" xmlns:p14="http://schemas.microsoft.com/office/powerpoint/2010/main" val="38941149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9EA942-F15D-F86A-B39F-BE918CA41D2B}"/>
              </a:ext>
            </a:extLst>
          </p:cNvPr>
          <p:cNvSpPr>
            <a:spLocks noGrp="1"/>
          </p:cNvSpPr>
          <p:nvPr>
            <p:ph type="title"/>
          </p:nvPr>
        </p:nvSpPr>
        <p:spPr>
          <a:xfrm>
            <a:off x="479570" y="457200"/>
            <a:ext cx="4849812" cy="1600200"/>
          </a:xfrm>
        </p:spPr>
        <p:txBody>
          <a:bodyPr>
            <a:normAutofit/>
          </a:bodyPr>
          <a:lstStyle/>
          <a:p>
            <a:r>
              <a:rPr lang="en-US" sz="2800" b="1" dirty="0"/>
              <a:t>How to Print Entire Column </a:t>
            </a:r>
            <a:br>
              <a:rPr lang="en-US" sz="2800" b="1" dirty="0"/>
            </a:br>
            <a:r>
              <a:rPr lang="en-US" sz="2800" b="1" dirty="0"/>
              <a:t>of Table</a:t>
            </a:r>
            <a:endParaRPr lang="en-IN" sz="2800" dirty="0"/>
          </a:p>
        </p:txBody>
      </p:sp>
      <p:pic>
        <p:nvPicPr>
          <p:cNvPr id="6" name="Content Placeholder 5">
            <a:extLst>
              <a:ext uri="{FF2B5EF4-FFF2-40B4-BE49-F238E27FC236}">
                <a16:creationId xmlns="" xmlns:a16="http://schemas.microsoft.com/office/drawing/2014/main" id="{CD5EF621-62C0-EB1E-BCEB-2424F657DA84}"/>
              </a:ext>
            </a:extLst>
          </p:cNvPr>
          <p:cNvPicPr>
            <a:picLocks noGrp="1" noChangeAspect="1"/>
          </p:cNvPicPr>
          <p:nvPr>
            <p:ph idx="1"/>
          </p:nvPr>
        </p:nvPicPr>
        <p:blipFill>
          <a:blip r:embed="rId2" cstate="print"/>
          <a:stretch>
            <a:fillRect/>
          </a:stretch>
        </p:blipFill>
        <p:spPr>
          <a:xfrm>
            <a:off x="4525818" y="840509"/>
            <a:ext cx="7259781" cy="4655127"/>
          </a:xfrm>
        </p:spPr>
      </p:pic>
      <p:sp>
        <p:nvSpPr>
          <p:cNvPr id="4" name="Text Placeholder 3">
            <a:extLst>
              <a:ext uri="{FF2B5EF4-FFF2-40B4-BE49-F238E27FC236}">
                <a16:creationId xmlns="" xmlns:a16="http://schemas.microsoft.com/office/drawing/2014/main" id="{E8BF1EDE-D34C-B5AD-9D39-F51666BA9A63}"/>
              </a:ext>
            </a:extLst>
          </p:cNvPr>
          <p:cNvSpPr>
            <a:spLocks noGrp="1"/>
          </p:cNvSpPr>
          <p:nvPr>
            <p:ph type="body" sz="half" idx="2"/>
          </p:nvPr>
        </p:nvSpPr>
        <p:spPr>
          <a:xfrm>
            <a:off x="479570" y="2057400"/>
            <a:ext cx="3932237" cy="3811588"/>
          </a:xfrm>
        </p:spPr>
        <p:txBody>
          <a:bodyPr/>
          <a:lstStyle/>
          <a:p>
            <a:endParaRPr lang="en-US" b="1" dirty="0"/>
          </a:p>
          <a:p>
            <a:r>
              <a:rPr lang="en-US" b="1" dirty="0"/>
              <a:t>For Column 2</a:t>
            </a:r>
            <a:endParaRPr lang="en-US" dirty="0"/>
          </a:p>
          <a:p>
            <a:r>
              <a:rPr lang="en-US" b="1" dirty="0" err="1"/>
              <a:t>Xpath</a:t>
            </a:r>
            <a:r>
              <a:rPr lang="en-US" b="1" dirty="0"/>
              <a:t>: //table[@class='dataTable']//td[2]</a:t>
            </a:r>
          </a:p>
          <a:p>
            <a:endParaRPr lang="en-US" b="1" dirty="0"/>
          </a:p>
          <a:p>
            <a:r>
              <a:rPr lang="en-US" b="1" dirty="0"/>
              <a:t>For Column 3</a:t>
            </a:r>
          </a:p>
          <a:p>
            <a:r>
              <a:rPr lang="en-US" b="1" dirty="0" err="1"/>
              <a:t>Xpath</a:t>
            </a:r>
            <a:r>
              <a:rPr lang="en-US" b="1" dirty="0"/>
              <a:t>: //table[@class='dataTable']//td[3]</a:t>
            </a:r>
          </a:p>
          <a:p>
            <a:endParaRPr lang="en-IN" b="1" dirty="0"/>
          </a:p>
        </p:txBody>
      </p:sp>
    </p:spTree>
    <p:extLst>
      <p:ext uri="{BB962C8B-B14F-4D97-AF65-F5344CB8AC3E}">
        <p14:creationId xmlns="" xmlns:p14="http://schemas.microsoft.com/office/powerpoint/2010/main" val="29906961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F3060C83-F051-4F0E-ABAD-AA0DFC48B21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 xmlns:a16="http://schemas.microsoft.com/office/drawing/2014/main" id="{83C98ABE-055B-441F-B07E-44F97F083C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 xmlns:a16="http://schemas.microsoft.com/office/drawing/2014/main" id="{29FDB030-9B49-4CED-8CCD-4D99382388A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 xmlns:a16="http://schemas.microsoft.com/office/drawing/2014/main" id="{3783CA14-24A1-485C-8B30-D6A5D87987A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 xmlns:a16="http://schemas.microsoft.com/office/drawing/2014/main" id="{9A97C86A-04D6-40F7-AE84-31AB43E6A84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 xmlns:a16="http://schemas.microsoft.com/office/drawing/2014/main" id="{FF9F2414-84E8-453E-B1F3-389FDE8192D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 xmlns:a16="http://schemas.microsoft.com/office/drawing/2014/main" id="{8BFE10F6-B91A-ED72-2BD7-EE8B23FF2A42}"/>
              </a:ext>
            </a:extLst>
          </p:cNvPr>
          <p:cNvPicPr>
            <a:picLocks noChangeAspect="1"/>
          </p:cNvPicPr>
          <p:nvPr/>
        </p:nvPicPr>
        <p:blipFill>
          <a:blip r:embed="rId2" cstate="print"/>
          <a:stretch>
            <a:fillRect/>
          </a:stretch>
        </p:blipFill>
        <p:spPr>
          <a:xfrm>
            <a:off x="1143942" y="643467"/>
            <a:ext cx="9904116" cy="5571065"/>
          </a:xfrm>
          <a:prstGeom prst="rect">
            <a:avLst/>
          </a:prstGeom>
          <a:ln>
            <a:noFill/>
          </a:ln>
        </p:spPr>
      </p:pic>
      <p:sp>
        <p:nvSpPr>
          <p:cNvPr id="20" name="Isosceles Triangle 19">
            <a:extLst>
              <a:ext uri="{FF2B5EF4-FFF2-40B4-BE49-F238E27FC236}">
                <a16:creationId xmlns="" xmlns:a16="http://schemas.microsoft.com/office/drawing/2014/main" id="{3ECA69A1-7536-43AC-85EF-C7106179F5E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 xmlns:p14="http://schemas.microsoft.com/office/powerpoint/2010/main" val="22963941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A4AC5506-6312-4701-8D3C-40187889A94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4417CC00-45A2-AFF0-CA03-B5A6C2F9515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latin typeface="+mj-lt"/>
                <a:ea typeface="+mj-ea"/>
                <a:cs typeface="+mj-cs"/>
              </a:rPr>
              <a:t>How to Handle any Dynamic value of Web table</a:t>
            </a:r>
          </a:p>
        </p:txBody>
      </p:sp>
      <p:pic>
        <p:nvPicPr>
          <p:cNvPr id="5" name="Content Placeholder 4" descr="A screenshot of a computer&#10;&#10;Description automatically generated">
            <a:extLst>
              <a:ext uri="{FF2B5EF4-FFF2-40B4-BE49-F238E27FC236}">
                <a16:creationId xmlns="" xmlns:a16="http://schemas.microsoft.com/office/drawing/2014/main" id="{3D294D75-B9D7-559C-EE9C-90AD4EA3F03B}"/>
              </a:ext>
            </a:extLst>
          </p:cNvPr>
          <p:cNvPicPr>
            <a:picLocks noGrp="1" noChangeAspect="1"/>
          </p:cNvPicPr>
          <p:nvPr>
            <p:ph idx="1"/>
          </p:nvPr>
        </p:nvPicPr>
        <p:blipFill>
          <a:blip r:embed="rId2" cstate="print"/>
          <a:stretch>
            <a:fillRect/>
          </a:stretch>
        </p:blipFill>
        <p:spPr>
          <a:xfrm>
            <a:off x="1736436" y="1533236"/>
            <a:ext cx="9310255" cy="5218545"/>
          </a:xfrm>
          <a:prstGeom prst="rect">
            <a:avLst/>
          </a:prstGeom>
        </p:spPr>
      </p:pic>
    </p:spTree>
    <p:extLst>
      <p:ext uri="{BB962C8B-B14F-4D97-AF65-F5344CB8AC3E}">
        <p14:creationId xmlns="" xmlns:p14="http://schemas.microsoft.com/office/powerpoint/2010/main" val="38351085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DE7FFD28-545C-4C88-A2E7-152FB234C92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191135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097FA20-27A3-D1FC-8BE5-14CDB19CEBC4}"/>
              </a:ext>
            </a:extLst>
          </p:cNvPr>
          <p:cNvSpPr>
            <a:spLocks noGrp="1"/>
          </p:cNvSpPr>
          <p:nvPr>
            <p:ph type="title"/>
          </p:nvPr>
        </p:nvSpPr>
        <p:spPr>
          <a:xfrm>
            <a:off x="838200" y="365125"/>
            <a:ext cx="10515600" cy="1325563"/>
          </a:xfrm>
        </p:spPr>
        <p:txBody>
          <a:bodyPr>
            <a:normAutofit/>
          </a:bodyPr>
          <a:lstStyle/>
          <a:p>
            <a:r>
              <a:rPr lang="en-US" sz="4600" b="1">
                <a:solidFill>
                  <a:srgbClr val="FFFFFF"/>
                </a:solidFill>
              </a:rPr>
              <a:t>FAQ’s</a:t>
            </a:r>
            <a:endParaRPr lang="en-IN" sz="4600" b="1">
              <a:solidFill>
                <a:srgbClr val="FFFFFF"/>
              </a:solidFill>
            </a:endParaRPr>
          </a:p>
        </p:txBody>
      </p:sp>
      <p:sp>
        <p:nvSpPr>
          <p:cNvPr id="3" name="Content Placeholder 2">
            <a:extLst>
              <a:ext uri="{FF2B5EF4-FFF2-40B4-BE49-F238E27FC236}">
                <a16:creationId xmlns="" xmlns:a16="http://schemas.microsoft.com/office/drawing/2014/main" id="{F2900BC8-AFCF-10EA-4694-9ACDC7FE249D}"/>
              </a:ext>
            </a:extLst>
          </p:cNvPr>
          <p:cNvSpPr>
            <a:spLocks noGrp="1"/>
          </p:cNvSpPr>
          <p:nvPr>
            <p:ph idx="1"/>
          </p:nvPr>
        </p:nvSpPr>
        <p:spPr>
          <a:xfrm>
            <a:off x="838200" y="2438400"/>
            <a:ext cx="10515600" cy="3738562"/>
          </a:xfrm>
        </p:spPr>
        <p:txBody>
          <a:bodyPr>
            <a:normAutofit/>
          </a:bodyPr>
          <a:lstStyle/>
          <a:p>
            <a:pPr marL="0" indent="0">
              <a:buNone/>
            </a:pPr>
            <a:r>
              <a:rPr lang="en-US" sz="2600" dirty="0"/>
              <a:t>1. What is Web table?</a:t>
            </a:r>
          </a:p>
          <a:p>
            <a:pPr marL="0" indent="0">
              <a:buNone/>
            </a:pPr>
            <a:r>
              <a:rPr lang="en-US" sz="2600" dirty="0"/>
              <a:t>2. How to read specific cell value from Web Table?</a:t>
            </a:r>
          </a:p>
          <a:p>
            <a:pPr marL="0" indent="0">
              <a:buNone/>
            </a:pPr>
            <a:r>
              <a:rPr lang="en-US" sz="2600" dirty="0"/>
              <a:t>3. How to count number of rows in a table</a:t>
            </a:r>
          </a:p>
          <a:p>
            <a:pPr marL="0" indent="0">
              <a:buNone/>
            </a:pPr>
            <a:r>
              <a:rPr lang="en-US" sz="2600" dirty="0"/>
              <a:t>4. How to read all rows values from first column in Table?</a:t>
            </a:r>
          </a:p>
          <a:p>
            <a:pPr marL="0" indent="0">
              <a:buNone/>
            </a:pPr>
            <a:r>
              <a:rPr lang="en-US" sz="2600" dirty="0"/>
              <a:t>5. What is the tag name for row, column and Data?</a:t>
            </a:r>
            <a:endParaRPr lang="en-IN" sz="2600" dirty="0"/>
          </a:p>
        </p:txBody>
      </p:sp>
    </p:spTree>
    <p:extLst>
      <p:ext uri="{BB962C8B-B14F-4D97-AF65-F5344CB8AC3E}">
        <p14:creationId xmlns="" xmlns:p14="http://schemas.microsoft.com/office/powerpoint/2010/main" val="7604486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 xmlns:a16="http://schemas.microsoft.com/office/drawing/2014/main" id="{2C61293E-6EBE-43EF-A52C-9BEBFD7679D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75BA9191-F7C3-C4B8-35BF-F9F05D307A49}"/>
              </a:ext>
            </a:extLst>
          </p:cNvPr>
          <p:cNvSpPr>
            <a:spLocks noGrp="1"/>
          </p:cNvSpPr>
          <p:nvPr>
            <p:ph type="title"/>
          </p:nvPr>
        </p:nvSpPr>
        <p:spPr>
          <a:xfrm>
            <a:off x="4580406" y="476735"/>
            <a:ext cx="6894576" cy="1783080"/>
          </a:xfrm>
        </p:spPr>
        <p:txBody>
          <a:bodyPr anchor="b">
            <a:normAutofit/>
          </a:bodyPr>
          <a:lstStyle/>
          <a:p>
            <a:r>
              <a:rPr lang="en-US" sz="3600" b="1" dirty="0"/>
              <a:t>Practice Assignment</a:t>
            </a:r>
            <a:endParaRPr lang="en-IN" sz="3600" b="1" dirty="0"/>
          </a:p>
        </p:txBody>
      </p:sp>
      <p:pic>
        <p:nvPicPr>
          <p:cNvPr id="5" name="Picture 4" descr="Colourful adhesive taps and pen on open notebook">
            <a:extLst>
              <a:ext uri="{FF2B5EF4-FFF2-40B4-BE49-F238E27FC236}">
                <a16:creationId xmlns="" xmlns:a16="http://schemas.microsoft.com/office/drawing/2014/main" id="{20DA8F2C-7C16-0986-3216-2A3F8660FA3B}"/>
              </a:ext>
            </a:extLst>
          </p:cNvPr>
          <p:cNvPicPr>
            <a:picLocks noChangeAspect="1"/>
          </p:cNvPicPr>
          <p:nvPr/>
        </p:nvPicPr>
        <p:blipFill rotWithShape="1">
          <a:blip r:embed="rId2" cstate="print"/>
          <a:srcRect l="3241" r="57315" b="-2"/>
          <a:stretch/>
        </p:blipFill>
        <p:spPr>
          <a:xfrm>
            <a:off x="20" y="1"/>
            <a:ext cx="3866416" cy="6858000"/>
          </a:xfrm>
          <a:custGeom>
            <a:avLst/>
            <a:gdLst/>
            <a:ahLst/>
            <a:cxnLst/>
            <a:rect l="l" t="t" r="r" b="b"/>
            <a:pathLst>
              <a:path w="4052542" h="6858000">
                <a:moveTo>
                  <a:pt x="0" y="0"/>
                </a:moveTo>
                <a:lnTo>
                  <a:pt x="4020923" y="0"/>
                </a:lnTo>
                <a:lnTo>
                  <a:pt x="4022656" y="14697"/>
                </a:lnTo>
                <a:cubicBezTo>
                  <a:pt x="4037606" y="98462"/>
                  <a:pt x="4035072" y="183369"/>
                  <a:pt x="4039126" y="267642"/>
                </a:cubicBezTo>
                <a:cubicBezTo>
                  <a:pt x="4043941" y="370699"/>
                  <a:pt x="4037860" y="474136"/>
                  <a:pt x="4035579" y="577446"/>
                </a:cubicBezTo>
                <a:cubicBezTo>
                  <a:pt x="4033805" y="665399"/>
                  <a:pt x="4025063" y="753226"/>
                  <a:pt x="4027724" y="841306"/>
                </a:cubicBezTo>
                <a:cubicBezTo>
                  <a:pt x="4027914" y="844352"/>
                  <a:pt x="4027914" y="847398"/>
                  <a:pt x="4027724" y="850444"/>
                </a:cubicBezTo>
                <a:cubicBezTo>
                  <a:pt x="4019615" y="947281"/>
                  <a:pt x="4019615" y="1044626"/>
                  <a:pt x="4027724" y="1141464"/>
                </a:cubicBezTo>
                <a:cubicBezTo>
                  <a:pt x="4030296" y="1181772"/>
                  <a:pt x="4029574" y="1222221"/>
                  <a:pt x="4025570" y="1262415"/>
                </a:cubicBezTo>
                <a:cubicBezTo>
                  <a:pt x="4021769" y="1313563"/>
                  <a:pt x="4009606" y="1365472"/>
                  <a:pt x="4018348" y="1416238"/>
                </a:cubicBezTo>
                <a:cubicBezTo>
                  <a:pt x="4024037" y="1458058"/>
                  <a:pt x="4027166" y="1500194"/>
                  <a:pt x="4027724" y="1542394"/>
                </a:cubicBezTo>
                <a:cubicBezTo>
                  <a:pt x="4032158" y="1636820"/>
                  <a:pt x="4027977" y="1731753"/>
                  <a:pt x="4026330" y="1826433"/>
                </a:cubicBezTo>
                <a:cubicBezTo>
                  <a:pt x="4024556" y="1936724"/>
                  <a:pt x="4027344" y="2047015"/>
                  <a:pt x="4018475" y="2157432"/>
                </a:cubicBezTo>
                <a:cubicBezTo>
                  <a:pt x="4013597" y="2246629"/>
                  <a:pt x="4013597" y="2336029"/>
                  <a:pt x="4018475" y="2425226"/>
                </a:cubicBezTo>
                <a:cubicBezTo>
                  <a:pt x="4020882" y="2506961"/>
                  <a:pt x="4033172" y="2587934"/>
                  <a:pt x="4031145" y="2670557"/>
                </a:cubicBezTo>
                <a:cubicBezTo>
                  <a:pt x="4028737" y="2766886"/>
                  <a:pt x="4017335" y="2862962"/>
                  <a:pt x="4020882" y="2959546"/>
                </a:cubicBezTo>
                <a:cubicBezTo>
                  <a:pt x="4022529" y="3005617"/>
                  <a:pt x="4022656" y="3051688"/>
                  <a:pt x="4023543" y="3097758"/>
                </a:cubicBezTo>
                <a:cubicBezTo>
                  <a:pt x="4024683" y="3153221"/>
                  <a:pt x="4034692" y="3208556"/>
                  <a:pt x="4029117" y="3263892"/>
                </a:cubicBezTo>
                <a:cubicBezTo>
                  <a:pt x="4019869" y="3356161"/>
                  <a:pt x="3995923" y="3446906"/>
                  <a:pt x="4010873" y="3541459"/>
                </a:cubicBezTo>
                <a:cubicBezTo>
                  <a:pt x="4019108" y="3593495"/>
                  <a:pt x="4028357" y="3645658"/>
                  <a:pt x="4033172" y="3698201"/>
                </a:cubicBezTo>
                <a:cubicBezTo>
                  <a:pt x="4037353" y="3745160"/>
                  <a:pt x="4047868" y="3792881"/>
                  <a:pt x="4039886" y="3839586"/>
                </a:cubicBezTo>
                <a:cubicBezTo>
                  <a:pt x="4033045" y="3879565"/>
                  <a:pt x="4036592" y="3919544"/>
                  <a:pt x="4031271" y="3959523"/>
                </a:cubicBezTo>
                <a:cubicBezTo>
                  <a:pt x="4024303" y="4011939"/>
                  <a:pt x="4020629" y="4065244"/>
                  <a:pt x="4015308" y="4118042"/>
                </a:cubicBezTo>
                <a:cubicBezTo>
                  <a:pt x="4010620" y="4165889"/>
                  <a:pt x="4006946" y="4213610"/>
                  <a:pt x="4019615" y="4258539"/>
                </a:cubicBezTo>
                <a:cubicBezTo>
                  <a:pt x="4050656" y="4371622"/>
                  <a:pt x="4033679" y="4484070"/>
                  <a:pt x="4022023" y="4596391"/>
                </a:cubicBezTo>
                <a:cubicBezTo>
                  <a:pt x="4016321" y="4650965"/>
                  <a:pt x="4007959" y="4708712"/>
                  <a:pt x="4020629" y="4758718"/>
                </a:cubicBezTo>
                <a:cubicBezTo>
                  <a:pt x="4043941" y="4847432"/>
                  <a:pt x="4025697" y="4931705"/>
                  <a:pt x="4015561" y="5016866"/>
                </a:cubicBezTo>
                <a:cubicBezTo>
                  <a:pt x="4003335" y="5100174"/>
                  <a:pt x="4005096" y="5184929"/>
                  <a:pt x="4020756" y="5267654"/>
                </a:cubicBezTo>
                <a:cubicBezTo>
                  <a:pt x="4033172" y="5326035"/>
                  <a:pt x="4033172" y="5385432"/>
                  <a:pt x="4034692" y="5444194"/>
                </a:cubicBezTo>
                <a:cubicBezTo>
                  <a:pt x="4035579" y="5481001"/>
                  <a:pt x="4022023" y="5518441"/>
                  <a:pt x="4013027" y="5555120"/>
                </a:cubicBezTo>
                <a:cubicBezTo>
                  <a:pt x="3996937" y="5621371"/>
                  <a:pt x="3991109" y="5688636"/>
                  <a:pt x="4013027" y="5753237"/>
                </a:cubicBezTo>
                <a:cubicBezTo>
                  <a:pt x="4043561" y="5842713"/>
                  <a:pt x="4061045" y="5932189"/>
                  <a:pt x="4048375" y="6026870"/>
                </a:cubicBezTo>
                <a:cubicBezTo>
                  <a:pt x="4041027" y="6085251"/>
                  <a:pt x="4039380" y="6144902"/>
                  <a:pt x="4028357" y="6202522"/>
                </a:cubicBezTo>
                <a:cubicBezTo>
                  <a:pt x="4010240" y="6298091"/>
                  <a:pt x="4016701" y="6393024"/>
                  <a:pt x="4031145" y="6487196"/>
                </a:cubicBezTo>
                <a:cubicBezTo>
                  <a:pt x="4041293" y="6565885"/>
                  <a:pt x="4042395" y="6645474"/>
                  <a:pt x="4034439" y="6724403"/>
                </a:cubicBezTo>
                <a:lnTo>
                  <a:pt x="4025206" y="6858000"/>
                </a:lnTo>
                <a:lnTo>
                  <a:pt x="0" y="6858000"/>
                </a:lnTo>
                <a:close/>
              </a:path>
            </a:pathLst>
          </a:custGeom>
        </p:spPr>
      </p:pic>
      <p:sp>
        <p:nvSpPr>
          <p:cNvPr id="18" name="sketchy line">
            <a:extLst>
              <a:ext uri="{FF2B5EF4-FFF2-40B4-BE49-F238E27FC236}">
                <a16:creationId xmlns="" xmlns:a16="http://schemas.microsoft.com/office/drawing/2014/main" id="{3FCFB1DE-0B7E-48CC-BA90-B2AB0889F9D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654296" y="2395728"/>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EE53CDD0-9F4F-2EDB-2713-37FA5138E44C}"/>
              </a:ext>
            </a:extLst>
          </p:cNvPr>
          <p:cNvSpPr>
            <a:spLocks noGrp="1"/>
          </p:cNvSpPr>
          <p:nvPr>
            <p:ph idx="1"/>
          </p:nvPr>
        </p:nvSpPr>
        <p:spPr>
          <a:xfrm>
            <a:off x="3713018" y="2706624"/>
            <a:ext cx="9541164" cy="3483864"/>
          </a:xfrm>
        </p:spPr>
        <p:txBody>
          <a:bodyPr>
            <a:normAutofit/>
          </a:bodyPr>
          <a:lstStyle/>
          <a:p>
            <a:pPr marL="457200" rtl="0" fontAlgn="base">
              <a:spcBef>
                <a:spcPts val="0"/>
              </a:spcBef>
              <a:spcAft>
                <a:spcPts val="0"/>
              </a:spcAft>
              <a:buFont typeface="+mj-lt"/>
              <a:buAutoNum type="arabicPeriod"/>
            </a:pPr>
            <a:r>
              <a:rPr lang="en-US" sz="1800" b="1" i="0" u="none" strike="noStrike" dirty="0">
                <a:effectLst/>
                <a:latin typeface="Nunito" pitchFamily="2" charset="0"/>
              </a:rPr>
              <a:t>Launch the chrome browser.</a:t>
            </a:r>
          </a:p>
          <a:p>
            <a:pPr marL="457200" rtl="0" fontAlgn="base">
              <a:spcBef>
                <a:spcPts val="0"/>
              </a:spcBef>
              <a:spcAft>
                <a:spcPts val="0"/>
              </a:spcAft>
              <a:buFont typeface="+mj-lt"/>
              <a:buAutoNum type="arabicPeriod"/>
            </a:pPr>
            <a:r>
              <a:rPr lang="en-US" sz="1800" b="1" i="0" u="none" strike="noStrike" dirty="0">
                <a:effectLst/>
                <a:latin typeface="Nunito" pitchFamily="2" charset="0"/>
              </a:rPr>
              <a:t>Open URL: </a:t>
            </a:r>
            <a:r>
              <a:rPr lang="en-US" sz="1800" b="1" i="0" u="sng" strike="noStrike" dirty="0">
                <a:effectLst/>
                <a:latin typeface="Nunito" pitchFamily="2" charset="0"/>
                <a:hlinkClick r:id="rId3"/>
              </a:rPr>
              <a:t>https://web-locators-static-site-qa.vercel.app/Web%20Table</a:t>
            </a:r>
            <a:endParaRPr lang="en-US" sz="1800" b="1" i="0" u="sng" strike="noStrike" dirty="0">
              <a:effectLst/>
              <a:latin typeface="Nunito" pitchFamily="2" charset="0"/>
            </a:endParaRPr>
          </a:p>
          <a:p>
            <a:pPr marL="457200" rtl="0" fontAlgn="base">
              <a:spcBef>
                <a:spcPts val="0"/>
              </a:spcBef>
              <a:spcAft>
                <a:spcPts val="0"/>
              </a:spcAft>
              <a:buFont typeface="+mj-lt"/>
              <a:buAutoNum type="arabicPeriod"/>
            </a:pPr>
            <a:r>
              <a:rPr lang="en-US" sz="1800" b="1" u="sng" dirty="0">
                <a:latin typeface="Nunito" pitchFamily="2" charset="0"/>
              </a:rPr>
              <a:t> </a:t>
            </a:r>
            <a:r>
              <a:rPr lang="en-US" sz="1800" b="1" dirty="0">
                <a:latin typeface="Nunito" pitchFamily="2" charset="0"/>
              </a:rPr>
              <a:t>Print total Number of Columns in the table</a:t>
            </a:r>
            <a:endParaRPr lang="en-US" sz="1800" b="1" i="0" strike="noStrike" dirty="0">
              <a:effectLst/>
              <a:latin typeface="Nunito" pitchFamily="2" charset="0"/>
            </a:endParaRPr>
          </a:p>
          <a:p>
            <a:pPr marL="457200" rtl="0" fontAlgn="base">
              <a:spcBef>
                <a:spcPts val="0"/>
              </a:spcBef>
              <a:spcAft>
                <a:spcPts val="0"/>
              </a:spcAft>
              <a:buFont typeface="+mj-lt"/>
              <a:buAutoNum type="arabicPeriod"/>
            </a:pPr>
            <a:r>
              <a:rPr lang="en-US" sz="1800" b="1" i="0" u="none" strike="noStrike" dirty="0">
                <a:effectLst/>
                <a:latin typeface="Nunito" pitchFamily="2" charset="0"/>
              </a:rPr>
              <a:t>Select “Static Table - Subject Topper” table</a:t>
            </a:r>
          </a:p>
          <a:p>
            <a:pPr marL="457200" rtl="0" fontAlgn="base">
              <a:spcBef>
                <a:spcPts val="0"/>
              </a:spcBef>
              <a:spcAft>
                <a:spcPts val="0"/>
              </a:spcAft>
              <a:buFont typeface="+mj-lt"/>
              <a:buAutoNum type="arabicPeriod"/>
            </a:pPr>
            <a:r>
              <a:rPr lang="en-US" sz="1800" b="1" i="0" u="none" strike="noStrike" dirty="0">
                <a:effectLst/>
                <a:latin typeface="Nunito" pitchFamily="2" charset="0"/>
              </a:rPr>
              <a:t>List/Print the names of all header columns</a:t>
            </a:r>
          </a:p>
          <a:p>
            <a:pPr marL="457200" rtl="0" fontAlgn="base">
              <a:spcBef>
                <a:spcPts val="0"/>
              </a:spcBef>
              <a:spcAft>
                <a:spcPts val="0"/>
              </a:spcAft>
              <a:buFont typeface="+mj-lt"/>
              <a:buAutoNum type="arabicPeriod"/>
            </a:pPr>
            <a:r>
              <a:rPr lang="en-US" sz="1800" b="1" dirty="0">
                <a:latin typeface="Nunito" pitchFamily="2" charset="0"/>
              </a:rPr>
              <a:t>Print all the subject name from column 2</a:t>
            </a:r>
            <a:endParaRPr lang="en-US" sz="1800" b="1" i="0" u="none" strike="noStrike" dirty="0">
              <a:effectLst/>
              <a:latin typeface="Nunito" pitchFamily="2" charset="0"/>
            </a:endParaRPr>
          </a:p>
          <a:p>
            <a:pPr marL="457200" rtl="0" fontAlgn="base">
              <a:spcBef>
                <a:spcPts val="0"/>
              </a:spcBef>
              <a:spcAft>
                <a:spcPts val="0"/>
              </a:spcAft>
              <a:buFont typeface="+mj-lt"/>
              <a:buAutoNum type="arabicPeriod"/>
            </a:pPr>
            <a:r>
              <a:rPr lang="en-US" sz="1800" b="1" i="0" u="none" strike="noStrike" dirty="0">
                <a:effectLst/>
                <a:latin typeface="Nunito" pitchFamily="2" charset="0"/>
              </a:rPr>
              <a:t>Close the browser window.</a:t>
            </a:r>
          </a:p>
          <a:p>
            <a:pPr marL="0" indent="0">
              <a:buNone/>
            </a:pPr>
            <a:endParaRPr lang="en-IN" sz="2200" dirty="0"/>
          </a:p>
        </p:txBody>
      </p:sp>
    </p:spTree>
    <p:extLst>
      <p:ext uri="{BB962C8B-B14F-4D97-AF65-F5344CB8AC3E}">
        <p14:creationId xmlns="" xmlns:p14="http://schemas.microsoft.com/office/powerpoint/2010/main" val="35843376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335</TotalTime>
  <Words>290</Words>
  <Application>Microsoft Office PowerPoint</Application>
  <PresentationFormat>Custom</PresentationFormat>
  <Paragraphs>41</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Handling  Web Table in Selenium WebDriver </vt:lpstr>
      <vt:lpstr>WORKING WITH WEB TABLES</vt:lpstr>
      <vt:lpstr>Structure of Web table in HTML Page</vt:lpstr>
      <vt:lpstr>Slide 5</vt:lpstr>
      <vt:lpstr>Slide 6</vt:lpstr>
      <vt:lpstr>Slide 7</vt:lpstr>
      <vt:lpstr>How to Print Entire Column  of Table</vt:lpstr>
      <vt:lpstr>Slide 9</vt:lpstr>
      <vt:lpstr>How to Handle any Dynamic value of Web table</vt:lpstr>
      <vt:lpstr>FAQ’s</vt:lpstr>
      <vt:lpstr>Practice Assignment</vt:lpstr>
    </vt:vector>
  </TitlesOfParts>
  <Company>Operative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4</cp:revision>
  <dcterms:created xsi:type="dcterms:W3CDTF">2023-02-18T11:39:00Z</dcterms:created>
  <dcterms:modified xsi:type="dcterms:W3CDTF">2025-09-30T15:53:31Z</dcterms:modified>
</cp:coreProperties>
</file>