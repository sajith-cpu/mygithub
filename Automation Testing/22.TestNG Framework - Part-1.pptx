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E109EB89-A023-4F53-8123-E31805AA3F30}"/>
    <pc:docChg chg="custSel modSld">
      <pc:chgData name="Manas Tuwani" userId="5d421215-a11f-4a6e-90ca-e8ac2213fab6" providerId="ADAL" clId="{E109EB89-A023-4F53-8123-E31805AA3F30}" dt="2022-12-17T14:17:42.628" v="232" actId="20577"/>
      <pc:docMkLst>
        <pc:docMk/>
      </pc:docMkLst>
      <pc:sldChg chg="modSp mod">
        <pc:chgData name="Manas Tuwani" userId="5d421215-a11f-4a6e-90ca-e8ac2213fab6" providerId="ADAL" clId="{E109EB89-A023-4F53-8123-E31805AA3F30}" dt="2022-12-17T14:17:42.628" v="232" actId="20577"/>
        <pc:sldMkLst>
          <pc:docMk/>
          <pc:sldMk cId="1114063973" sldId="258"/>
        </pc:sldMkLst>
        <pc:spChg chg="mod">
          <ac:chgData name="Manas Tuwani" userId="5d421215-a11f-4a6e-90ca-e8ac2213fab6" providerId="ADAL" clId="{E109EB89-A023-4F53-8123-E31805AA3F30}" dt="2022-12-17T14:17:42.628" v="232" actId="20577"/>
          <ac:spMkLst>
            <pc:docMk/>
            <pc:sldMk cId="1114063973" sldId="258"/>
            <ac:spMk id="3" creationId="{0B9C026C-7067-7C89-CCA9-4C9E6469AB66}"/>
          </ac:spMkLst>
        </pc:spChg>
      </pc:sldChg>
      <pc:sldChg chg="modSp mod">
        <pc:chgData name="Manas Tuwani" userId="5d421215-a11f-4a6e-90ca-e8ac2213fab6" providerId="ADAL" clId="{E109EB89-A023-4F53-8123-E31805AA3F30}" dt="2022-12-17T13:42:34.208" v="154" actId="313"/>
        <pc:sldMkLst>
          <pc:docMk/>
          <pc:sldMk cId="2660225317" sldId="262"/>
        </pc:sldMkLst>
        <pc:spChg chg="mod">
          <ac:chgData name="Manas Tuwani" userId="5d421215-a11f-4a6e-90ca-e8ac2213fab6" providerId="ADAL" clId="{E109EB89-A023-4F53-8123-E31805AA3F30}" dt="2022-12-17T13:42:34.208" v="154" actId="313"/>
          <ac:spMkLst>
            <pc:docMk/>
            <pc:sldMk cId="2660225317" sldId="262"/>
            <ac:spMk id="3" creationId="{151854C7-9FAA-0AFD-A6F7-57383CEC6CF7}"/>
          </ac:spMkLst>
        </pc:spChg>
      </pc:sldChg>
    </pc:docChg>
  </pc:docChgLst>
  <pc:docChgLst>
    <pc:chgData name="Manas Tuwani" userId="5d421215-a11f-4a6e-90ca-e8ac2213fab6" providerId="ADAL" clId="{FB89C219-2FA7-4A94-8816-0F24E369CB0A}"/>
    <pc:docChg chg="undo custSel addSld modSld">
      <pc:chgData name="Manas Tuwani" userId="5d421215-a11f-4a6e-90ca-e8ac2213fab6" providerId="ADAL" clId="{FB89C219-2FA7-4A94-8816-0F24E369CB0A}" dt="2023-08-14T14:45:01.963" v="20" actId="14100"/>
      <pc:docMkLst>
        <pc:docMk/>
      </pc:docMkLst>
      <pc:sldChg chg="modSp mod">
        <pc:chgData name="Manas Tuwani" userId="5d421215-a11f-4a6e-90ca-e8ac2213fab6" providerId="ADAL" clId="{FB89C219-2FA7-4A94-8816-0F24E369CB0A}" dt="2023-08-03T02:56:13.080" v="10" actId="20577"/>
        <pc:sldMkLst>
          <pc:docMk/>
          <pc:sldMk cId="1114063973" sldId="258"/>
        </pc:sldMkLst>
        <pc:spChg chg="mod">
          <ac:chgData name="Manas Tuwani" userId="5d421215-a11f-4a6e-90ca-e8ac2213fab6" providerId="ADAL" clId="{FB89C219-2FA7-4A94-8816-0F24E369CB0A}" dt="2023-08-03T02:56:13.080" v="10" actId="20577"/>
          <ac:spMkLst>
            <pc:docMk/>
            <pc:sldMk cId="1114063973" sldId="258"/>
            <ac:spMk id="3" creationId="{0B9C026C-7067-7C89-CCA9-4C9E6469AB66}"/>
          </ac:spMkLst>
        </pc:spChg>
      </pc:sldChg>
      <pc:sldChg chg="addSp modSp new mod setBg">
        <pc:chgData name="Manas Tuwani" userId="5d421215-a11f-4a6e-90ca-e8ac2213fab6" providerId="ADAL" clId="{FB89C219-2FA7-4A94-8816-0F24E369CB0A}" dt="2023-08-14T14:45:01.963" v="20" actId="14100"/>
        <pc:sldMkLst>
          <pc:docMk/>
          <pc:sldMk cId="2648321051" sldId="268"/>
        </pc:sldMkLst>
        <pc:spChg chg="add">
          <ac:chgData name="Manas Tuwani" userId="5d421215-a11f-4a6e-90ca-e8ac2213fab6" providerId="ADAL" clId="{FB89C219-2FA7-4A94-8816-0F24E369CB0A}" dt="2023-08-14T14:44:48.670" v="15" actId="26606"/>
          <ac:spMkLst>
            <pc:docMk/>
            <pc:sldMk cId="2648321051" sldId="268"/>
            <ac:spMk id="8" creationId="{69D184B2-2226-4E31-BCCB-444330767440}"/>
          </ac:spMkLst>
        </pc:spChg>
        <pc:spChg chg="add">
          <ac:chgData name="Manas Tuwani" userId="5d421215-a11f-4a6e-90ca-e8ac2213fab6" providerId="ADAL" clId="{FB89C219-2FA7-4A94-8816-0F24E369CB0A}" dt="2023-08-14T14:44:48.670" v="15" actId="26606"/>
          <ac:spMkLst>
            <pc:docMk/>
            <pc:sldMk cId="2648321051" sldId="268"/>
            <ac:spMk id="10" creationId="{1AC4D4E3-486A-464A-8EC8-D44881097267}"/>
          </ac:spMkLst>
        </pc:spChg>
        <pc:spChg chg="add">
          <ac:chgData name="Manas Tuwani" userId="5d421215-a11f-4a6e-90ca-e8ac2213fab6" providerId="ADAL" clId="{FB89C219-2FA7-4A94-8816-0F24E369CB0A}" dt="2023-08-14T14:44:48.670" v="15" actId="26606"/>
          <ac:spMkLst>
            <pc:docMk/>
            <pc:sldMk cId="2648321051" sldId="268"/>
            <ac:spMk id="12" creationId="{864DE13E-58EB-4475-B79C-0D4FC651239B}"/>
          </ac:spMkLst>
        </pc:spChg>
        <pc:picChg chg="add mod">
          <ac:chgData name="Manas Tuwani" userId="5d421215-a11f-4a6e-90ca-e8ac2213fab6" providerId="ADAL" clId="{FB89C219-2FA7-4A94-8816-0F24E369CB0A}" dt="2023-08-14T14:45:01.963" v="20" actId="14100"/>
          <ac:picMkLst>
            <pc:docMk/>
            <pc:sldMk cId="2648321051" sldId="268"/>
            <ac:picMk id="3" creationId="{3C3CD095-F2C7-7F48-C090-8854C937CB49}"/>
          </ac:picMkLst>
        </pc:picChg>
      </pc:sldChg>
    </pc:docChg>
  </pc:docChgLst>
  <pc:docChgLst>
    <pc:chgData name="Manas Tuwani" userId="5d421215-a11f-4a6e-90ca-e8ac2213fab6" providerId="ADAL" clId="{7D1D7386-57F0-473F-942E-AD54EB232094}"/>
    <pc:docChg chg="modSld">
      <pc:chgData name="Manas Tuwani" userId="5d421215-a11f-4a6e-90ca-e8ac2213fab6" providerId="ADAL" clId="{7D1D7386-57F0-473F-942E-AD54EB232094}" dt="2024-01-20T12:28:48.041" v="15" actId="20577"/>
      <pc:docMkLst>
        <pc:docMk/>
      </pc:docMkLst>
      <pc:sldChg chg="modSp mod">
        <pc:chgData name="Manas Tuwani" userId="5d421215-a11f-4a6e-90ca-e8ac2213fab6" providerId="ADAL" clId="{7D1D7386-57F0-473F-942E-AD54EB232094}" dt="2024-01-20T12:28:48.041" v="15" actId="20577"/>
        <pc:sldMkLst>
          <pc:docMk/>
          <pc:sldMk cId="3349345371" sldId="260"/>
        </pc:sldMkLst>
        <pc:spChg chg="mod">
          <ac:chgData name="Manas Tuwani" userId="5d421215-a11f-4a6e-90ca-e8ac2213fab6" providerId="ADAL" clId="{7D1D7386-57F0-473F-942E-AD54EB232094}" dt="2024-01-20T12:28:48.041" v="15" actId="20577"/>
          <ac:spMkLst>
            <pc:docMk/>
            <pc:sldMk cId="3349345371" sldId="260"/>
            <ac:spMk id="11" creationId="{8AEE92BD-0B05-84D1-F2F0-992B9D8600FA}"/>
          </ac:spMkLst>
        </pc:spChg>
      </pc:sldChg>
    </pc:docChg>
  </pc:docChgLst>
  <pc:docChgLst>
    <pc:chgData name="Manas Tuwani" userId="5d421215-a11f-4a6e-90ca-e8ac2213fab6" providerId="ADAL" clId="{9E072600-0054-42DD-A194-C565AD52A610}"/>
    <pc:docChg chg="custSel addSld modSld">
      <pc:chgData name="Manas Tuwani" userId="5d421215-a11f-4a6e-90ca-e8ac2213fab6" providerId="ADAL" clId="{9E072600-0054-42DD-A194-C565AD52A610}" dt="2024-02-06T03:18:58.052" v="2" actId="26606"/>
      <pc:docMkLst>
        <pc:docMk/>
      </pc:docMkLst>
      <pc:sldChg chg="addSp modSp new mod setBg">
        <pc:chgData name="Manas Tuwani" userId="5d421215-a11f-4a6e-90ca-e8ac2213fab6" providerId="ADAL" clId="{9E072600-0054-42DD-A194-C565AD52A610}" dt="2024-02-06T03:18:58.052" v="2" actId="26606"/>
        <pc:sldMkLst>
          <pc:docMk/>
          <pc:sldMk cId="2562517807" sldId="269"/>
        </pc:sldMkLst>
        <pc:spChg chg="add">
          <ac:chgData name="Manas Tuwani" userId="5d421215-a11f-4a6e-90ca-e8ac2213fab6" providerId="ADAL" clId="{9E072600-0054-42DD-A194-C565AD52A610}" dt="2024-02-06T03:18:58.052" v="2" actId="26606"/>
          <ac:spMkLst>
            <pc:docMk/>
            <pc:sldMk cId="2562517807" sldId="269"/>
            <ac:spMk id="8" creationId="{F3060C83-F051-4F0E-ABAD-AA0DFC48B218}"/>
          </ac:spMkLst>
        </pc:spChg>
        <pc:spChg chg="add">
          <ac:chgData name="Manas Tuwani" userId="5d421215-a11f-4a6e-90ca-e8ac2213fab6" providerId="ADAL" clId="{9E072600-0054-42DD-A194-C565AD52A610}" dt="2024-02-06T03:18:58.052" v="2" actId="26606"/>
          <ac:spMkLst>
            <pc:docMk/>
            <pc:sldMk cId="2562517807" sldId="269"/>
            <ac:spMk id="10" creationId="{83C98ABE-055B-441F-B07E-44F97F083C39}"/>
          </ac:spMkLst>
        </pc:spChg>
        <pc:spChg chg="add">
          <ac:chgData name="Manas Tuwani" userId="5d421215-a11f-4a6e-90ca-e8ac2213fab6" providerId="ADAL" clId="{9E072600-0054-42DD-A194-C565AD52A610}" dt="2024-02-06T03:18:58.052" v="2" actId="26606"/>
          <ac:spMkLst>
            <pc:docMk/>
            <pc:sldMk cId="2562517807" sldId="269"/>
            <ac:spMk id="12" creationId="{29FDB030-9B49-4CED-8CCD-4D99382388AC}"/>
          </ac:spMkLst>
        </pc:spChg>
        <pc:spChg chg="add">
          <ac:chgData name="Manas Tuwani" userId="5d421215-a11f-4a6e-90ca-e8ac2213fab6" providerId="ADAL" clId="{9E072600-0054-42DD-A194-C565AD52A610}" dt="2024-02-06T03:18:58.052" v="2" actId="26606"/>
          <ac:spMkLst>
            <pc:docMk/>
            <pc:sldMk cId="2562517807" sldId="269"/>
            <ac:spMk id="14" creationId="{3783CA14-24A1-485C-8B30-D6A5D87987AD}"/>
          </ac:spMkLst>
        </pc:spChg>
        <pc:spChg chg="add">
          <ac:chgData name="Manas Tuwani" userId="5d421215-a11f-4a6e-90ca-e8ac2213fab6" providerId="ADAL" clId="{9E072600-0054-42DD-A194-C565AD52A610}" dt="2024-02-06T03:18:58.052" v="2" actId="26606"/>
          <ac:spMkLst>
            <pc:docMk/>
            <pc:sldMk cId="2562517807" sldId="269"/>
            <ac:spMk id="16" creationId="{9A97C86A-04D6-40F7-AE84-31AB43E6A846}"/>
          </ac:spMkLst>
        </pc:spChg>
        <pc:spChg chg="add">
          <ac:chgData name="Manas Tuwani" userId="5d421215-a11f-4a6e-90ca-e8ac2213fab6" providerId="ADAL" clId="{9E072600-0054-42DD-A194-C565AD52A610}" dt="2024-02-06T03:18:58.052" v="2" actId="26606"/>
          <ac:spMkLst>
            <pc:docMk/>
            <pc:sldMk cId="2562517807" sldId="269"/>
            <ac:spMk id="18" creationId="{FF9F2414-84E8-453E-B1F3-389FDE8192D9}"/>
          </ac:spMkLst>
        </pc:spChg>
        <pc:spChg chg="add">
          <ac:chgData name="Manas Tuwani" userId="5d421215-a11f-4a6e-90ca-e8ac2213fab6" providerId="ADAL" clId="{9E072600-0054-42DD-A194-C565AD52A610}" dt="2024-02-06T03:18:58.052" v="2" actId="26606"/>
          <ac:spMkLst>
            <pc:docMk/>
            <pc:sldMk cId="2562517807" sldId="269"/>
            <ac:spMk id="20" creationId="{3ECA69A1-7536-43AC-85EF-C7106179F5ED}"/>
          </ac:spMkLst>
        </pc:spChg>
        <pc:picChg chg="add mod">
          <ac:chgData name="Manas Tuwani" userId="5d421215-a11f-4a6e-90ca-e8ac2213fab6" providerId="ADAL" clId="{9E072600-0054-42DD-A194-C565AD52A610}" dt="2024-02-06T03:18:58.052" v="2" actId="26606"/>
          <ac:picMkLst>
            <pc:docMk/>
            <pc:sldMk cId="2562517807" sldId="269"/>
            <ac:picMk id="3" creationId="{42FF3266-66CD-6AA3-4C8F-4F11AA9B45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8CD17F-ACA6-76B9-5C2A-EB38E663F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D138510-BD9A-97FF-F1B7-7831B6159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BE117FF-B93A-8E3F-6863-1FF642FD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18A5640-6816-AF73-5D77-CCB837E8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5726A4-CEDE-427C-FEB5-20523709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90302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487D4-80D8-2126-70D4-D3BDF4B3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BCA24B-97DD-4426-0651-09235A746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976E8A-EC0A-F3DB-ABB9-16D1AAAB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9E30244-F279-5EA5-52C2-F944DACA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431D0A1-4FA4-593A-E48F-49FB041D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2938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D65F56-FC49-4721-E7E6-753AD919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06DF943-CA9A-A6C2-4638-CAE00D79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938B1A-D5CF-DC14-727F-3727B739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2550B73-AAC0-2C5C-0C3C-50CDA764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48BCBC-55B7-E2CA-8CC5-04008CCE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107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4043B6-BD4F-762C-3B88-1961BE86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CC8890-ADBE-4440-7D35-3F622E637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B028EC0-9D02-E521-C90D-B1EBC0AC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8058DE-CE47-0D93-0205-4405631C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3BF4F6C-0236-34DD-8737-E56BCE66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1674EBE-4F92-ACD4-8EA7-86F0BF1E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2909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32CBB3-39CF-1880-0123-A9E1C09C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5E1ED9-AD33-3F67-0420-0F08BCB4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9CC4015-CE79-C0CC-3DFA-FF5A6EC7A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38ED836-D320-C0EB-A440-38FE506BB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D4AE635-9D90-216E-0664-C278B42A9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A68DFA7-0F91-446D-5E50-16E13CFD1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FA33CEF-2CD0-B36D-8BF7-402BFA4E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37B9195-6C50-16CF-DC3D-BB21C21B9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5341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5EF4B4-68E5-F3FD-2209-7B421C32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F928B5C-B2D7-89B8-5EC0-15768055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D04B600-0561-EAEF-17C4-17B0C67A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5092AB-351B-8228-3444-DDC7D5CE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563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5274B8A-A1F4-AF0C-3332-69E8D89C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991BB82-518C-990C-BF85-069701F5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6295B3B-5762-3251-C20F-4148EFFA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8348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760E07-3AD1-4FF8-5535-0DC2D104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C4FB5D-6CF9-025F-AAB2-2B5B6247C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950F4A1-B82E-932C-83B0-1883AF26C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6E8037E-73E0-D79B-47EB-465CED8F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1351788-A219-75E0-9B82-5B31FCF9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9E27D2C-6012-3C7E-6375-F2B49930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0820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9FA474-6A5C-C1D8-810F-F920EC65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D92D769-7D1E-4BD2-8585-9C1B926C0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64246C6-F4D9-4BFD-6BFA-01D8E9736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597BB12-23F8-4747-DA7E-F30EBDCD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82DFFD2-4760-0F58-26B5-A1F4B6749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FD7EADB-A21B-ABBB-EC82-DC4BA42A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6085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6CDA64-3348-A8BA-8E48-50F19A0F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940A053-1F43-41DA-4868-B911D5B0B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8800606-8EC9-7A28-4CE1-BCE8A700A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204BFD4-BC72-2B31-CA03-FC41B4D6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BDBC3DA-9B68-CF96-F9C0-976C0506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8815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47D216D-C3AC-9048-9298-523092CB0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33AADB3-455D-DFC8-C23C-DABD05ADF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618FDF-149C-33E4-C032-E3C13470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568FA6-B3D3-69E4-DEB9-9DD21F9B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0A0E9F-53DF-DDE1-1479-0ABD18AC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2884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7507256-F2D1-4907-439A-36BE8B22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2BFDB16-CEBA-E8AF-F99B-6154EBBA9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F3DE38D-F230-A835-7F7C-19AF00615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83AF9-1191-4F99-927A-1C18CBF3C066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917667-C63A-3DD8-DEEF-E1A140676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7336336-752F-8A03-D18C-E41C0B5D4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22C35-BABC-426D-B3F8-74703FC5AF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7218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stNG Framework for Selenium - Software Testing">
            <a:extLst>
              <a:ext uri="{FF2B5EF4-FFF2-40B4-BE49-F238E27FC236}">
                <a16:creationId xmlns="" xmlns:a16="http://schemas.microsoft.com/office/drawing/2014/main" id="{3B251B03-AEE1-81C2-4625-F6B67E795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0" y="643466"/>
            <a:ext cx="9904119" cy="5571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10966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="" xmlns:a16="http://schemas.microsoft.com/office/drawing/2014/main" id="{100EDD19-6802-4EC3-95CE-CFFAB042CF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75324F-2A36-B918-686C-76E841AC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TestNG Framework</a:t>
            </a:r>
            <a:endParaRPr lang="en-IN" sz="5400" b="1" dirty="0"/>
          </a:p>
        </p:txBody>
      </p:sp>
      <p:sp>
        <p:nvSpPr>
          <p:cNvPr id="15" name="sketch line">
            <a:extLst>
              <a:ext uri="{FF2B5EF4-FFF2-40B4-BE49-F238E27FC236}">
                <a16:creationId xmlns="" xmlns:a16="http://schemas.microsoft.com/office/drawing/2014/main" id="{DB17E863-922E-4C26-BD64-E8FD41D286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3CC574-DA23-5797-0DE2-ADC46641E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inter-regular"/>
              </a:rPr>
              <a:t>TestNG</a:t>
            </a:r>
            <a:r>
              <a:rPr lang="en-US" sz="1900" b="0" i="0" dirty="0">
                <a:effectLst/>
                <a:latin typeface="inter-regular"/>
              </a:rPr>
              <a:t> is an open source automated </a:t>
            </a:r>
            <a:r>
              <a:rPr lang="en-US" sz="1900" b="0" i="0" dirty="0" smtClean="0">
                <a:effectLst/>
                <a:latin typeface="inter-regular"/>
              </a:rPr>
              <a:t>Testing </a:t>
            </a:r>
            <a:r>
              <a:rPr lang="en-US" sz="1900" b="0" i="0" dirty="0">
                <a:effectLst/>
                <a:latin typeface="inter-regular"/>
              </a:rPr>
              <a:t>framework. In TestNG, NG stands for "</a:t>
            </a:r>
            <a:r>
              <a:rPr lang="en-US" sz="1900" b="1" i="0" dirty="0">
                <a:effectLst/>
                <a:latin typeface="inter-bold"/>
              </a:rPr>
              <a:t>Next Generation</a:t>
            </a:r>
            <a:r>
              <a:rPr lang="en-US" sz="1900" b="0" i="0" dirty="0">
                <a:effectLst/>
                <a:latin typeface="inter-regular"/>
              </a:rPr>
              <a:t>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TestNG is a very important framework when you are actually developing the framework from scratch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TestNG provides you full control over the test cases and the execution of the test cases. Due to this reason, TestNG is also known as a testing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Cedric </a:t>
            </a:r>
            <a:r>
              <a:rPr lang="en-US" sz="1900" b="0" i="0" dirty="0" err="1">
                <a:effectLst/>
                <a:latin typeface="inter-regular"/>
              </a:rPr>
              <a:t>Beust</a:t>
            </a:r>
            <a:r>
              <a:rPr lang="en-US" sz="1900" b="0" i="0" dirty="0">
                <a:effectLst/>
                <a:latin typeface="inter-regular"/>
              </a:rPr>
              <a:t> is the developer of a TestNG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If you want to run a test case A before that as a pre-request you need to run multiple test cases before you begin a test case A. You can set and map with the help of TestNG so that pre-request test cases run first and then only it will trigger a test case A. In such way, you can control the test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inter-regular"/>
              </a:rPr>
              <a:t>TestNG framework came after Junit, and TestNG framework adds more powerful functionality and easier to use.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900" dirty="0"/>
          </a:p>
        </p:txBody>
      </p:sp>
    </p:spTree>
    <p:extLst>
      <p:ext uri="{BB962C8B-B14F-4D97-AF65-F5344CB8AC3E}">
        <p14:creationId xmlns="" xmlns:p14="http://schemas.microsoft.com/office/powerpoint/2010/main" val="350056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24FB96-AB38-373A-0FAF-70D0C031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Advantages of TestNG over Junit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9C026C-7067-7C89-CCA9-4C9E6469A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 TestNG, annotations are easier to understand than Junit.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produces the HTML,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Emailable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inter-regular"/>
              </a:rPr>
              <a:t>reports after the execution.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 TestNG, there is no constraint available such as @beforeclass and @afterclass which is present in Junit.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TestNG enables you to group the test cases easily which is not possible in JUnit.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TestNG supports three additional levels such as @Before/After suite, @Before/AfterTest, and Before/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AfterGroup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TestNG does not extend any class. TestNG framework allows you to define the test cases where each test case is independent of other test cases.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inter-regular"/>
              </a:rPr>
              <a:t>We can Prioritize the test case also which is not possible in Junit f/w.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1406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atures of TestNG">
            <a:extLst>
              <a:ext uri="{FF2B5EF4-FFF2-40B4-BE49-F238E27FC236}">
                <a16:creationId xmlns="" xmlns:a16="http://schemas.microsoft.com/office/drawing/2014/main" id="{053DB8AD-AF06-506A-01D3-7643D6F552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5322" y="643466"/>
            <a:ext cx="8541355" cy="55710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501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2B566528-1B12-4246-9431-5C2D7D0811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8AEE92BD-0B05-84D1-F2F0-992B9D860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Installation of TestNG with Eclipse: We can install TestNG with Eclipse </a:t>
            </a:r>
            <a:r>
              <a:rPr lang="en-US" sz="2000"/>
              <a:t>in </a:t>
            </a:r>
            <a:r>
              <a:rPr lang="en-US" sz="2000" smtClean="0"/>
              <a:t>3 </a:t>
            </a:r>
            <a:r>
              <a:rPr lang="en-US" sz="2000" dirty="0"/>
              <a:t>different ways.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1. Directly from Official website of TestNG</a:t>
            </a:r>
          </a:p>
          <a:p>
            <a:pPr marL="0" indent="0">
              <a:buNone/>
            </a:pPr>
            <a:r>
              <a:rPr lang="en-US" sz="2000" dirty="0"/>
              <a:t>2. From Eclipse Market Place</a:t>
            </a:r>
          </a:p>
          <a:p>
            <a:pPr marL="0" indent="0">
              <a:buNone/>
            </a:pPr>
            <a:r>
              <a:rPr lang="en-US" sz="2000" dirty="0"/>
              <a:t>3. Maven Repo</a:t>
            </a:r>
            <a:endParaRPr lang="en-IN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2E80C965-DB6D-4F81-9E9E-B027384D0B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="" xmlns:a16="http://schemas.microsoft.com/office/drawing/2014/main" id="{A580F890-B085-4E95-96AA-55AEBEC5CE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="" xmlns:a16="http://schemas.microsoft.com/office/drawing/2014/main" id="{D3F51FEB-38FB-4F6C-9F7B-2F2AFAB654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1E547BA6-BAE0-43BB-A7CA-60F69CE252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4934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424B3DD-0897-3407-E359-937EDAA61AD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7970" y="1286934"/>
            <a:ext cx="8736061" cy="410594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6715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CA5A6E-5A82-87D0-3E7C-ECAE8E14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of Annotations in TestNG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51854C7-9FAA-0AFD-A6F7-57383CEC6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Annotation: Annotations are nothing but predefine classes which contains reusable code. </a:t>
            </a:r>
          </a:p>
          <a:p>
            <a:pPr marL="0" indent="0">
              <a:buNone/>
            </a:pPr>
            <a:r>
              <a:rPr lang="en-US" b="1" dirty="0"/>
              <a:t>Every annotations starts with ‘@’ symbol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@BeforeSuite</a:t>
            </a:r>
          </a:p>
          <a:p>
            <a:pPr marL="0" indent="0">
              <a:buNone/>
            </a:pPr>
            <a:r>
              <a:rPr lang="en-US" dirty="0"/>
              <a:t>@AfterSuite</a:t>
            </a:r>
          </a:p>
          <a:p>
            <a:pPr marL="0" indent="0">
              <a:buNone/>
            </a:pPr>
            <a:r>
              <a:rPr lang="en-US" dirty="0"/>
              <a:t>@BeforeTest</a:t>
            </a:r>
          </a:p>
          <a:p>
            <a:pPr marL="0" indent="0">
              <a:buNone/>
            </a:pPr>
            <a:r>
              <a:rPr lang="en-US" dirty="0"/>
              <a:t>@AfterTest</a:t>
            </a:r>
          </a:p>
          <a:p>
            <a:pPr marL="0" indent="0">
              <a:buNone/>
            </a:pPr>
            <a:r>
              <a:rPr lang="en-US" dirty="0"/>
              <a:t>@BeforeClass</a:t>
            </a:r>
          </a:p>
          <a:p>
            <a:pPr marL="0" indent="0">
              <a:buNone/>
            </a:pPr>
            <a:r>
              <a:rPr lang="en-US" dirty="0"/>
              <a:t>@AfterClass</a:t>
            </a:r>
          </a:p>
          <a:p>
            <a:pPr marL="0" indent="0">
              <a:buNone/>
            </a:pPr>
            <a:r>
              <a:rPr lang="en-US" dirty="0"/>
              <a:t>@BeforeMethod</a:t>
            </a:r>
          </a:p>
          <a:p>
            <a:pPr marL="0" indent="0">
              <a:buNone/>
            </a:pPr>
            <a:r>
              <a:rPr lang="en-US" dirty="0"/>
              <a:t>@AfterMethod </a:t>
            </a:r>
          </a:p>
          <a:p>
            <a:pPr marL="0" indent="0">
              <a:buNone/>
            </a:pPr>
            <a:r>
              <a:rPr lang="en-US" dirty="0"/>
              <a:t>@Test</a:t>
            </a:r>
          </a:p>
          <a:p>
            <a:pPr marL="0" indent="0">
              <a:buNone/>
            </a:pPr>
            <a:r>
              <a:rPr lang="en-US" dirty="0"/>
              <a:t>@Ignore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6022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B38777E-3A5E-2B5C-4E64-318B948F970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71688" y="685006"/>
            <a:ext cx="7843838" cy="521851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0692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C3CD095-F2C7-7F48-C090-8854C937CB4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68713" y="918266"/>
            <a:ext cx="9027862" cy="488245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4832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2FF3266-66CD-6AA3-4C8F-4F11AA9B45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6251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367</Words>
  <Application>Microsoft Office PowerPoint</Application>
  <PresentationFormat>Custom</PresentationFormat>
  <Paragraphs>34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TestNG Framework</vt:lpstr>
      <vt:lpstr>Advantages of TestNG over Junit </vt:lpstr>
      <vt:lpstr>Slide 4</vt:lpstr>
      <vt:lpstr>Slide 5</vt:lpstr>
      <vt:lpstr>Slide 6</vt:lpstr>
      <vt:lpstr>List of Annotations in TestNG 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9</cp:revision>
  <dcterms:created xsi:type="dcterms:W3CDTF">2022-06-16T15:52:04Z</dcterms:created>
  <dcterms:modified xsi:type="dcterms:W3CDTF">2025-11-26T18:22:43Z</dcterms:modified>
</cp:coreProperties>
</file>