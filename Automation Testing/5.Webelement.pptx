
<file path=[Content_Types].xml><?xml version="1.0" encoding="utf-8"?>
<Types xmlns="http://schemas.openxmlformats.org/package/2006/content-types">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5" r:id="rId4"/>
    <p:sldId id="268" r:id="rId5"/>
    <p:sldId id="26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40942A64-6D68-4A1C-96B1-0DACE8C80D04}"/>
    <pc:docChg chg="custSel addSld modSld">
      <pc:chgData name="Manas Tuwani" userId="5d421215-a11f-4a6e-90ca-e8ac2213fab6" providerId="ADAL" clId="{40942A64-6D68-4A1C-96B1-0DACE8C80D04}" dt="2024-04-25T15:05:22.482" v="4" actId="962"/>
      <pc:docMkLst>
        <pc:docMk/>
      </pc:docMkLst>
      <pc:sldChg chg="addSp modSp new mod setBg">
        <pc:chgData name="Manas Tuwani" userId="5d421215-a11f-4a6e-90ca-e8ac2213fab6" providerId="ADAL" clId="{40942A64-6D68-4A1C-96B1-0DACE8C80D04}" dt="2024-04-25T15:05:22.482" v="4" actId="962"/>
        <pc:sldMkLst>
          <pc:docMk/>
          <pc:sldMk cId="1245366949" sldId="268"/>
        </pc:sldMkLst>
        <pc:spChg chg="add">
          <ac:chgData name="Manas Tuwani" userId="5d421215-a11f-4a6e-90ca-e8ac2213fab6" providerId="ADAL" clId="{40942A64-6D68-4A1C-96B1-0DACE8C80D04}" dt="2024-04-25T15:05:18.770" v="2" actId="26606"/>
          <ac:spMkLst>
            <pc:docMk/>
            <pc:sldMk cId="1245366949" sldId="268"/>
            <ac:spMk id="8" creationId="{F3060C83-F051-4F0E-ABAD-AA0DFC48B218}"/>
          </ac:spMkLst>
        </pc:spChg>
        <pc:spChg chg="add">
          <ac:chgData name="Manas Tuwani" userId="5d421215-a11f-4a6e-90ca-e8ac2213fab6" providerId="ADAL" clId="{40942A64-6D68-4A1C-96B1-0DACE8C80D04}" dt="2024-04-25T15:05:18.770" v="2" actId="26606"/>
          <ac:spMkLst>
            <pc:docMk/>
            <pc:sldMk cId="1245366949" sldId="268"/>
            <ac:spMk id="10" creationId="{83C98ABE-055B-441F-B07E-44F97F083C39}"/>
          </ac:spMkLst>
        </pc:spChg>
        <pc:spChg chg="add">
          <ac:chgData name="Manas Tuwani" userId="5d421215-a11f-4a6e-90ca-e8ac2213fab6" providerId="ADAL" clId="{40942A64-6D68-4A1C-96B1-0DACE8C80D04}" dt="2024-04-25T15:05:18.770" v="2" actId="26606"/>
          <ac:spMkLst>
            <pc:docMk/>
            <pc:sldMk cId="1245366949" sldId="268"/>
            <ac:spMk id="12" creationId="{29FDB030-9B49-4CED-8CCD-4D99382388AC}"/>
          </ac:spMkLst>
        </pc:spChg>
        <pc:spChg chg="add">
          <ac:chgData name="Manas Tuwani" userId="5d421215-a11f-4a6e-90ca-e8ac2213fab6" providerId="ADAL" clId="{40942A64-6D68-4A1C-96B1-0DACE8C80D04}" dt="2024-04-25T15:05:18.770" v="2" actId="26606"/>
          <ac:spMkLst>
            <pc:docMk/>
            <pc:sldMk cId="1245366949" sldId="268"/>
            <ac:spMk id="14" creationId="{3783CA14-24A1-485C-8B30-D6A5D87987AD}"/>
          </ac:spMkLst>
        </pc:spChg>
        <pc:spChg chg="add">
          <ac:chgData name="Manas Tuwani" userId="5d421215-a11f-4a6e-90ca-e8ac2213fab6" providerId="ADAL" clId="{40942A64-6D68-4A1C-96B1-0DACE8C80D04}" dt="2024-04-25T15:05:18.770" v="2" actId="26606"/>
          <ac:spMkLst>
            <pc:docMk/>
            <pc:sldMk cId="1245366949" sldId="268"/>
            <ac:spMk id="16" creationId="{9A97C86A-04D6-40F7-AE84-31AB43E6A846}"/>
          </ac:spMkLst>
        </pc:spChg>
        <pc:spChg chg="add">
          <ac:chgData name="Manas Tuwani" userId="5d421215-a11f-4a6e-90ca-e8ac2213fab6" providerId="ADAL" clId="{40942A64-6D68-4A1C-96B1-0DACE8C80D04}" dt="2024-04-25T15:05:18.770" v="2" actId="26606"/>
          <ac:spMkLst>
            <pc:docMk/>
            <pc:sldMk cId="1245366949" sldId="268"/>
            <ac:spMk id="18" creationId="{FF9F2414-84E8-453E-B1F3-389FDE8192D9}"/>
          </ac:spMkLst>
        </pc:spChg>
        <pc:spChg chg="add">
          <ac:chgData name="Manas Tuwani" userId="5d421215-a11f-4a6e-90ca-e8ac2213fab6" providerId="ADAL" clId="{40942A64-6D68-4A1C-96B1-0DACE8C80D04}" dt="2024-04-25T15:05:18.770" v="2" actId="26606"/>
          <ac:spMkLst>
            <pc:docMk/>
            <pc:sldMk cId="1245366949" sldId="268"/>
            <ac:spMk id="20" creationId="{3ECA69A1-7536-43AC-85EF-C7106179F5ED}"/>
          </ac:spMkLst>
        </pc:spChg>
        <pc:picChg chg="add mod">
          <ac:chgData name="Manas Tuwani" userId="5d421215-a11f-4a6e-90ca-e8ac2213fab6" providerId="ADAL" clId="{40942A64-6D68-4A1C-96B1-0DACE8C80D04}" dt="2024-04-25T15:05:22.482" v="4" actId="962"/>
          <ac:picMkLst>
            <pc:docMk/>
            <pc:sldMk cId="1245366949" sldId="268"/>
            <ac:picMk id="3" creationId="{0FD2E665-6CB4-FE66-7462-5F2EE25FFB77}"/>
          </ac:picMkLst>
        </pc:picChg>
      </pc:sldChg>
    </pc:docChg>
  </pc:docChgLst>
  <pc:docChgLst>
    <pc:chgData name="Manas Tuwani" userId="5d421215-a11f-4a6e-90ca-e8ac2213fab6" providerId="ADAL" clId="{55B5C8D2-E3BB-4F75-9EAF-1511B7E42D83}"/>
    <pc:docChg chg="modSld">
      <pc:chgData name="Manas Tuwani" userId="5d421215-a11f-4a6e-90ca-e8ac2213fab6" providerId="ADAL" clId="{55B5C8D2-E3BB-4F75-9EAF-1511B7E42D83}" dt="2024-07-20T11:06:40.877" v="1" actId="20577"/>
      <pc:docMkLst>
        <pc:docMk/>
      </pc:docMkLst>
      <pc:sldChg chg="modSp mod">
        <pc:chgData name="Manas Tuwani" userId="5d421215-a11f-4a6e-90ca-e8ac2213fab6" providerId="ADAL" clId="{55B5C8D2-E3BB-4F75-9EAF-1511B7E42D83}" dt="2024-07-20T11:06:40.877" v="1" actId="20577"/>
        <pc:sldMkLst>
          <pc:docMk/>
          <pc:sldMk cId="1284247031" sldId="264"/>
        </pc:sldMkLst>
        <pc:spChg chg="mod">
          <ac:chgData name="Manas Tuwani" userId="5d421215-a11f-4a6e-90ca-e8ac2213fab6" providerId="ADAL" clId="{55B5C8D2-E3BB-4F75-9EAF-1511B7E42D83}" dt="2024-07-20T11:06:40.877" v="1" actId="20577"/>
          <ac:spMkLst>
            <pc:docMk/>
            <pc:sldMk cId="1284247031" sldId="264"/>
            <ac:spMk id="3" creationId="{15540D8D-0F42-FCF6-88E1-17F58F05BB57}"/>
          </ac:spMkLst>
        </pc:spChg>
      </pc:sldChg>
    </pc:docChg>
  </pc:docChgLst>
  <pc:docChgLst>
    <pc:chgData name="Manas Tuwani" userId="5d421215-a11f-4a6e-90ca-e8ac2213fab6" providerId="ADAL" clId="{66B03E80-1E30-45DA-93B2-0221ED21EDEF}"/>
    <pc:docChg chg="modSld">
      <pc:chgData name="Manas Tuwani" userId="5d421215-a11f-4a6e-90ca-e8ac2213fab6" providerId="ADAL" clId="{66B03E80-1E30-45DA-93B2-0221ED21EDEF}" dt="2023-07-19T01:35:52.657" v="0" actId="20577"/>
      <pc:docMkLst>
        <pc:docMk/>
      </pc:docMkLst>
      <pc:sldChg chg="modSp mod">
        <pc:chgData name="Manas Tuwani" userId="5d421215-a11f-4a6e-90ca-e8ac2213fab6" providerId="ADAL" clId="{66B03E80-1E30-45DA-93B2-0221ED21EDEF}" dt="2023-07-19T01:35:52.657" v="0" actId="20577"/>
        <pc:sldMkLst>
          <pc:docMk/>
          <pc:sldMk cId="1284247031" sldId="264"/>
        </pc:sldMkLst>
        <pc:spChg chg="mod">
          <ac:chgData name="Manas Tuwani" userId="5d421215-a11f-4a6e-90ca-e8ac2213fab6" providerId="ADAL" clId="{66B03E80-1E30-45DA-93B2-0221ED21EDEF}" dt="2023-07-19T01:35:52.657" v="0" actId="20577"/>
          <ac:spMkLst>
            <pc:docMk/>
            <pc:sldMk cId="1284247031" sldId="264"/>
            <ac:spMk id="2" creationId="{6BEFBF4E-17C6-2FCB-D93C-E65C7658D9C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61102F-0EC0-1488-41FC-498D64BD3F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41A4D7B0-3F6E-E871-C2CD-DCDF5F9FDF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A1BCBCA1-CE8E-D698-0B8A-1A48A7A375EE}"/>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5" name="Footer Placeholder 4">
            <a:extLst>
              <a:ext uri="{FF2B5EF4-FFF2-40B4-BE49-F238E27FC236}">
                <a16:creationId xmlns:a16="http://schemas.microsoft.com/office/drawing/2014/main" xmlns="" id="{38E82F20-EF71-862A-0F9A-CAA3A4708E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BFEFF64-86C7-1106-275C-6D6A656D38AE}"/>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3427764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C0494E-6E27-E435-EE63-5DBB704F36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552C4BE-29B5-FA45-3406-953821C2FE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066ADE8-5E1F-15A7-8C08-383073C42EEC}"/>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5" name="Footer Placeholder 4">
            <a:extLst>
              <a:ext uri="{FF2B5EF4-FFF2-40B4-BE49-F238E27FC236}">
                <a16:creationId xmlns:a16="http://schemas.microsoft.com/office/drawing/2014/main" xmlns="" id="{A73A1EAB-E2A0-A2D8-6500-A03DBA7BC8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774C63D-634A-A446-EEFC-B86085BC9CAC}"/>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664600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68DDA8-0F37-8ADC-0B87-A4B30C227A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C2933E8-FB23-4429-D910-6C7020123B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5FEF68DA-3E67-ACE7-727B-18864CC46A34}"/>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5" name="Footer Placeholder 4">
            <a:extLst>
              <a:ext uri="{FF2B5EF4-FFF2-40B4-BE49-F238E27FC236}">
                <a16:creationId xmlns:a16="http://schemas.microsoft.com/office/drawing/2014/main" xmlns="" id="{15A2019C-251F-42C5-8A73-4F1590C72E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67CF18F-7E33-8DC7-25A4-A3EC93225686}"/>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205993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D2B7CD-8FE0-E46C-D799-0592BABF2F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B152B37-7959-47A2-FD32-7D725BC244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B2DF2A5A-6198-7965-FDD5-3BA30CD9D8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A6637788-5A46-E1E2-986F-84DB91D423BE}"/>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6" name="Footer Placeholder 5">
            <a:extLst>
              <a:ext uri="{FF2B5EF4-FFF2-40B4-BE49-F238E27FC236}">
                <a16:creationId xmlns:a16="http://schemas.microsoft.com/office/drawing/2014/main" xmlns="" id="{FEA4F3B3-21F1-800B-3341-6A0B97535E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B617B36-10B4-E983-9370-263EB83E19BC}"/>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2262970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E784C2-F23F-5A72-CE5E-2ED25C401E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2BB70F0-18B9-19D4-9BD4-6631F08F26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0CD62A9-3476-07D5-99D9-2081BDD854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5CD86CFB-EC18-2CD8-CCB1-A6FE606381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CD95BCDB-09DF-5276-B8FE-AD5B2E391B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5F91779-0011-5102-540D-80C90598E1FA}"/>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8" name="Footer Placeholder 7">
            <a:extLst>
              <a:ext uri="{FF2B5EF4-FFF2-40B4-BE49-F238E27FC236}">
                <a16:creationId xmlns:a16="http://schemas.microsoft.com/office/drawing/2014/main" xmlns="" id="{FEBC46B3-F20A-E29C-BC0D-15E61040AE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C5D4A549-2AD6-B8B8-0F55-9319B1634C8A}"/>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1457578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FAE9E6-ECE9-4D3D-3A35-AF340834B1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B8FAA56B-A20F-E7EE-02CC-5E1F6E0FAE05}"/>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4" name="Footer Placeholder 3">
            <a:extLst>
              <a:ext uri="{FF2B5EF4-FFF2-40B4-BE49-F238E27FC236}">
                <a16:creationId xmlns:a16="http://schemas.microsoft.com/office/drawing/2014/main" xmlns="" id="{2359FF26-93AC-B20C-0572-AF3A311A03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C157A65F-BDFC-A27F-3F85-6A2FA4472167}"/>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2553365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5531BFE-6E39-8D3D-EDE0-057631F7CB73}"/>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3" name="Footer Placeholder 2">
            <a:extLst>
              <a:ext uri="{FF2B5EF4-FFF2-40B4-BE49-F238E27FC236}">
                <a16:creationId xmlns:a16="http://schemas.microsoft.com/office/drawing/2014/main" xmlns="" id="{F25C22A4-D700-9ECD-2719-42E498535B9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8764EA2C-25AA-ED35-0627-B9D8652E6E1A}"/>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1937673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666CEE-5991-87F5-9030-408298014F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552D062-7B48-5267-8F37-3472AABD8A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DE2E15E4-80E6-8918-79A6-DBA249E5AC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7BA48E4-8F3F-1998-2AC8-B0DA38DA8D8A}"/>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6" name="Footer Placeholder 5">
            <a:extLst>
              <a:ext uri="{FF2B5EF4-FFF2-40B4-BE49-F238E27FC236}">
                <a16:creationId xmlns:a16="http://schemas.microsoft.com/office/drawing/2014/main" xmlns="" id="{13A0EC36-A20A-4193-95A9-8ED9F53A92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CC55229-5CBB-B801-4173-F996DC2B892D}"/>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668507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6A7C50-5685-1BB7-EE6B-7B408949AB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C3769E8C-37B9-8795-6C55-CFFBDB48CC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D9802890-53C0-D8C8-7507-C59B04A258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951B895-2797-05E8-EBBF-96E57D8F2CB4}"/>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6" name="Footer Placeholder 5">
            <a:extLst>
              <a:ext uri="{FF2B5EF4-FFF2-40B4-BE49-F238E27FC236}">
                <a16:creationId xmlns:a16="http://schemas.microsoft.com/office/drawing/2014/main" xmlns="" id="{2223DCAA-25DD-41EB-6C06-B1C2BB6F27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A751418-264A-448E-D90F-2416C19CE3F4}"/>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67741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64E93D-D092-6452-2E78-C8EC058EA7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3F04B29-A3EF-D92E-0999-6C96143B4C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6BA052E-0B06-1D99-656D-A6C34C435ADA}"/>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5" name="Footer Placeholder 4">
            <a:extLst>
              <a:ext uri="{FF2B5EF4-FFF2-40B4-BE49-F238E27FC236}">
                <a16:creationId xmlns:a16="http://schemas.microsoft.com/office/drawing/2014/main" xmlns="" id="{DE8A14A8-14BD-72BF-CF65-1B02EEB161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3D349E3-B468-4956-8B60-4C96E9D54E6E}"/>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491340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867AD8C-5C4E-4184-BAF0-2447D80A0A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B2B91D6-A08A-B0C3-42E2-6C5AF9C8BA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A2B58C0-4FDB-3DCE-C763-E9A77C8E4374}"/>
              </a:ext>
            </a:extLst>
          </p:cNvPr>
          <p:cNvSpPr>
            <a:spLocks noGrp="1"/>
          </p:cNvSpPr>
          <p:nvPr>
            <p:ph type="dt" sz="half" idx="10"/>
          </p:nvPr>
        </p:nvSpPr>
        <p:spPr/>
        <p:txBody>
          <a:bodyPr/>
          <a:lstStyle/>
          <a:p>
            <a:fld id="{3AB5FC31-4300-43F3-BFF9-2B79195330B9}" type="datetimeFigureOut">
              <a:rPr lang="en-IN" smtClean="0"/>
              <a:pPr/>
              <a:t>16-09-2025</a:t>
            </a:fld>
            <a:endParaRPr lang="en-IN"/>
          </a:p>
        </p:txBody>
      </p:sp>
      <p:sp>
        <p:nvSpPr>
          <p:cNvPr id="5" name="Footer Placeholder 4">
            <a:extLst>
              <a:ext uri="{FF2B5EF4-FFF2-40B4-BE49-F238E27FC236}">
                <a16:creationId xmlns:a16="http://schemas.microsoft.com/office/drawing/2014/main" xmlns="" id="{B26ED43E-2215-B7B6-1588-EB7ED6619E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9EDE7B1-8B1E-7D6C-5D62-3D66A43782B4}"/>
              </a:ext>
            </a:extLst>
          </p:cNvPr>
          <p:cNvSpPr>
            <a:spLocks noGrp="1"/>
          </p:cNvSpPr>
          <p:nvPr>
            <p:ph type="sldNum" sz="quarter" idx="12"/>
          </p:nvPr>
        </p:nvSpPr>
        <p:spPr/>
        <p:txBody>
          <a:body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1172575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D3C099E-62B6-FCB4-8DFB-F413C92F47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1CCE6DD-9076-64D9-7225-3172E1411E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AAE6C56-B506-3A7D-8C41-640CEB558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B5FC31-4300-43F3-BFF9-2B79195330B9}" type="datetimeFigureOut">
              <a:rPr lang="en-IN" smtClean="0"/>
              <a:pPr/>
              <a:t>16-09-2025</a:t>
            </a:fld>
            <a:endParaRPr lang="en-IN"/>
          </a:p>
        </p:txBody>
      </p:sp>
      <p:sp>
        <p:nvSpPr>
          <p:cNvPr id="5" name="Footer Placeholder 4">
            <a:extLst>
              <a:ext uri="{FF2B5EF4-FFF2-40B4-BE49-F238E27FC236}">
                <a16:creationId xmlns:a16="http://schemas.microsoft.com/office/drawing/2014/main" xmlns="" id="{DCDA0B07-776D-C3E2-E3D8-2F1500C15D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52BCB072-A75B-94B4-87F3-617D155B38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37CCBA-CB71-4D7B-9C53-F7DE2DC3BB4E}" type="slidenum">
              <a:rPr lang="en-IN" smtClean="0"/>
              <a:pPr/>
              <a:t>‹#›</a:t>
            </a:fld>
            <a:endParaRPr lang="en-IN"/>
          </a:p>
        </p:txBody>
      </p:sp>
    </p:spTree>
    <p:extLst>
      <p:ext uri="{BB962C8B-B14F-4D97-AF65-F5344CB8AC3E}">
        <p14:creationId xmlns:p14="http://schemas.microsoft.com/office/powerpoint/2010/main" xmlns="" val="3607618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351585" y="476673"/>
            <a:ext cx="7344815" cy="4680521"/>
          </a:xfrm>
          <a:prstGeom prst="rect">
            <a:avLst/>
          </a:prstGeom>
        </p:spPr>
      </p:pic>
      <p:sp>
        <p:nvSpPr>
          <p:cNvPr id="5" name="Rectangle 4"/>
          <p:cNvSpPr/>
          <p:nvPr/>
        </p:nvSpPr>
        <p:spPr>
          <a:xfrm>
            <a:off x="2135560" y="4941169"/>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p14="http://schemas.microsoft.com/office/powerpoint/2010/main" xmlns="" val="12621988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EFBF4E-17C6-2FCB-D93C-E65C7658D9C0}"/>
              </a:ext>
            </a:extLst>
          </p:cNvPr>
          <p:cNvSpPr>
            <a:spLocks noGrp="1"/>
          </p:cNvSpPr>
          <p:nvPr>
            <p:ph type="title"/>
          </p:nvPr>
        </p:nvSpPr>
        <p:spPr/>
        <p:txBody>
          <a:bodyPr/>
          <a:lstStyle/>
          <a:p>
            <a:pPr algn="ctr"/>
            <a:r>
              <a:rPr lang="en-US" sz="4000" b="1" u="sng" dirty="0"/>
              <a:t>WEBELEMENT</a:t>
            </a:r>
            <a:r>
              <a:rPr lang="en-US" dirty="0"/>
              <a:t/>
            </a:r>
            <a:br>
              <a:rPr lang="en-US" dirty="0"/>
            </a:br>
            <a:endParaRPr lang="en-IN" dirty="0"/>
          </a:p>
        </p:txBody>
      </p:sp>
      <p:sp>
        <p:nvSpPr>
          <p:cNvPr id="3" name="Content Placeholder 2">
            <a:extLst>
              <a:ext uri="{FF2B5EF4-FFF2-40B4-BE49-F238E27FC236}">
                <a16:creationId xmlns:a16="http://schemas.microsoft.com/office/drawing/2014/main" xmlns="" id="{15540D8D-0F42-FCF6-88E1-17F58F05BB57}"/>
              </a:ext>
            </a:extLst>
          </p:cNvPr>
          <p:cNvSpPr>
            <a:spLocks noGrp="1"/>
          </p:cNvSpPr>
          <p:nvPr>
            <p:ph idx="1"/>
          </p:nvPr>
        </p:nvSpPr>
        <p:spPr>
          <a:xfrm>
            <a:off x="838200" y="1825625"/>
            <a:ext cx="9948169" cy="4351338"/>
          </a:xfrm>
        </p:spPr>
        <p:txBody>
          <a:bodyPr>
            <a:normAutofit/>
          </a:bodyPr>
          <a:lstStyle/>
          <a:p>
            <a:pPr marL="0" indent="0">
              <a:buNone/>
            </a:pPr>
            <a:r>
              <a:rPr lang="en-US" dirty="0"/>
              <a:t>Sometimes we are working on the same element repeatedly for multiple times. In that case instead of identifying the same element again and again for multiple times, we are creating the reference for that element by using WebElement. So that here after we can start working on the element with the help of reference.</a:t>
            </a:r>
          </a:p>
          <a:p>
            <a:pPr marL="0" indent="0">
              <a:buNone/>
            </a:pPr>
            <a:endParaRPr lang="en-US" dirty="0"/>
          </a:p>
          <a:p>
            <a:pPr marL="0" indent="0">
              <a:buNone/>
            </a:pPr>
            <a:endParaRPr lang="en-US" dirty="0"/>
          </a:p>
          <a:p>
            <a:pPr marL="0" indent="0">
              <a:buNone/>
            </a:pPr>
            <a:r>
              <a:rPr lang="en-US" b="1" dirty="0"/>
              <a:t>Syntax:</a:t>
            </a:r>
          </a:p>
          <a:p>
            <a:pPr marL="0" indent="0">
              <a:buNone/>
            </a:pPr>
            <a:r>
              <a:rPr lang="en-US" sz="2400" dirty="0"/>
              <a:t>WebElement Reference = </a:t>
            </a:r>
            <a:r>
              <a:rPr lang="en-US" sz="2400" dirty="0" err="1"/>
              <a:t>driver.findElement</a:t>
            </a:r>
            <a:r>
              <a:rPr lang="en-US" sz="2400" dirty="0"/>
              <a:t>(by. locator(“Value”));</a:t>
            </a:r>
            <a:endParaRPr lang="en-IN" sz="2400" dirty="0"/>
          </a:p>
        </p:txBody>
      </p:sp>
      <p:sp>
        <p:nvSpPr>
          <p:cNvPr id="4" name="Rectangle 3">
            <a:extLst>
              <a:ext uri="{FF2B5EF4-FFF2-40B4-BE49-F238E27FC236}">
                <a16:creationId xmlns:a16="http://schemas.microsoft.com/office/drawing/2014/main" xmlns="" id="{BF179EC9-4836-E602-8423-A633DA88D7B0}"/>
              </a:ext>
            </a:extLst>
          </p:cNvPr>
          <p:cNvSpPr/>
          <p:nvPr/>
        </p:nvSpPr>
        <p:spPr>
          <a:xfrm>
            <a:off x="838200" y="4802819"/>
            <a:ext cx="9522041" cy="137414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bg1"/>
              </a:solidFill>
            </a:endParaRPr>
          </a:p>
        </p:txBody>
      </p:sp>
    </p:spTree>
    <p:extLst>
      <p:ext uri="{BB962C8B-B14F-4D97-AF65-F5344CB8AC3E}">
        <p14:creationId xmlns:p14="http://schemas.microsoft.com/office/powerpoint/2010/main" xmlns="" val="12842470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E0C8CA-7F12-9E34-2ADE-ABA4314442BC}"/>
              </a:ext>
            </a:extLst>
          </p:cNvPr>
          <p:cNvSpPr>
            <a:spLocks noGrp="1"/>
          </p:cNvSpPr>
          <p:nvPr>
            <p:ph type="title"/>
          </p:nvPr>
        </p:nvSpPr>
        <p:spPr>
          <a:xfrm>
            <a:off x="838200" y="0"/>
            <a:ext cx="10515600" cy="1325563"/>
          </a:xfrm>
        </p:spPr>
        <p:txBody>
          <a:bodyPr>
            <a:normAutofit/>
          </a:bodyPr>
          <a:lstStyle/>
          <a:p>
            <a:r>
              <a:rPr lang="en-US" sz="2000" dirty="0">
                <a:latin typeface="+mn-lt"/>
              </a:rPr>
              <a:t>Example: Prepare test Script to Enter Username and Click on Next Button in </a:t>
            </a:r>
            <a:r>
              <a:rPr lang="en-US" sz="2000" b="1" dirty="0">
                <a:solidFill>
                  <a:srgbClr val="0070C0"/>
                </a:solidFill>
                <a:latin typeface="+mn-lt"/>
              </a:rPr>
              <a:t>http://yahoomail.com </a:t>
            </a:r>
            <a:r>
              <a:rPr lang="en-US" sz="2000" dirty="0">
                <a:latin typeface="+mn-lt"/>
              </a:rPr>
              <a:t>by</a:t>
            </a:r>
            <a:r>
              <a:rPr lang="en-US" sz="2000" b="1" dirty="0">
                <a:solidFill>
                  <a:srgbClr val="0070C0"/>
                </a:solidFill>
                <a:latin typeface="+mn-lt"/>
              </a:rPr>
              <a:t> </a:t>
            </a:r>
            <a:r>
              <a:rPr lang="en-US" sz="2000" dirty="0">
                <a:latin typeface="+mn-lt"/>
              </a:rPr>
              <a:t>creating WebElement.</a:t>
            </a:r>
            <a:endParaRPr lang="en-IN" sz="2000" dirty="0">
              <a:latin typeface="+mn-lt"/>
            </a:endParaRPr>
          </a:p>
        </p:txBody>
      </p:sp>
      <p:pic>
        <p:nvPicPr>
          <p:cNvPr id="5" name="Content Placeholder 4">
            <a:extLst>
              <a:ext uri="{FF2B5EF4-FFF2-40B4-BE49-F238E27FC236}">
                <a16:creationId xmlns:a16="http://schemas.microsoft.com/office/drawing/2014/main" xmlns="" id="{FC74CA8B-7A0B-CCC2-9A3A-F05B8EB3E113}"/>
              </a:ext>
            </a:extLst>
          </p:cNvPr>
          <p:cNvPicPr>
            <a:picLocks noGrp="1" noChangeAspect="1"/>
          </p:cNvPicPr>
          <p:nvPr>
            <p:ph idx="1"/>
          </p:nvPr>
        </p:nvPicPr>
        <p:blipFill>
          <a:blip r:embed="rId2" cstate="print"/>
          <a:stretch>
            <a:fillRect/>
          </a:stretch>
        </p:blipFill>
        <p:spPr>
          <a:xfrm>
            <a:off x="2325950" y="942975"/>
            <a:ext cx="6389425" cy="5915025"/>
          </a:xfrm>
        </p:spPr>
      </p:pic>
    </p:spTree>
    <p:extLst>
      <p:ext uri="{BB962C8B-B14F-4D97-AF65-F5344CB8AC3E}">
        <p14:creationId xmlns:p14="http://schemas.microsoft.com/office/powerpoint/2010/main" xmlns="" val="17343732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omputer screen shot of a computer screen&#10;&#10;Description automatically generated">
            <a:extLst>
              <a:ext uri="{FF2B5EF4-FFF2-40B4-BE49-F238E27FC236}">
                <a16:creationId xmlns:a16="http://schemas.microsoft.com/office/drawing/2014/main" xmlns="" id="{0FD2E665-6CB4-FE66-7462-5F2EE25FFB77}"/>
              </a:ext>
            </a:extLst>
          </p:cNvPr>
          <p:cNvPicPr>
            <a:picLocks noChangeAspect="1"/>
          </p:cNvPicPr>
          <p:nvPr/>
        </p:nvPicPr>
        <p:blipFill>
          <a:blip r:embed="rId2" cstate="print"/>
          <a:stretch>
            <a:fillRect/>
          </a:stretch>
        </p:blipFill>
        <p:spPr>
          <a:xfrm>
            <a:off x="1143942" y="643467"/>
            <a:ext cx="9904116" cy="5571065"/>
          </a:xfrm>
          <a:prstGeom prst="rect">
            <a:avLst/>
          </a:prstGeom>
          <a:ln>
            <a:noFill/>
          </a:ln>
        </p:spPr>
      </p:pic>
      <p:sp>
        <p:nvSpPr>
          <p:cNvPr id="20" name="Isosceles Triangle 1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2453669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1F482E21-DBDD-ADA2-A26E-E3C387967A14}"/>
              </a:ext>
            </a:extLst>
          </p:cNvPr>
          <p:cNvPicPr>
            <a:picLocks noChangeAspect="1"/>
          </p:cNvPicPr>
          <p:nvPr/>
        </p:nvPicPr>
        <p:blipFill>
          <a:blip r:embed="rId2" cstate="print"/>
          <a:stretch>
            <a:fillRect/>
          </a:stretch>
        </p:blipFill>
        <p:spPr>
          <a:xfrm>
            <a:off x="1524000" y="1509713"/>
            <a:ext cx="9144000" cy="3808012"/>
          </a:xfrm>
          <a:prstGeom prst="rect">
            <a:avLst/>
          </a:prstGeom>
        </p:spPr>
      </p:pic>
    </p:spTree>
    <p:extLst>
      <p:ext uri="{BB962C8B-B14F-4D97-AF65-F5344CB8AC3E}">
        <p14:creationId xmlns:p14="http://schemas.microsoft.com/office/powerpoint/2010/main" xmlns="" val="14929890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96</Words>
  <Application>Microsoft Office PowerPoint</Application>
  <PresentationFormat>Custom</PresentationFormat>
  <Paragraphs>9</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Slide 1</vt:lpstr>
      <vt:lpstr>WEBELEMENT </vt:lpstr>
      <vt:lpstr>Example: Prepare test Script to Enter Username and Click on Next Button in http://yahoomail.com by creating WebElement.</vt:lpstr>
      <vt:lpstr>Slide 4</vt:lpstr>
      <vt:lpstr>Slide 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4</cp:revision>
  <dcterms:created xsi:type="dcterms:W3CDTF">2022-05-29T11:36:21Z</dcterms:created>
  <dcterms:modified xsi:type="dcterms:W3CDTF">2025-09-16T16:45:24Z</dcterms:modified>
</cp:coreProperties>
</file>