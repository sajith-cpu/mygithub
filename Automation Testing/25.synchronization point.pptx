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7" r:id="rId3"/>
    <p:sldId id="258" r:id="rId4"/>
    <p:sldId id="260" r:id="rId5"/>
    <p:sldId id="259" r:id="rId6"/>
    <p:sldId id="261" r:id="rId7"/>
    <p:sldId id="262" r:id="rId8"/>
    <p:sldId id="263" r:id="rId9"/>
    <p:sldId id="274" r:id="rId10"/>
    <p:sldId id="275"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1768D433-0A1E-49D6-AA48-C4092F695E59}"/>
    <pc:docChg chg="custSel modSld">
      <pc:chgData name="Manas Tuwani" userId="5d421215-a11f-4a6e-90ca-e8ac2213fab6" providerId="ADAL" clId="{1768D433-0A1E-49D6-AA48-C4092F695E59}" dt="2023-08-06T05:34:15.960" v="8" actId="14100"/>
      <pc:docMkLst>
        <pc:docMk/>
      </pc:docMkLst>
      <pc:sldChg chg="addSp delSp modSp mod">
        <pc:chgData name="Manas Tuwani" userId="5d421215-a11f-4a6e-90ca-e8ac2213fab6" providerId="ADAL" clId="{1768D433-0A1E-49D6-AA48-C4092F695E59}" dt="2023-08-06T05:34:15.960" v="8" actId="14100"/>
        <pc:sldMkLst>
          <pc:docMk/>
          <pc:sldMk cId="1617779139" sldId="263"/>
        </pc:sldMkLst>
        <pc:picChg chg="del">
          <ac:chgData name="Manas Tuwani" userId="5d421215-a11f-4a6e-90ca-e8ac2213fab6" providerId="ADAL" clId="{1768D433-0A1E-49D6-AA48-C4092F695E59}" dt="2023-08-06T05:33:53.134" v="0" actId="478"/>
          <ac:picMkLst>
            <pc:docMk/>
            <pc:sldMk cId="1617779139" sldId="263"/>
            <ac:picMk id="3" creationId="{92B6152F-4B15-35DD-3E34-C969543B1298}"/>
          </ac:picMkLst>
        </pc:picChg>
        <pc:picChg chg="add mod">
          <ac:chgData name="Manas Tuwani" userId="5d421215-a11f-4a6e-90ca-e8ac2213fab6" providerId="ADAL" clId="{1768D433-0A1E-49D6-AA48-C4092F695E59}" dt="2023-08-06T05:34:15.960" v="8" actId="14100"/>
          <ac:picMkLst>
            <pc:docMk/>
            <pc:sldMk cId="1617779139" sldId="263"/>
            <ac:picMk id="4" creationId="{7944D81D-40F7-418D-A991-1B4F1B03BB4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58A141-AE44-5998-0A14-9133FAF737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8699BC84-62DD-5C72-15E6-E842969138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BC1269B9-0C7C-B882-9C2E-95B592CC7F9E}"/>
              </a:ext>
            </a:extLst>
          </p:cNvPr>
          <p:cNvSpPr>
            <a:spLocks noGrp="1"/>
          </p:cNvSpPr>
          <p:nvPr>
            <p:ph type="dt" sz="half" idx="10"/>
          </p:nvPr>
        </p:nvSpPr>
        <p:spPr/>
        <p:txBody>
          <a:bodyPr/>
          <a:lstStyle/>
          <a:p>
            <a:fld id="{14D658C4-55B8-46D6-BB37-032FD65630D8}" type="datetimeFigureOut">
              <a:rPr lang="en-IN" smtClean="0"/>
              <a:pPr/>
              <a:t>16-06-2025</a:t>
            </a:fld>
            <a:endParaRPr lang="en-IN"/>
          </a:p>
        </p:txBody>
      </p:sp>
      <p:sp>
        <p:nvSpPr>
          <p:cNvPr id="5" name="Footer Placeholder 4">
            <a:extLst>
              <a:ext uri="{FF2B5EF4-FFF2-40B4-BE49-F238E27FC236}">
                <a16:creationId xmlns="" xmlns:a16="http://schemas.microsoft.com/office/drawing/2014/main" id="{74E865DC-B3BD-EC42-39D9-AD26CD52F6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032B0121-1379-3B50-F90F-747B1F606BFE}"/>
              </a:ext>
            </a:extLst>
          </p:cNvPr>
          <p:cNvSpPr>
            <a:spLocks noGrp="1"/>
          </p:cNvSpPr>
          <p:nvPr>
            <p:ph type="sldNum" sz="quarter" idx="12"/>
          </p:nvPr>
        </p:nvSpPr>
        <p:spPr/>
        <p:txBody>
          <a:bodyPr/>
          <a:lstStyle/>
          <a:p>
            <a:fld id="{06CA1762-B7C4-4560-B7C5-0446D39C160C}" type="slidenum">
              <a:rPr lang="en-IN" smtClean="0"/>
              <a:pPr/>
              <a:t>‹#›</a:t>
            </a:fld>
            <a:endParaRPr lang="en-IN"/>
          </a:p>
        </p:txBody>
      </p:sp>
    </p:spTree>
    <p:extLst>
      <p:ext uri="{BB962C8B-B14F-4D97-AF65-F5344CB8AC3E}">
        <p14:creationId xmlns="" xmlns:p14="http://schemas.microsoft.com/office/powerpoint/2010/main" val="632978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6D9B4FC-BE29-CB27-1242-88C8D63EF0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B7D6E7B-6006-A0B0-C09D-C7CE70B3E7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B7B23E6-84EA-C669-E34D-8CC03472EE30}"/>
              </a:ext>
            </a:extLst>
          </p:cNvPr>
          <p:cNvSpPr>
            <a:spLocks noGrp="1"/>
          </p:cNvSpPr>
          <p:nvPr>
            <p:ph type="dt" sz="half" idx="10"/>
          </p:nvPr>
        </p:nvSpPr>
        <p:spPr/>
        <p:txBody>
          <a:bodyPr/>
          <a:lstStyle/>
          <a:p>
            <a:fld id="{14D658C4-55B8-46D6-BB37-032FD65630D8}" type="datetimeFigureOut">
              <a:rPr lang="en-IN" smtClean="0"/>
              <a:pPr/>
              <a:t>16-06-2025</a:t>
            </a:fld>
            <a:endParaRPr lang="en-IN"/>
          </a:p>
        </p:txBody>
      </p:sp>
      <p:sp>
        <p:nvSpPr>
          <p:cNvPr id="5" name="Footer Placeholder 4">
            <a:extLst>
              <a:ext uri="{FF2B5EF4-FFF2-40B4-BE49-F238E27FC236}">
                <a16:creationId xmlns="" xmlns:a16="http://schemas.microsoft.com/office/drawing/2014/main" id="{92296AC6-51A2-4843-6027-85603EBF0D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5F69076-0D0B-66BC-EE61-E02F80630115}"/>
              </a:ext>
            </a:extLst>
          </p:cNvPr>
          <p:cNvSpPr>
            <a:spLocks noGrp="1"/>
          </p:cNvSpPr>
          <p:nvPr>
            <p:ph type="sldNum" sz="quarter" idx="12"/>
          </p:nvPr>
        </p:nvSpPr>
        <p:spPr/>
        <p:txBody>
          <a:bodyPr/>
          <a:lstStyle/>
          <a:p>
            <a:fld id="{06CA1762-B7C4-4560-B7C5-0446D39C160C}" type="slidenum">
              <a:rPr lang="en-IN" smtClean="0"/>
              <a:pPr/>
              <a:t>‹#›</a:t>
            </a:fld>
            <a:endParaRPr lang="en-IN"/>
          </a:p>
        </p:txBody>
      </p:sp>
    </p:spTree>
    <p:extLst>
      <p:ext uri="{BB962C8B-B14F-4D97-AF65-F5344CB8AC3E}">
        <p14:creationId xmlns="" xmlns:p14="http://schemas.microsoft.com/office/powerpoint/2010/main" val="2481719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4A00F1-74AA-7C62-FB2D-539A9BD65D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225B11AA-477C-96C3-C85B-1534E8EF1E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E052B5FC-70A4-071C-8E72-92806C1169D6}"/>
              </a:ext>
            </a:extLst>
          </p:cNvPr>
          <p:cNvSpPr>
            <a:spLocks noGrp="1"/>
          </p:cNvSpPr>
          <p:nvPr>
            <p:ph type="dt" sz="half" idx="10"/>
          </p:nvPr>
        </p:nvSpPr>
        <p:spPr/>
        <p:txBody>
          <a:bodyPr/>
          <a:lstStyle/>
          <a:p>
            <a:fld id="{14D658C4-55B8-46D6-BB37-032FD65630D8}" type="datetimeFigureOut">
              <a:rPr lang="en-IN" smtClean="0"/>
              <a:pPr/>
              <a:t>16-06-2025</a:t>
            </a:fld>
            <a:endParaRPr lang="en-IN"/>
          </a:p>
        </p:txBody>
      </p:sp>
      <p:sp>
        <p:nvSpPr>
          <p:cNvPr id="5" name="Footer Placeholder 4">
            <a:extLst>
              <a:ext uri="{FF2B5EF4-FFF2-40B4-BE49-F238E27FC236}">
                <a16:creationId xmlns="" xmlns:a16="http://schemas.microsoft.com/office/drawing/2014/main" id="{2B45C6BA-DBDB-1A9E-904A-39FF84DBF2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CED0C4C-875F-65D5-9778-A5EBF68830B8}"/>
              </a:ext>
            </a:extLst>
          </p:cNvPr>
          <p:cNvSpPr>
            <a:spLocks noGrp="1"/>
          </p:cNvSpPr>
          <p:nvPr>
            <p:ph type="sldNum" sz="quarter" idx="12"/>
          </p:nvPr>
        </p:nvSpPr>
        <p:spPr/>
        <p:txBody>
          <a:bodyPr/>
          <a:lstStyle/>
          <a:p>
            <a:fld id="{06CA1762-B7C4-4560-B7C5-0446D39C160C}" type="slidenum">
              <a:rPr lang="en-IN" smtClean="0"/>
              <a:pPr/>
              <a:t>‹#›</a:t>
            </a:fld>
            <a:endParaRPr lang="en-IN"/>
          </a:p>
        </p:txBody>
      </p:sp>
    </p:spTree>
    <p:extLst>
      <p:ext uri="{BB962C8B-B14F-4D97-AF65-F5344CB8AC3E}">
        <p14:creationId xmlns="" xmlns:p14="http://schemas.microsoft.com/office/powerpoint/2010/main" val="4282321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ED4469-CE7C-09F8-E56B-CA7B46C193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9E89D635-1DB2-B3F5-622B-CF2794B247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AD9D85D1-460E-8A93-8ACF-2F498D7E61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F0FA89FC-F855-2D2C-DE59-67FAE7123D9A}"/>
              </a:ext>
            </a:extLst>
          </p:cNvPr>
          <p:cNvSpPr>
            <a:spLocks noGrp="1"/>
          </p:cNvSpPr>
          <p:nvPr>
            <p:ph type="dt" sz="half" idx="10"/>
          </p:nvPr>
        </p:nvSpPr>
        <p:spPr/>
        <p:txBody>
          <a:bodyPr/>
          <a:lstStyle/>
          <a:p>
            <a:fld id="{14D658C4-55B8-46D6-BB37-032FD65630D8}" type="datetimeFigureOut">
              <a:rPr lang="en-IN" smtClean="0"/>
              <a:pPr/>
              <a:t>16-06-2025</a:t>
            </a:fld>
            <a:endParaRPr lang="en-IN"/>
          </a:p>
        </p:txBody>
      </p:sp>
      <p:sp>
        <p:nvSpPr>
          <p:cNvPr id="6" name="Footer Placeholder 5">
            <a:extLst>
              <a:ext uri="{FF2B5EF4-FFF2-40B4-BE49-F238E27FC236}">
                <a16:creationId xmlns="" xmlns:a16="http://schemas.microsoft.com/office/drawing/2014/main" id="{A6E02B24-7436-382C-B798-82B9A852E4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01CB7A1B-63E8-FC4A-8DAA-ECB637C2B0AB}"/>
              </a:ext>
            </a:extLst>
          </p:cNvPr>
          <p:cNvSpPr>
            <a:spLocks noGrp="1"/>
          </p:cNvSpPr>
          <p:nvPr>
            <p:ph type="sldNum" sz="quarter" idx="12"/>
          </p:nvPr>
        </p:nvSpPr>
        <p:spPr/>
        <p:txBody>
          <a:bodyPr/>
          <a:lstStyle/>
          <a:p>
            <a:fld id="{06CA1762-B7C4-4560-B7C5-0446D39C160C}" type="slidenum">
              <a:rPr lang="en-IN" smtClean="0"/>
              <a:pPr/>
              <a:t>‹#›</a:t>
            </a:fld>
            <a:endParaRPr lang="en-IN"/>
          </a:p>
        </p:txBody>
      </p:sp>
    </p:spTree>
    <p:extLst>
      <p:ext uri="{BB962C8B-B14F-4D97-AF65-F5344CB8AC3E}">
        <p14:creationId xmlns="" xmlns:p14="http://schemas.microsoft.com/office/powerpoint/2010/main" val="1633317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6380D48-E5BA-58D0-E5DD-2F579140333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C822BCAB-D6AD-4007-B93C-AB90A0FE41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5CBE9966-3DDD-3299-448B-893B2B8256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B6991D5F-C44E-A3EE-330D-1B6576B1D2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C08B40F7-4DE6-CE93-F987-32340B1E3D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8EA6D04A-F9BF-034D-46B8-C248C1BE3038}"/>
              </a:ext>
            </a:extLst>
          </p:cNvPr>
          <p:cNvSpPr>
            <a:spLocks noGrp="1"/>
          </p:cNvSpPr>
          <p:nvPr>
            <p:ph type="dt" sz="half" idx="10"/>
          </p:nvPr>
        </p:nvSpPr>
        <p:spPr/>
        <p:txBody>
          <a:bodyPr/>
          <a:lstStyle/>
          <a:p>
            <a:fld id="{14D658C4-55B8-46D6-BB37-032FD65630D8}" type="datetimeFigureOut">
              <a:rPr lang="en-IN" smtClean="0"/>
              <a:pPr/>
              <a:t>16-06-2025</a:t>
            </a:fld>
            <a:endParaRPr lang="en-IN"/>
          </a:p>
        </p:txBody>
      </p:sp>
      <p:sp>
        <p:nvSpPr>
          <p:cNvPr id="8" name="Footer Placeholder 7">
            <a:extLst>
              <a:ext uri="{FF2B5EF4-FFF2-40B4-BE49-F238E27FC236}">
                <a16:creationId xmlns="" xmlns:a16="http://schemas.microsoft.com/office/drawing/2014/main" id="{B204B741-C1B7-0AAD-AAD7-0D3A0ACBF58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140809B9-2495-1A9A-659F-EB42AB50C7EA}"/>
              </a:ext>
            </a:extLst>
          </p:cNvPr>
          <p:cNvSpPr>
            <a:spLocks noGrp="1"/>
          </p:cNvSpPr>
          <p:nvPr>
            <p:ph type="sldNum" sz="quarter" idx="12"/>
          </p:nvPr>
        </p:nvSpPr>
        <p:spPr/>
        <p:txBody>
          <a:bodyPr/>
          <a:lstStyle/>
          <a:p>
            <a:fld id="{06CA1762-B7C4-4560-B7C5-0446D39C160C}" type="slidenum">
              <a:rPr lang="en-IN" smtClean="0"/>
              <a:pPr/>
              <a:t>‹#›</a:t>
            </a:fld>
            <a:endParaRPr lang="en-IN"/>
          </a:p>
        </p:txBody>
      </p:sp>
    </p:spTree>
    <p:extLst>
      <p:ext uri="{BB962C8B-B14F-4D97-AF65-F5344CB8AC3E}">
        <p14:creationId xmlns="" xmlns:p14="http://schemas.microsoft.com/office/powerpoint/2010/main" val="340578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C24858-05DD-861D-0BDF-55DC5847B76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2DCB4F83-3D83-DFAC-81EF-11B8A1373870}"/>
              </a:ext>
            </a:extLst>
          </p:cNvPr>
          <p:cNvSpPr>
            <a:spLocks noGrp="1"/>
          </p:cNvSpPr>
          <p:nvPr>
            <p:ph type="dt" sz="half" idx="10"/>
          </p:nvPr>
        </p:nvSpPr>
        <p:spPr/>
        <p:txBody>
          <a:bodyPr/>
          <a:lstStyle/>
          <a:p>
            <a:fld id="{14D658C4-55B8-46D6-BB37-032FD65630D8}" type="datetimeFigureOut">
              <a:rPr lang="en-IN" smtClean="0"/>
              <a:pPr/>
              <a:t>16-06-2025</a:t>
            </a:fld>
            <a:endParaRPr lang="en-IN"/>
          </a:p>
        </p:txBody>
      </p:sp>
      <p:sp>
        <p:nvSpPr>
          <p:cNvPr id="4" name="Footer Placeholder 3">
            <a:extLst>
              <a:ext uri="{FF2B5EF4-FFF2-40B4-BE49-F238E27FC236}">
                <a16:creationId xmlns="" xmlns:a16="http://schemas.microsoft.com/office/drawing/2014/main" id="{A46F7465-1DA4-EFB1-97DB-5659C588D10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8826AC55-6F37-1B61-F0A9-BF46215D9BB4}"/>
              </a:ext>
            </a:extLst>
          </p:cNvPr>
          <p:cNvSpPr>
            <a:spLocks noGrp="1"/>
          </p:cNvSpPr>
          <p:nvPr>
            <p:ph type="sldNum" sz="quarter" idx="12"/>
          </p:nvPr>
        </p:nvSpPr>
        <p:spPr/>
        <p:txBody>
          <a:bodyPr/>
          <a:lstStyle/>
          <a:p>
            <a:fld id="{06CA1762-B7C4-4560-B7C5-0446D39C160C}" type="slidenum">
              <a:rPr lang="en-IN" smtClean="0"/>
              <a:pPr/>
              <a:t>‹#›</a:t>
            </a:fld>
            <a:endParaRPr lang="en-IN"/>
          </a:p>
        </p:txBody>
      </p:sp>
    </p:spTree>
    <p:extLst>
      <p:ext uri="{BB962C8B-B14F-4D97-AF65-F5344CB8AC3E}">
        <p14:creationId xmlns="" xmlns:p14="http://schemas.microsoft.com/office/powerpoint/2010/main" val="2613585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83C7A1D-EB41-6109-5A27-364669CDAFE6}"/>
              </a:ext>
            </a:extLst>
          </p:cNvPr>
          <p:cNvSpPr>
            <a:spLocks noGrp="1"/>
          </p:cNvSpPr>
          <p:nvPr>
            <p:ph type="dt" sz="half" idx="10"/>
          </p:nvPr>
        </p:nvSpPr>
        <p:spPr/>
        <p:txBody>
          <a:bodyPr/>
          <a:lstStyle/>
          <a:p>
            <a:fld id="{14D658C4-55B8-46D6-BB37-032FD65630D8}" type="datetimeFigureOut">
              <a:rPr lang="en-IN" smtClean="0"/>
              <a:pPr/>
              <a:t>16-06-2025</a:t>
            </a:fld>
            <a:endParaRPr lang="en-IN"/>
          </a:p>
        </p:txBody>
      </p:sp>
      <p:sp>
        <p:nvSpPr>
          <p:cNvPr id="3" name="Footer Placeholder 2">
            <a:extLst>
              <a:ext uri="{FF2B5EF4-FFF2-40B4-BE49-F238E27FC236}">
                <a16:creationId xmlns="" xmlns:a16="http://schemas.microsoft.com/office/drawing/2014/main" id="{B3A28F14-70C7-79E6-7058-BE50D9C9049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484CA884-B470-8B76-7E90-5748DFE84AF9}"/>
              </a:ext>
            </a:extLst>
          </p:cNvPr>
          <p:cNvSpPr>
            <a:spLocks noGrp="1"/>
          </p:cNvSpPr>
          <p:nvPr>
            <p:ph type="sldNum" sz="quarter" idx="12"/>
          </p:nvPr>
        </p:nvSpPr>
        <p:spPr/>
        <p:txBody>
          <a:bodyPr/>
          <a:lstStyle/>
          <a:p>
            <a:fld id="{06CA1762-B7C4-4560-B7C5-0446D39C160C}" type="slidenum">
              <a:rPr lang="en-IN" smtClean="0"/>
              <a:pPr/>
              <a:t>‹#›</a:t>
            </a:fld>
            <a:endParaRPr lang="en-IN"/>
          </a:p>
        </p:txBody>
      </p:sp>
    </p:spTree>
    <p:extLst>
      <p:ext uri="{BB962C8B-B14F-4D97-AF65-F5344CB8AC3E}">
        <p14:creationId xmlns="" xmlns:p14="http://schemas.microsoft.com/office/powerpoint/2010/main" val="1946951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3DDD75-3B33-0B08-124A-F8EB614AD5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05B609A-195D-300A-3D5A-C57BC96B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35E3B892-EBD3-E815-6EC5-8B99DB596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9A69294-FDBA-37D9-F09E-58271A7F554D}"/>
              </a:ext>
            </a:extLst>
          </p:cNvPr>
          <p:cNvSpPr>
            <a:spLocks noGrp="1"/>
          </p:cNvSpPr>
          <p:nvPr>
            <p:ph type="dt" sz="half" idx="10"/>
          </p:nvPr>
        </p:nvSpPr>
        <p:spPr/>
        <p:txBody>
          <a:bodyPr/>
          <a:lstStyle/>
          <a:p>
            <a:fld id="{14D658C4-55B8-46D6-BB37-032FD65630D8}" type="datetimeFigureOut">
              <a:rPr lang="en-IN" smtClean="0"/>
              <a:pPr/>
              <a:t>16-06-2025</a:t>
            </a:fld>
            <a:endParaRPr lang="en-IN"/>
          </a:p>
        </p:txBody>
      </p:sp>
      <p:sp>
        <p:nvSpPr>
          <p:cNvPr id="6" name="Footer Placeholder 5">
            <a:extLst>
              <a:ext uri="{FF2B5EF4-FFF2-40B4-BE49-F238E27FC236}">
                <a16:creationId xmlns="" xmlns:a16="http://schemas.microsoft.com/office/drawing/2014/main" id="{3F6161E4-8987-3757-E0E8-C3C80E4CD5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DFF2C656-6B2A-2450-09A4-6B6B41A01A4D}"/>
              </a:ext>
            </a:extLst>
          </p:cNvPr>
          <p:cNvSpPr>
            <a:spLocks noGrp="1"/>
          </p:cNvSpPr>
          <p:nvPr>
            <p:ph type="sldNum" sz="quarter" idx="12"/>
          </p:nvPr>
        </p:nvSpPr>
        <p:spPr/>
        <p:txBody>
          <a:bodyPr/>
          <a:lstStyle/>
          <a:p>
            <a:fld id="{06CA1762-B7C4-4560-B7C5-0446D39C160C}" type="slidenum">
              <a:rPr lang="en-IN" smtClean="0"/>
              <a:pPr/>
              <a:t>‹#›</a:t>
            </a:fld>
            <a:endParaRPr lang="en-IN"/>
          </a:p>
        </p:txBody>
      </p:sp>
    </p:spTree>
    <p:extLst>
      <p:ext uri="{BB962C8B-B14F-4D97-AF65-F5344CB8AC3E}">
        <p14:creationId xmlns="" xmlns:p14="http://schemas.microsoft.com/office/powerpoint/2010/main" val="3508435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413781-36AF-DEB1-2E17-BFA64ABE40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1CF5E886-9CC1-4226-FD0B-920063F601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E22BCFD5-3FD0-C9D4-92C7-01B5D60399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542D9D1-E70F-9B0D-0FB5-A9B5B9B476B2}"/>
              </a:ext>
            </a:extLst>
          </p:cNvPr>
          <p:cNvSpPr>
            <a:spLocks noGrp="1"/>
          </p:cNvSpPr>
          <p:nvPr>
            <p:ph type="dt" sz="half" idx="10"/>
          </p:nvPr>
        </p:nvSpPr>
        <p:spPr/>
        <p:txBody>
          <a:bodyPr/>
          <a:lstStyle/>
          <a:p>
            <a:fld id="{14D658C4-55B8-46D6-BB37-032FD65630D8}" type="datetimeFigureOut">
              <a:rPr lang="en-IN" smtClean="0"/>
              <a:pPr/>
              <a:t>16-06-2025</a:t>
            </a:fld>
            <a:endParaRPr lang="en-IN"/>
          </a:p>
        </p:txBody>
      </p:sp>
      <p:sp>
        <p:nvSpPr>
          <p:cNvPr id="6" name="Footer Placeholder 5">
            <a:extLst>
              <a:ext uri="{FF2B5EF4-FFF2-40B4-BE49-F238E27FC236}">
                <a16:creationId xmlns="" xmlns:a16="http://schemas.microsoft.com/office/drawing/2014/main" id="{CAB164DE-4FAF-D798-1541-8853062117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26317EF9-56F6-E7A4-35C2-7237692ACD24}"/>
              </a:ext>
            </a:extLst>
          </p:cNvPr>
          <p:cNvSpPr>
            <a:spLocks noGrp="1"/>
          </p:cNvSpPr>
          <p:nvPr>
            <p:ph type="sldNum" sz="quarter" idx="12"/>
          </p:nvPr>
        </p:nvSpPr>
        <p:spPr/>
        <p:txBody>
          <a:bodyPr/>
          <a:lstStyle/>
          <a:p>
            <a:fld id="{06CA1762-B7C4-4560-B7C5-0446D39C160C}" type="slidenum">
              <a:rPr lang="en-IN" smtClean="0"/>
              <a:pPr/>
              <a:t>‹#›</a:t>
            </a:fld>
            <a:endParaRPr lang="en-IN"/>
          </a:p>
        </p:txBody>
      </p:sp>
    </p:spTree>
    <p:extLst>
      <p:ext uri="{BB962C8B-B14F-4D97-AF65-F5344CB8AC3E}">
        <p14:creationId xmlns="" xmlns:p14="http://schemas.microsoft.com/office/powerpoint/2010/main" val="1103882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28234B-13D1-E93B-3409-57F9109DB41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4235B1FD-033B-FCD5-073F-515A6FA56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071F5B8-E82F-57F6-4BD6-8ECD966D352B}"/>
              </a:ext>
            </a:extLst>
          </p:cNvPr>
          <p:cNvSpPr>
            <a:spLocks noGrp="1"/>
          </p:cNvSpPr>
          <p:nvPr>
            <p:ph type="dt" sz="half" idx="10"/>
          </p:nvPr>
        </p:nvSpPr>
        <p:spPr/>
        <p:txBody>
          <a:bodyPr/>
          <a:lstStyle/>
          <a:p>
            <a:fld id="{14D658C4-55B8-46D6-BB37-032FD65630D8}" type="datetimeFigureOut">
              <a:rPr lang="en-IN" smtClean="0"/>
              <a:pPr/>
              <a:t>16-06-2025</a:t>
            </a:fld>
            <a:endParaRPr lang="en-IN"/>
          </a:p>
        </p:txBody>
      </p:sp>
      <p:sp>
        <p:nvSpPr>
          <p:cNvPr id="5" name="Footer Placeholder 4">
            <a:extLst>
              <a:ext uri="{FF2B5EF4-FFF2-40B4-BE49-F238E27FC236}">
                <a16:creationId xmlns="" xmlns:a16="http://schemas.microsoft.com/office/drawing/2014/main" id="{55B9D791-F791-3E35-AABA-473C7CDEA2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CD06817-7B5D-0108-2BF3-43802DA0A1DA}"/>
              </a:ext>
            </a:extLst>
          </p:cNvPr>
          <p:cNvSpPr>
            <a:spLocks noGrp="1"/>
          </p:cNvSpPr>
          <p:nvPr>
            <p:ph type="sldNum" sz="quarter" idx="12"/>
          </p:nvPr>
        </p:nvSpPr>
        <p:spPr/>
        <p:txBody>
          <a:bodyPr/>
          <a:lstStyle/>
          <a:p>
            <a:fld id="{06CA1762-B7C4-4560-B7C5-0446D39C160C}" type="slidenum">
              <a:rPr lang="en-IN" smtClean="0"/>
              <a:pPr/>
              <a:t>‹#›</a:t>
            </a:fld>
            <a:endParaRPr lang="en-IN"/>
          </a:p>
        </p:txBody>
      </p:sp>
    </p:spTree>
    <p:extLst>
      <p:ext uri="{BB962C8B-B14F-4D97-AF65-F5344CB8AC3E}">
        <p14:creationId xmlns="" xmlns:p14="http://schemas.microsoft.com/office/powerpoint/2010/main" val="575299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8485757B-C391-42FD-8FAE-93C9545ACD0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748F7994-DCDE-34C2-E54B-98A09B3CE4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5C1DFC9-BB2A-0A05-1A2A-BA5CF45FC357}"/>
              </a:ext>
            </a:extLst>
          </p:cNvPr>
          <p:cNvSpPr>
            <a:spLocks noGrp="1"/>
          </p:cNvSpPr>
          <p:nvPr>
            <p:ph type="dt" sz="half" idx="10"/>
          </p:nvPr>
        </p:nvSpPr>
        <p:spPr/>
        <p:txBody>
          <a:bodyPr/>
          <a:lstStyle/>
          <a:p>
            <a:fld id="{14D658C4-55B8-46D6-BB37-032FD65630D8}" type="datetimeFigureOut">
              <a:rPr lang="en-IN" smtClean="0"/>
              <a:pPr/>
              <a:t>16-06-2025</a:t>
            </a:fld>
            <a:endParaRPr lang="en-IN"/>
          </a:p>
        </p:txBody>
      </p:sp>
      <p:sp>
        <p:nvSpPr>
          <p:cNvPr id="5" name="Footer Placeholder 4">
            <a:extLst>
              <a:ext uri="{FF2B5EF4-FFF2-40B4-BE49-F238E27FC236}">
                <a16:creationId xmlns="" xmlns:a16="http://schemas.microsoft.com/office/drawing/2014/main" id="{17D7ADCF-AD78-D340-710F-DEFCE58841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6D0DDF1A-C250-6C7D-5600-533616AF18E4}"/>
              </a:ext>
            </a:extLst>
          </p:cNvPr>
          <p:cNvSpPr>
            <a:spLocks noGrp="1"/>
          </p:cNvSpPr>
          <p:nvPr>
            <p:ph type="sldNum" sz="quarter" idx="12"/>
          </p:nvPr>
        </p:nvSpPr>
        <p:spPr/>
        <p:txBody>
          <a:bodyPr/>
          <a:lstStyle/>
          <a:p>
            <a:fld id="{06CA1762-B7C4-4560-B7C5-0446D39C160C}" type="slidenum">
              <a:rPr lang="en-IN" smtClean="0"/>
              <a:pPr/>
              <a:t>‹#›</a:t>
            </a:fld>
            <a:endParaRPr lang="en-IN"/>
          </a:p>
        </p:txBody>
      </p:sp>
    </p:spTree>
    <p:extLst>
      <p:ext uri="{BB962C8B-B14F-4D97-AF65-F5344CB8AC3E}">
        <p14:creationId xmlns="" xmlns:p14="http://schemas.microsoft.com/office/powerpoint/2010/main" val="2077042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2DB464F8-FA1D-06A7-1673-499F5042D2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4CBCC42D-FF6B-0CF8-7D29-DAD4A04787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8D06AF5-1652-678C-2F69-EF599DD0B3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D658C4-55B8-46D6-BB37-032FD65630D8}" type="datetimeFigureOut">
              <a:rPr lang="en-IN" smtClean="0"/>
              <a:pPr/>
              <a:t>16-06-2025</a:t>
            </a:fld>
            <a:endParaRPr lang="en-IN"/>
          </a:p>
        </p:txBody>
      </p:sp>
      <p:sp>
        <p:nvSpPr>
          <p:cNvPr id="5" name="Footer Placeholder 4">
            <a:extLst>
              <a:ext uri="{FF2B5EF4-FFF2-40B4-BE49-F238E27FC236}">
                <a16:creationId xmlns="" xmlns:a16="http://schemas.microsoft.com/office/drawing/2014/main" id="{0A148B2C-439C-1915-79AB-9B93687E32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EBA30BE4-D11F-9251-E416-6F3144D84B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CA1762-B7C4-4560-B7C5-0446D39C160C}" type="slidenum">
              <a:rPr lang="en-IN" smtClean="0"/>
              <a:pPr/>
              <a:t>‹#›</a:t>
            </a:fld>
            <a:endParaRPr lang="en-IN"/>
          </a:p>
        </p:txBody>
      </p:sp>
    </p:spTree>
    <p:extLst>
      <p:ext uri="{BB962C8B-B14F-4D97-AF65-F5344CB8AC3E}">
        <p14:creationId xmlns="" xmlns:p14="http://schemas.microsoft.com/office/powerpoint/2010/main" val="2173430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351585" y="476673"/>
            <a:ext cx="7344815" cy="4680521"/>
          </a:xfrm>
          <a:prstGeom prst="rect">
            <a:avLst/>
          </a:prstGeom>
        </p:spPr>
      </p:pic>
      <p:sp>
        <p:nvSpPr>
          <p:cNvPr id="5" name="Rectangle 4"/>
          <p:cNvSpPr/>
          <p:nvPr/>
        </p:nvSpPr>
        <p:spPr>
          <a:xfrm>
            <a:off x="2135560" y="4941169"/>
            <a:ext cx="5328592" cy="1138773"/>
          </a:xfrm>
          <a:prstGeom prst="rect">
            <a:avLst/>
          </a:prstGeom>
          <a:ln w="12700">
            <a:noFill/>
          </a:ln>
        </p:spPr>
        <p:txBody>
          <a:bodyPr wrap="square">
            <a:spAutoFit/>
          </a:bodyPr>
          <a:lstStyle/>
          <a:p>
            <a:r>
              <a:rPr lang="en-IN" sz="3600" b="1" dirty="0">
                <a:solidFill>
                  <a:schemeClr val="tx2">
                    <a:lumMod val="75000"/>
                  </a:schemeClr>
                </a:solidFill>
                <a:latin typeface="Baskerville Old Face" panose="02020602080505020303" pitchFamily="18" charset="0"/>
              </a:rPr>
              <a:t>Automation Testing</a:t>
            </a:r>
          </a:p>
          <a:p>
            <a:r>
              <a:rPr lang="en-IN" sz="3200" b="1" dirty="0">
                <a:solidFill>
                  <a:schemeClr val="tx2">
                    <a:lumMod val="75000"/>
                  </a:schemeClr>
                </a:solidFill>
                <a:latin typeface="Baskerville Old Face" panose="02020602080505020303" pitchFamily="18" charset="0"/>
              </a:rPr>
              <a:t>          </a:t>
            </a:r>
            <a:r>
              <a:rPr lang="en-IN" sz="2600" b="1" dirty="0">
                <a:solidFill>
                  <a:srgbClr val="FF0000"/>
                </a:solidFill>
                <a:latin typeface="Baskerville Old Face" panose="02020602080505020303" pitchFamily="18" charset="0"/>
              </a:rPr>
              <a:t>By- Manas </a:t>
            </a:r>
          </a:p>
        </p:txBody>
      </p:sp>
    </p:spTree>
    <p:extLst>
      <p:ext uri="{BB962C8B-B14F-4D97-AF65-F5344CB8AC3E}">
        <p14:creationId xmlns="" xmlns:p14="http://schemas.microsoft.com/office/powerpoint/2010/main" val="23560617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4E0B709B-3B62-BAEC-04B1-FA590770A6EF}"/>
              </a:ext>
            </a:extLst>
          </p:cNvPr>
          <p:cNvSpPr>
            <a:spLocks noGrp="1"/>
          </p:cNvSpPr>
          <p:nvPr>
            <p:ph type="title"/>
          </p:nvPr>
        </p:nvSpPr>
        <p:spPr>
          <a:xfrm>
            <a:off x="1285240" y="1050595"/>
            <a:ext cx="8074815" cy="1618489"/>
          </a:xfrm>
        </p:spPr>
        <p:txBody>
          <a:bodyPr anchor="ctr">
            <a:normAutofit/>
          </a:bodyPr>
          <a:lstStyle/>
          <a:p>
            <a:r>
              <a:rPr lang="en-US" sz="5000" b="1" dirty="0"/>
              <a:t>SYNCHRONIZATION POINT</a:t>
            </a:r>
            <a:r>
              <a:rPr lang="en-US" sz="5000" dirty="0"/>
              <a:t/>
            </a:r>
            <a:br>
              <a:rPr lang="en-US" sz="5000" dirty="0"/>
            </a:br>
            <a:endParaRPr lang="en-IN" sz="5000" dirty="0"/>
          </a:p>
        </p:txBody>
      </p:sp>
      <p:sp>
        <p:nvSpPr>
          <p:cNvPr id="3" name="Content Placeholder 2">
            <a:extLst>
              <a:ext uri="{FF2B5EF4-FFF2-40B4-BE49-F238E27FC236}">
                <a16:creationId xmlns="" xmlns:a16="http://schemas.microsoft.com/office/drawing/2014/main" id="{446145EB-788A-CAAB-8CD4-D40D80995860}"/>
              </a:ext>
            </a:extLst>
          </p:cNvPr>
          <p:cNvSpPr>
            <a:spLocks noGrp="1"/>
          </p:cNvSpPr>
          <p:nvPr>
            <p:ph idx="1"/>
          </p:nvPr>
        </p:nvSpPr>
        <p:spPr>
          <a:xfrm>
            <a:off x="1285240" y="2390775"/>
            <a:ext cx="8074815" cy="3379090"/>
          </a:xfrm>
        </p:spPr>
        <p:txBody>
          <a:bodyPr anchor="t">
            <a:normAutofit/>
          </a:bodyPr>
          <a:lstStyle/>
          <a:p>
            <a:pPr marL="0" indent="0">
              <a:buNone/>
            </a:pPr>
            <a:r>
              <a:rPr lang="en-US" sz="1800" dirty="0"/>
              <a:t>The time gap between tool and application is called synchronization point. During the execution if the application is taking more time to display the elements, tool can not be able to continue the execution. In that case we are giving instructions to tool to wait for some more extra time until the elements are available. These instructions we are providing to the tool in three different ways.</a:t>
            </a:r>
          </a:p>
          <a:p>
            <a:pPr marL="0" indent="0">
              <a:buNone/>
            </a:pPr>
            <a:endParaRPr lang="en-US" sz="1700" dirty="0"/>
          </a:p>
          <a:p>
            <a:pPr marL="0" indent="0">
              <a:buNone/>
            </a:pPr>
            <a:r>
              <a:rPr lang="en-US" sz="1700" dirty="0"/>
              <a:t>1. </a:t>
            </a:r>
            <a:r>
              <a:rPr lang="en-US" sz="1700" dirty="0" smtClean="0"/>
              <a:t>Java </a:t>
            </a:r>
            <a:r>
              <a:rPr lang="en-US" sz="1700" dirty="0"/>
              <a:t>wait</a:t>
            </a:r>
          </a:p>
          <a:p>
            <a:pPr marL="0" indent="0">
              <a:buNone/>
            </a:pPr>
            <a:r>
              <a:rPr lang="en-US" sz="1700" dirty="0"/>
              <a:t>2. Implicit wait</a:t>
            </a:r>
          </a:p>
          <a:p>
            <a:pPr marL="0" indent="0">
              <a:buNone/>
            </a:pPr>
            <a:r>
              <a:rPr lang="en-US" sz="1700" dirty="0" smtClean="0"/>
              <a:t>3</a:t>
            </a:r>
            <a:r>
              <a:rPr lang="en-US" sz="1700" dirty="0" smtClean="0"/>
              <a:t>. Explicit </a:t>
            </a:r>
            <a:r>
              <a:rPr lang="en-US" sz="1700" dirty="0" smtClean="0"/>
              <a:t>Wait/ </a:t>
            </a:r>
            <a:r>
              <a:rPr lang="en-US" sz="1700" dirty="0" err="1"/>
              <a:t>WebDriver</a:t>
            </a:r>
            <a:r>
              <a:rPr lang="en-US" sz="1700" dirty="0"/>
              <a:t> </a:t>
            </a:r>
            <a:r>
              <a:rPr lang="en-US" sz="1700" dirty="0" smtClean="0"/>
              <a:t>wait</a:t>
            </a:r>
          </a:p>
          <a:p>
            <a:pPr marL="0" indent="0">
              <a:buNone/>
            </a:pPr>
            <a:r>
              <a:rPr lang="en-IN" sz="1700" dirty="0" smtClean="0"/>
              <a:t>4. Fluent Wait</a:t>
            </a:r>
            <a:endParaRPr lang="en-IN" sz="1700" dirty="0"/>
          </a:p>
        </p:txBody>
      </p:sp>
    </p:spTree>
    <p:extLst>
      <p:ext uri="{BB962C8B-B14F-4D97-AF65-F5344CB8AC3E}">
        <p14:creationId xmlns="" xmlns:p14="http://schemas.microsoft.com/office/powerpoint/2010/main" val="31558902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772ACDEA-3E19-60BF-99D5-A882172378AC}"/>
              </a:ext>
            </a:extLst>
          </p:cNvPr>
          <p:cNvSpPr>
            <a:spLocks noGrp="1"/>
          </p:cNvSpPr>
          <p:nvPr>
            <p:ph type="title"/>
          </p:nvPr>
        </p:nvSpPr>
        <p:spPr>
          <a:xfrm>
            <a:off x="1285240" y="1050595"/>
            <a:ext cx="8074815" cy="1618489"/>
          </a:xfrm>
        </p:spPr>
        <p:txBody>
          <a:bodyPr anchor="ctr">
            <a:normAutofit/>
          </a:bodyPr>
          <a:lstStyle/>
          <a:p>
            <a:r>
              <a:rPr lang="en-US" sz="5000" b="1" dirty="0" smtClean="0"/>
              <a:t>Java Wait</a:t>
            </a:r>
            <a:r>
              <a:rPr lang="en-US" sz="5000" dirty="0"/>
              <a:t/>
            </a:r>
            <a:br>
              <a:rPr lang="en-US" sz="5000" dirty="0"/>
            </a:br>
            <a:endParaRPr lang="en-IN" sz="5000" dirty="0"/>
          </a:p>
        </p:txBody>
      </p:sp>
      <p:sp>
        <p:nvSpPr>
          <p:cNvPr id="3" name="Content Placeholder 2">
            <a:extLst>
              <a:ext uri="{FF2B5EF4-FFF2-40B4-BE49-F238E27FC236}">
                <a16:creationId xmlns="" xmlns:a16="http://schemas.microsoft.com/office/drawing/2014/main" id="{C87CE29D-2B93-944A-A118-3A651DF681FE}"/>
              </a:ext>
            </a:extLst>
          </p:cNvPr>
          <p:cNvSpPr>
            <a:spLocks noGrp="1"/>
          </p:cNvSpPr>
          <p:nvPr>
            <p:ph idx="1"/>
          </p:nvPr>
        </p:nvSpPr>
        <p:spPr>
          <a:xfrm>
            <a:off x="1285240" y="2969469"/>
            <a:ext cx="8074815" cy="2800395"/>
          </a:xfrm>
        </p:spPr>
        <p:txBody>
          <a:bodyPr anchor="t">
            <a:normAutofit/>
          </a:bodyPr>
          <a:lstStyle/>
          <a:p>
            <a:pPr marL="0" indent="0">
              <a:buNone/>
            </a:pPr>
            <a:r>
              <a:rPr lang="en-US" sz="2400" dirty="0"/>
              <a:t>We are using </a:t>
            </a:r>
            <a:r>
              <a:rPr lang="en-US" sz="2400" dirty="0" smtClean="0"/>
              <a:t>Java wait </a:t>
            </a:r>
            <a:r>
              <a:rPr lang="en-US" sz="2400" dirty="0"/>
              <a:t>to stop the execution temporarily irrespective of the application.</a:t>
            </a:r>
          </a:p>
          <a:p>
            <a:pPr marL="0" indent="0">
              <a:buNone/>
            </a:pPr>
            <a:r>
              <a:rPr lang="en-US" sz="2400" dirty="0"/>
              <a:t>We are using “thread. Sleep” for </a:t>
            </a:r>
            <a:r>
              <a:rPr lang="en-US" sz="2400" dirty="0" smtClean="0"/>
              <a:t>java wait </a:t>
            </a:r>
            <a:r>
              <a:rPr lang="en-US" sz="2400" dirty="0"/>
              <a:t>in selenium.</a:t>
            </a:r>
          </a:p>
          <a:p>
            <a:pPr marL="0" indent="0">
              <a:buNone/>
            </a:pPr>
            <a:endParaRPr lang="en-US" sz="2400" dirty="0"/>
          </a:p>
          <a:p>
            <a:pPr marL="0" indent="0">
              <a:buNone/>
            </a:pPr>
            <a:r>
              <a:rPr lang="en-US" sz="2400" dirty="0"/>
              <a:t>Syntax:  </a:t>
            </a:r>
            <a:r>
              <a:rPr lang="en-US" sz="2400" dirty="0" err="1"/>
              <a:t>Thread.Sleep</a:t>
            </a:r>
            <a:r>
              <a:rPr lang="en-US" sz="2400" dirty="0"/>
              <a:t>(time in milliseconds);</a:t>
            </a:r>
            <a:endParaRPr lang="en-IN" sz="2400" dirty="0"/>
          </a:p>
        </p:txBody>
      </p:sp>
    </p:spTree>
    <p:extLst>
      <p:ext uri="{BB962C8B-B14F-4D97-AF65-F5344CB8AC3E}">
        <p14:creationId xmlns="" xmlns:p14="http://schemas.microsoft.com/office/powerpoint/2010/main" val="12073066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 xmlns:a16="http://schemas.microsoft.com/office/drawing/2014/main" id="{9D25F302-27C5-414F-97F8-6EA0A6C028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Triangle 26">
            <a:extLst>
              <a:ext uri="{FF2B5EF4-FFF2-40B4-BE49-F238E27FC236}">
                <a16:creationId xmlns="" xmlns:a16="http://schemas.microsoft.com/office/drawing/2014/main" id="{830A36F8-48C2-4842-A87B-8CE8DF4E7FD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 xmlns:a16="http://schemas.microsoft.com/office/drawing/2014/main" id="{8F451A30-466B-4996-9BA5-CD6ABCC6D55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 xmlns:a16="http://schemas.microsoft.com/office/drawing/2014/main" id="{0BA9B7CE-AD46-3F47-7FB3-A320B31DFA38}"/>
              </a:ext>
            </a:extLst>
          </p:cNvPr>
          <p:cNvPicPr>
            <a:picLocks noChangeAspect="1"/>
          </p:cNvPicPr>
          <p:nvPr/>
        </p:nvPicPr>
        <p:blipFill>
          <a:blip r:embed="rId2" cstate="print"/>
          <a:stretch>
            <a:fillRect/>
          </a:stretch>
        </p:blipFill>
        <p:spPr>
          <a:xfrm>
            <a:off x="793298" y="905522"/>
            <a:ext cx="6690578" cy="4776187"/>
          </a:xfrm>
          <a:prstGeom prst="rect">
            <a:avLst/>
          </a:prstGeom>
        </p:spPr>
      </p:pic>
      <p:sp>
        <p:nvSpPr>
          <p:cNvPr id="13" name="TextBox 12">
            <a:extLst>
              <a:ext uri="{FF2B5EF4-FFF2-40B4-BE49-F238E27FC236}">
                <a16:creationId xmlns="" xmlns:a16="http://schemas.microsoft.com/office/drawing/2014/main" id="{10987138-87AB-CE06-E3F0-1625388CF822}"/>
              </a:ext>
            </a:extLst>
          </p:cNvPr>
          <p:cNvSpPr txBox="1"/>
          <p:nvPr/>
        </p:nvSpPr>
        <p:spPr>
          <a:xfrm>
            <a:off x="7397609" y="2683953"/>
            <a:ext cx="4001093" cy="2728198"/>
          </a:xfrm>
          <a:prstGeom prst="rect">
            <a:avLst/>
          </a:prstGeom>
        </p:spPr>
        <p:txBody>
          <a:bodyPr vert="horz" lIns="91440" tIns="45720" rIns="91440" bIns="45720" rtlCol="0" anchor="t">
            <a:normAutofit/>
          </a:bodyPr>
          <a:lstStyle/>
          <a:p>
            <a:pPr>
              <a:lnSpc>
                <a:spcPct val="90000"/>
              </a:lnSpc>
              <a:spcAft>
                <a:spcPts val="600"/>
              </a:spcAft>
            </a:pPr>
            <a:r>
              <a:rPr lang="en-US" sz="2000" b="1" dirty="0"/>
              <a:t>Note: </a:t>
            </a:r>
            <a:r>
              <a:rPr lang="en-US" sz="2000" dirty="0"/>
              <a:t>In the above example tool will wait for 60 seconds after entering email even though password is available.</a:t>
            </a:r>
          </a:p>
        </p:txBody>
      </p:sp>
    </p:spTree>
    <p:extLst>
      <p:ext uri="{BB962C8B-B14F-4D97-AF65-F5344CB8AC3E}">
        <p14:creationId xmlns="" xmlns:p14="http://schemas.microsoft.com/office/powerpoint/2010/main" val="2321700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FD252063-657D-C404-7CC7-F2A1CAC900FD}"/>
              </a:ext>
            </a:extLst>
          </p:cNvPr>
          <p:cNvSpPr>
            <a:spLocks noGrp="1"/>
          </p:cNvSpPr>
          <p:nvPr>
            <p:ph type="title"/>
          </p:nvPr>
        </p:nvSpPr>
        <p:spPr>
          <a:xfrm>
            <a:off x="1285240" y="1050596"/>
            <a:ext cx="8074815" cy="1054430"/>
          </a:xfrm>
        </p:spPr>
        <p:txBody>
          <a:bodyPr anchor="ctr">
            <a:normAutofit fontScale="90000"/>
          </a:bodyPr>
          <a:lstStyle/>
          <a:p>
            <a:r>
              <a:rPr lang="en-US" sz="5000" b="1" dirty="0"/>
              <a:t>Implicit Wait</a:t>
            </a:r>
            <a:r>
              <a:rPr lang="en-US" sz="5000" dirty="0"/>
              <a:t/>
            </a:r>
            <a:br>
              <a:rPr lang="en-US" sz="5000" dirty="0"/>
            </a:br>
            <a:endParaRPr lang="en-IN" sz="5000" dirty="0"/>
          </a:p>
        </p:txBody>
      </p:sp>
      <p:sp>
        <p:nvSpPr>
          <p:cNvPr id="3" name="Content Placeholder 2">
            <a:extLst>
              <a:ext uri="{FF2B5EF4-FFF2-40B4-BE49-F238E27FC236}">
                <a16:creationId xmlns="" xmlns:a16="http://schemas.microsoft.com/office/drawing/2014/main" id="{25DE0993-235F-393B-7464-01181DFADF0C}"/>
              </a:ext>
            </a:extLst>
          </p:cNvPr>
          <p:cNvSpPr>
            <a:spLocks noGrp="1"/>
          </p:cNvSpPr>
          <p:nvPr>
            <p:ph idx="1"/>
          </p:nvPr>
        </p:nvSpPr>
        <p:spPr>
          <a:xfrm>
            <a:off x="1180465" y="2496541"/>
            <a:ext cx="8074815" cy="2800395"/>
          </a:xfrm>
        </p:spPr>
        <p:txBody>
          <a:bodyPr anchor="t">
            <a:normAutofit/>
          </a:bodyPr>
          <a:lstStyle/>
          <a:p>
            <a:pPr marL="0" indent="0">
              <a:buNone/>
            </a:pPr>
            <a:r>
              <a:rPr lang="en-US" sz="2400" dirty="0"/>
              <a:t>We are using implicit wait to stop the execution temporarily based on the availability of the element in application.</a:t>
            </a:r>
          </a:p>
          <a:p>
            <a:pPr marL="0" indent="0">
              <a:buNone/>
            </a:pPr>
            <a:endParaRPr lang="en-US" sz="2400" dirty="0"/>
          </a:p>
          <a:p>
            <a:pPr marL="0" indent="0">
              <a:buNone/>
            </a:pPr>
            <a:r>
              <a:rPr lang="en-US" sz="2400" b="1" dirty="0"/>
              <a:t>Syntax:</a:t>
            </a:r>
          </a:p>
          <a:p>
            <a:pPr marL="0" indent="0">
              <a:buNone/>
            </a:pPr>
            <a:r>
              <a:rPr lang="en-US" sz="2400" dirty="0"/>
              <a:t>driver.manage().timeouts().</a:t>
            </a:r>
            <a:r>
              <a:rPr lang="en-US" sz="2400" dirty="0" err="1"/>
              <a:t>implicitlywait</a:t>
            </a:r>
            <a:r>
              <a:rPr lang="en-US" sz="2400" dirty="0"/>
              <a:t>(time, </a:t>
            </a:r>
            <a:r>
              <a:rPr lang="en-US" sz="2400" dirty="0" err="1"/>
              <a:t>Timeunit.SECONDS</a:t>
            </a:r>
            <a:r>
              <a:rPr lang="en-US" sz="2400" dirty="0"/>
              <a:t>);</a:t>
            </a:r>
            <a:endParaRPr lang="en-IN" sz="2400" dirty="0"/>
          </a:p>
        </p:txBody>
      </p:sp>
    </p:spTree>
    <p:extLst>
      <p:ext uri="{BB962C8B-B14F-4D97-AF65-F5344CB8AC3E}">
        <p14:creationId xmlns="" xmlns:p14="http://schemas.microsoft.com/office/powerpoint/2010/main" val="11162362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22F15A2D-2324-487D-A02A-BF46C5C580E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2AEAFA59-923A-4F54-8B49-44C970BCC32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C37E9D4B-7BFA-4D10-B666-547BAC49946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 xmlns:a16="http://schemas.microsoft.com/office/drawing/2014/main" id="{DE35E2B6-4C15-0446-158F-DFDB1FCB804A}"/>
              </a:ext>
            </a:extLst>
          </p:cNvPr>
          <p:cNvPicPr>
            <a:picLocks noChangeAspect="1"/>
          </p:cNvPicPr>
          <p:nvPr/>
        </p:nvPicPr>
        <p:blipFill>
          <a:blip r:embed="rId2" cstate="print"/>
          <a:stretch>
            <a:fillRect/>
          </a:stretch>
        </p:blipFill>
        <p:spPr>
          <a:xfrm>
            <a:off x="712953" y="747116"/>
            <a:ext cx="8431047" cy="5177501"/>
          </a:xfrm>
          <a:prstGeom prst="rect">
            <a:avLst/>
          </a:prstGeom>
        </p:spPr>
      </p:pic>
    </p:spTree>
    <p:extLst>
      <p:ext uri="{BB962C8B-B14F-4D97-AF65-F5344CB8AC3E}">
        <p14:creationId xmlns="" xmlns:p14="http://schemas.microsoft.com/office/powerpoint/2010/main" val="34187445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7FA9E15-ED0F-E458-C40C-FBB73A78F8D8}"/>
              </a:ext>
            </a:extLst>
          </p:cNvPr>
          <p:cNvSpPr>
            <a:spLocks noGrp="1"/>
          </p:cNvSpPr>
          <p:nvPr>
            <p:ph type="title"/>
          </p:nvPr>
        </p:nvSpPr>
        <p:spPr>
          <a:xfrm>
            <a:off x="1285240" y="1050595"/>
            <a:ext cx="8074815" cy="1618489"/>
          </a:xfrm>
        </p:spPr>
        <p:txBody>
          <a:bodyPr anchor="ctr">
            <a:normAutofit/>
          </a:bodyPr>
          <a:lstStyle/>
          <a:p>
            <a:r>
              <a:rPr lang="en-US" sz="5000" b="1" dirty="0" err="1"/>
              <a:t>Webdriver</a:t>
            </a:r>
            <a:r>
              <a:rPr lang="en-US" sz="5000" b="1" dirty="0"/>
              <a:t> </a:t>
            </a:r>
            <a:r>
              <a:rPr lang="en-US" sz="5000" b="1" dirty="0" smtClean="0"/>
              <a:t>Wait/Explicit Wait</a:t>
            </a:r>
            <a:r>
              <a:rPr lang="en-US" sz="5000" dirty="0"/>
              <a:t/>
            </a:r>
            <a:br>
              <a:rPr lang="en-US" sz="5000" dirty="0"/>
            </a:br>
            <a:endParaRPr lang="en-IN" sz="5000" dirty="0"/>
          </a:p>
        </p:txBody>
      </p:sp>
      <p:sp>
        <p:nvSpPr>
          <p:cNvPr id="3" name="Content Placeholder 2">
            <a:extLst>
              <a:ext uri="{FF2B5EF4-FFF2-40B4-BE49-F238E27FC236}">
                <a16:creationId xmlns="" xmlns:a16="http://schemas.microsoft.com/office/drawing/2014/main" id="{FE589059-982E-8472-5425-FDC55A4FB711}"/>
              </a:ext>
            </a:extLst>
          </p:cNvPr>
          <p:cNvSpPr>
            <a:spLocks noGrp="1"/>
          </p:cNvSpPr>
          <p:nvPr>
            <p:ph idx="1"/>
          </p:nvPr>
        </p:nvSpPr>
        <p:spPr>
          <a:xfrm>
            <a:off x="1285240" y="2969469"/>
            <a:ext cx="8074815" cy="2800395"/>
          </a:xfrm>
        </p:spPr>
        <p:txBody>
          <a:bodyPr anchor="t">
            <a:normAutofit/>
          </a:bodyPr>
          <a:lstStyle/>
          <a:p>
            <a:pPr marL="0" indent="0">
              <a:buNone/>
            </a:pPr>
            <a:r>
              <a:rPr lang="en-US" sz="2400" dirty="0"/>
              <a:t>We are using </a:t>
            </a:r>
            <a:r>
              <a:rPr lang="en-US" sz="2400" dirty="0" smtClean="0"/>
              <a:t>explicit /</a:t>
            </a:r>
            <a:r>
              <a:rPr lang="en-US" sz="2400" dirty="0" err="1" smtClean="0"/>
              <a:t>webdriver</a:t>
            </a:r>
            <a:r>
              <a:rPr lang="en-US" sz="2400" dirty="0" smtClean="0"/>
              <a:t> </a:t>
            </a:r>
            <a:r>
              <a:rPr lang="en-US" sz="2400" dirty="0"/>
              <a:t>wait to stop the execution temporarily based on the behavior/availability of the element in application</a:t>
            </a:r>
            <a:r>
              <a:rPr lang="en-US" sz="2400" dirty="0" smtClean="0"/>
              <a:t>.</a:t>
            </a:r>
          </a:p>
          <a:p>
            <a:pPr marL="0" indent="0">
              <a:buNone/>
            </a:pPr>
            <a:endParaRPr lang="en-IN" sz="2400" dirty="0" smtClean="0"/>
          </a:p>
          <a:p>
            <a:pPr marL="0" indent="0">
              <a:buNone/>
            </a:pPr>
            <a:r>
              <a:rPr lang="en-IN" sz="2400" dirty="0" smtClean="0"/>
              <a:t>For working with </a:t>
            </a:r>
            <a:r>
              <a:rPr lang="en-IN" sz="2400" dirty="0" err="1" smtClean="0"/>
              <a:t>webdriver</a:t>
            </a:r>
            <a:r>
              <a:rPr lang="en-IN" sz="2400" dirty="0" smtClean="0"/>
              <a:t> wait we need to create the object of </a:t>
            </a:r>
            <a:r>
              <a:rPr lang="en-IN" sz="2400" dirty="0" err="1" smtClean="0"/>
              <a:t>WebDriver</a:t>
            </a:r>
            <a:r>
              <a:rPr lang="en-IN" sz="2400" dirty="0" smtClean="0"/>
              <a:t> </a:t>
            </a:r>
            <a:r>
              <a:rPr lang="en-IN" sz="2400" smtClean="0"/>
              <a:t>wait class.</a:t>
            </a:r>
            <a:endParaRPr lang="en-IN" sz="2400" dirty="0"/>
          </a:p>
        </p:txBody>
      </p:sp>
    </p:spTree>
    <p:extLst>
      <p:ext uri="{BB962C8B-B14F-4D97-AF65-F5344CB8AC3E}">
        <p14:creationId xmlns="" xmlns:p14="http://schemas.microsoft.com/office/powerpoint/2010/main" val="39897357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 xmlns:a16="http://schemas.microsoft.com/office/drawing/2014/main" id="{22F15A2D-2324-487D-A02A-BF46C5C580E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Triangle 9">
            <a:extLst>
              <a:ext uri="{FF2B5EF4-FFF2-40B4-BE49-F238E27FC236}">
                <a16:creationId xmlns="" xmlns:a16="http://schemas.microsoft.com/office/drawing/2014/main" id="{2AEAFA59-923A-4F54-8B49-44C970BCC32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1">
            <a:extLst>
              <a:ext uri="{FF2B5EF4-FFF2-40B4-BE49-F238E27FC236}">
                <a16:creationId xmlns="" xmlns:a16="http://schemas.microsoft.com/office/drawing/2014/main" id="{C37E9D4B-7BFA-4D10-B666-547BAC49946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 xmlns:a16="http://schemas.microsoft.com/office/drawing/2014/main" id="{7944D81D-40F7-418D-A991-1B4F1B03BB45}"/>
              </a:ext>
            </a:extLst>
          </p:cNvPr>
          <p:cNvPicPr>
            <a:picLocks noChangeAspect="1"/>
          </p:cNvPicPr>
          <p:nvPr/>
        </p:nvPicPr>
        <p:blipFill>
          <a:blip r:embed="rId2" cstate="print"/>
          <a:stretch>
            <a:fillRect/>
          </a:stretch>
        </p:blipFill>
        <p:spPr>
          <a:xfrm>
            <a:off x="785092" y="729673"/>
            <a:ext cx="8420352" cy="5098472"/>
          </a:xfrm>
          <a:prstGeom prst="rect">
            <a:avLst/>
          </a:prstGeom>
        </p:spPr>
      </p:pic>
    </p:spTree>
    <p:extLst>
      <p:ext uri="{BB962C8B-B14F-4D97-AF65-F5344CB8AC3E}">
        <p14:creationId xmlns="" xmlns:p14="http://schemas.microsoft.com/office/powerpoint/2010/main" val="1617779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BCFEE976-0C36-B089-9304-879661B94C25}"/>
              </a:ext>
            </a:extLst>
          </p:cNvPr>
          <p:cNvSpPr txBox="1"/>
          <p:nvPr/>
        </p:nvSpPr>
        <p:spPr>
          <a:xfrm>
            <a:off x="466531" y="485192"/>
            <a:ext cx="11364685" cy="738664"/>
          </a:xfrm>
          <a:prstGeom prst="rect">
            <a:avLst/>
          </a:prstGeom>
          <a:noFill/>
        </p:spPr>
        <p:txBody>
          <a:bodyPr wrap="square" rtlCol="0">
            <a:spAutoFit/>
          </a:bodyPr>
          <a:lstStyle/>
          <a:p>
            <a:r>
              <a:rPr lang="en-US" sz="4200" b="1" dirty="0">
                <a:latin typeface="+mj-lt"/>
              </a:rPr>
              <a:t>Fluent </a:t>
            </a:r>
            <a:r>
              <a:rPr lang="en-US" sz="4200" b="1" dirty="0" smtClean="0">
                <a:latin typeface="+mj-lt"/>
              </a:rPr>
              <a:t>Wait</a:t>
            </a:r>
            <a:endParaRPr lang="en-US" sz="4200" b="1" dirty="0">
              <a:latin typeface="+mj-lt"/>
            </a:endParaRPr>
          </a:p>
        </p:txBody>
      </p:sp>
      <p:sp>
        <p:nvSpPr>
          <p:cNvPr id="6" name="TextBox 5">
            <a:extLst>
              <a:ext uri="{FF2B5EF4-FFF2-40B4-BE49-F238E27FC236}">
                <a16:creationId xmlns:a16="http://schemas.microsoft.com/office/drawing/2014/main" xmlns="" id="{45CB1EE4-D9E8-25BA-73B9-56307953EC59}"/>
              </a:ext>
            </a:extLst>
          </p:cNvPr>
          <p:cNvSpPr txBox="1"/>
          <p:nvPr/>
        </p:nvSpPr>
        <p:spPr>
          <a:xfrm>
            <a:off x="723120" y="1482222"/>
            <a:ext cx="10846839" cy="1323439"/>
          </a:xfrm>
          <a:prstGeom prst="rect">
            <a:avLst/>
          </a:prstGeom>
          <a:noFill/>
        </p:spPr>
        <p:txBody>
          <a:bodyPr wrap="square" rtlCol="0">
            <a:spAutoFit/>
          </a:bodyPr>
          <a:lstStyle/>
          <a:p>
            <a:r>
              <a:rPr lang="en-US" sz="2000" dirty="0"/>
              <a:t>The Fluent Wait feature in Selenium WebDriver allows users to specify the maximum duration to wait for a particular condition. </a:t>
            </a:r>
          </a:p>
          <a:p>
            <a:r>
              <a:rPr lang="en-US" sz="2000" dirty="0"/>
              <a:t>During this time, WebDriver periodically checks if the condition has been satisfied(polling time). </a:t>
            </a:r>
          </a:p>
          <a:p>
            <a:r>
              <a:rPr lang="en-US" sz="2000" dirty="0"/>
              <a:t>It also allows ignoring specific exceptions while waiting, such as NoSuchElementException.</a:t>
            </a:r>
            <a:endParaRPr lang="en-IN" sz="2000" dirty="0"/>
          </a:p>
        </p:txBody>
      </p:sp>
      <p:sp>
        <p:nvSpPr>
          <p:cNvPr id="7" name="TextBox 6">
            <a:extLst>
              <a:ext uri="{FF2B5EF4-FFF2-40B4-BE49-F238E27FC236}">
                <a16:creationId xmlns:a16="http://schemas.microsoft.com/office/drawing/2014/main" xmlns="" id="{AB129528-4ED6-B71B-6315-8DBC3AFD78D4}"/>
              </a:ext>
            </a:extLst>
          </p:cNvPr>
          <p:cNvSpPr txBox="1"/>
          <p:nvPr/>
        </p:nvSpPr>
        <p:spPr>
          <a:xfrm>
            <a:off x="672580" y="3094805"/>
            <a:ext cx="10846839" cy="1631216"/>
          </a:xfrm>
          <a:prstGeom prst="rect">
            <a:avLst/>
          </a:prstGeom>
          <a:noFill/>
        </p:spPr>
        <p:txBody>
          <a:bodyPr wrap="square" rtlCol="0">
            <a:spAutoFit/>
          </a:bodyPr>
          <a:lstStyle/>
          <a:p>
            <a:r>
              <a:rPr lang="en-US" sz="2000" b="1" dirty="0"/>
              <a:t>Syntax :</a:t>
            </a:r>
            <a:r>
              <a:rPr lang="en-US" sz="2000" dirty="0"/>
              <a:t> </a:t>
            </a:r>
          </a:p>
          <a:p>
            <a:r>
              <a:rPr lang="en-IN" sz="2000" dirty="0"/>
              <a:t>Wait&lt;WebDriver&gt; fluentWait = </a:t>
            </a:r>
            <a:r>
              <a:rPr lang="en-IN" sz="2000" b="1" dirty="0"/>
              <a:t>new</a:t>
            </a:r>
            <a:r>
              <a:rPr lang="en-IN" sz="2000" dirty="0"/>
              <a:t> FluentWait&lt;&gt;(driver)</a:t>
            </a:r>
          </a:p>
          <a:p>
            <a:r>
              <a:rPr lang="en-IN" sz="2000" dirty="0"/>
              <a:t>	.withTimeout(Duration.</a:t>
            </a:r>
            <a:r>
              <a:rPr lang="en-IN" sz="2000" i="1" dirty="0"/>
              <a:t>ofSeconds</a:t>
            </a:r>
            <a:r>
              <a:rPr lang="en-IN" sz="2000" dirty="0"/>
              <a:t>(10))</a:t>
            </a:r>
          </a:p>
          <a:p>
            <a:r>
              <a:rPr lang="en-IN" sz="2000" dirty="0"/>
              <a:t>	.pollingEvery(Duration.</a:t>
            </a:r>
            <a:r>
              <a:rPr lang="en-IN" sz="2000" i="1" dirty="0"/>
              <a:t>ofSeconds</a:t>
            </a:r>
            <a:r>
              <a:rPr lang="en-IN" sz="2000" dirty="0"/>
              <a:t>(2)) </a:t>
            </a:r>
          </a:p>
          <a:p>
            <a:r>
              <a:rPr lang="en-IN" sz="2000" dirty="0"/>
              <a:t>	.ignoring(Exception.</a:t>
            </a:r>
            <a:r>
              <a:rPr lang="en-IN" sz="2000" b="1" dirty="0"/>
              <a:t>class</a:t>
            </a:r>
            <a:r>
              <a:rPr lang="en-IN" sz="2000" dirty="0"/>
              <a:t>);</a:t>
            </a:r>
          </a:p>
        </p:txBody>
      </p:sp>
      <p:sp>
        <p:nvSpPr>
          <p:cNvPr id="9" name="TextBox 8">
            <a:extLst>
              <a:ext uri="{FF2B5EF4-FFF2-40B4-BE49-F238E27FC236}">
                <a16:creationId xmlns:a16="http://schemas.microsoft.com/office/drawing/2014/main" xmlns="" id="{CA31C448-1EAE-C4B1-85F4-7B083F010844}"/>
              </a:ext>
            </a:extLst>
          </p:cNvPr>
          <p:cNvSpPr txBox="1"/>
          <p:nvPr/>
        </p:nvSpPr>
        <p:spPr>
          <a:xfrm>
            <a:off x="723120" y="4879911"/>
            <a:ext cx="7427168" cy="1200329"/>
          </a:xfrm>
          <a:prstGeom prst="rect">
            <a:avLst/>
          </a:prstGeom>
          <a:noFill/>
        </p:spPr>
        <p:txBody>
          <a:bodyPr wrap="square" rtlCol="0">
            <a:spAutoFit/>
          </a:bodyPr>
          <a:lstStyle/>
          <a:p>
            <a:r>
              <a:rPr lang="en-IN" b="1" dirty="0"/>
              <a:t>Note :</a:t>
            </a:r>
            <a:r>
              <a:rPr lang="en-IN" dirty="0"/>
              <a:t> </a:t>
            </a:r>
            <a:br>
              <a:rPr lang="en-IN" dirty="0"/>
            </a:br>
            <a:r>
              <a:rPr lang="en-IN" dirty="0"/>
              <a:t>    .withTimeout(Duration) – Total time to wait</a:t>
            </a:r>
          </a:p>
          <a:p>
            <a:r>
              <a:rPr lang="en-IN" dirty="0"/>
              <a:t>    .pollingEvery(Duration) – specific interval btw each check </a:t>
            </a:r>
          </a:p>
          <a:p>
            <a:r>
              <a:rPr lang="en-IN" dirty="0"/>
              <a:t>    .ignoring(Exception) – Handle exception during polling wait</a:t>
            </a:r>
          </a:p>
        </p:txBody>
      </p:sp>
    </p:spTree>
    <p:extLst>
      <p:ext uri="{BB962C8B-B14F-4D97-AF65-F5344CB8AC3E}">
        <p14:creationId xmlns:p14="http://schemas.microsoft.com/office/powerpoint/2010/main" xmlns="" val="3155014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552AE49F-C47B-0050-2A09-37AE9DFBDFBB}"/>
              </a:ext>
            </a:extLst>
          </p:cNvPr>
          <p:cNvPicPr>
            <a:picLocks noChangeAspect="1"/>
          </p:cNvPicPr>
          <p:nvPr/>
        </p:nvPicPr>
        <p:blipFill>
          <a:blip r:embed="rId2" cstate="print"/>
          <a:stretch>
            <a:fillRect/>
          </a:stretch>
        </p:blipFill>
        <p:spPr>
          <a:xfrm>
            <a:off x="503853" y="374844"/>
            <a:ext cx="11314922" cy="6108312"/>
          </a:xfrm>
          <a:prstGeom prst="rect">
            <a:avLst/>
          </a:prstGeom>
        </p:spPr>
      </p:pic>
    </p:spTree>
    <p:extLst>
      <p:ext uri="{BB962C8B-B14F-4D97-AF65-F5344CB8AC3E}">
        <p14:creationId xmlns:p14="http://schemas.microsoft.com/office/powerpoint/2010/main" xmlns="" val="1466533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0FEA1B6D-CADF-6FD2-A536-CA5652BF9553}"/>
              </a:ext>
            </a:extLst>
          </p:cNvPr>
          <p:cNvSpPr>
            <a:spLocks noGrp="1"/>
          </p:cNvSpPr>
          <p:nvPr>
            <p:ph type="title"/>
          </p:nvPr>
        </p:nvSpPr>
        <p:spPr>
          <a:xfrm>
            <a:off x="1285240" y="1050595"/>
            <a:ext cx="8074815" cy="1618489"/>
          </a:xfrm>
        </p:spPr>
        <p:txBody>
          <a:bodyPr anchor="ctr">
            <a:normAutofit/>
          </a:bodyPr>
          <a:lstStyle/>
          <a:p>
            <a:r>
              <a:rPr lang="en-US" sz="3600" b="1" dirty="0"/>
              <a:t>FAQ’s:</a:t>
            </a:r>
            <a:br>
              <a:rPr lang="en-US" sz="3600" b="1" dirty="0"/>
            </a:br>
            <a:endParaRPr lang="en-IN" sz="3600" b="1" dirty="0"/>
          </a:p>
        </p:txBody>
      </p:sp>
      <p:sp>
        <p:nvSpPr>
          <p:cNvPr id="3" name="Content Placeholder 2">
            <a:extLst>
              <a:ext uri="{FF2B5EF4-FFF2-40B4-BE49-F238E27FC236}">
                <a16:creationId xmlns="" xmlns:a16="http://schemas.microsoft.com/office/drawing/2014/main" id="{B5424A0D-8562-C27F-52C8-8DB0C60DF8AA}"/>
              </a:ext>
            </a:extLst>
          </p:cNvPr>
          <p:cNvSpPr>
            <a:spLocks noGrp="1"/>
          </p:cNvSpPr>
          <p:nvPr>
            <p:ph idx="1"/>
          </p:nvPr>
        </p:nvSpPr>
        <p:spPr>
          <a:xfrm>
            <a:off x="1173164" y="2105026"/>
            <a:ext cx="8074815" cy="3364454"/>
          </a:xfrm>
        </p:spPr>
        <p:txBody>
          <a:bodyPr anchor="t">
            <a:normAutofit/>
          </a:bodyPr>
          <a:lstStyle/>
          <a:p>
            <a:pPr marL="0" indent="0">
              <a:buNone/>
            </a:pPr>
            <a:r>
              <a:rPr lang="en-US" sz="2000" dirty="0"/>
              <a:t>1. What is Synchronization Point?</a:t>
            </a:r>
          </a:p>
          <a:p>
            <a:pPr marL="0" indent="0">
              <a:buNone/>
            </a:pPr>
            <a:r>
              <a:rPr lang="en-US" sz="2000" dirty="0"/>
              <a:t>2. What is </a:t>
            </a:r>
            <a:r>
              <a:rPr lang="en-US" sz="2000" dirty="0" err="1"/>
              <a:t>implicitwait</a:t>
            </a:r>
            <a:r>
              <a:rPr lang="en-US" sz="2000" dirty="0"/>
              <a:t>?</a:t>
            </a:r>
          </a:p>
          <a:p>
            <a:pPr marL="0" indent="0">
              <a:buNone/>
            </a:pPr>
            <a:r>
              <a:rPr lang="en-US" sz="2000" dirty="0"/>
              <a:t>3. Difference between implicit and explicit wait?</a:t>
            </a:r>
          </a:p>
          <a:p>
            <a:pPr marL="0" indent="0">
              <a:buNone/>
            </a:pPr>
            <a:r>
              <a:rPr lang="en-US" sz="2000" dirty="0"/>
              <a:t>4. What is </a:t>
            </a:r>
            <a:r>
              <a:rPr lang="en-US" sz="2000" dirty="0" err="1"/>
              <a:t>WebdriverWait</a:t>
            </a:r>
            <a:r>
              <a:rPr lang="en-US" sz="2000" dirty="0"/>
              <a:t>?</a:t>
            </a:r>
          </a:p>
          <a:p>
            <a:pPr marL="0" indent="0">
              <a:buNone/>
            </a:pPr>
            <a:r>
              <a:rPr lang="en-US" sz="2000" dirty="0"/>
              <a:t>5. What is the syntax for </a:t>
            </a:r>
            <a:r>
              <a:rPr lang="en-US" sz="2000" dirty="0" err="1"/>
              <a:t>WebDriverWait</a:t>
            </a:r>
            <a:r>
              <a:rPr lang="en-US" sz="2000" dirty="0"/>
              <a:t>?</a:t>
            </a:r>
          </a:p>
          <a:p>
            <a:pPr marL="0" indent="0">
              <a:buNone/>
            </a:pPr>
            <a:r>
              <a:rPr lang="en-US" sz="2000" dirty="0"/>
              <a:t>6. In which scenarios you are using </a:t>
            </a:r>
            <a:r>
              <a:rPr lang="en-US" sz="2000" dirty="0" err="1"/>
              <a:t>WebdriverWait</a:t>
            </a:r>
            <a:r>
              <a:rPr lang="en-US" sz="2000" dirty="0"/>
              <a:t>?</a:t>
            </a:r>
          </a:p>
          <a:p>
            <a:pPr marL="0" indent="0">
              <a:buNone/>
            </a:pPr>
            <a:r>
              <a:rPr lang="en-US" sz="2000" dirty="0"/>
              <a:t>7. In which scenarios you are using implicit wait in projects?</a:t>
            </a:r>
            <a:endParaRPr lang="en-IN" sz="2000" dirty="0"/>
          </a:p>
        </p:txBody>
      </p:sp>
    </p:spTree>
    <p:extLst>
      <p:ext uri="{BB962C8B-B14F-4D97-AF65-F5344CB8AC3E}">
        <p14:creationId xmlns="" xmlns:p14="http://schemas.microsoft.com/office/powerpoint/2010/main" val="1246472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355</Words>
  <Application>Microsoft Office PowerPoint</Application>
  <PresentationFormat>Custom</PresentationFormat>
  <Paragraphs>44</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Slide 1</vt:lpstr>
      <vt:lpstr>SYNCHRONIZATION POINT </vt:lpstr>
      <vt:lpstr>Java Wait </vt:lpstr>
      <vt:lpstr>Slide 4</vt:lpstr>
      <vt:lpstr>Implicit Wait </vt:lpstr>
      <vt:lpstr>Slide 6</vt:lpstr>
      <vt:lpstr>Webdriver Wait/Explicit Wait </vt:lpstr>
      <vt:lpstr>Slide 8</vt:lpstr>
      <vt:lpstr>Slide 9</vt:lpstr>
      <vt:lpstr>Slide 10</vt:lpstr>
      <vt:lpstr>FAQ’s: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10</cp:revision>
  <dcterms:created xsi:type="dcterms:W3CDTF">2022-06-13T16:04:32Z</dcterms:created>
  <dcterms:modified xsi:type="dcterms:W3CDTF">2025-06-16T03:18:22Z</dcterms:modified>
</cp:coreProperties>
</file>