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5" r:id="rId7"/>
    <p:sldId id="270" r:id="rId8"/>
    <p:sldId id="272" r:id="rId9"/>
    <p:sldId id="271" r:id="rId10"/>
    <p:sldId id="274" r:id="rId11"/>
    <p:sldId id="266" r:id="rId12"/>
    <p:sldId id="267" r:id="rId13"/>
    <p:sldId id="268" r:id="rId14"/>
    <p:sldId id="269" r:id="rId15"/>
    <p:sldId id="273" r:id="rId16"/>
    <p:sldId id="263" r:id="rId17"/>
    <p:sldId id="275" r:id="rId18"/>
    <p:sldId id="276" r:id="rId19"/>
    <p:sldId id="277" r:id="rId20"/>
    <p:sldId id="278" r:id="rId21"/>
    <p:sldId id="279" r:id="rId22"/>
    <p:sldId id="280" r:id="rId23"/>
    <p:sldId id="281" r:id="rId24"/>
    <p:sldId id="264"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7" d="100"/>
          <a:sy n="87" d="100"/>
        </p:scale>
        <p:origin x="-528" y="-82"/>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as Tuwani" userId="5d421215-a11f-4a6e-90ca-e8ac2213fab6" providerId="ADAL" clId="{72EE4B45-8693-4175-B264-CAD447F01A04}"/>
    <pc:docChg chg="modSld">
      <pc:chgData name="Manas Tuwani" userId="5d421215-a11f-4a6e-90ca-e8ac2213fab6" providerId="ADAL" clId="{72EE4B45-8693-4175-B264-CAD447F01A04}" dt="2023-03-03T14:23:01.722" v="7" actId="113"/>
      <pc:docMkLst>
        <pc:docMk/>
      </pc:docMkLst>
      <pc:sldChg chg="modSp mod">
        <pc:chgData name="Manas Tuwani" userId="5d421215-a11f-4a6e-90ca-e8ac2213fab6" providerId="ADAL" clId="{72EE4B45-8693-4175-B264-CAD447F01A04}" dt="2023-03-01T14:07:19.482" v="6" actId="20577"/>
        <pc:sldMkLst>
          <pc:docMk/>
          <pc:sldMk cId="1584456172" sldId="260"/>
        </pc:sldMkLst>
        <pc:spChg chg="mod">
          <ac:chgData name="Manas Tuwani" userId="5d421215-a11f-4a6e-90ca-e8ac2213fab6" providerId="ADAL" clId="{72EE4B45-8693-4175-B264-CAD447F01A04}" dt="2023-03-01T14:07:19.482" v="6" actId="20577"/>
          <ac:spMkLst>
            <pc:docMk/>
            <pc:sldMk cId="1584456172" sldId="260"/>
            <ac:spMk id="3" creationId="{B68D5D20-5EA5-EE61-E3DF-C75B59F28FC5}"/>
          </ac:spMkLst>
        </pc:spChg>
      </pc:sldChg>
      <pc:sldChg chg="modSp mod">
        <pc:chgData name="Manas Tuwani" userId="5d421215-a11f-4a6e-90ca-e8ac2213fab6" providerId="ADAL" clId="{72EE4B45-8693-4175-B264-CAD447F01A04}" dt="2023-03-03T14:23:01.722" v="7" actId="113"/>
        <pc:sldMkLst>
          <pc:docMk/>
          <pc:sldMk cId="3751313724" sldId="277"/>
        </pc:sldMkLst>
        <pc:spChg chg="mod">
          <ac:chgData name="Manas Tuwani" userId="5d421215-a11f-4a6e-90ca-e8ac2213fab6" providerId="ADAL" clId="{72EE4B45-8693-4175-B264-CAD447F01A04}" dt="2023-03-03T14:23:01.722" v="7" actId="113"/>
          <ac:spMkLst>
            <pc:docMk/>
            <pc:sldMk cId="3751313724" sldId="277"/>
            <ac:spMk id="3" creationId="{A02EDABE-B8C8-6830-95F0-0AF219CF000C}"/>
          </ac:spMkLst>
        </pc:spChg>
      </pc:sldChg>
    </pc:docChg>
  </pc:docChgLst>
  <pc:docChgLst>
    <pc:chgData name="Manas Tuwani" userId="5d421215-a11f-4a6e-90ca-e8ac2213fab6" providerId="ADAL" clId="{1D71B305-AEA2-4657-B521-3A9B0C2C4AC8}"/>
    <pc:docChg chg="undo redo custSel addSld delSld modSld sldOrd">
      <pc:chgData name="Manas Tuwani" userId="5d421215-a11f-4a6e-90ca-e8ac2213fab6" providerId="ADAL" clId="{1D71B305-AEA2-4657-B521-3A9B0C2C4AC8}" dt="2022-12-23T14:12:11.563" v="699" actId="20577"/>
      <pc:docMkLst>
        <pc:docMk/>
      </pc:docMkLst>
      <pc:sldChg chg="delSp add ord setBg delDesignElem">
        <pc:chgData name="Manas Tuwani" userId="5d421215-a11f-4a6e-90ca-e8ac2213fab6" providerId="ADAL" clId="{1D71B305-AEA2-4657-B521-3A9B0C2C4AC8}" dt="2022-12-22T11:58:10.333" v="572"/>
        <pc:sldMkLst>
          <pc:docMk/>
          <pc:sldMk cId="1610766059" sldId="256"/>
        </pc:sldMkLst>
        <pc:spChg chg="del">
          <ac:chgData name="Manas Tuwani" userId="5d421215-a11f-4a6e-90ca-e8ac2213fab6" providerId="ADAL" clId="{1D71B305-AEA2-4657-B521-3A9B0C2C4AC8}" dt="2022-12-22T11:58:07.897" v="570"/>
          <ac:spMkLst>
            <pc:docMk/>
            <pc:sldMk cId="1610766059" sldId="256"/>
            <ac:spMk id="18" creationId="{42A4FC2C-047E-45A5-965D-8E1E3BF09BC6}"/>
          </ac:spMkLst>
        </pc:spChg>
      </pc:sldChg>
      <pc:sldChg chg="del">
        <pc:chgData name="Manas Tuwani" userId="5d421215-a11f-4a6e-90ca-e8ac2213fab6" providerId="ADAL" clId="{1D71B305-AEA2-4657-B521-3A9B0C2C4AC8}" dt="2022-12-18T13:13:07.261" v="138" actId="47"/>
        <pc:sldMkLst>
          <pc:docMk/>
          <pc:sldMk cId="2507873902" sldId="256"/>
        </pc:sldMkLst>
      </pc:sldChg>
      <pc:sldChg chg="addSp delSp modSp new mod setBg">
        <pc:chgData name="Manas Tuwani" userId="5d421215-a11f-4a6e-90ca-e8ac2213fab6" providerId="ADAL" clId="{1D71B305-AEA2-4657-B521-3A9B0C2C4AC8}" dt="2022-12-22T11:34:00.941" v="536" actId="26606"/>
        <pc:sldMkLst>
          <pc:docMk/>
          <pc:sldMk cId="1584456172" sldId="260"/>
        </pc:sldMkLst>
        <pc:spChg chg="mod">
          <ac:chgData name="Manas Tuwani" userId="5d421215-a11f-4a6e-90ca-e8ac2213fab6" providerId="ADAL" clId="{1D71B305-AEA2-4657-B521-3A9B0C2C4AC8}" dt="2022-12-22T11:34:00.941" v="536" actId="26606"/>
          <ac:spMkLst>
            <pc:docMk/>
            <pc:sldMk cId="1584456172" sldId="260"/>
            <ac:spMk id="2" creationId="{8F2C4B1E-3760-0DF7-7B84-5389293CE297}"/>
          </ac:spMkLst>
        </pc:spChg>
        <pc:spChg chg="mod">
          <ac:chgData name="Manas Tuwani" userId="5d421215-a11f-4a6e-90ca-e8ac2213fab6" providerId="ADAL" clId="{1D71B305-AEA2-4657-B521-3A9B0C2C4AC8}" dt="2022-12-22T11:34:00.941" v="536" actId="26606"/>
          <ac:spMkLst>
            <pc:docMk/>
            <pc:sldMk cId="1584456172" sldId="260"/>
            <ac:spMk id="3" creationId="{B68D5D20-5EA5-EE61-E3DF-C75B59F28FC5}"/>
          </ac:spMkLst>
        </pc:spChg>
        <pc:spChg chg="add del">
          <ac:chgData name="Manas Tuwani" userId="5d421215-a11f-4a6e-90ca-e8ac2213fab6" providerId="ADAL" clId="{1D71B305-AEA2-4657-B521-3A9B0C2C4AC8}" dt="2022-12-22T11:34:00.941" v="536" actId="26606"/>
          <ac:spMkLst>
            <pc:docMk/>
            <pc:sldMk cId="1584456172" sldId="260"/>
            <ac:spMk id="8" creationId="{100EDD19-6802-4EC3-95CE-CFFAB042CFD6}"/>
          </ac:spMkLst>
        </pc:spChg>
        <pc:spChg chg="add del">
          <ac:chgData name="Manas Tuwani" userId="5d421215-a11f-4a6e-90ca-e8ac2213fab6" providerId="ADAL" clId="{1D71B305-AEA2-4657-B521-3A9B0C2C4AC8}" dt="2022-12-22T11:34:00.941" v="536" actId="26606"/>
          <ac:spMkLst>
            <pc:docMk/>
            <pc:sldMk cId="1584456172" sldId="260"/>
            <ac:spMk id="10" creationId="{DB17E863-922E-4C26-BD64-E8FD41D28661}"/>
          </ac:spMkLst>
        </pc:spChg>
      </pc:sldChg>
      <pc:sldChg chg="addSp delSp modSp new del mod setBg">
        <pc:chgData name="Manas Tuwani" userId="5d421215-a11f-4a6e-90ca-e8ac2213fab6" providerId="ADAL" clId="{1D71B305-AEA2-4657-B521-3A9B0C2C4AC8}" dt="2022-12-22T11:39:31.983" v="568" actId="47"/>
        <pc:sldMkLst>
          <pc:docMk/>
          <pc:sldMk cId="3998081140" sldId="261"/>
        </pc:sldMkLst>
        <pc:spChg chg="mod">
          <ac:chgData name="Manas Tuwani" userId="5d421215-a11f-4a6e-90ca-e8ac2213fab6" providerId="ADAL" clId="{1D71B305-AEA2-4657-B521-3A9B0C2C4AC8}" dt="2022-12-22T11:36:41.697" v="547" actId="26606"/>
          <ac:spMkLst>
            <pc:docMk/>
            <pc:sldMk cId="3998081140" sldId="261"/>
            <ac:spMk id="2" creationId="{AE08AC6C-460B-64DC-165F-390371A4DE20}"/>
          </ac:spMkLst>
        </pc:spChg>
        <pc:spChg chg="mod">
          <ac:chgData name="Manas Tuwani" userId="5d421215-a11f-4a6e-90ca-e8ac2213fab6" providerId="ADAL" clId="{1D71B305-AEA2-4657-B521-3A9B0C2C4AC8}" dt="2022-12-22T11:36:41.697" v="547" actId="26606"/>
          <ac:spMkLst>
            <pc:docMk/>
            <pc:sldMk cId="3998081140" sldId="261"/>
            <ac:spMk id="3" creationId="{ED8F53B5-C3CF-E62E-2F19-6B8354988DBA}"/>
          </ac:spMkLst>
        </pc:spChg>
        <pc:spChg chg="add del">
          <ac:chgData name="Manas Tuwani" userId="5d421215-a11f-4a6e-90ca-e8ac2213fab6" providerId="ADAL" clId="{1D71B305-AEA2-4657-B521-3A9B0C2C4AC8}" dt="2022-12-18T10:36:30.799" v="63" actId="26606"/>
          <ac:spMkLst>
            <pc:docMk/>
            <pc:sldMk cId="3998081140" sldId="261"/>
            <ac:spMk id="8" creationId="{70DFC902-7D23-471A-B557-B6B6917D7A0D}"/>
          </ac:spMkLst>
        </pc:spChg>
        <pc:spChg chg="add del">
          <ac:chgData name="Manas Tuwani" userId="5d421215-a11f-4a6e-90ca-e8ac2213fab6" providerId="ADAL" clId="{1D71B305-AEA2-4657-B521-3A9B0C2C4AC8}" dt="2022-12-18T10:36:30.799" v="63" actId="26606"/>
          <ac:spMkLst>
            <pc:docMk/>
            <pc:sldMk cId="3998081140" sldId="261"/>
            <ac:spMk id="10" creationId="{A55D5633-D557-4DCA-982C-FF36EB7A1C00}"/>
          </ac:spMkLst>
        </pc:spChg>
        <pc:spChg chg="add del">
          <ac:chgData name="Manas Tuwani" userId="5d421215-a11f-4a6e-90ca-e8ac2213fab6" providerId="ADAL" clId="{1D71B305-AEA2-4657-B521-3A9B0C2C4AC8}" dt="2022-12-18T10:36:30.799" v="63" actId="26606"/>
          <ac:spMkLst>
            <pc:docMk/>
            <pc:sldMk cId="3998081140" sldId="261"/>
            <ac:spMk id="12" creationId="{450D3AD2-FA80-415F-A9CE-54D884561CD7}"/>
          </ac:spMkLst>
        </pc:spChg>
        <pc:spChg chg="add del">
          <ac:chgData name="Manas Tuwani" userId="5d421215-a11f-4a6e-90ca-e8ac2213fab6" providerId="ADAL" clId="{1D71B305-AEA2-4657-B521-3A9B0C2C4AC8}" dt="2022-12-18T10:36:38.569" v="65" actId="26606"/>
          <ac:spMkLst>
            <pc:docMk/>
            <pc:sldMk cId="3998081140" sldId="261"/>
            <ac:spMk id="14" creationId="{472E3A19-F5D5-48FC-BB9C-48C2F68F598B}"/>
          </ac:spMkLst>
        </pc:spChg>
        <pc:spChg chg="add del">
          <ac:chgData name="Manas Tuwani" userId="5d421215-a11f-4a6e-90ca-e8ac2213fab6" providerId="ADAL" clId="{1D71B305-AEA2-4657-B521-3A9B0C2C4AC8}" dt="2022-12-18T10:36:38.569" v="65" actId="26606"/>
          <ac:spMkLst>
            <pc:docMk/>
            <pc:sldMk cId="3998081140" sldId="261"/>
            <ac:spMk id="15" creationId="{827B839B-9ADE-406B-8590-F1CAEDED45A1}"/>
          </ac:spMkLst>
        </pc:spChg>
        <pc:spChg chg="add del">
          <ac:chgData name="Manas Tuwani" userId="5d421215-a11f-4a6e-90ca-e8ac2213fab6" providerId="ADAL" clId="{1D71B305-AEA2-4657-B521-3A9B0C2C4AC8}" dt="2022-12-18T10:36:38.569" v="65" actId="26606"/>
          <ac:spMkLst>
            <pc:docMk/>
            <pc:sldMk cId="3998081140" sldId="261"/>
            <ac:spMk id="16" creationId="{7A62E32F-BB65-43A8-8EB5-92346890E549}"/>
          </ac:spMkLst>
        </pc:spChg>
        <pc:spChg chg="add del">
          <ac:chgData name="Manas Tuwani" userId="5d421215-a11f-4a6e-90ca-e8ac2213fab6" providerId="ADAL" clId="{1D71B305-AEA2-4657-B521-3A9B0C2C4AC8}" dt="2022-12-18T10:36:38.569" v="65" actId="26606"/>
          <ac:spMkLst>
            <pc:docMk/>
            <pc:sldMk cId="3998081140" sldId="261"/>
            <ac:spMk id="17" creationId="{CFE45BF0-46DB-408C-B5F7-7B11716805D4}"/>
          </ac:spMkLst>
        </pc:spChg>
        <pc:spChg chg="add del">
          <ac:chgData name="Manas Tuwani" userId="5d421215-a11f-4a6e-90ca-e8ac2213fab6" providerId="ADAL" clId="{1D71B305-AEA2-4657-B521-3A9B0C2C4AC8}" dt="2022-12-18T10:36:38.569" v="65" actId="26606"/>
          <ac:spMkLst>
            <pc:docMk/>
            <pc:sldMk cId="3998081140" sldId="261"/>
            <ac:spMk id="18" creationId="{14E91B64-9FCC-451E-AFB4-A827D6329367}"/>
          </ac:spMkLst>
        </pc:spChg>
        <pc:spChg chg="add del">
          <ac:chgData name="Manas Tuwani" userId="5d421215-a11f-4a6e-90ca-e8ac2213fab6" providerId="ADAL" clId="{1D71B305-AEA2-4657-B521-3A9B0C2C4AC8}" dt="2022-12-18T10:36:38.569" v="65" actId="26606"/>
          <ac:spMkLst>
            <pc:docMk/>
            <pc:sldMk cId="3998081140" sldId="261"/>
            <ac:spMk id="19" creationId="{2AEBC8F2-97B1-41B4-93F1-2D289E197FBA}"/>
          </ac:spMkLst>
        </pc:spChg>
        <pc:spChg chg="add del">
          <ac:chgData name="Manas Tuwani" userId="5d421215-a11f-4a6e-90ca-e8ac2213fab6" providerId="ADAL" clId="{1D71B305-AEA2-4657-B521-3A9B0C2C4AC8}" dt="2022-12-22T11:36:41.697" v="547" actId="26606"/>
          <ac:spMkLst>
            <pc:docMk/>
            <pc:sldMk cId="3998081140" sldId="261"/>
            <ac:spMk id="21" creationId="{1B15ED52-F352-441B-82BF-E0EA34836D08}"/>
          </ac:spMkLst>
        </pc:spChg>
        <pc:spChg chg="add del">
          <ac:chgData name="Manas Tuwani" userId="5d421215-a11f-4a6e-90ca-e8ac2213fab6" providerId="ADAL" clId="{1D71B305-AEA2-4657-B521-3A9B0C2C4AC8}" dt="2022-12-22T11:36:41.697" v="547" actId="26606"/>
          <ac:spMkLst>
            <pc:docMk/>
            <pc:sldMk cId="3998081140" sldId="261"/>
            <ac:spMk id="22" creationId="{3B2E3793-BFE6-45A2-9B7B-E18844431C99}"/>
          </ac:spMkLst>
        </pc:spChg>
        <pc:spChg chg="add del">
          <ac:chgData name="Manas Tuwani" userId="5d421215-a11f-4a6e-90ca-e8ac2213fab6" providerId="ADAL" clId="{1D71B305-AEA2-4657-B521-3A9B0C2C4AC8}" dt="2022-12-22T11:36:41.697" v="547" actId="26606"/>
          <ac:spMkLst>
            <pc:docMk/>
            <pc:sldMk cId="3998081140" sldId="261"/>
            <ac:spMk id="23" creationId="{BC4C4868-CB8F-4AF9-9CDB-8108F2C19B67}"/>
          </ac:spMkLst>
        </pc:spChg>
        <pc:spChg chg="add del">
          <ac:chgData name="Manas Tuwani" userId="5d421215-a11f-4a6e-90ca-e8ac2213fab6" providerId="ADAL" clId="{1D71B305-AEA2-4657-B521-3A9B0C2C4AC8}" dt="2022-12-22T11:36:41.697" v="547" actId="26606"/>
          <ac:spMkLst>
            <pc:docMk/>
            <pc:sldMk cId="3998081140" sldId="261"/>
            <ac:spMk id="24" creationId="{375E0459-6403-40CD-989D-56A4407CA12E}"/>
          </ac:spMkLst>
        </pc:spChg>
        <pc:spChg chg="add del">
          <ac:chgData name="Manas Tuwani" userId="5d421215-a11f-4a6e-90ca-e8ac2213fab6" providerId="ADAL" clId="{1D71B305-AEA2-4657-B521-3A9B0C2C4AC8}" dt="2022-12-22T11:36:41.697" v="547" actId="26606"/>
          <ac:spMkLst>
            <pc:docMk/>
            <pc:sldMk cId="3998081140" sldId="261"/>
            <ac:spMk id="25" creationId="{53E5B1A8-3AC9-4BD1-9BBC-78CA94F2D1BA}"/>
          </ac:spMkLst>
        </pc:spChg>
        <pc:spChg chg="add">
          <ac:chgData name="Manas Tuwani" userId="5d421215-a11f-4a6e-90ca-e8ac2213fab6" providerId="ADAL" clId="{1D71B305-AEA2-4657-B521-3A9B0C2C4AC8}" dt="2022-12-22T11:36:41.697" v="547" actId="26606"/>
          <ac:spMkLst>
            <pc:docMk/>
            <pc:sldMk cId="3998081140" sldId="261"/>
            <ac:spMk id="30" creationId="{DAF1966E-FD40-4A4A-B61B-C4DF7FA05F06}"/>
          </ac:spMkLst>
        </pc:spChg>
        <pc:spChg chg="add">
          <ac:chgData name="Manas Tuwani" userId="5d421215-a11f-4a6e-90ca-e8ac2213fab6" providerId="ADAL" clId="{1D71B305-AEA2-4657-B521-3A9B0C2C4AC8}" dt="2022-12-22T11:36:41.697" v="547" actId="26606"/>
          <ac:spMkLst>
            <pc:docMk/>
            <pc:sldMk cId="3998081140" sldId="261"/>
            <ac:spMk id="32" creationId="{047BFA19-D45E-416B-A404-7AF2F3F27017}"/>
          </ac:spMkLst>
        </pc:spChg>
        <pc:spChg chg="add">
          <ac:chgData name="Manas Tuwani" userId="5d421215-a11f-4a6e-90ca-e8ac2213fab6" providerId="ADAL" clId="{1D71B305-AEA2-4657-B521-3A9B0C2C4AC8}" dt="2022-12-22T11:36:41.697" v="547" actId="26606"/>
          <ac:spMkLst>
            <pc:docMk/>
            <pc:sldMk cId="3998081140" sldId="261"/>
            <ac:spMk id="34" creationId="{8E0105E7-23DB-4CF2-8258-FF47C7620F6E}"/>
          </ac:spMkLst>
        </pc:spChg>
        <pc:spChg chg="add">
          <ac:chgData name="Manas Tuwani" userId="5d421215-a11f-4a6e-90ca-e8ac2213fab6" providerId="ADAL" clId="{1D71B305-AEA2-4657-B521-3A9B0C2C4AC8}" dt="2022-12-22T11:36:41.697" v="547" actId="26606"/>
          <ac:spMkLst>
            <pc:docMk/>
            <pc:sldMk cId="3998081140" sldId="261"/>
            <ac:spMk id="36" creationId="{074B4F7D-14B2-478B-8BF5-01E4E0C5D263}"/>
          </ac:spMkLst>
        </pc:spChg>
      </pc:sldChg>
      <pc:sldChg chg="modSp new mod">
        <pc:chgData name="Manas Tuwani" userId="5d421215-a11f-4a6e-90ca-e8ac2213fab6" providerId="ADAL" clId="{1D71B305-AEA2-4657-B521-3A9B0C2C4AC8}" dt="2022-12-18T11:04:15.631" v="111" actId="20577"/>
        <pc:sldMkLst>
          <pc:docMk/>
          <pc:sldMk cId="4176847744" sldId="262"/>
        </pc:sldMkLst>
        <pc:spChg chg="mod">
          <ac:chgData name="Manas Tuwani" userId="5d421215-a11f-4a6e-90ca-e8ac2213fab6" providerId="ADAL" clId="{1D71B305-AEA2-4657-B521-3A9B0C2C4AC8}" dt="2022-12-18T11:04:15.631" v="111" actId="20577"/>
          <ac:spMkLst>
            <pc:docMk/>
            <pc:sldMk cId="4176847744" sldId="262"/>
            <ac:spMk id="2" creationId="{7D2E4BA6-D82F-41F9-D91B-02B3B5F91072}"/>
          </ac:spMkLst>
        </pc:spChg>
        <pc:spChg chg="mod">
          <ac:chgData name="Manas Tuwani" userId="5d421215-a11f-4a6e-90ca-e8ac2213fab6" providerId="ADAL" clId="{1D71B305-AEA2-4657-B521-3A9B0C2C4AC8}" dt="2022-12-18T11:03:41.750" v="107" actId="20577"/>
          <ac:spMkLst>
            <pc:docMk/>
            <pc:sldMk cId="4176847744" sldId="262"/>
            <ac:spMk id="3" creationId="{8F56D1F7-0857-9A0E-DB3F-8E9C267B6174}"/>
          </ac:spMkLst>
        </pc:spChg>
      </pc:sldChg>
      <pc:sldChg chg="modSp new mod">
        <pc:chgData name="Manas Tuwani" userId="5d421215-a11f-4a6e-90ca-e8ac2213fab6" providerId="ADAL" clId="{1D71B305-AEA2-4657-B521-3A9B0C2C4AC8}" dt="2022-12-23T11:34:25.885" v="677" actId="20577"/>
        <pc:sldMkLst>
          <pc:docMk/>
          <pc:sldMk cId="3220854020" sldId="263"/>
        </pc:sldMkLst>
        <pc:spChg chg="mod">
          <ac:chgData name="Manas Tuwani" userId="5d421215-a11f-4a6e-90ca-e8ac2213fab6" providerId="ADAL" clId="{1D71B305-AEA2-4657-B521-3A9B0C2C4AC8}" dt="2022-12-18T13:09:42.255" v="114" actId="255"/>
          <ac:spMkLst>
            <pc:docMk/>
            <pc:sldMk cId="3220854020" sldId="263"/>
            <ac:spMk id="2" creationId="{CD453065-FB66-15CD-A458-0B0D4906B515}"/>
          </ac:spMkLst>
        </pc:spChg>
        <pc:spChg chg="mod">
          <ac:chgData name="Manas Tuwani" userId="5d421215-a11f-4a6e-90ca-e8ac2213fab6" providerId="ADAL" clId="{1D71B305-AEA2-4657-B521-3A9B0C2C4AC8}" dt="2022-12-23T11:34:25.885" v="677" actId="20577"/>
          <ac:spMkLst>
            <pc:docMk/>
            <pc:sldMk cId="3220854020" sldId="263"/>
            <ac:spMk id="3" creationId="{BA762609-81B5-901C-A3D6-9AF03CF6853F}"/>
          </ac:spMkLst>
        </pc:spChg>
      </pc:sldChg>
      <pc:sldChg chg="modSp new mod">
        <pc:chgData name="Manas Tuwani" userId="5d421215-a11f-4a6e-90ca-e8ac2213fab6" providerId="ADAL" clId="{1D71B305-AEA2-4657-B521-3A9B0C2C4AC8}" dt="2022-12-18T13:11:50.484" v="137" actId="14100"/>
        <pc:sldMkLst>
          <pc:docMk/>
          <pc:sldMk cId="1847185243" sldId="264"/>
        </pc:sldMkLst>
        <pc:spChg chg="mod">
          <ac:chgData name="Manas Tuwani" userId="5d421215-a11f-4a6e-90ca-e8ac2213fab6" providerId="ADAL" clId="{1D71B305-AEA2-4657-B521-3A9B0C2C4AC8}" dt="2022-12-18T13:11:32.603" v="131" actId="113"/>
          <ac:spMkLst>
            <pc:docMk/>
            <pc:sldMk cId="1847185243" sldId="264"/>
            <ac:spMk id="2" creationId="{541AB413-3576-267C-CA14-677C3DF1B3EC}"/>
          </ac:spMkLst>
        </pc:spChg>
        <pc:spChg chg="mod">
          <ac:chgData name="Manas Tuwani" userId="5d421215-a11f-4a6e-90ca-e8ac2213fab6" providerId="ADAL" clId="{1D71B305-AEA2-4657-B521-3A9B0C2C4AC8}" dt="2022-12-18T13:11:50.484" v="137" actId="14100"/>
          <ac:spMkLst>
            <pc:docMk/>
            <pc:sldMk cId="1847185243" sldId="264"/>
            <ac:spMk id="3" creationId="{17B68218-676C-F042-FB85-3C2C010E4007}"/>
          </ac:spMkLst>
        </pc:spChg>
      </pc:sldChg>
      <pc:sldChg chg="addSp delSp modSp new mod">
        <pc:chgData name="Manas Tuwani" userId="5d421215-a11f-4a6e-90ca-e8ac2213fab6" providerId="ADAL" clId="{1D71B305-AEA2-4657-B521-3A9B0C2C4AC8}" dt="2022-12-22T11:39:10.217" v="567" actId="14100"/>
        <pc:sldMkLst>
          <pc:docMk/>
          <pc:sldMk cId="267093711" sldId="265"/>
        </pc:sldMkLst>
        <pc:spChg chg="del">
          <ac:chgData name="Manas Tuwani" userId="5d421215-a11f-4a6e-90ca-e8ac2213fab6" providerId="ADAL" clId="{1D71B305-AEA2-4657-B521-3A9B0C2C4AC8}" dt="2022-12-22T08:18:25.557" v="166" actId="478"/>
          <ac:spMkLst>
            <pc:docMk/>
            <pc:sldMk cId="267093711" sldId="265"/>
            <ac:spMk id="2" creationId="{0D3D20A6-45D5-771E-6F51-BDB197F53C2B}"/>
          </ac:spMkLst>
        </pc:spChg>
        <pc:spChg chg="mod">
          <ac:chgData name="Manas Tuwani" userId="5d421215-a11f-4a6e-90ca-e8ac2213fab6" providerId="ADAL" clId="{1D71B305-AEA2-4657-B521-3A9B0C2C4AC8}" dt="2022-12-22T11:38:55.993" v="563" actId="27636"/>
          <ac:spMkLst>
            <pc:docMk/>
            <pc:sldMk cId="267093711" sldId="265"/>
            <ac:spMk id="3" creationId="{32EFD0DD-7C46-F5A5-4532-503AD262F4CA}"/>
          </ac:spMkLst>
        </pc:spChg>
        <pc:spChg chg="add mod">
          <ac:chgData name="Manas Tuwani" userId="5d421215-a11f-4a6e-90ca-e8ac2213fab6" providerId="ADAL" clId="{1D71B305-AEA2-4657-B521-3A9B0C2C4AC8}" dt="2022-12-22T11:39:10.217" v="567" actId="14100"/>
          <ac:spMkLst>
            <pc:docMk/>
            <pc:sldMk cId="267093711" sldId="265"/>
            <ac:spMk id="4" creationId="{A852E04C-2F23-2E4B-4594-D975847BD3BB}"/>
          </ac:spMkLst>
        </pc:spChg>
      </pc:sldChg>
      <pc:sldChg chg="addSp modSp new mod setBg">
        <pc:chgData name="Manas Tuwani" userId="5d421215-a11f-4a6e-90ca-e8ac2213fab6" providerId="ADAL" clId="{1D71B305-AEA2-4657-B521-3A9B0C2C4AC8}" dt="2022-12-22T11:34:26.553" v="537" actId="26606"/>
        <pc:sldMkLst>
          <pc:docMk/>
          <pc:sldMk cId="3059630813" sldId="266"/>
        </pc:sldMkLst>
        <pc:spChg chg="mod">
          <ac:chgData name="Manas Tuwani" userId="5d421215-a11f-4a6e-90ca-e8ac2213fab6" providerId="ADAL" clId="{1D71B305-AEA2-4657-B521-3A9B0C2C4AC8}" dt="2022-12-22T11:34:26.553" v="537" actId="26606"/>
          <ac:spMkLst>
            <pc:docMk/>
            <pc:sldMk cId="3059630813" sldId="266"/>
            <ac:spMk id="2" creationId="{73527BC8-BDF8-1DA4-94DF-1A0E849CCDB2}"/>
          </ac:spMkLst>
        </pc:spChg>
        <pc:spChg chg="mod">
          <ac:chgData name="Manas Tuwani" userId="5d421215-a11f-4a6e-90ca-e8ac2213fab6" providerId="ADAL" clId="{1D71B305-AEA2-4657-B521-3A9B0C2C4AC8}" dt="2022-12-22T11:34:26.553" v="537" actId="26606"/>
          <ac:spMkLst>
            <pc:docMk/>
            <pc:sldMk cId="3059630813" sldId="266"/>
            <ac:spMk id="3" creationId="{0C3E25EE-482A-C19A-5077-393CB1821CBF}"/>
          </ac:spMkLst>
        </pc:spChg>
        <pc:spChg chg="add">
          <ac:chgData name="Manas Tuwani" userId="5d421215-a11f-4a6e-90ca-e8ac2213fab6" providerId="ADAL" clId="{1D71B305-AEA2-4657-B521-3A9B0C2C4AC8}" dt="2022-12-22T11:34:26.553" v="537" actId="26606"/>
          <ac:spMkLst>
            <pc:docMk/>
            <pc:sldMk cId="3059630813" sldId="266"/>
            <ac:spMk id="8" creationId="{DAF1966E-FD40-4A4A-B61B-C4DF7FA05F06}"/>
          </ac:spMkLst>
        </pc:spChg>
        <pc:spChg chg="add">
          <ac:chgData name="Manas Tuwani" userId="5d421215-a11f-4a6e-90ca-e8ac2213fab6" providerId="ADAL" clId="{1D71B305-AEA2-4657-B521-3A9B0C2C4AC8}" dt="2022-12-22T11:34:26.553" v="537" actId="26606"/>
          <ac:spMkLst>
            <pc:docMk/>
            <pc:sldMk cId="3059630813" sldId="266"/>
            <ac:spMk id="10" creationId="{047BFA19-D45E-416B-A404-7AF2F3F27017}"/>
          </ac:spMkLst>
        </pc:spChg>
        <pc:spChg chg="add">
          <ac:chgData name="Manas Tuwani" userId="5d421215-a11f-4a6e-90ca-e8ac2213fab6" providerId="ADAL" clId="{1D71B305-AEA2-4657-B521-3A9B0C2C4AC8}" dt="2022-12-22T11:34:26.553" v="537" actId="26606"/>
          <ac:spMkLst>
            <pc:docMk/>
            <pc:sldMk cId="3059630813" sldId="266"/>
            <ac:spMk id="12" creationId="{8E0105E7-23DB-4CF2-8258-FF47C7620F6E}"/>
          </ac:spMkLst>
        </pc:spChg>
        <pc:spChg chg="add">
          <ac:chgData name="Manas Tuwani" userId="5d421215-a11f-4a6e-90ca-e8ac2213fab6" providerId="ADAL" clId="{1D71B305-AEA2-4657-B521-3A9B0C2C4AC8}" dt="2022-12-22T11:34:26.553" v="537" actId="26606"/>
          <ac:spMkLst>
            <pc:docMk/>
            <pc:sldMk cId="3059630813" sldId="266"/>
            <ac:spMk id="14" creationId="{074B4F7D-14B2-478B-8BF5-01E4E0C5D263}"/>
          </ac:spMkLst>
        </pc:spChg>
      </pc:sldChg>
      <pc:sldChg chg="addSp delSp modSp new mod setBg">
        <pc:chgData name="Manas Tuwani" userId="5d421215-a11f-4a6e-90ca-e8ac2213fab6" providerId="ADAL" clId="{1D71B305-AEA2-4657-B521-3A9B0C2C4AC8}" dt="2022-12-22T11:35:47.165" v="541" actId="26606"/>
        <pc:sldMkLst>
          <pc:docMk/>
          <pc:sldMk cId="1519085430" sldId="267"/>
        </pc:sldMkLst>
        <pc:spChg chg="mod">
          <ac:chgData name="Manas Tuwani" userId="5d421215-a11f-4a6e-90ca-e8ac2213fab6" providerId="ADAL" clId="{1D71B305-AEA2-4657-B521-3A9B0C2C4AC8}" dt="2022-12-22T11:35:47.165" v="541" actId="26606"/>
          <ac:spMkLst>
            <pc:docMk/>
            <pc:sldMk cId="1519085430" sldId="267"/>
            <ac:spMk id="2" creationId="{7EDC0B8B-D776-90DD-21CC-149E95B7C89F}"/>
          </ac:spMkLst>
        </pc:spChg>
        <pc:spChg chg="mod">
          <ac:chgData name="Manas Tuwani" userId="5d421215-a11f-4a6e-90ca-e8ac2213fab6" providerId="ADAL" clId="{1D71B305-AEA2-4657-B521-3A9B0C2C4AC8}" dt="2022-12-22T11:35:47.165" v="541" actId="26606"/>
          <ac:spMkLst>
            <pc:docMk/>
            <pc:sldMk cId="1519085430" sldId="267"/>
            <ac:spMk id="3" creationId="{7EA1E6A5-604E-ECCA-CDE2-198C9B3FB7C4}"/>
          </ac:spMkLst>
        </pc:spChg>
        <pc:spChg chg="add del">
          <ac:chgData name="Manas Tuwani" userId="5d421215-a11f-4a6e-90ca-e8ac2213fab6" providerId="ADAL" clId="{1D71B305-AEA2-4657-B521-3A9B0C2C4AC8}" dt="2022-12-22T11:35:47.165" v="541" actId="26606"/>
          <ac:spMkLst>
            <pc:docMk/>
            <pc:sldMk cId="1519085430" sldId="267"/>
            <ac:spMk id="8" creationId="{100EDD19-6802-4EC3-95CE-CFFAB042CFD6}"/>
          </ac:spMkLst>
        </pc:spChg>
        <pc:spChg chg="add del">
          <ac:chgData name="Manas Tuwani" userId="5d421215-a11f-4a6e-90ca-e8ac2213fab6" providerId="ADAL" clId="{1D71B305-AEA2-4657-B521-3A9B0C2C4AC8}" dt="2022-12-22T11:35:47.165" v="541" actId="26606"/>
          <ac:spMkLst>
            <pc:docMk/>
            <pc:sldMk cId="1519085430" sldId="267"/>
            <ac:spMk id="10" creationId="{DB17E863-922E-4C26-BD64-E8FD41D28661}"/>
          </ac:spMkLst>
        </pc:spChg>
        <pc:spChg chg="add del">
          <ac:chgData name="Manas Tuwani" userId="5d421215-a11f-4a6e-90ca-e8ac2213fab6" providerId="ADAL" clId="{1D71B305-AEA2-4657-B521-3A9B0C2C4AC8}" dt="2022-12-22T11:35:47.159" v="540" actId="26606"/>
          <ac:spMkLst>
            <pc:docMk/>
            <pc:sldMk cId="1519085430" sldId="267"/>
            <ac:spMk id="15" creationId="{AC17DE74-01C9-4859-B65A-85CF999E8580}"/>
          </ac:spMkLst>
        </pc:spChg>
        <pc:spChg chg="add del">
          <ac:chgData name="Manas Tuwani" userId="5d421215-a11f-4a6e-90ca-e8ac2213fab6" providerId="ADAL" clId="{1D71B305-AEA2-4657-B521-3A9B0C2C4AC8}" dt="2022-12-22T11:35:47.159" v="540" actId="26606"/>
          <ac:spMkLst>
            <pc:docMk/>
            <pc:sldMk cId="1519085430" sldId="267"/>
            <ac:spMk id="17" creationId="{068C0432-0E90-4CC1-8CD3-D44A90DF07EF}"/>
          </ac:spMkLst>
        </pc:spChg>
        <pc:spChg chg="add">
          <ac:chgData name="Manas Tuwani" userId="5d421215-a11f-4a6e-90ca-e8ac2213fab6" providerId="ADAL" clId="{1D71B305-AEA2-4657-B521-3A9B0C2C4AC8}" dt="2022-12-22T11:35:47.165" v="541" actId="26606"/>
          <ac:spMkLst>
            <pc:docMk/>
            <pc:sldMk cId="1519085430" sldId="267"/>
            <ac:spMk id="19" creationId="{5CF0135B-EAB8-4CA0-896C-2D897ECD28BC}"/>
          </ac:spMkLst>
        </pc:spChg>
        <pc:spChg chg="add">
          <ac:chgData name="Manas Tuwani" userId="5d421215-a11f-4a6e-90ca-e8ac2213fab6" providerId="ADAL" clId="{1D71B305-AEA2-4657-B521-3A9B0C2C4AC8}" dt="2022-12-22T11:35:47.165" v="541" actId="26606"/>
          <ac:spMkLst>
            <pc:docMk/>
            <pc:sldMk cId="1519085430" sldId="267"/>
            <ac:spMk id="20" creationId="{2029D5AD-8348-4446-B191-6A9B6FE03F21}"/>
          </ac:spMkLst>
        </pc:spChg>
        <pc:spChg chg="add">
          <ac:chgData name="Manas Tuwani" userId="5d421215-a11f-4a6e-90ca-e8ac2213fab6" providerId="ADAL" clId="{1D71B305-AEA2-4657-B521-3A9B0C2C4AC8}" dt="2022-12-22T11:35:47.165" v="541" actId="26606"/>
          <ac:spMkLst>
            <pc:docMk/>
            <pc:sldMk cId="1519085430" sldId="267"/>
            <ac:spMk id="21" creationId="{92C3387C-D24F-4737-8A37-1DC5CFF09CFA}"/>
          </ac:spMkLst>
        </pc:spChg>
        <pc:spChg chg="add">
          <ac:chgData name="Manas Tuwani" userId="5d421215-a11f-4a6e-90ca-e8ac2213fab6" providerId="ADAL" clId="{1D71B305-AEA2-4657-B521-3A9B0C2C4AC8}" dt="2022-12-22T11:35:47.165" v="541" actId="26606"/>
          <ac:spMkLst>
            <pc:docMk/>
            <pc:sldMk cId="1519085430" sldId="267"/>
            <ac:spMk id="22" creationId="{A3F395A2-2B64-4749-BD93-2F159C7E1FB5}"/>
          </ac:spMkLst>
        </pc:spChg>
      </pc:sldChg>
      <pc:sldChg chg="addSp modSp new mod setBg">
        <pc:chgData name="Manas Tuwani" userId="5d421215-a11f-4a6e-90ca-e8ac2213fab6" providerId="ADAL" clId="{1D71B305-AEA2-4657-B521-3A9B0C2C4AC8}" dt="2022-12-22T11:36:10.885" v="542" actId="26606"/>
        <pc:sldMkLst>
          <pc:docMk/>
          <pc:sldMk cId="773406872" sldId="268"/>
        </pc:sldMkLst>
        <pc:spChg chg="mod">
          <ac:chgData name="Manas Tuwani" userId="5d421215-a11f-4a6e-90ca-e8ac2213fab6" providerId="ADAL" clId="{1D71B305-AEA2-4657-B521-3A9B0C2C4AC8}" dt="2022-12-22T11:36:10.885" v="542" actId="26606"/>
          <ac:spMkLst>
            <pc:docMk/>
            <pc:sldMk cId="773406872" sldId="268"/>
            <ac:spMk id="2" creationId="{EDE8C919-4F2B-D195-23F7-515B39A171F5}"/>
          </ac:spMkLst>
        </pc:spChg>
        <pc:spChg chg="mod">
          <ac:chgData name="Manas Tuwani" userId="5d421215-a11f-4a6e-90ca-e8ac2213fab6" providerId="ADAL" clId="{1D71B305-AEA2-4657-B521-3A9B0C2C4AC8}" dt="2022-12-22T11:36:10.885" v="542" actId="26606"/>
          <ac:spMkLst>
            <pc:docMk/>
            <pc:sldMk cId="773406872" sldId="268"/>
            <ac:spMk id="3" creationId="{018C4CB3-D3F2-A7D9-B762-3B68C3BBD79C}"/>
          </ac:spMkLst>
        </pc:spChg>
        <pc:spChg chg="add">
          <ac:chgData name="Manas Tuwani" userId="5d421215-a11f-4a6e-90ca-e8ac2213fab6" providerId="ADAL" clId="{1D71B305-AEA2-4657-B521-3A9B0C2C4AC8}" dt="2022-12-22T11:36:10.885" v="542" actId="26606"/>
          <ac:spMkLst>
            <pc:docMk/>
            <pc:sldMk cId="773406872" sldId="268"/>
            <ac:spMk id="8" creationId="{DAF1966E-FD40-4A4A-B61B-C4DF7FA05F06}"/>
          </ac:spMkLst>
        </pc:spChg>
        <pc:spChg chg="add">
          <ac:chgData name="Manas Tuwani" userId="5d421215-a11f-4a6e-90ca-e8ac2213fab6" providerId="ADAL" clId="{1D71B305-AEA2-4657-B521-3A9B0C2C4AC8}" dt="2022-12-22T11:36:10.885" v="542" actId="26606"/>
          <ac:spMkLst>
            <pc:docMk/>
            <pc:sldMk cId="773406872" sldId="268"/>
            <ac:spMk id="10" creationId="{047BFA19-D45E-416B-A404-7AF2F3F27017}"/>
          </ac:spMkLst>
        </pc:spChg>
        <pc:spChg chg="add">
          <ac:chgData name="Manas Tuwani" userId="5d421215-a11f-4a6e-90ca-e8ac2213fab6" providerId="ADAL" clId="{1D71B305-AEA2-4657-B521-3A9B0C2C4AC8}" dt="2022-12-22T11:36:10.885" v="542" actId="26606"/>
          <ac:spMkLst>
            <pc:docMk/>
            <pc:sldMk cId="773406872" sldId="268"/>
            <ac:spMk id="12" creationId="{8E0105E7-23DB-4CF2-8258-FF47C7620F6E}"/>
          </ac:spMkLst>
        </pc:spChg>
        <pc:spChg chg="add">
          <ac:chgData name="Manas Tuwani" userId="5d421215-a11f-4a6e-90ca-e8ac2213fab6" providerId="ADAL" clId="{1D71B305-AEA2-4657-B521-3A9B0C2C4AC8}" dt="2022-12-22T11:36:10.885" v="542" actId="26606"/>
          <ac:spMkLst>
            <pc:docMk/>
            <pc:sldMk cId="773406872" sldId="268"/>
            <ac:spMk id="14" creationId="{074B4F7D-14B2-478B-8BF5-01E4E0C5D263}"/>
          </ac:spMkLst>
        </pc:spChg>
      </pc:sldChg>
      <pc:sldChg chg="addSp modSp add mod setBg">
        <pc:chgData name="Manas Tuwani" userId="5d421215-a11f-4a6e-90ca-e8ac2213fab6" providerId="ADAL" clId="{1D71B305-AEA2-4657-B521-3A9B0C2C4AC8}" dt="2022-12-23T14:12:11.563" v="699" actId="20577"/>
        <pc:sldMkLst>
          <pc:docMk/>
          <pc:sldMk cId="3580687524" sldId="269"/>
        </pc:sldMkLst>
        <pc:spChg chg="mod">
          <ac:chgData name="Manas Tuwani" userId="5d421215-a11f-4a6e-90ca-e8ac2213fab6" providerId="ADAL" clId="{1D71B305-AEA2-4657-B521-3A9B0C2C4AC8}" dt="2022-12-22T11:36:17.787" v="543" actId="26606"/>
          <ac:spMkLst>
            <pc:docMk/>
            <pc:sldMk cId="3580687524" sldId="269"/>
            <ac:spMk id="2" creationId="{EDE8C919-4F2B-D195-23F7-515B39A171F5}"/>
          </ac:spMkLst>
        </pc:spChg>
        <pc:spChg chg="mod">
          <ac:chgData name="Manas Tuwani" userId="5d421215-a11f-4a6e-90ca-e8ac2213fab6" providerId="ADAL" clId="{1D71B305-AEA2-4657-B521-3A9B0C2C4AC8}" dt="2022-12-23T14:12:11.563" v="699" actId="20577"/>
          <ac:spMkLst>
            <pc:docMk/>
            <pc:sldMk cId="3580687524" sldId="269"/>
            <ac:spMk id="3" creationId="{018C4CB3-D3F2-A7D9-B762-3B68C3BBD79C}"/>
          </ac:spMkLst>
        </pc:spChg>
        <pc:spChg chg="add">
          <ac:chgData name="Manas Tuwani" userId="5d421215-a11f-4a6e-90ca-e8ac2213fab6" providerId="ADAL" clId="{1D71B305-AEA2-4657-B521-3A9B0C2C4AC8}" dt="2022-12-22T11:36:17.787" v="543" actId="26606"/>
          <ac:spMkLst>
            <pc:docMk/>
            <pc:sldMk cId="3580687524" sldId="269"/>
            <ac:spMk id="8" creationId="{DAF1966E-FD40-4A4A-B61B-C4DF7FA05F06}"/>
          </ac:spMkLst>
        </pc:spChg>
        <pc:spChg chg="add">
          <ac:chgData name="Manas Tuwani" userId="5d421215-a11f-4a6e-90ca-e8ac2213fab6" providerId="ADAL" clId="{1D71B305-AEA2-4657-B521-3A9B0C2C4AC8}" dt="2022-12-22T11:36:17.787" v="543" actId="26606"/>
          <ac:spMkLst>
            <pc:docMk/>
            <pc:sldMk cId="3580687524" sldId="269"/>
            <ac:spMk id="10" creationId="{047BFA19-D45E-416B-A404-7AF2F3F27017}"/>
          </ac:spMkLst>
        </pc:spChg>
        <pc:spChg chg="add">
          <ac:chgData name="Manas Tuwani" userId="5d421215-a11f-4a6e-90ca-e8ac2213fab6" providerId="ADAL" clId="{1D71B305-AEA2-4657-B521-3A9B0C2C4AC8}" dt="2022-12-22T11:36:17.787" v="543" actId="26606"/>
          <ac:spMkLst>
            <pc:docMk/>
            <pc:sldMk cId="3580687524" sldId="269"/>
            <ac:spMk id="12" creationId="{8E0105E7-23DB-4CF2-8258-FF47C7620F6E}"/>
          </ac:spMkLst>
        </pc:spChg>
        <pc:spChg chg="add">
          <ac:chgData name="Manas Tuwani" userId="5d421215-a11f-4a6e-90ca-e8ac2213fab6" providerId="ADAL" clId="{1D71B305-AEA2-4657-B521-3A9B0C2C4AC8}" dt="2022-12-22T11:36:17.787" v="543" actId="26606"/>
          <ac:spMkLst>
            <pc:docMk/>
            <pc:sldMk cId="3580687524" sldId="269"/>
            <ac:spMk id="14" creationId="{074B4F7D-14B2-478B-8BF5-01E4E0C5D263}"/>
          </ac:spMkLst>
        </pc:spChg>
      </pc:sldChg>
      <pc:sldChg chg="addSp modSp new mod ord setBg">
        <pc:chgData name="Manas Tuwani" userId="5d421215-a11f-4a6e-90ca-e8ac2213fab6" providerId="ADAL" clId="{1D71B305-AEA2-4657-B521-3A9B0C2C4AC8}" dt="2022-12-23T13:25:01.092" v="687"/>
        <pc:sldMkLst>
          <pc:docMk/>
          <pc:sldMk cId="4140574966" sldId="270"/>
        </pc:sldMkLst>
        <pc:spChg chg="mod">
          <ac:chgData name="Manas Tuwani" userId="5d421215-a11f-4a6e-90ca-e8ac2213fab6" providerId="ADAL" clId="{1D71B305-AEA2-4657-B521-3A9B0C2C4AC8}" dt="2022-12-22T11:36:21.504" v="544" actId="26606"/>
          <ac:spMkLst>
            <pc:docMk/>
            <pc:sldMk cId="4140574966" sldId="270"/>
            <ac:spMk id="2" creationId="{9770A7DA-C3C3-EEC7-6372-FFDEFE20C539}"/>
          </ac:spMkLst>
        </pc:spChg>
        <pc:spChg chg="mod">
          <ac:chgData name="Manas Tuwani" userId="5d421215-a11f-4a6e-90ca-e8ac2213fab6" providerId="ADAL" clId="{1D71B305-AEA2-4657-B521-3A9B0C2C4AC8}" dt="2022-12-22T11:36:21.504" v="544" actId="26606"/>
          <ac:spMkLst>
            <pc:docMk/>
            <pc:sldMk cId="4140574966" sldId="270"/>
            <ac:spMk id="3" creationId="{13DD2E2B-DCE5-ED84-BA3A-4F48FF98EED2}"/>
          </ac:spMkLst>
        </pc:spChg>
        <pc:spChg chg="add">
          <ac:chgData name="Manas Tuwani" userId="5d421215-a11f-4a6e-90ca-e8ac2213fab6" providerId="ADAL" clId="{1D71B305-AEA2-4657-B521-3A9B0C2C4AC8}" dt="2022-12-22T11:36:21.504" v="544" actId="26606"/>
          <ac:spMkLst>
            <pc:docMk/>
            <pc:sldMk cId="4140574966" sldId="270"/>
            <ac:spMk id="8" creationId="{DAF1966E-FD40-4A4A-B61B-C4DF7FA05F06}"/>
          </ac:spMkLst>
        </pc:spChg>
        <pc:spChg chg="add">
          <ac:chgData name="Manas Tuwani" userId="5d421215-a11f-4a6e-90ca-e8ac2213fab6" providerId="ADAL" clId="{1D71B305-AEA2-4657-B521-3A9B0C2C4AC8}" dt="2022-12-22T11:36:21.504" v="544" actId="26606"/>
          <ac:spMkLst>
            <pc:docMk/>
            <pc:sldMk cId="4140574966" sldId="270"/>
            <ac:spMk id="10" creationId="{047BFA19-D45E-416B-A404-7AF2F3F27017}"/>
          </ac:spMkLst>
        </pc:spChg>
        <pc:spChg chg="add">
          <ac:chgData name="Manas Tuwani" userId="5d421215-a11f-4a6e-90ca-e8ac2213fab6" providerId="ADAL" clId="{1D71B305-AEA2-4657-B521-3A9B0C2C4AC8}" dt="2022-12-22T11:36:21.504" v="544" actId="26606"/>
          <ac:spMkLst>
            <pc:docMk/>
            <pc:sldMk cId="4140574966" sldId="270"/>
            <ac:spMk id="12" creationId="{8E0105E7-23DB-4CF2-8258-FF47C7620F6E}"/>
          </ac:spMkLst>
        </pc:spChg>
        <pc:spChg chg="add">
          <ac:chgData name="Manas Tuwani" userId="5d421215-a11f-4a6e-90ca-e8ac2213fab6" providerId="ADAL" clId="{1D71B305-AEA2-4657-B521-3A9B0C2C4AC8}" dt="2022-12-22T11:36:21.504" v="544" actId="26606"/>
          <ac:spMkLst>
            <pc:docMk/>
            <pc:sldMk cId="4140574966" sldId="270"/>
            <ac:spMk id="14" creationId="{074B4F7D-14B2-478B-8BF5-01E4E0C5D263}"/>
          </ac:spMkLst>
        </pc:spChg>
      </pc:sldChg>
      <pc:sldChg chg="addSp modSp new mod ord setBg">
        <pc:chgData name="Manas Tuwani" userId="5d421215-a11f-4a6e-90ca-e8ac2213fab6" providerId="ADAL" clId="{1D71B305-AEA2-4657-B521-3A9B0C2C4AC8}" dt="2022-12-23T13:24:04.820" v="679"/>
        <pc:sldMkLst>
          <pc:docMk/>
          <pc:sldMk cId="3653095279" sldId="271"/>
        </pc:sldMkLst>
        <pc:spChg chg="mod">
          <ac:chgData name="Manas Tuwani" userId="5d421215-a11f-4a6e-90ca-e8ac2213fab6" providerId="ADAL" clId="{1D71B305-AEA2-4657-B521-3A9B0C2C4AC8}" dt="2022-12-22T11:36:27.811" v="545" actId="26606"/>
          <ac:spMkLst>
            <pc:docMk/>
            <pc:sldMk cId="3653095279" sldId="271"/>
            <ac:spMk id="2" creationId="{B13245FE-F38E-6954-9E7C-29E0C4BB95FA}"/>
          </ac:spMkLst>
        </pc:spChg>
        <pc:spChg chg="mod">
          <ac:chgData name="Manas Tuwani" userId="5d421215-a11f-4a6e-90ca-e8ac2213fab6" providerId="ADAL" clId="{1D71B305-AEA2-4657-B521-3A9B0C2C4AC8}" dt="2022-12-22T11:36:27.811" v="545" actId="26606"/>
          <ac:spMkLst>
            <pc:docMk/>
            <pc:sldMk cId="3653095279" sldId="271"/>
            <ac:spMk id="3" creationId="{B92C9EC2-3A9A-B7E0-E301-0E4F8B632F70}"/>
          </ac:spMkLst>
        </pc:spChg>
        <pc:spChg chg="add">
          <ac:chgData name="Manas Tuwani" userId="5d421215-a11f-4a6e-90ca-e8ac2213fab6" providerId="ADAL" clId="{1D71B305-AEA2-4657-B521-3A9B0C2C4AC8}" dt="2022-12-22T11:36:27.811" v="545" actId="26606"/>
          <ac:spMkLst>
            <pc:docMk/>
            <pc:sldMk cId="3653095279" sldId="271"/>
            <ac:spMk id="8" creationId="{DAF1966E-FD40-4A4A-B61B-C4DF7FA05F06}"/>
          </ac:spMkLst>
        </pc:spChg>
        <pc:spChg chg="add">
          <ac:chgData name="Manas Tuwani" userId="5d421215-a11f-4a6e-90ca-e8ac2213fab6" providerId="ADAL" clId="{1D71B305-AEA2-4657-B521-3A9B0C2C4AC8}" dt="2022-12-22T11:36:27.811" v="545" actId="26606"/>
          <ac:spMkLst>
            <pc:docMk/>
            <pc:sldMk cId="3653095279" sldId="271"/>
            <ac:spMk id="10" creationId="{047BFA19-D45E-416B-A404-7AF2F3F27017}"/>
          </ac:spMkLst>
        </pc:spChg>
        <pc:spChg chg="add">
          <ac:chgData name="Manas Tuwani" userId="5d421215-a11f-4a6e-90ca-e8ac2213fab6" providerId="ADAL" clId="{1D71B305-AEA2-4657-B521-3A9B0C2C4AC8}" dt="2022-12-22T11:36:27.811" v="545" actId="26606"/>
          <ac:spMkLst>
            <pc:docMk/>
            <pc:sldMk cId="3653095279" sldId="271"/>
            <ac:spMk id="12" creationId="{8E0105E7-23DB-4CF2-8258-FF47C7620F6E}"/>
          </ac:spMkLst>
        </pc:spChg>
        <pc:spChg chg="add">
          <ac:chgData name="Manas Tuwani" userId="5d421215-a11f-4a6e-90ca-e8ac2213fab6" providerId="ADAL" clId="{1D71B305-AEA2-4657-B521-3A9B0C2C4AC8}" dt="2022-12-22T11:36:27.811" v="545" actId="26606"/>
          <ac:spMkLst>
            <pc:docMk/>
            <pc:sldMk cId="3653095279" sldId="271"/>
            <ac:spMk id="14" creationId="{074B4F7D-14B2-478B-8BF5-01E4E0C5D263}"/>
          </ac:spMkLst>
        </pc:spChg>
      </pc:sldChg>
      <pc:sldChg chg="addSp modSp new mod ord setBg">
        <pc:chgData name="Manas Tuwani" userId="5d421215-a11f-4a6e-90ca-e8ac2213fab6" providerId="ADAL" clId="{1D71B305-AEA2-4657-B521-3A9B0C2C4AC8}" dt="2022-12-23T13:24:34.058" v="685"/>
        <pc:sldMkLst>
          <pc:docMk/>
          <pc:sldMk cId="375258544" sldId="272"/>
        </pc:sldMkLst>
        <pc:spChg chg="mod">
          <ac:chgData name="Manas Tuwani" userId="5d421215-a11f-4a6e-90ca-e8ac2213fab6" providerId="ADAL" clId="{1D71B305-AEA2-4657-B521-3A9B0C2C4AC8}" dt="2022-12-22T11:36:33.281" v="546" actId="26606"/>
          <ac:spMkLst>
            <pc:docMk/>
            <pc:sldMk cId="375258544" sldId="272"/>
            <ac:spMk id="2" creationId="{DF11E543-FE7D-9B0D-986F-3784C0449170}"/>
          </ac:spMkLst>
        </pc:spChg>
        <pc:spChg chg="mod">
          <ac:chgData name="Manas Tuwani" userId="5d421215-a11f-4a6e-90ca-e8ac2213fab6" providerId="ADAL" clId="{1D71B305-AEA2-4657-B521-3A9B0C2C4AC8}" dt="2022-12-22T11:36:33.281" v="546" actId="26606"/>
          <ac:spMkLst>
            <pc:docMk/>
            <pc:sldMk cId="375258544" sldId="272"/>
            <ac:spMk id="3" creationId="{50C16542-270C-1FE0-7A1E-EAA27956D140}"/>
          </ac:spMkLst>
        </pc:spChg>
        <pc:spChg chg="add">
          <ac:chgData name="Manas Tuwani" userId="5d421215-a11f-4a6e-90ca-e8ac2213fab6" providerId="ADAL" clId="{1D71B305-AEA2-4657-B521-3A9B0C2C4AC8}" dt="2022-12-22T11:36:33.281" v="546" actId="26606"/>
          <ac:spMkLst>
            <pc:docMk/>
            <pc:sldMk cId="375258544" sldId="272"/>
            <ac:spMk id="8" creationId="{DAF1966E-FD40-4A4A-B61B-C4DF7FA05F06}"/>
          </ac:spMkLst>
        </pc:spChg>
        <pc:spChg chg="add">
          <ac:chgData name="Manas Tuwani" userId="5d421215-a11f-4a6e-90ca-e8ac2213fab6" providerId="ADAL" clId="{1D71B305-AEA2-4657-B521-3A9B0C2C4AC8}" dt="2022-12-22T11:36:33.281" v="546" actId="26606"/>
          <ac:spMkLst>
            <pc:docMk/>
            <pc:sldMk cId="375258544" sldId="272"/>
            <ac:spMk id="10" creationId="{047BFA19-D45E-416B-A404-7AF2F3F27017}"/>
          </ac:spMkLst>
        </pc:spChg>
        <pc:spChg chg="add">
          <ac:chgData name="Manas Tuwani" userId="5d421215-a11f-4a6e-90ca-e8ac2213fab6" providerId="ADAL" clId="{1D71B305-AEA2-4657-B521-3A9B0C2C4AC8}" dt="2022-12-22T11:36:33.281" v="546" actId="26606"/>
          <ac:spMkLst>
            <pc:docMk/>
            <pc:sldMk cId="375258544" sldId="272"/>
            <ac:spMk id="12" creationId="{8E0105E7-23DB-4CF2-8258-FF47C7620F6E}"/>
          </ac:spMkLst>
        </pc:spChg>
        <pc:spChg chg="add">
          <ac:chgData name="Manas Tuwani" userId="5d421215-a11f-4a6e-90ca-e8ac2213fab6" providerId="ADAL" clId="{1D71B305-AEA2-4657-B521-3A9B0C2C4AC8}" dt="2022-12-22T11:36:33.281" v="546" actId="26606"/>
          <ac:spMkLst>
            <pc:docMk/>
            <pc:sldMk cId="375258544" sldId="272"/>
            <ac:spMk id="14" creationId="{074B4F7D-14B2-478B-8BF5-01E4E0C5D263}"/>
          </ac:spMkLst>
        </pc:spChg>
      </pc:sldChg>
      <pc:sldChg chg="addSp modSp new mod">
        <pc:chgData name="Manas Tuwani" userId="5d421215-a11f-4a6e-90ca-e8ac2213fab6" providerId="ADAL" clId="{1D71B305-AEA2-4657-B521-3A9B0C2C4AC8}" dt="2022-12-22T08:58:56.420" v="446" actId="208"/>
        <pc:sldMkLst>
          <pc:docMk/>
          <pc:sldMk cId="2015378408" sldId="273"/>
        </pc:sldMkLst>
        <pc:spChg chg="mod">
          <ac:chgData name="Manas Tuwani" userId="5d421215-a11f-4a6e-90ca-e8ac2213fab6" providerId="ADAL" clId="{1D71B305-AEA2-4657-B521-3A9B0C2C4AC8}" dt="2022-12-22T08:57:11.231" v="429" actId="1076"/>
          <ac:spMkLst>
            <pc:docMk/>
            <pc:sldMk cId="2015378408" sldId="273"/>
            <ac:spMk id="2" creationId="{EFE46D11-7A41-D95F-BFA2-2CCBFEFFEB52}"/>
          </ac:spMkLst>
        </pc:spChg>
        <pc:spChg chg="mod">
          <ac:chgData name="Manas Tuwani" userId="5d421215-a11f-4a6e-90ca-e8ac2213fab6" providerId="ADAL" clId="{1D71B305-AEA2-4657-B521-3A9B0C2C4AC8}" dt="2022-12-22T08:58:30.068" v="442" actId="20577"/>
          <ac:spMkLst>
            <pc:docMk/>
            <pc:sldMk cId="2015378408" sldId="273"/>
            <ac:spMk id="3" creationId="{9DC27D4A-E290-F850-0A82-0589458725DB}"/>
          </ac:spMkLst>
        </pc:spChg>
        <pc:spChg chg="add mod">
          <ac:chgData name="Manas Tuwani" userId="5d421215-a11f-4a6e-90ca-e8ac2213fab6" providerId="ADAL" clId="{1D71B305-AEA2-4657-B521-3A9B0C2C4AC8}" dt="2022-12-22T08:58:56.420" v="446" actId="208"/>
          <ac:spMkLst>
            <pc:docMk/>
            <pc:sldMk cId="2015378408" sldId="273"/>
            <ac:spMk id="4" creationId="{5F663E62-25DC-9E8B-2CC0-E4879B8FB751}"/>
          </ac:spMkLst>
        </pc:spChg>
      </pc:sldChg>
      <pc:sldChg chg="addSp delSp modSp new mod setBg">
        <pc:chgData name="Manas Tuwani" userId="5d421215-a11f-4a6e-90ca-e8ac2213fab6" providerId="ADAL" clId="{1D71B305-AEA2-4657-B521-3A9B0C2C4AC8}" dt="2022-12-22T11:30:25.273" v="528" actId="1076"/>
        <pc:sldMkLst>
          <pc:docMk/>
          <pc:sldMk cId="1875288392" sldId="274"/>
        </pc:sldMkLst>
        <pc:spChg chg="mod">
          <ac:chgData name="Manas Tuwani" userId="5d421215-a11f-4a6e-90ca-e8ac2213fab6" providerId="ADAL" clId="{1D71B305-AEA2-4657-B521-3A9B0C2C4AC8}" dt="2022-12-22T11:30:20.833" v="527" actId="26606"/>
          <ac:spMkLst>
            <pc:docMk/>
            <pc:sldMk cId="1875288392" sldId="274"/>
            <ac:spMk id="2" creationId="{F19AE333-5B9B-43C6-4D0E-4D0ECF473C0E}"/>
          </ac:spMkLst>
        </pc:spChg>
        <pc:spChg chg="mod">
          <ac:chgData name="Manas Tuwani" userId="5d421215-a11f-4a6e-90ca-e8ac2213fab6" providerId="ADAL" clId="{1D71B305-AEA2-4657-B521-3A9B0C2C4AC8}" dt="2022-12-22T11:30:20.833" v="527" actId="26606"/>
          <ac:spMkLst>
            <pc:docMk/>
            <pc:sldMk cId="1875288392" sldId="274"/>
            <ac:spMk id="3" creationId="{2C3717CC-138A-F2E8-E1BE-24D0654D946A}"/>
          </ac:spMkLst>
        </pc:spChg>
        <pc:spChg chg="add del">
          <ac:chgData name="Manas Tuwani" userId="5d421215-a11f-4a6e-90ca-e8ac2213fab6" providerId="ADAL" clId="{1D71B305-AEA2-4657-B521-3A9B0C2C4AC8}" dt="2022-12-22T11:30:20.833" v="527" actId="26606"/>
          <ac:spMkLst>
            <pc:docMk/>
            <pc:sldMk cId="1875288392" sldId="274"/>
            <ac:spMk id="11" creationId="{2B566528-1B12-4246-9431-5C2D7D081168}"/>
          </ac:spMkLst>
        </pc:spChg>
        <pc:spChg chg="add">
          <ac:chgData name="Manas Tuwani" userId="5d421215-a11f-4a6e-90ca-e8ac2213fab6" providerId="ADAL" clId="{1D71B305-AEA2-4657-B521-3A9B0C2C4AC8}" dt="2022-12-22T11:30:20.833" v="527" actId="26606"/>
          <ac:spMkLst>
            <pc:docMk/>
            <pc:sldMk cId="1875288392" sldId="274"/>
            <ac:spMk id="24" creationId="{2B566528-1B12-4246-9431-5C2D7D081168}"/>
          </ac:spMkLst>
        </pc:spChg>
        <pc:spChg chg="add">
          <ac:chgData name="Manas Tuwani" userId="5d421215-a11f-4a6e-90ca-e8ac2213fab6" providerId="ADAL" clId="{1D71B305-AEA2-4657-B521-3A9B0C2C4AC8}" dt="2022-12-22T11:30:20.833" v="527" actId="26606"/>
          <ac:spMkLst>
            <pc:docMk/>
            <pc:sldMk cId="1875288392" sldId="274"/>
            <ac:spMk id="26" creationId="{D3F51FEB-38FB-4F6C-9F7B-2F2AFAB65463}"/>
          </ac:spMkLst>
        </pc:spChg>
        <pc:spChg chg="add">
          <ac:chgData name="Manas Tuwani" userId="5d421215-a11f-4a6e-90ca-e8ac2213fab6" providerId="ADAL" clId="{1D71B305-AEA2-4657-B521-3A9B0C2C4AC8}" dt="2022-12-22T11:30:20.833" v="527" actId="26606"/>
          <ac:spMkLst>
            <pc:docMk/>
            <pc:sldMk cId="1875288392" sldId="274"/>
            <ac:spMk id="28" creationId="{1E547BA6-BAE0-43BB-A7CA-60F69CE252F0}"/>
          </ac:spMkLst>
        </pc:spChg>
        <pc:grpChg chg="add del">
          <ac:chgData name="Manas Tuwani" userId="5d421215-a11f-4a6e-90ca-e8ac2213fab6" providerId="ADAL" clId="{1D71B305-AEA2-4657-B521-3A9B0C2C4AC8}" dt="2022-12-22T11:30:20.833" v="527" actId="26606"/>
          <ac:grpSpMkLst>
            <pc:docMk/>
            <pc:sldMk cId="1875288392" sldId="274"/>
            <ac:grpSpMk id="13" creationId="{828A5161-06F1-46CF-8AD7-844680A59E13}"/>
          </ac:grpSpMkLst>
        </pc:grpChg>
        <pc:grpChg chg="add del">
          <ac:chgData name="Manas Tuwani" userId="5d421215-a11f-4a6e-90ca-e8ac2213fab6" providerId="ADAL" clId="{1D71B305-AEA2-4657-B521-3A9B0C2C4AC8}" dt="2022-12-22T11:30:20.833" v="527" actId="26606"/>
          <ac:grpSpMkLst>
            <pc:docMk/>
            <pc:sldMk cId="1875288392" sldId="274"/>
            <ac:grpSpMk id="17" creationId="{5995D10D-E9C9-47DB-AE7E-801FEF38F5C9}"/>
          </ac:grpSpMkLst>
        </pc:grpChg>
        <pc:grpChg chg="add">
          <ac:chgData name="Manas Tuwani" userId="5d421215-a11f-4a6e-90ca-e8ac2213fab6" providerId="ADAL" clId="{1D71B305-AEA2-4657-B521-3A9B0C2C4AC8}" dt="2022-12-22T11:30:20.833" v="527" actId="26606"/>
          <ac:grpSpMkLst>
            <pc:docMk/>
            <pc:sldMk cId="1875288392" sldId="274"/>
            <ac:grpSpMk id="30" creationId="{912209CB-3E4C-43AE-B507-08269FAE89F5}"/>
          </ac:grpSpMkLst>
        </pc:grpChg>
        <pc:graphicFrameChg chg="add del mod">
          <ac:chgData name="Manas Tuwani" userId="5d421215-a11f-4a6e-90ca-e8ac2213fab6" providerId="ADAL" clId="{1D71B305-AEA2-4657-B521-3A9B0C2C4AC8}" dt="2022-12-22T11:27:50.925" v="498"/>
          <ac:graphicFrameMkLst>
            <pc:docMk/>
            <pc:sldMk cId="1875288392" sldId="274"/>
            <ac:graphicFrameMk id="4" creationId="{20B2C09E-8530-96AF-F484-F8EB16049808}"/>
          </ac:graphicFrameMkLst>
        </pc:graphicFrameChg>
        <pc:picChg chg="add mod">
          <ac:chgData name="Manas Tuwani" userId="5d421215-a11f-4a6e-90ca-e8ac2213fab6" providerId="ADAL" clId="{1D71B305-AEA2-4657-B521-3A9B0C2C4AC8}" dt="2022-12-22T11:30:25.273" v="528" actId="1076"/>
          <ac:picMkLst>
            <pc:docMk/>
            <pc:sldMk cId="1875288392" sldId="274"/>
            <ac:picMk id="6" creationId="{807A5C2E-9804-E7E0-BEF3-61171FD000A8}"/>
          </ac:picMkLst>
        </pc:picChg>
      </pc:sldChg>
      <pc:sldChg chg="modSp new mod">
        <pc:chgData name="Manas Tuwani" userId="5d421215-a11f-4a6e-90ca-e8ac2213fab6" providerId="ADAL" clId="{1D71B305-AEA2-4657-B521-3A9B0C2C4AC8}" dt="2022-12-23T10:30:20.853" v="582" actId="255"/>
        <pc:sldMkLst>
          <pc:docMk/>
          <pc:sldMk cId="1539698759" sldId="275"/>
        </pc:sldMkLst>
        <pc:spChg chg="mod">
          <ac:chgData name="Manas Tuwani" userId="5d421215-a11f-4a6e-90ca-e8ac2213fab6" providerId="ADAL" clId="{1D71B305-AEA2-4657-B521-3A9B0C2C4AC8}" dt="2022-12-23T10:30:20.853" v="582" actId="255"/>
          <ac:spMkLst>
            <pc:docMk/>
            <pc:sldMk cId="1539698759" sldId="275"/>
            <ac:spMk id="2" creationId="{3D4C8F18-598F-52AD-A785-2DB275D52BBE}"/>
          </ac:spMkLst>
        </pc:spChg>
        <pc:spChg chg="mod">
          <ac:chgData name="Manas Tuwani" userId="5d421215-a11f-4a6e-90ca-e8ac2213fab6" providerId="ADAL" clId="{1D71B305-AEA2-4657-B521-3A9B0C2C4AC8}" dt="2022-12-23T10:30:14.497" v="581" actId="255"/>
          <ac:spMkLst>
            <pc:docMk/>
            <pc:sldMk cId="1539698759" sldId="275"/>
            <ac:spMk id="3" creationId="{1D40831F-17CD-6440-2C02-CB734F30B83B}"/>
          </ac:spMkLst>
        </pc:spChg>
      </pc:sldChg>
      <pc:sldChg chg="addSp delSp modSp new mod setBg">
        <pc:chgData name="Manas Tuwani" userId="5d421215-a11f-4a6e-90ca-e8ac2213fab6" providerId="ADAL" clId="{1D71B305-AEA2-4657-B521-3A9B0C2C4AC8}" dt="2022-12-23T10:33:55.371" v="599" actId="14100"/>
        <pc:sldMkLst>
          <pc:docMk/>
          <pc:sldMk cId="1832654916" sldId="276"/>
        </pc:sldMkLst>
        <pc:spChg chg="mod">
          <ac:chgData name="Manas Tuwani" userId="5d421215-a11f-4a6e-90ca-e8ac2213fab6" providerId="ADAL" clId="{1D71B305-AEA2-4657-B521-3A9B0C2C4AC8}" dt="2022-12-23T10:33:24.429" v="594" actId="26606"/>
          <ac:spMkLst>
            <pc:docMk/>
            <pc:sldMk cId="1832654916" sldId="276"/>
            <ac:spMk id="2" creationId="{9EE434D5-4234-C3DE-0CD8-963876B8B797}"/>
          </ac:spMkLst>
        </pc:spChg>
        <pc:spChg chg="add del mod">
          <ac:chgData name="Manas Tuwani" userId="5d421215-a11f-4a6e-90ca-e8ac2213fab6" providerId="ADAL" clId="{1D71B305-AEA2-4657-B521-3A9B0C2C4AC8}" dt="2022-12-23T10:32:37.927" v="591" actId="22"/>
          <ac:spMkLst>
            <pc:docMk/>
            <pc:sldMk cId="1832654916" sldId="276"/>
            <ac:spMk id="3" creationId="{7B8AB615-3C2D-729C-53CE-87B2CCD4A1F5}"/>
          </ac:spMkLst>
        </pc:spChg>
        <pc:spChg chg="add del mod">
          <ac:chgData name="Manas Tuwani" userId="5d421215-a11f-4a6e-90ca-e8ac2213fab6" providerId="ADAL" clId="{1D71B305-AEA2-4657-B521-3A9B0C2C4AC8}" dt="2022-12-23T10:31:51.927" v="590"/>
          <ac:spMkLst>
            <pc:docMk/>
            <pc:sldMk cId="1832654916" sldId="276"/>
            <ac:spMk id="6" creationId="{58DE08BF-C882-439B-AE84-E070B7963720}"/>
          </ac:spMkLst>
        </pc:spChg>
        <pc:spChg chg="add">
          <ac:chgData name="Manas Tuwani" userId="5d421215-a11f-4a6e-90ca-e8ac2213fab6" providerId="ADAL" clId="{1D71B305-AEA2-4657-B521-3A9B0C2C4AC8}" dt="2022-12-23T10:33:24.429" v="594" actId="26606"/>
          <ac:spMkLst>
            <pc:docMk/>
            <pc:sldMk cId="1832654916" sldId="276"/>
            <ac:spMk id="13" creationId="{A4AC5506-6312-4701-8D3C-40187889A947}"/>
          </ac:spMkLst>
        </pc:spChg>
        <pc:graphicFrameChg chg="add del mod modGraphic">
          <ac:chgData name="Manas Tuwani" userId="5d421215-a11f-4a6e-90ca-e8ac2213fab6" providerId="ADAL" clId="{1D71B305-AEA2-4657-B521-3A9B0C2C4AC8}" dt="2022-12-23T10:31:22.278" v="588"/>
          <ac:graphicFrameMkLst>
            <pc:docMk/>
            <pc:sldMk cId="1832654916" sldId="276"/>
            <ac:graphicFrameMk id="4" creationId="{1F504ED7-81E7-C5A6-0088-A00E9FF2254C}"/>
          </ac:graphicFrameMkLst>
        </pc:graphicFrameChg>
        <pc:graphicFrameChg chg="add del mod">
          <ac:chgData name="Manas Tuwani" userId="5d421215-a11f-4a6e-90ca-e8ac2213fab6" providerId="ADAL" clId="{1D71B305-AEA2-4657-B521-3A9B0C2C4AC8}" dt="2022-12-23T10:31:51.927" v="590"/>
          <ac:graphicFrameMkLst>
            <pc:docMk/>
            <pc:sldMk cId="1832654916" sldId="276"/>
            <ac:graphicFrameMk id="5" creationId="{CF21291B-838A-2998-654D-2A97B3A478A9}"/>
          </ac:graphicFrameMkLst>
        </pc:graphicFrameChg>
        <pc:picChg chg="add mod ord">
          <ac:chgData name="Manas Tuwani" userId="5d421215-a11f-4a6e-90ca-e8ac2213fab6" providerId="ADAL" clId="{1D71B305-AEA2-4657-B521-3A9B0C2C4AC8}" dt="2022-12-23T10:33:55.371" v="599" actId="14100"/>
          <ac:picMkLst>
            <pc:docMk/>
            <pc:sldMk cId="1832654916" sldId="276"/>
            <ac:picMk id="8" creationId="{AC680A3B-B3E6-2063-F9A5-A2B9F17B3779}"/>
          </ac:picMkLst>
        </pc:picChg>
      </pc:sldChg>
      <pc:sldChg chg="modSp new mod">
        <pc:chgData name="Manas Tuwani" userId="5d421215-a11f-4a6e-90ca-e8ac2213fab6" providerId="ADAL" clId="{1D71B305-AEA2-4657-B521-3A9B0C2C4AC8}" dt="2022-12-23T11:20:32.425" v="673" actId="12"/>
        <pc:sldMkLst>
          <pc:docMk/>
          <pc:sldMk cId="3751313724" sldId="277"/>
        </pc:sldMkLst>
        <pc:spChg chg="mod">
          <ac:chgData name="Manas Tuwani" userId="5d421215-a11f-4a6e-90ca-e8ac2213fab6" providerId="ADAL" clId="{1D71B305-AEA2-4657-B521-3A9B0C2C4AC8}" dt="2022-12-23T11:03:43.138" v="661" actId="113"/>
          <ac:spMkLst>
            <pc:docMk/>
            <pc:sldMk cId="3751313724" sldId="277"/>
            <ac:spMk id="2" creationId="{E80FDFA9-86E0-EC31-5B5F-4FD72F8AF2FB}"/>
          </ac:spMkLst>
        </pc:spChg>
        <pc:spChg chg="mod">
          <ac:chgData name="Manas Tuwani" userId="5d421215-a11f-4a6e-90ca-e8ac2213fab6" providerId="ADAL" clId="{1D71B305-AEA2-4657-B521-3A9B0C2C4AC8}" dt="2022-12-23T11:20:32.425" v="673" actId="12"/>
          <ac:spMkLst>
            <pc:docMk/>
            <pc:sldMk cId="3751313724" sldId="277"/>
            <ac:spMk id="3" creationId="{A02EDABE-B8C8-6830-95F0-0AF219CF000C}"/>
          </ac:spMkLst>
        </pc:spChg>
      </pc:sldChg>
      <pc:sldChg chg="modSp new mod">
        <pc:chgData name="Manas Tuwani" userId="5d421215-a11f-4a6e-90ca-e8ac2213fab6" providerId="ADAL" clId="{1D71B305-AEA2-4657-B521-3A9B0C2C4AC8}" dt="2022-12-23T11:19:45.466" v="666"/>
        <pc:sldMkLst>
          <pc:docMk/>
          <pc:sldMk cId="1239378568" sldId="278"/>
        </pc:sldMkLst>
        <pc:spChg chg="mod">
          <ac:chgData name="Manas Tuwani" userId="5d421215-a11f-4a6e-90ca-e8ac2213fab6" providerId="ADAL" clId="{1D71B305-AEA2-4657-B521-3A9B0C2C4AC8}" dt="2022-12-23T11:19:29.345" v="664" actId="255"/>
          <ac:spMkLst>
            <pc:docMk/>
            <pc:sldMk cId="1239378568" sldId="278"/>
            <ac:spMk id="2" creationId="{88B1E089-CB2F-0697-D5DD-BC8A06628B04}"/>
          </ac:spMkLst>
        </pc:spChg>
        <pc:spChg chg="mod">
          <ac:chgData name="Manas Tuwani" userId="5d421215-a11f-4a6e-90ca-e8ac2213fab6" providerId="ADAL" clId="{1D71B305-AEA2-4657-B521-3A9B0C2C4AC8}" dt="2022-12-23T11:19:45.466" v="666"/>
          <ac:spMkLst>
            <pc:docMk/>
            <pc:sldMk cId="1239378568" sldId="278"/>
            <ac:spMk id="3" creationId="{809C03CC-1369-04B7-03A7-C885D315F2EC}"/>
          </ac:spMkLst>
        </pc:spChg>
      </pc:sldChg>
    </pc:docChg>
  </pc:docChgLst>
  <pc:docChgLst>
    <pc:chgData name="Manas Tuwani" userId="5d421215-a11f-4a6e-90ca-e8ac2213fab6" providerId="ADAL" clId="{D75495FF-4D2D-47F8-8B4F-C38A7132A8BB}"/>
    <pc:docChg chg="custSel modSld">
      <pc:chgData name="Manas Tuwani" userId="5d421215-a11f-4a6e-90ca-e8ac2213fab6" providerId="ADAL" clId="{D75495FF-4D2D-47F8-8B4F-C38A7132A8BB}" dt="2023-08-29T14:19:08.381" v="11" actId="20577"/>
      <pc:docMkLst>
        <pc:docMk/>
      </pc:docMkLst>
      <pc:sldChg chg="modSp mod">
        <pc:chgData name="Manas Tuwani" userId="5d421215-a11f-4a6e-90ca-e8ac2213fab6" providerId="ADAL" clId="{D75495FF-4D2D-47F8-8B4F-C38A7132A8BB}" dt="2023-08-19T05:45:31.315" v="2" actId="27636"/>
        <pc:sldMkLst>
          <pc:docMk/>
          <pc:sldMk cId="267093711" sldId="265"/>
        </pc:sldMkLst>
        <pc:spChg chg="mod">
          <ac:chgData name="Manas Tuwani" userId="5d421215-a11f-4a6e-90ca-e8ac2213fab6" providerId="ADAL" clId="{D75495FF-4D2D-47F8-8B4F-C38A7132A8BB}" dt="2023-08-19T05:45:31.315" v="2" actId="27636"/>
          <ac:spMkLst>
            <pc:docMk/>
            <pc:sldMk cId="267093711" sldId="265"/>
            <ac:spMk id="3" creationId="{32EFD0DD-7C46-F5A5-4532-503AD262F4CA}"/>
          </ac:spMkLst>
        </pc:spChg>
      </pc:sldChg>
      <pc:sldChg chg="modSp mod">
        <pc:chgData name="Manas Tuwani" userId="5d421215-a11f-4a6e-90ca-e8ac2213fab6" providerId="ADAL" clId="{D75495FF-4D2D-47F8-8B4F-C38A7132A8BB}" dt="2023-08-29T14:19:08.381" v="11" actId="20577"/>
        <pc:sldMkLst>
          <pc:docMk/>
          <pc:sldMk cId="773406872" sldId="268"/>
        </pc:sldMkLst>
        <pc:spChg chg="mod">
          <ac:chgData name="Manas Tuwani" userId="5d421215-a11f-4a6e-90ca-e8ac2213fab6" providerId="ADAL" clId="{D75495FF-4D2D-47F8-8B4F-C38A7132A8BB}" dt="2023-08-29T14:19:08.381" v="11" actId="20577"/>
          <ac:spMkLst>
            <pc:docMk/>
            <pc:sldMk cId="773406872" sldId="268"/>
            <ac:spMk id="3" creationId="{018C4CB3-D3F2-A7D9-B762-3B68C3BBD79C}"/>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A112FE7-6C21-E669-674E-9157B87160E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34449A6A-0359-5F33-9F02-A72AB1F7AF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F3C97368-E00A-985F-4C7D-C84B667CF466}"/>
              </a:ext>
            </a:extLst>
          </p:cNvPr>
          <p:cNvSpPr>
            <a:spLocks noGrp="1"/>
          </p:cNvSpPr>
          <p:nvPr>
            <p:ph type="dt" sz="half" idx="10"/>
          </p:nvPr>
        </p:nvSpPr>
        <p:spPr/>
        <p:txBody>
          <a:bodyPr/>
          <a:lstStyle/>
          <a:p>
            <a:fld id="{6FCC65BF-7AAF-4F19-A9A8-85DE2BDE2B15}" type="datetimeFigureOut">
              <a:rPr lang="en-IN" smtClean="0"/>
              <a:pPr/>
              <a:t>15-02-2026</a:t>
            </a:fld>
            <a:endParaRPr lang="en-IN" dirty="0"/>
          </a:p>
        </p:txBody>
      </p:sp>
      <p:sp>
        <p:nvSpPr>
          <p:cNvPr id="5" name="Footer Placeholder 4">
            <a:extLst>
              <a:ext uri="{FF2B5EF4-FFF2-40B4-BE49-F238E27FC236}">
                <a16:creationId xmlns="" xmlns:a16="http://schemas.microsoft.com/office/drawing/2014/main" id="{CB6FF1A8-05EB-43F4-24F1-97BD662BAACF}"/>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 xmlns:a16="http://schemas.microsoft.com/office/drawing/2014/main" id="{BA3925FB-A77C-3786-1EC3-EA2B5E8BEB91}"/>
              </a:ext>
            </a:extLst>
          </p:cNvPr>
          <p:cNvSpPr>
            <a:spLocks noGrp="1"/>
          </p:cNvSpPr>
          <p:nvPr>
            <p:ph type="sldNum" sz="quarter" idx="12"/>
          </p:nvPr>
        </p:nvSpPr>
        <p:spPr/>
        <p:txBody>
          <a:bodyPr/>
          <a:lstStyle/>
          <a:p>
            <a:fld id="{6DD93DE5-57A5-4850-BBFB-BE03AA162B08}" type="slidenum">
              <a:rPr lang="en-IN" smtClean="0"/>
              <a:pPr/>
              <a:t>‹#›</a:t>
            </a:fld>
            <a:endParaRPr lang="en-IN" dirty="0"/>
          </a:p>
        </p:txBody>
      </p:sp>
    </p:spTree>
    <p:extLst>
      <p:ext uri="{BB962C8B-B14F-4D97-AF65-F5344CB8AC3E}">
        <p14:creationId xmlns="" xmlns:p14="http://schemas.microsoft.com/office/powerpoint/2010/main" val="37673753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FA34326-DA5A-70D5-C961-AA663D83108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BF844FB3-455B-F01C-C5DE-1335F8B102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41DE2629-9C1B-FD1D-160E-6B79F8E91924}"/>
              </a:ext>
            </a:extLst>
          </p:cNvPr>
          <p:cNvSpPr>
            <a:spLocks noGrp="1"/>
          </p:cNvSpPr>
          <p:nvPr>
            <p:ph type="dt" sz="half" idx="10"/>
          </p:nvPr>
        </p:nvSpPr>
        <p:spPr/>
        <p:txBody>
          <a:bodyPr/>
          <a:lstStyle/>
          <a:p>
            <a:fld id="{6FCC65BF-7AAF-4F19-A9A8-85DE2BDE2B15}" type="datetimeFigureOut">
              <a:rPr lang="en-IN" smtClean="0"/>
              <a:pPr/>
              <a:t>15-02-2026</a:t>
            </a:fld>
            <a:endParaRPr lang="en-IN" dirty="0"/>
          </a:p>
        </p:txBody>
      </p:sp>
      <p:sp>
        <p:nvSpPr>
          <p:cNvPr id="5" name="Footer Placeholder 4">
            <a:extLst>
              <a:ext uri="{FF2B5EF4-FFF2-40B4-BE49-F238E27FC236}">
                <a16:creationId xmlns="" xmlns:a16="http://schemas.microsoft.com/office/drawing/2014/main" id="{3A2CDAD6-54B7-4E71-2420-61363F6F3DA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 xmlns:a16="http://schemas.microsoft.com/office/drawing/2014/main" id="{C94B1759-840A-E11E-B327-0069814FFCB2}"/>
              </a:ext>
            </a:extLst>
          </p:cNvPr>
          <p:cNvSpPr>
            <a:spLocks noGrp="1"/>
          </p:cNvSpPr>
          <p:nvPr>
            <p:ph type="sldNum" sz="quarter" idx="12"/>
          </p:nvPr>
        </p:nvSpPr>
        <p:spPr/>
        <p:txBody>
          <a:bodyPr/>
          <a:lstStyle/>
          <a:p>
            <a:fld id="{6DD93DE5-57A5-4850-BBFB-BE03AA162B08}" type="slidenum">
              <a:rPr lang="en-IN" smtClean="0"/>
              <a:pPr/>
              <a:t>‹#›</a:t>
            </a:fld>
            <a:endParaRPr lang="en-IN" dirty="0"/>
          </a:p>
        </p:txBody>
      </p:sp>
    </p:spTree>
    <p:extLst>
      <p:ext uri="{BB962C8B-B14F-4D97-AF65-F5344CB8AC3E}">
        <p14:creationId xmlns="" xmlns:p14="http://schemas.microsoft.com/office/powerpoint/2010/main" val="15918171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D5998A0-A509-572C-0803-A72991EE115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9FD6033A-0E77-7F3E-B6C3-45D2E5252D1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B3D7F9CE-E6F3-3D0E-866F-F4E6A59DACC4}"/>
              </a:ext>
            </a:extLst>
          </p:cNvPr>
          <p:cNvSpPr>
            <a:spLocks noGrp="1"/>
          </p:cNvSpPr>
          <p:nvPr>
            <p:ph type="dt" sz="half" idx="10"/>
          </p:nvPr>
        </p:nvSpPr>
        <p:spPr/>
        <p:txBody>
          <a:bodyPr/>
          <a:lstStyle/>
          <a:p>
            <a:fld id="{6FCC65BF-7AAF-4F19-A9A8-85DE2BDE2B15}" type="datetimeFigureOut">
              <a:rPr lang="en-IN" smtClean="0"/>
              <a:pPr/>
              <a:t>15-02-2026</a:t>
            </a:fld>
            <a:endParaRPr lang="en-IN" dirty="0"/>
          </a:p>
        </p:txBody>
      </p:sp>
      <p:sp>
        <p:nvSpPr>
          <p:cNvPr id="5" name="Footer Placeholder 4">
            <a:extLst>
              <a:ext uri="{FF2B5EF4-FFF2-40B4-BE49-F238E27FC236}">
                <a16:creationId xmlns="" xmlns:a16="http://schemas.microsoft.com/office/drawing/2014/main" id="{78F4BFE5-CE97-0E57-7B4F-BAB66C649CA6}"/>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 xmlns:a16="http://schemas.microsoft.com/office/drawing/2014/main" id="{4373A0D5-CFE6-1BDD-7748-44AC24580E29}"/>
              </a:ext>
            </a:extLst>
          </p:cNvPr>
          <p:cNvSpPr>
            <a:spLocks noGrp="1"/>
          </p:cNvSpPr>
          <p:nvPr>
            <p:ph type="sldNum" sz="quarter" idx="12"/>
          </p:nvPr>
        </p:nvSpPr>
        <p:spPr/>
        <p:txBody>
          <a:bodyPr/>
          <a:lstStyle/>
          <a:p>
            <a:fld id="{6DD93DE5-57A5-4850-BBFB-BE03AA162B08}" type="slidenum">
              <a:rPr lang="en-IN" smtClean="0"/>
              <a:pPr/>
              <a:t>‹#›</a:t>
            </a:fld>
            <a:endParaRPr lang="en-IN" dirty="0"/>
          </a:p>
        </p:txBody>
      </p:sp>
    </p:spTree>
    <p:extLst>
      <p:ext uri="{BB962C8B-B14F-4D97-AF65-F5344CB8AC3E}">
        <p14:creationId xmlns="" xmlns:p14="http://schemas.microsoft.com/office/powerpoint/2010/main" val="14636328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ED5745B-F3AF-33FE-1D68-D6A2B261046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403B9F95-E2AD-9C25-0335-080C900F396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C3B4D955-8003-866C-B308-8D7D2D7D977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9608818E-F196-1C5A-530E-9B1BDE0EF8F9}"/>
              </a:ext>
            </a:extLst>
          </p:cNvPr>
          <p:cNvSpPr>
            <a:spLocks noGrp="1"/>
          </p:cNvSpPr>
          <p:nvPr>
            <p:ph type="dt" sz="half" idx="10"/>
          </p:nvPr>
        </p:nvSpPr>
        <p:spPr/>
        <p:txBody>
          <a:bodyPr/>
          <a:lstStyle/>
          <a:p>
            <a:fld id="{6FCC65BF-7AAF-4F19-A9A8-85DE2BDE2B15}" type="datetimeFigureOut">
              <a:rPr lang="en-IN" smtClean="0"/>
              <a:pPr/>
              <a:t>15-02-2026</a:t>
            </a:fld>
            <a:endParaRPr lang="en-IN" dirty="0"/>
          </a:p>
        </p:txBody>
      </p:sp>
      <p:sp>
        <p:nvSpPr>
          <p:cNvPr id="6" name="Footer Placeholder 5">
            <a:extLst>
              <a:ext uri="{FF2B5EF4-FFF2-40B4-BE49-F238E27FC236}">
                <a16:creationId xmlns="" xmlns:a16="http://schemas.microsoft.com/office/drawing/2014/main" id="{6F81D106-838B-A41C-37C4-1F5336CB834A}"/>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 xmlns:a16="http://schemas.microsoft.com/office/drawing/2014/main" id="{28074485-8C85-DE34-BF91-55BD3FD9AAC0}"/>
              </a:ext>
            </a:extLst>
          </p:cNvPr>
          <p:cNvSpPr>
            <a:spLocks noGrp="1"/>
          </p:cNvSpPr>
          <p:nvPr>
            <p:ph type="sldNum" sz="quarter" idx="12"/>
          </p:nvPr>
        </p:nvSpPr>
        <p:spPr/>
        <p:txBody>
          <a:bodyPr/>
          <a:lstStyle/>
          <a:p>
            <a:fld id="{6DD93DE5-57A5-4850-BBFB-BE03AA162B08}" type="slidenum">
              <a:rPr lang="en-IN" smtClean="0"/>
              <a:pPr/>
              <a:t>‹#›</a:t>
            </a:fld>
            <a:endParaRPr lang="en-IN" dirty="0"/>
          </a:p>
        </p:txBody>
      </p:sp>
    </p:spTree>
    <p:extLst>
      <p:ext uri="{BB962C8B-B14F-4D97-AF65-F5344CB8AC3E}">
        <p14:creationId xmlns="" xmlns:p14="http://schemas.microsoft.com/office/powerpoint/2010/main" val="17849790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D12A70F-E7FE-8395-9970-88A460F4EFA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E38308CE-7912-CD9E-AAD2-13BC20A3F7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33408613-BCF7-8CA1-96D9-746071270C5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91307947-8E7F-8B44-FE75-FE01C46CB9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8B2AB378-3A4F-93FB-008B-C72222B6330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CC852620-E578-E172-CE6D-84973D1AE4A9}"/>
              </a:ext>
            </a:extLst>
          </p:cNvPr>
          <p:cNvSpPr>
            <a:spLocks noGrp="1"/>
          </p:cNvSpPr>
          <p:nvPr>
            <p:ph type="dt" sz="half" idx="10"/>
          </p:nvPr>
        </p:nvSpPr>
        <p:spPr/>
        <p:txBody>
          <a:bodyPr/>
          <a:lstStyle/>
          <a:p>
            <a:fld id="{6FCC65BF-7AAF-4F19-A9A8-85DE2BDE2B15}" type="datetimeFigureOut">
              <a:rPr lang="en-IN" smtClean="0"/>
              <a:pPr/>
              <a:t>15-02-2026</a:t>
            </a:fld>
            <a:endParaRPr lang="en-IN" dirty="0"/>
          </a:p>
        </p:txBody>
      </p:sp>
      <p:sp>
        <p:nvSpPr>
          <p:cNvPr id="8" name="Footer Placeholder 7">
            <a:extLst>
              <a:ext uri="{FF2B5EF4-FFF2-40B4-BE49-F238E27FC236}">
                <a16:creationId xmlns="" xmlns:a16="http://schemas.microsoft.com/office/drawing/2014/main" id="{F675A0EC-A1FC-E29B-A191-908BAC7ED39B}"/>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 xmlns:a16="http://schemas.microsoft.com/office/drawing/2014/main" id="{BAE09622-A8B0-C98A-B4F1-D8B6C9D7074D}"/>
              </a:ext>
            </a:extLst>
          </p:cNvPr>
          <p:cNvSpPr>
            <a:spLocks noGrp="1"/>
          </p:cNvSpPr>
          <p:nvPr>
            <p:ph type="sldNum" sz="quarter" idx="12"/>
          </p:nvPr>
        </p:nvSpPr>
        <p:spPr/>
        <p:txBody>
          <a:bodyPr/>
          <a:lstStyle/>
          <a:p>
            <a:fld id="{6DD93DE5-57A5-4850-BBFB-BE03AA162B08}" type="slidenum">
              <a:rPr lang="en-IN" smtClean="0"/>
              <a:pPr/>
              <a:t>‹#›</a:t>
            </a:fld>
            <a:endParaRPr lang="en-IN" dirty="0"/>
          </a:p>
        </p:txBody>
      </p:sp>
    </p:spTree>
    <p:extLst>
      <p:ext uri="{BB962C8B-B14F-4D97-AF65-F5344CB8AC3E}">
        <p14:creationId xmlns="" xmlns:p14="http://schemas.microsoft.com/office/powerpoint/2010/main" val="1477252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6051F54-A036-3D3D-8DF8-FF7BB993CF1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D4A40D2C-5ED6-0627-384B-E72BDDAB4453}"/>
              </a:ext>
            </a:extLst>
          </p:cNvPr>
          <p:cNvSpPr>
            <a:spLocks noGrp="1"/>
          </p:cNvSpPr>
          <p:nvPr>
            <p:ph type="dt" sz="half" idx="10"/>
          </p:nvPr>
        </p:nvSpPr>
        <p:spPr/>
        <p:txBody>
          <a:bodyPr/>
          <a:lstStyle/>
          <a:p>
            <a:fld id="{6FCC65BF-7AAF-4F19-A9A8-85DE2BDE2B15}" type="datetimeFigureOut">
              <a:rPr lang="en-IN" smtClean="0"/>
              <a:pPr/>
              <a:t>15-02-2026</a:t>
            </a:fld>
            <a:endParaRPr lang="en-IN" dirty="0"/>
          </a:p>
        </p:txBody>
      </p:sp>
      <p:sp>
        <p:nvSpPr>
          <p:cNvPr id="4" name="Footer Placeholder 3">
            <a:extLst>
              <a:ext uri="{FF2B5EF4-FFF2-40B4-BE49-F238E27FC236}">
                <a16:creationId xmlns="" xmlns:a16="http://schemas.microsoft.com/office/drawing/2014/main" id="{B620FDA8-EB24-0B8E-F99B-E48F4269908D}"/>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 xmlns:a16="http://schemas.microsoft.com/office/drawing/2014/main" id="{832BB5E9-727D-99B0-FF5E-5E5673301D8D}"/>
              </a:ext>
            </a:extLst>
          </p:cNvPr>
          <p:cNvSpPr>
            <a:spLocks noGrp="1"/>
          </p:cNvSpPr>
          <p:nvPr>
            <p:ph type="sldNum" sz="quarter" idx="12"/>
          </p:nvPr>
        </p:nvSpPr>
        <p:spPr/>
        <p:txBody>
          <a:bodyPr/>
          <a:lstStyle/>
          <a:p>
            <a:fld id="{6DD93DE5-57A5-4850-BBFB-BE03AA162B08}" type="slidenum">
              <a:rPr lang="en-IN" smtClean="0"/>
              <a:pPr/>
              <a:t>‹#›</a:t>
            </a:fld>
            <a:endParaRPr lang="en-IN" dirty="0"/>
          </a:p>
        </p:txBody>
      </p:sp>
    </p:spTree>
    <p:extLst>
      <p:ext uri="{BB962C8B-B14F-4D97-AF65-F5344CB8AC3E}">
        <p14:creationId xmlns="" xmlns:p14="http://schemas.microsoft.com/office/powerpoint/2010/main" val="29079781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3959391F-EFCE-F831-5FB4-8D39912765E8}"/>
              </a:ext>
            </a:extLst>
          </p:cNvPr>
          <p:cNvSpPr>
            <a:spLocks noGrp="1"/>
          </p:cNvSpPr>
          <p:nvPr>
            <p:ph type="dt" sz="half" idx="10"/>
          </p:nvPr>
        </p:nvSpPr>
        <p:spPr/>
        <p:txBody>
          <a:bodyPr/>
          <a:lstStyle/>
          <a:p>
            <a:fld id="{6FCC65BF-7AAF-4F19-A9A8-85DE2BDE2B15}" type="datetimeFigureOut">
              <a:rPr lang="en-IN" smtClean="0"/>
              <a:pPr/>
              <a:t>15-02-2026</a:t>
            </a:fld>
            <a:endParaRPr lang="en-IN" dirty="0"/>
          </a:p>
        </p:txBody>
      </p:sp>
      <p:sp>
        <p:nvSpPr>
          <p:cNvPr id="3" name="Footer Placeholder 2">
            <a:extLst>
              <a:ext uri="{FF2B5EF4-FFF2-40B4-BE49-F238E27FC236}">
                <a16:creationId xmlns="" xmlns:a16="http://schemas.microsoft.com/office/drawing/2014/main" id="{457EA47C-0428-F11E-3839-B23C533A7BD6}"/>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 xmlns:a16="http://schemas.microsoft.com/office/drawing/2014/main" id="{1BCDC143-9CBC-FDA4-639B-CFAE890A71A4}"/>
              </a:ext>
            </a:extLst>
          </p:cNvPr>
          <p:cNvSpPr>
            <a:spLocks noGrp="1"/>
          </p:cNvSpPr>
          <p:nvPr>
            <p:ph type="sldNum" sz="quarter" idx="12"/>
          </p:nvPr>
        </p:nvSpPr>
        <p:spPr/>
        <p:txBody>
          <a:bodyPr/>
          <a:lstStyle/>
          <a:p>
            <a:fld id="{6DD93DE5-57A5-4850-BBFB-BE03AA162B08}" type="slidenum">
              <a:rPr lang="en-IN" smtClean="0"/>
              <a:pPr/>
              <a:t>‹#›</a:t>
            </a:fld>
            <a:endParaRPr lang="en-IN" dirty="0"/>
          </a:p>
        </p:txBody>
      </p:sp>
    </p:spTree>
    <p:extLst>
      <p:ext uri="{BB962C8B-B14F-4D97-AF65-F5344CB8AC3E}">
        <p14:creationId xmlns="" xmlns:p14="http://schemas.microsoft.com/office/powerpoint/2010/main" val="25925179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08073BF-5155-C1DB-FF35-F00062FF33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41CD4D1E-DCE5-3B5B-566A-2D6D5A36EC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1A30879A-E17B-939D-059F-8FDF306385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EBCA4B72-B04C-93F9-907F-CD2F043D323E}"/>
              </a:ext>
            </a:extLst>
          </p:cNvPr>
          <p:cNvSpPr>
            <a:spLocks noGrp="1"/>
          </p:cNvSpPr>
          <p:nvPr>
            <p:ph type="dt" sz="half" idx="10"/>
          </p:nvPr>
        </p:nvSpPr>
        <p:spPr/>
        <p:txBody>
          <a:bodyPr/>
          <a:lstStyle/>
          <a:p>
            <a:fld id="{6FCC65BF-7AAF-4F19-A9A8-85DE2BDE2B15}" type="datetimeFigureOut">
              <a:rPr lang="en-IN" smtClean="0"/>
              <a:pPr/>
              <a:t>15-02-2026</a:t>
            </a:fld>
            <a:endParaRPr lang="en-IN" dirty="0"/>
          </a:p>
        </p:txBody>
      </p:sp>
      <p:sp>
        <p:nvSpPr>
          <p:cNvPr id="6" name="Footer Placeholder 5">
            <a:extLst>
              <a:ext uri="{FF2B5EF4-FFF2-40B4-BE49-F238E27FC236}">
                <a16:creationId xmlns="" xmlns:a16="http://schemas.microsoft.com/office/drawing/2014/main" id="{55C2C661-80AA-5230-EF6D-35DF53A9930D}"/>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 xmlns:a16="http://schemas.microsoft.com/office/drawing/2014/main" id="{D1E3C15F-1609-EE8C-E571-A1A6982BF92D}"/>
              </a:ext>
            </a:extLst>
          </p:cNvPr>
          <p:cNvSpPr>
            <a:spLocks noGrp="1"/>
          </p:cNvSpPr>
          <p:nvPr>
            <p:ph type="sldNum" sz="quarter" idx="12"/>
          </p:nvPr>
        </p:nvSpPr>
        <p:spPr/>
        <p:txBody>
          <a:bodyPr/>
          <a:lstStyle/>
          <a:p>
            <a:fld id="{6DD93DE5-57A5-4850-BBFB-BE03AA162B08}" type="slidenum">
              <a:rPr lang="en-IN" smtClean="0"/>
              <a:pPr/>
              <a:t>‹#›</a:t>
            </a:fld>
            <a:endParaRPr lang="en-IN" dirty="0"/>
          </a:p>
        </p:txBody>
      </p:sp>
    </p:spTree>
    <p:extLst>
      <p:ext uri="{BB962C8B-B14F-4D97-AF65-F5344CB8AC3E}">
        <p14:creationId xmlns="" xmlns:p14="http://schemas.microsoft.com/office/powerpoint/2010/main" val="35097527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6881FFB-3940-54F7-4A7A-EFF8C0CCFF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4DE02572-1BB6-B2D6-844D-55595D38C9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 xmlns:a16="http://schemas.microsoft.com/office/drawing/2014/main" id="{69C25167-A35A-799A-07A1-290749E2E4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CD808A42-9C57-0CE3-480F-1882C835BDC9}"/>
              </a:ext>
            </a:extLst>
          </p:cNvPr>
          <p:cNvSpPr>
            <a:spLocks noGrp="1"/>
          </p:cNvSpPr>
          <p:nvPr>
            <p:ph type="dt" sz="half" idx="10"/>
          </p:nvPr>
        </p:nvSpPr>
        <p:spPr/>
        <p:txBody>
          <a:bodyPr/>
          <a:lstStyle/>
          <a:p>
            <a:fld id="{6FCC65BF-7AAF-4F19-A9A8-85DE2BDE2B15}" type="datetimeFigureOut">
              <a:rPr lang="en-IN" smtClean="0"/>
              <a:pPr/>
              <a:t>15-02-2026</a:t>
            </a:fld>
            <a:endParaRPr lang="en-IN" dirty="0"/>
          </a:p>
        </p:txBody>
      </p:sp>
      <p:sp>
        <p:nvSpPr>
          <p:cNvPr id="6" name="Footer Placeholder 5">
            <a:extLst>
              <a:ext uri="{FF2B5EF4-FFF2-40B4-BE49-F238E27FC236}">
                <a16:creationId xmlns="" xmlns:a16="http://schemas.microsoft.com/office/drawing/2014/main" id="{FA0B5A26-0178-56F4-29DD-0AA7B8978170}"/>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 xmlns:a16="http://schemas.microsoft.com/office/drawing/2014/main" id="{4BD88471-4332-4671-4087-7A005DFB6C3A}"/>
              </a:ext>
            </a:extLst>
          </p:cNvPr>
          <p:cNvSpPr>
            <a:spLocks noGrp="1"/>
          </p:cNvSpPr>
          <p:nvPr>
            <p:ph type="sldNum" sz="quarter" idx="12"/>
          </p:nvPr>
        </p:nvSpPr>
        <p:spPr/>
        <p:txBody>
          <a:bodyPr/>
          <a:lstStyle/>
          <a:p>
            <a:fld id="{6DD93DE5-57A5-4850-BBFB-BE03AA162B08}" type="slidenum">
              <a:rPr lang="en-IN" smtClean="0"/>
              <a:pPr/>
              <a:t>‹#›</a:t>
            </a:fld>
            <a:endParaRPr lang="en-IN" dirty="0"/>
          </a:p>
        </p:txBody>
      </p:sp>
    </p:spTree>
    <p:extLst>
      <p:ext uri="{BB962C8B-B14F-4D97-AF65-F5344CB8AC3E}">
        <p14:creationId xmlns="" xmlns:p14="http://schemas.microsoft.com/office/powerpoint/2010/main" val="39285711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060FEB2-7E94-C7BD-C2F2-79AB483256F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83FB7822-A477-D73B-C862-A8A98B45AA4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CAFF8859-6E9B-EE8D-93BC-56E17216BED3}"/>
              </a:ext>
            </a:extLst>
          </p:cNvPr>
          <p:cNvSpPr>
            <a:spLocks noGrp="1"/>
          </p:cNvSpPr>
          <p:nvPr>
            <p:ph type="dt" sz="half" idx="10"/>
          </p:nvPr>
        </p:nvSpPr>
        <p:spPr/>
        <p:txBody>
          <a:bodyPr/>
          <a:lstStyle/>
          <a:p>
            <a:fld id="{6FCC65BF-7AAF-4F19-A9A8-85DE2BDE2B15}" type="datetimeFigureOut">
              <a:rPr lang="en-IN" smtClean="0"/>
              <a:pPr/>
              <a:t>15-02-2026</a:t>
            </a:fld>
            <a:endParaRPr lang="en-IN" dirty="0"/>
          </a:p>
        </p:txBody>
      </p:sp>
      <p:sp>
        <p:nvSpPr>
          <p:cNvPr id="5" name="Footer Placeholder 4">
            <a:extLst>
              <a:ext uri="{FF2B5EF4-FFF2-40B4-BE49-F238E27FC236}">
                <a16:creationId xmlns="" xmlns:a16="http://schemas.microsoft.com/office/drawing/2014/main" id="{68644A18-238B-5B29-EFCE-92D47387778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 xmlns:a16="http://schemas.microsoft.com/office/drawing/2014/main" id="{E34A7D8F-C00D-BA08-4106-B2EE88812FE3}"/>
              </a:ext>
            </a:extLst>
          </p:cNvPr>
          <p:cNvSpPr>
            <a:spLocks noGrp="1"/>
          </p:cNvSpPr>
          <p:nvPr>
            <p:ph type="sldNum" sz="quarter" idx="12"/>
          </p:nvPr>
        </p:nvSpPr>
        <p:spPr/>
        <p:txBody>
          <a:bodyPr/>
          <a:lstStyle/>
          <a:p>
            <a:fld id="{6DD93DE5-57A5-4850-BBFB-BE03AA162B08}" type="slidenum">
              <a:rPr lang="en-IN" smtClean="0"/>
              <a:pPr/>
              <a:t>‹#›</a:t>
            </a:fld>
            <a:endParaRPr lang="en-IN" dirty="0"/>
          </a:p>
        </p:txBody>
      </p:sp>
    </p:spTree>
    <p:extLst>
      <p:ext uri="{BB962C8B-B14F-4D97-AF65-F5344CB8AC3E}">
        <p14:creationId xmlns="" xmlns:p14="http://schemas.microsoft.com/office/powerpoint/2010/main" val="3107208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541E8BF6-3CC2-5CCB-2CC4-10BDAAFAFF3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80E62693-B421-A981-9FC6-49BF30DECE0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08A9C1D5-FD14-745F-1371-A29CE673405D}"/>
              </a:ext>
            </a:extLst>
          </p:cNvPr>
          <p:cNvSpPr>
            <a:spLocks noGrp="1"/>
          </p:cNvSpPr>
          <p:nvPr>
            <p:ph type="dt" sz="half" idx="10"/>
          </p:nvPr>
        </p:nvSpPr>
        <p:spPr/>
        <p:txBody>
          <a:bodyPr/>
          <a:lstStyle/>
          <a:p>
            <a:fld id="{6FCC65BF-7AAF-4F19-A9A8-85DE2BDE2B15}" type="datetimeFigureOut">
              <a:rPr lang="en-IN" smtClean="0"/>
              <a:pPr/>
              <a:t>15-02-2026</a:t>
            </a:fld>
            <a:endParaRPr lang="en-IN" dirty="0"/>
          </a:p>
        </p:txBody>
      </p:sp>
      <p:sp>
        <p:nvSpPr>
          <p:cNvPr id="5" name="Footer Placeholder 4">
            <a:extLst>
              <a:ext uri="{FF2B5EF4-FFF2-40B4-BE49-F238E27FC236}">
                <a16:creationId xmlns="" xmlns:a16="http://schemas.microsoft.com/office/drawing/2014/main" id="{80FBB5F5-AF38-D65C-57AE-90CE6AF05018}"/>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 xmlns:a16="http://schemas.microsoft.com/office/drawing/2014/main" id="{D0B42735-D7A6-9CD3-7042-03D4370A5033}"/>
              </a:ext>
            </a:extLst>
          </p:cNvPr>
          <p:cNvSpPr>
            <a:spLocks noGrp="1"/>
          </p:cNvSpPr>
          <p:nvPr>
            <p:ph type="sldNum" sz="quarter" idx="12"/>
          </p:nvPr>
        </p:nvSpPr>
        <p:spPr/>
        <p:txBody>
          <a:bodyPr/>
          <a:lstStyle/>
          <a:p>
            <a:fld id="{6DD93DE5-57A5-4850-BBFB-BE03AA162B08}" type="slidenum">
              <a:rPr lang="en-IN" smtClean="0"/>
              <a:pPr/>
              <a:t>‹#›</a:t>
            </a:fld>
            <a:endParaRPr lang="en-IN" dirty="0"/>
          </a:p>
        </p:txBody>
      </p:sp>
    </p:spTree>
    <p:extLst>
      <p:ext uri="{BB962C8B-B14F-4D97-AF65-F5344CB8AC3E}">
        <p14:creationId xmlns="" xmlns:p14="http://schemas.microsoft.com/office/powerpoint/2010/main" val="3077941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6E41E956-F73C-EEAC-AED0-A787D5FC63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A94DE651-183D-B620-BC49-AA75D0A34A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853D9889-F6A1-94E0-BA02-B20284CDE0A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CC65BF-7AAF-4F19-A9A8-85DE2BDE2B15}" type="datetimeFigureOut">
              <a:rPr lang="en-IN" smtClean="0"/>
              <a:pPr/>
              <a:t>15-02-2026</a:t>
            </a:fld>
            <a:endParaRPr lang="en-IN" dirty="0"/>
          </a:p>
        </p:txBody>
      </p:sp>
      <p:sp>
        <p:nvSpPr>
          <p:cNvPr id="5" name="Footer Placeholder 4">
            <a:extLst>
              <a:ext uri="{FF2B5EF4-FFF2-40B4-BE49-F238E27FC236}">
                <a16:creationId xmlns="" xmlns:a16="http://schemas.microsoft.com/office/drawing/2014/main" id="{F6E0C723-E100-A4FE-F63B-785EA4F755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 xmlns:a16="http://schemas.microsoft.com/office/drawing/2014/main" id="{7B4CA992-4E85-7840-8EBE-4269068E5D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D93DE5-57A5-4850-BBFB-BE03AA162B08}" type="slidenum">
              <a:rPr lang="en-IN" smtClean="0"/>
              <a:pPr/>
              <a:t>‹#›</a:t>
            </a:fld>
            <a:endParaRPr lang="en-IN" dirty="0"/>
          </a:p>
        </p:txBody>
      </p:sp>
    </p:spTree>
    <p:extLst>
      <p:ext uri="{BB962C8B-B14F-4D97-AF65-F5344CB8AC3E}">
        <p14:creationId xmlns="" xmlns:p14="http://schemas.microsoft.com/office/powerpoint/2010/main" val="25905477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github.com/intuit/karate" TargetMode="External"/><Relationship Id="rId3" Type="http://schemas.openxmlformats.org/officeDocument/2006/relationships/hyperlink" Target="https://assertible.com/" TargetMode="External"/><Relationship Id="rId7" Type="http://schemas.openxmlformats.org/officeDocument/2006/relationships/hyperlink" Target="http://rest-assured.io/" TargetMode="External"/><Relationship Id="rId2" Type="http://schemas.openxmlformats.org/officeDocument/2006/relationships/hyperlink" Target="https://www.soapui.org/" TargetMode="External"/><Relationship Id="rId1" Type="http://schemas.openxmlformats.org/officeDocument/2006/relationships/slideLayout" Target="../slideLayouts/slideLayout2.xml"/><Relationship Id="rId6" Type="http://schemas.openxmlformats.org/officeDocument/2006/relationships/hyperlink" Target="https://jmeter.apache.org/" TargetMode="External"/><Relationship Id="rId11" Type="http://schemas.openxmlformats.org/officeDocument/2006/relationships/image" Target="../media/image2.png"/><Relationship Id="rId5" Type="http://schemas.openxmlformats.org/officeDocument/2006/relationships/hyperlink" Target="https://apigee.com/" TargetMode="External"/><Relationship Id="rId10" Type="http://schemas.openxmlformats.org/officeDocument/2006/relationships/hyperlink" Target="https://software.microfocus.com/" TargetMode="External"/><Relationship Id="rId4" Type="http://schemas.openxmlformats.org/officeDocument/2006/relationships/hyperlink" Target="https://www.tricentis.com/software-testing-tools/" TargetMode="External"/><Relationship Id="rId9" Type="http://schemas.openxmlformats.org/officeDocument/2006/relationships/hyperlink" Target="http://apifortress.co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google.com/search?q=google"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google.com/docs/1123343" TargetMode="External"/><Relationship Id="rId2" Type="http://schemas.openxmlformats.org/officeDocument/2006/relationships/hyperlink" Target="https://www.google.com/Images/1123343" TargetMode="External"/><Relationship Id="rId1" Type="http://schemas.openxmlformats.org/officeDocument/2006/relationships/slideLayout" Target="../slideLayouts/slideLayout2.xml"/><Relationship Id="rId5" Type="http://schemas.openxmlformats.org/officeDocument/2006/relationships/hyperlink" Target="https://www.google.com/search?q=newyork&amp;oq=newyork&amp;aqs=chrome..69i57j0l7.2501j0j7&amp;sourceid=chrome&amp;ie=UTF-8" TargetMode="External"/><Relationship Id="rId4" Type="http://schemas.openxmlformats.org/officeDocument/2006/relationships/hyperlink" Target="https://amazon.com/orders/112"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Graphical user interface, text&#10;&#10;Description automatically generated">
            <a:extLst>
              <a:ext uri="{FF2B5EF4-FFF2-40B4-BE49-F238E27FC236}">
                <a16:creationId xmlns="" xmlns:a16="http://schemas.microsoft.com/office/drawing/2014/main" id="{075D0ED7-4BDC-F714-CE1E-375EF5B8D9FD}"/>
              </a:ext>
            </a:extLst>
          </p:cNvPr>
          <p:cNvPicPr>
            <a:picLocks noChangeAspect="1"/>
          </p:cNvPicPr>
          <p:nvPr/>
        </p:nvPicPr>
        <p:blipFill rotWithShape="1">
          <a:blip r:embed="rId2" cstate="print">
            <a:extLst>
              <a:ext uri="{28A0092B-C50C-407E-A947-70E740481C1C}">
                <a14:useLocalDpi xmlns="" xmlns:a14="http://schemas.microsoft.com/office/drawing/2010/main" val="0"/>
              </a:ext>
            </a:extLst>
          </a:blip>
          <a:srcRect l="4427" r="1" b="1"/>
          <a:stretch/>
        </p:blipFill>
        <p:spPr>
          <a:xfrm>
            <a:off x="20" y="1282"/>
            <a:ext cx="12191980" cy="6856718"/>
          </a:xfrm>
          <a:prstGeom prst="rect">
            <a:avLst/>
          </a:prstGeom>
        </p:spPr>
      </p:pic>
      <p:sp>
        <p:nvSpPr>
          <p:cNvPr id="6" name="TextBox 5">
            <a:extLst>
              <a:ext uri="{FF2B5EF4-FFF2-40B4-BE49-F238E27FC236}">
                <a16:creationId xmlns="" xmlns:a16="http://schemas.microsoft.com/office/drawing/2014/main" id="{EF262FAE-F915-442A-A301-15C3AEBE421F}"/>
              </a:ext>
            </a:extLst>
          </p:cNvPr>
          <p:cNvSpPr txBox="1"/>
          <p:nvPr/>
        </p:nvSpPr>
        <p:spPr>
          <a:xfrm>
            <a:off x="3906173" y="5104474"/>
            <a:ext cx="3189952" cy="461665"/>
          </a:xfrm>
          <a:prstGeom prst="rect">
            <a:avLst/>
          </a:prstGeom>
          <a:noFill/>
        </p:spPr>
        <p:txBody>
          <a:bodyPr wrap="square" rtlCol="0">
            <a:spAutoFit/>
          </a:bodyPr>
          <a:lstStyle/>
          <a:p>
            <a:r>
              <a:rPr lang="en-US" sz="2400" dirty="0">
                <a:solidFill>
                  <a:schemeClr val="bg1"/>
                </a:solidFill>
              </a:rPr>
              <a:t>By - </a:t>
            </a:r>
            <a:r>
              <a:rPr lang="en-US" sz="2400" dirty="0" err="1">
                <a:solidFill>
                  <a:schemeClr val="bg1"/>
                </a:solidFill>
              </a:rPr>
              <a:t>Manas</a:t>
            </a:r>
            <a:r>
              <a:rPr lang="en-US" sz="2400" dirty="0">
                <a:solidFill>
                  <a:schemeClr val="bg1"/>
                </a:solidFill>
              </a:rPr>
              <a:t> </a:t>
            </a:r>
            <a:r>
              <a:rPr lang="en-US" sz="2400" dirty="0" err="1">
                <a:solidFill>
                  <a:schemeClr val="bg1"/>
                </a:solidFill>
              </a:rPr>
              <a:t>Tuwani</a:t>
            </a:r>
            <a:endParaRPr lang="en-IN" sz="2400" dirty="0">
              <a:solidFill>
                <a:schemeClr val="bg1"/>
              </a:solidFill>
            </a:endParaRPr>
          </a:p>
        </p:txBody>
      </p:sp>
    </p:spTree>
    <p:extLst>
      <p:ext uri="{BB962C8B-B14F-4D97-AF65-F5344CB8AC3E}">
        <p14:creationId xmlns="" xmlns:p14="http://schemas.microsoft.com/office/powerpoint/2010/main" val="161076605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 xmlns:a16="http://schemas.microsoft.com/office/drawing/2014/main" id="{CEB41C5C-0F34-4DDA-9D7C-5E717F35F60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bwMode="ltGray">
          <a:xfrm>
            <a:off x="336384" y="303591"/>
            <a:ext cx="4334256" cy="5896743"/>
          </a:xfrm>
          <a:prstGeom prst="rect">
            <a:avLst/>
          </a:prstGeom>
          <a:solidFill>
            <a:schemeClr val="tx1">
              <a:lumMod val="75000"/>
              <a:lumOff val="25000"/>
            </a:schemeClr>
          </a:solidFill>
          <a:ln w="127000" cap="sq" cmpd="thinThick">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5FE9169F-64D4-EE35-A831-17816BBCEF6A}"/>
              </a:ext>
            </a:extLst>
          </p:cNvPr>
          <p:cNvSpPr>
            <a:spLocks noGrp="1"/>
          </p:cNvSpPr>
          <p:nvPr>
            <p:ph type="title"/>
          </p:nvPr>
        </p:nvSpPr>
        <p:spPr>
          <a:xfrm>
            <a:off x="592415" y="705712"/>
            <a:ext cx="3822192" cy="1344975"/>
          </a:xfrm>
        </p:spPr>
        <p:txBody>
          <a:bodyPr vert="horz" lIns="91440" tIns="45720" rIns="91440" bIns="45720" rtlCol="0" anchor="ctr">
            <a:normAutofit/>
          </a:bodyPr>
          <a:lstStyle/>
          <a:p>
            <a:r>
              <a:rPr lang="en-US" sz="3600" b="1" kern="1200" dirty="0">
                <a:solidFill>
                  <a:schemeClr val="bg1"/>
                </a:solidFill>
                <a:latin typeface="+mj-lt"/>
                <a:ea typeface="+mj-ea"/>
                <a:cs typeface="+mj-cs"/>
              </a:rPr>
              <a:t>API Testing Tool</a:t>
            </a:r>
          </a:p>
        </p:txBody>
      </p:sp>
      <p:cxnSp>
        <p:nvCxnSpPr>
          <p:cNvPr id="13" name="Straight Connector 12">
            <a:extLst>
              <a:ext uri="{FF2B5EF4-FFF2-40B4-BE49-F238E27FC236}">
                <a16:creationId xmlns="" xmlns:a16="http://schemas.microsoft.com/office/drawing/2014/main" id="{57E1E5E6-F385-4E9C-B201-BA5BDE5CAD52}"/>
              </a:ext>
              <a:ext uri="{C183D7F6-B498-43B3-948B-1728B52AA6E4}">
                <adec:decorative xmlns=""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 xmlns:p16="http://schemas.microsoft.com/office/powerpoint/2015/main" val="1"/>
              </p:ext>
            </p:extLst>
          </p:nvPr>
        </p:nvCxnSpPr>
        <p:spPr>
          <a:xfrm>
            <a:off x="704088" y="2050687"/>
            <a:ext cx="3685032" cy="0"/>
          </a:xfrm>
          <a:prstGeom prst="line">
            <a:avLst/>
          </a:prstGeom>
          <a:ln w="22225">
            <a:solidFill>
              <a:srgbClr val="E7E6E6"/>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 xmlns:a16="http://schemas.microsoft.com/office/drawing/2014/main" id="{DA019BF9-0157-7F48-FA42-BBF99DC027B0}"/>
              </a:ext>
            </a:extLst>
          </p:cNvPr>
          <p:cNvSpPr txBox="1"/>
          <p:nvPr/>
        </p:nvSpPr>
        <p:spPr>
          <a:xfrm>
            <a:off x="484632" y="2221034"/>
            <a:ext cx="4795871" cy="4279037"/>
          </a:xfrm>
          <a:prstGeom prst="rect">
            <a:avLst/>
          </a:prstGeom>
        </p:spPr>
        <p:txBody>
          <a:bodyPr vert="horz" lIns="91440" tIns="45720" rIns="91440" bIns="45720" rtlCol="0">
            <a:noAutofit/>
          </a:bodyPr>
          <a:lstStyle/>
          <a:p>
            <a:pPr>
              <a:lnSpc>
                <a:spcPct val="90000"/>
              </a:lnSpc>
              <a:spcAft>
                <a:spcPts val="800"/>
              </a:spcAft>
            </a:pPr>
            <a:r>
              <a:rPr lang="en-US" sz="1400" dirty="0">
                <a:solidFill>
                  <a:schemeClr val="bg1"/>
                </a:solidFill>
                <a:effectLst/>
              </a:rPr>
              <a:t>Some of the tools used for API Testing are as follows:</a:t>
            </a:r>
          </a:p>
          <a:p>
            <a:pPr marL="342900" lvl="0" indent="-228600">
              <a:lnSpc>
                <a:spcPct val="90000"/>
              </a:lnSpc>
              <a:spcAft>
                <a:spcPts val="800"/>
              </a:spcAft>
              <a:buSzPts val="1000"/>
              <a:buFont typeface="Arial" panose="020B0604020202020204" pitchFamily="34" charset="0"/>
              <a:buChar char="•"/>
              <a:tabLst>
                <a:tab pos="457200" algn="l"/>
              </a:tabLst>
            </a:pPr>
            <a:r>
              <a:rPr lang="en-US" sz="1400" u="sng" dirty="0">
                <a:solidFill>
                  <a:schemeClr val="bg1"/>
                </a:solidFill>
                <a:effectLst/>
              </a:rPr>
              <a:t>Postman</a:t>
            </a:r>
          </a:p>
          <a:p>
            <a:pPr marL="342900" lvl="0" indent="-228600">
              <a:lnSpc>
                <a:spcPct val="90000"/>
              </a:lnSpc>
              <a:spcAft>
                <a:spcPts val="800"/>
              </a:spcAft>
              <a:buSzPts val="1000"/>
              <a:buFont typeface="Arial" panose="020B0604020202020204" pitchFamily="34" charset="0"/>
              <a:buChar char="•"/>
              <a:tabLst>
                <a:tab pos="457200" algn="l"/>
              </a:tabLst>
            </a:pPr>
            <a:r>
              <a:rPr lang="en-US" sz="1400" u="sng" dirty="0">
                <a:solidFill>
                  <a:schemeClr val="bg1"/>
                </a:solidFill>
              </a:rPr>
              <a:t>Swagger</a:t>
            </a:r>
            <a:endParaRPr lang="en-US" sz="1400" u="sng" dirty="0">
              <a:solidFill>
                <a:schemeClr val="bg1"/>
              </a:solidFill>
              <a:effectLst/>
            </a:endParaRPr>
          </a:p>
          <a:p>
            <a:pPr marL="342900" lvl="0" indent="-228600">
              <a:lnSpc>
                <a:spcPct val="90000"/>
              </a:lnSpc>
              <a:spcAft>
                <a:spcPts val="800"/>
              </a:spcAft>
              <a:buSzPts val="1000"/>
              <a:buFont typeface="Arial" panose="020B0604020202020204" pitchFamily="34" charset="0"/>
              <a:buChar char="•"/>
              <a:tabLst>
                <a:tab pos="457200" algn="l"/>
              </a:tabLst>
            </a:pPr>
            <a:r>
              <a:rPr lang="en-US" sz="1400" u="sng" dirty="0" err="1">
                <a:solidFill>
                  <a:schemeClr val="bg1"/>
                </a:solidFill>
                <a:effectLst/>
              </a:rPr>
              <a:t>Katalon</a:t>
            </a:r>
            <a:r>
              <a:rPr lang="en-US" sz="1400" u="sng" dirty="0">
                <a:solidFill>
                  <a:schemeClr val="bg1"/>
                </a:solidFill>
                <a:effectLst/>
              </a:rPr>
              <a:t> Studio</a:t>
            </a:r>
          </a:p>
          <a:p>
            <a:pPr marL="342900" lvl="0" indent="-228600">
              <a:lnSpc>
                <a:spcPct val="90000"/>
              </a:lnSpc>
              <a:spcAft>
                <a:spcPts val="800"/>
              </a:spcAft>
              <a:buSzPts val="1000"/>
              <a:buFont typeface="Arial" panose="020B0604020202020204" pitchFamily="34" charset="0"/>
              <a:buChar char="•"/>
              <a:tabLst>
                <a:tab pos="457200" algn="l"/>
              </a:tabLst>
            </a:pPr>
            <a:r>
              <a:rPr lang="en-US" sz="1400" u="sng" dirty="0">
                <a:solidFill>
                  <a:schemeClr val="bg1"/>
                </a:solidFill>
                <a:effectLst/>
                <a:hlinkClick r:id="rId2">
                  <a:extLst>
                    <a:ext uri="{A12FA001-AC4F-418D-AE19-62706E023703}">
                      <ahyp:hlinkClr xmlns="" xmlns:ahyp="http://schemas.microsoft.com/office/drawing/2018/hyperlinkcolor" val="tx"/>
                    </a:ext>
                  </a:extLst>
                </a:hlinkClick>
              </a:rPr>
              <a:t>SoapUI</a:t>
            </a:r>
            <a:endParaRPr lang="en-US" sz="1400" u="sng" dirty="0">
              <a:solidFill>
                <a:schemeClr val="bg1"/>
              </a:solidFill>
              <a:effectLst/>
            </a:endParaRPr>
          </a:p>
          <a:p>
            <a:pPr marL="342900" lvl="0" indent="-228600">
              <a:lnSpc>
                <a:spcPct val="90000"/>
              </a:lnSpc>
              <a:spcAft>
                <a:spcPts val="800"/>
              </a:spcAft>
              <a:buSzPts val="1000"/>
              <a:buFont typeface="Arial" panose="020B0604020202020204" pitchFamily="34" charset="0"/>
              <a:buChar char="•"/>
              <a:tabLst>
                <a:tab pos="457200" algn="l"/>
              </a:tabLst>
            </a:pPr>
            <a:r>
              <a:rPr lang="en-US" sz="1400" u="sng" dirty="0">
                <a:solidFill>
                  <a:schemeClr val="bg1"/>
                </a:solidFill>
                <a:effectLst/>
                <a:hlinkClick r:id="rId3">
                  <a:extLst>
                    <a:ext uri="{A12FA001-AC4F-418D-AE19-62706E023703}">
                      <ahyp:hlinkClr xmlns="" xmlns:ahyp="http://schemas.microsoft.com/office/drawing/2018/hyperlinkcolor" val="tx"/>
                    </a:ext>
                  </a:extLst>
                </a:hlinkClick>
              </a:rPr>
              <a:t>Assertible</a:t>
            </a:r>
            <a:endParaRPr lang="en-US" sz="1400" u="sng" dirty="0">
              <a:solidFill>
                <a:schemeClr val="bg1"/>
              </a:solidFill>
              <a:effectLst/>
            </a:endParaRPr>
          </a:p>
          <a:p>
            <a:pPr marL="342900" lvl="0" indent="-228600">
              <a:lnSpc>
                <a:spcPct val="90000"/>
              </a:lnSpc>
              <a:spcAft>
                <a:spcPts val="800"/>
              </a:spcAft>
              <a:buSzPts val="1000"/>
              <a:buFont typeface="Arial" panose="020B0604020202020204" pitchFamily="34" charset="0"/>
              <a:buChar char="•"/>
              <a:tabLst>
                <a:tab pos="457200" algn="l"/>
              </a:tabLst>
            </a:pPr>
            <a:r>
              <a:rPr lang="en-US" sz="1400" u="sng" dirty="0" err="1">
                <a:solidFill>
                  <a:schemeClr val="bg1"/>
                </a:solidFill>
                <a:effectLst/>
                <a:hlinkClick r:id="rId4">
                  <a:extLst>
                    <a:ext uri="{A12FA001-AC4F-418D-AE19-62706E023703}">
                      <ahyp:hlinkClr xmlns="" xmlns:ahyp="http://schemas.microsoft.com/office/drawing/2018/hyperlinkcolor" val="tx"/>
                    </a:ext>
                  </a:extLst>
                </a:hlinkClick>
              </a:rPr>
              <a:t>Tricentis</a:t>
            </a:r>
            <a:r>
              <a:rPr lang="en-US" sz="1400" u="sng" dirty="0">
                <a:solidFill>
                  <a:schemeClr val="bg1"/>
                </a:solidFill>
                <a:effectLst/>
                <a:hlinkClick r:id="rId4">
                  <a:extLst>
                    <a:ext uri="{A12FA001-AC4F-418D-AE19-62706E023703}">
                      <ahyp:hlinkClr xmlns="" xmlns:ahyp="http://schemas.microsoft.com/office/drawing/2018/hyperlinkcolor" val="tx"/>
                    </a:ext>
                  </a:extLst>
                </a:hlinkClick>
              </a:rPr>
              <a:t> Tosca</a:t>
            </a:r>
            <a:endParaRPr lang="en-US" sz="1400" u="sng" dirty="0">
              <a:solidFill>
                <a:schemeClr val="bg1"/>
              </a:solidFill>
              <a:effectLst/>
            </a:endParaRPr>
          </a:p>
          <a:p>
            <a:pPr marL="342900" lvl="0" indent="-228600">
              <a:lnSpc>
                <a:spcPct val="90000"/>
              </a:lnSpc>
              <a:spcAft>
                <a:spcPts val="800"/>
              </a:spcAft>
              <a:buSzPts val="1000"/>
              <a:buFont typeface="Arial" panose="020B0604020202020204" pitchFamily="34" charset="0"/>
              <a:buChar char="•"/>
              <a:tabLst>
                <a:tab pos="457200" algn="l"/>
              </a:tabLst>
            </a:pPr>
            <a:r>
              <a:rPr lang="en-US" sz="1400" u="sng" dirty="0">
                <a:solidFill>
                  <a:schemeClr val="bg1"/>
                </a:solidFill>
                <a:effectLst/>
                <a:hlinkClick r:id="rId5">
                  <a:extLst>
                    <a:ext uri="{A12FA001-AC4F-418D-AE19-62706E023703}">
                      <ahyp:hlinkClr xmlns="" xmlns:ahyp="http://schemas.microsoft.com/office/drawing/2018/hyperlinkcolor" val="tx"/>
                    </a:ext>
                  </a:extLst>
                </a:hlinkClick>
              </a:rPr>
              <a:t>Apigee</a:t>
            </a:r>
            <a:endParaRPr lang="en-US" sz="1400" u="sng" dirty="0">
              <a:solidFill>
                <a:schemeClr val="bg1"/>
              </a:solidFill>
              <a:effectLst/>
            </a:endParaRPr>
          </a:p>
          <a:p>
            <a:pPr marL="342900" lvl="0" indent="-228600">
              <a:lnSpc>
                <a:spcPct val="90000"/>
              </a:lnSpc>
              <a:spcAft>
                <a:spcPts val="800"/>
              </a:spcAft>
              <a:buSzPts val="1000"/>
              <a:buFont typeface="Arial" panose="020B0604020202020204" pitchFamily="34" charset="0"/>
              <a:buChar char="•"/>
              <a:tabLst>
                <a:tab pos="457200" algn="l"/>
              </a:tabLst>
            </a:pPr>
            <a:r>
              <a:rPr lang="en-US" sz="1400" u="sng" dirty="0">
                <a:solidFill>
                  <a:schemeClr val="bg1"/>
                </a:solidFill>
                <a:effectLst/>
                <a:hlinkClick r:id="rId6">
                  <a:extLst>
                    <a:ext uri="{A12FA001-AC4F-418D-AE19-62706E023703}">
                      <ahyp:hlinkClr xmlns="" xmlns:ahyp="http://schemas.microsoft.com/office/drawing/2018/hyperlinkcolor" val="tx"/>
                    </a:ext>
                  </a:extLst>
                </a:hlinkClick>
              </a:rPr>
              <a:t>JMeter</a:t>
            </a:r>
            <a:endParaRPr lang="en-US" sz="1400" u="sng" dirty="0">
              <a:solidFill>
                <a:schemeClr val="bg1"/>
              </a:solidFill>
              <a:effectLst/>
            </a:endParaRPr>
          </a:p>
          <a:p>
            <a:pPr marL="342900" lvl="0" indent="-228600">
              <a:lnSpc>
                <a:spcPct val="90000"/>
              </a:lnSpc>
              <a:spcAft>
                <a:spcPts val="800"/>
              </a:spcAft>
              <a:buSzPts val="1000"/>
              <a:buFont typeface="Arial" panose="020B0604020202020204" pitchFamily="34" charset="0"/>
              <a:buChar char="•"/>
              <a:tabLst>
                <a:tab pos="457200" algn="l"/>
              </a:tabLst>
            </a:pPr>
            <a:r>
              <a:rPr lang="en-US" sz="1400" u="sng" dirty="0">
                <a:solidFill>
                  <a:schemeClr val="bg1"/>
                </a:solidFill>
                <a:effectLst/>
                <a:hlinkClick r:id="rId7">
                  <a:extLst>
                    <a:ext uri="{A12FA001-AC4F-418D-AE19-62706E023703}">
                      <ahyp:hlinkClr xmlns="" xmlns:ahyp="http://schemas.microsoft.com/office/drawing/2018/hyperlinkcolor" val="tx"/>
                    </a:ext>
                  </a:extLst>
                </a:hlinkClick>
              </a:rPr>
              <a:t>Rest-Assured</a:t>
            </a:r>
            <a:endParaRPr lang="en-US" sz="1400" u="sng" dirty="0">
              <a:solidFill>
                <a:schemeClr val="bg1"/>
              </a:solidFill>
              <a:effectLst/>
            </a:endParaRPr>
          </a:p>
          <a:p>
            <a:pPr marL="342900" lvl="0" indent="-228600">
              <a:lnSpc>
                <a:spcPct val="90000"/>
              </a:lnSpc>
              <a:spcAft>
                <a:spcPts val="800"/>
              </a:spcAft>
              <a:buSzPts val="1000"/>
              <a:buFont typeface="Arial" panose="020B0604020202020204" pitchFamily="34" charset="0"/>
              <a:buChar char="•"/>
              <a:tabLst>
                <a:tab pos="457200" algn="l"/>
              </a:tabLst>
            </a:pPr>
            <a:r>
              <a:rPr lang="en-US" sz="1400" u="sng" dirty="0">
                <a:solidFill>
                  <a:schemeClr val="bg1"/>
                </a:solidFill>
                <a:effectLst/>
                <a:hlinkClick r:id="rId8">
                  <a:extLst>
                    <a:ext uri="{A12FA001-AC4F-418D-AE19-62706E023703}">
                      <ahyp:hlinkClr xmlns="" xmlns:ahyp="http://schemas.microsoft.com/office/drawing/2018/hyperlinkcolor" val="tx"/>
                    </a:ext>
                  </a:extLst>
                </a:hlinkClick>
              </a:rPr>
              <a:t>Karate DSL</a:t>
            </a:r>
            <a:endParaRPr lang="en-US" sz="1400" u="sng" dirty="0">
              <a:solidFill>
                <a:schemeClr val="bg1"/>
              </a:solidFill>
              <a:effectLst/>
            </a:endParaRPr>
          </a:p>
          <a:p>
            <a:pPr marL="342900" lvl="0" indent="-228600">
              <a:lnSpc>
                <a:spcPct val="90000"/>
              </a:lnSpc>
              <a:spcAft>
                <a:spcPts val="800"/>
              </a:spcAft>
              <a:buSzPts val="1000"/>
              <a:buFont typeface="Arial" panose="020B0604020202020204" pitchFamily="34" charset="0"/>
              <a:buChar char="•"/>
              <a:tabLst>
                <a:tab pos="457200" algn="l"/>
              </a:tabLst>
            </a:pPr>
            <a:r>
              <a:rPr lang="en-US" sz="1400" u="sng" dirty="0">
                <a:solidFill>
                  <a:schemeClr val="bg1"/>
                </a:solidFill>
                <a:effectLst/>
                <a:hlinkClick r:id="rId9">
                  <a:extLst>
                    <a:ext uri="{A12FA001-AC4F-418D-AE19-62706E023703}">
                      <ahyp:hlinkClr xmlns="" xmlns:ahyp="http://schemas.microsoft.com/office/drawing/2018/hyperlinkcolor" val="tx"/>
                    </a:ext>
                  </a:extLst>
                </a:hlinkClick>
              </a:rPr>
              <a:t>API Fortress</a:t>
            </a:r>
            <a:endParaRPr lang="en-US" sz="1400" u="sng" dirty="0">
              <a:solidFill>
                <a:schemeClr val="bg1"/>
              </a:solidFill>
              <a:effectLst/>
            </a:endParaRPr>
          </a:p>
          <a:p>
            <a:pPr marL="342900" lvl="0" indent="-228600">
              <a:lnSpc>
                <a:spcPct val="90000"/>
              </a:lnSpc>
              <a:spcAft>
                <a:spcPts val="800"/>
              </a:spcAft>
              <a:buSzPts val="1000"/>
              <a:buFont typeface="Arial" panose="020B0604020202020204" pitchFamily="34" charset="0"/>
              <a:buChar char="•"/>
              <a:tabLst>
                <a:tab pos="457200" algn="l"/>
              </a:tabLst>
            </a:pPr>
            <a:r>
              <a:rPr lang="en-US" sz="1400" u="sng" dirty="0">
                <a:solidFill>
                  <a:schemeClr val="bg1"/>
                </a:solidFill>
                <a:effectLst/>
                <a:hlinkClick r:id="rId10">
                  <a:extLst>
                    <a:ext uri="{A12FA001-AC4F-418D-AE19-62706E023703}">
                      <ahyp:hlinkClr xmlns="" xmlns:ahyp="http://schemas.microsoft.com/office/drawing/2018/hyperlinkcolor" val="tx"/>
                    </a:ext>
                  </a:extLst>
                </a:hlinkClick>
              </a:rPr>
              <a:t>HP QTP(UFT)</a:t>
            </a:r>
            <a:endParaRPr lang="en-US" sz="1400" u="sng" dirty="0">
              <a:solidFill>
                <a:schemeClr val="bg1"/>
              </a:solidFill>
              <a:effectLst/>
            </a:endParaRPr>
          </a:p>
        </p:txBody>
      </p:sp>
      <p:pic>
        <p:nvPicPr>
          <p:cNvPr id="4" name="Content Placeholder 3">
            <a:extLst>
              <a:ext uri="{FF2B5EF4-FFF2-40B4-BE49-F238E27FC236}">
                <a16:creationId xmlns="" xmlns:a16="http://schemas.microsoft.com/office/drawing/2014/main" id="{C4DE04C1-F16D-88BC-AB9B-9757D06B0562}"/>
              </a:ext>
            </a:extLst>
          </p:cNvPr>
          <p:cNvPicPr>
            <a:picLocks noGrp="1" noChangeAspect="1"/>
          </p:cNvPicPr>
          <p:nvPr>
            <p:ph idx="1"/>
          </p:nvPr>
        </p:nvPicPr>
        <p:blipFill>
          <a:blip r:embed="rId11" cstate="print"/>
          <a:stretch>
            <a:fillRect/>
          </a:stretch>
        </p:blipFill>
        <p:spPr bwMode="auto">
          <a:xfrm>
            <a:off x="5110716" y="1776325"/>
            <a:ext cx="6596652" cy="3149901"/>
          </a:xfrm>
          <a:prstGeom prst="rect">
            <a:avLst/>
          </a:prstGeom>
          <a:noFill/>
        </p:spPr>
      </p:pic>
    </p:spTree>
    <p:extLst>
      <p:ext uri="{BB962C8B-B14F-4D97-AF65-F5344CB8AC3E}">
        <p14:creationId xmlns="" xmlns:p14="http://schemas.microsoft.com/office/powerpoint/2010/main" val="40450457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08D4BAF-FDF3-EEC0-4DFB-B7D5DF5D4966}"/>
              </a:ext>
            </a:extLst>
          </p:cNvPr>
          <p:cNvSpPr>
            <a:spLocks noGrp="1"/>
          </p:cNvSpPr>
          <p:nvPr>
            <p:ph type="title"/>
          </p:nvPr>
        </p:nvSpPr>
        <p:spPr/>
        <p:txBody>
          <a:bodyPr/>
          <a:lstStyle/>
          <a:p>
            <a:r>
              <a:rPr lang="en-US" b="1" dirty="0"/>
              <a:t>What is Postman</a:t>
            </a:r>
            <a:endParaRPr lang="en-IN" b="1" dirty="0"/>
          </a:p>
        </p:txBody>
      </p:sp>
      <p:sp>
        <p:nvSpPr>
          <p:cNvPr id="3" name="Content Placeholder 2">
            <a:extLst>
              <a:ext uri="{FF2B5EF4-FFF2-40B4-BE49-F238E27FC236}">
                <a16:creationId xmlns="" xmlns:a16="http://schemas.microsoft.com/office/drawing/2014/main" id="{475198C8-B05F-A307-C46D-E3FA96945395}"/>
              </a:ext>
            </a:extLst>
          </p:cNvPr>
          <p:cNvSpPr>
            <a:spLocks noGrp="1"/>
          </p:cNvSpPr>
          <p:nvPr>
            <p:ph idx="1"/>
          </p:nvPr>
        </p:nvSpPr>
        <p:spPr/>
        <p:txBody>
          <a:bodyPr/>
          <a:lstStyle/>
          <a:p>
            <a:pPr>
              <a:lnSpc>
                <a:spcPct val="107000"/>
              </a:lnSpc>
              <a:spcAft>
                <a:spcPts val="800"/>
              </a:spcAft>
            </a:pPr>
            <a:r>
              <a:rPr lang="en-IN" sz="1800" dirty="0">
                <a:solidFill>
                  <a:srgbClr val="2D3748"/>
                </a:solidFill>
                <a:effectLst/>
                <a:latin typeface="Segoe UI" panose="020B0502040204020203" pitchFamily="34" charset="0"/>
                <a:ea typeface="Times New Roman" panose="02020603050405020304" pitchFamily="18" charset="0"/>
                <a:cs typeface="Times New Roman" panose="02020603050405020304" pitchFamily="18" charset="0"/>
              </a:rPr>
              <a:t>Postman is a collaboration platform for API development. It is a popular API client and it enables you to design, build, share, test, and document APIs.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800" dirty="0">
                <a:solidFill>
                  <a:srgbClr val="2D3748"/>
                </a:solidFill>
                <a:effectLst/>
                <a:latin typeface="Segoe UI" panose="020B0502040204020203" pitchFamily="34" charset="0"/>
                <a:ea typeface="Times New Roman" panose="02020603050405020304" pitchFamily="18" charset="0"/>
                <a:cs typeface="Times New Roman" panose="02020603050405020304" pitchFamily="18" charset="0"/>
              </a:rPr>
              <a:t>Using the Postman tool, we can send HTTP/s requests to a service, as well as get their responses. By doing this we can make sure that the service is up and running.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800" dirty="0">
                <a:solidFill>
                  <a:srgbClr val="2D3748"/>
                </a:solidFill>
                <a:effectLst/>
                <a:latin typeface="Segoe UI" panose="020B0502040204020203" pitchFamily="34" charset="0"/>
                <a:ea typeface="Times New Roman" panose="02020603050405020304" pitchFamily="18" charset="0"/>
              </a:rPr>
              <a:t>Being originally a Chrome browser plugin, Postman now extends its solution with the native version for both Mac and Windows.</a:t>
            </a:r>
            <a:endParaRPr lang="en-IN" dirty="0"/>
          </a:p>
        </p:txBody>
      </p:sp>
    </p:spTree>
    <p:extLst>
      <p:ext uri="{BB962C8B-B14F-4D97-AF65-F5344CB8AC3E}">
        <p14:creationId xmlns="" xmlns:p14="http://schemas.microsoft.com/office/powerpoint/2010/main" val="309525004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5D37DAE-CEAA-066D-D828-0BF04178D619}"/>
              </a:ext>
            </a:extLst>
          </p:cNvPr>
          <p:cNvSpPr>
            <a:spLocks noGrp="1"/>
          </p:cNvSpPr>
          <p:nvPr>
            <p:ph type="title"/>
          </p:nvPr>
        </p:nvSpPr>
        <p:spPr>
          <a:xfrm>
            <a:off x="838200" y="500062"/>
            <a:ext cx="10515600" cy="1325563"/>
          </a:xfrm>
        </p:spPr>
        <p:txBody>
          <a:bodyPr/>
          <a:lstStyle/>
          <a:p>
            <a:r>
              <a:rPr lang="en-US" b="1" dirty="0"/>
              <a:t>Why Postman ?</a:t>
            </a:r>
            <a:endParaRPr lang="en-IN" b="1" dirty="0"/>
          </a:p>
        </p:txBody>
      </p:sp>
      <p:sp>
        <p:nvSpPr>
          <p:cNvPr id="3" name="Content Placeholder 2">
            <a:extLst>
              <a:ext uri="{FF2B5EF4-FFF2-40B4-BE49-F238E27FC236}">
                <a16:creationId xmlns="" xmlns:a16="http://schemas.microsoft.com/office/drawing/2014/main" id="{75B38707-7C5B-F11B-27E3-29B997A4EFEC}"/>
              </a:ext>
            </a:extLst>
          </p:cNvPr>
          <p:cNvSpPr>
            <a:spLocks noGrp="1"/>
          </p:cNvSpPr>
          <p:nvPr>
            <p:ph idx="1"/>
          </p:nvPr>
        </p:nvSpPr>
        <p:spPr/>
        <p:txBody>
          <a:bodyPr>
            <a:normAutofit lnSpcReduction="10000"/>
          </a:bodyPr>
          <a:lstStyle/>
          <a:p>
            <a:pPr marL="0" indent="0">
              <a:lnSpc>
                <a:spcPct val="100000"/>
              </a:lnSpc>
              <a:spcAft>
                <a:spcPts val="800"/>
              </a:spcAft>
              <a:buNone/>
            </a:pPr>
            <a:r>
              <a:rPr lang="en-IN" sz="1800" dirty="0">
                <a:solidFill>
                  <a:srgbClr val="2D3748"/>
                </a:solidFill>
                <a:effectLst/>
                <a:latin typeface="Segoe UI" panose="020B0502040204020203" pitchFamily="34" charset="0"/>
                <a:ea typeface="Times New Roman" panose="02020603050405020304" pitchFamily="18" charset="0"/>
                <a:cs typeface="Times New Roman" panose="02020603050405020304" pitchFamily="18" charset="0"/>
              </a:rPr>
              <a:t>Postman has become a tool of choice for </a:t>
            </a:r>
            <a:r>
              <a:rPr lang="en-IN" sz="1800">
                <a:solidFill>
                  <a:srgbClr val="2D3748"/>
                </a:solidFill>
                <a:effectLst/>
                <a:latin typeface="Segoe UI" panose="020B0502040204020203" pitchFamily="34" charset="0"/>
                <a:ea typeface="Times New Roman" panose="02020603050405020304" pitchFamily="18" charset="0"/>
                <a:cs typeface="Times New Roman" panose="02020603050405020304" pitchFamily="18" charset="0"/>
              </a:rPr>
              <a:t>over </a:t>
            </a:r>
            <a:r>
              <a:rPr lang="en-IN" sz="1800" smtClean="0">
                <a:solidFill>
                  <a:srgbClr val="2D3748"/>
                </a:solidFill>
                <a:effectLst/>
                <a:latin typeface="Segoe UI" panose="020B0502040204020203" pitchFamily="34" charset="0"/>
                <a:ea typeface="Times New Roman" panose="02020603050405020304" pitchFamily="18" charset="0"/>
                <a:cs typeface="Times New Roman" panose="02020603050405020304" pitchFamily="18" charset="0"/>
              </a:rPr>
              <a:t>50 </a:t>
            </a:r>
            <a:r>
              <a:rPr lang="en-IN" sz="1800" dirty="0">
                <a:solidFill>
                  <a:srgbClr val="2D3748"/>
                </a:solidFill>
                <a:effectLst/>
                <a:latin typeface="Segoe UI" panose="020B0502040204020203" pitchFamily="34" charset="0"/>
                <a:ea typeface="Times New Roman" panose="02020603050405020304" pitchFamily="18" charset="0"/>
                <a:cs typeface="Times New Roman" panose="02020603050405020304" pitchFamily="18" charset="0"/>
              </a:rPr>
              <a:t>million users.</a:t>
            </a:r>
          </a:p>
          <a:p>
            <a:pPr marL="0" indent="0">
              <a:lnSpc>
                <a:spcPct val="100000"/>
              </a:lnSpc>
              <a:spcAft>
                <a:spcPts val="800"/>
              </a:spcAft>
              <a:buNone/>
            </a:pPr>
            <a:endParaRPr lang="en-IN" sz="800" dirty="0">
              <a:effectLst/>
              <a:latin typeface="Calibri" panose="020F0502020204030204" pitchFamily="34" charset="0"/>
              <a:ea typeface="Calibri" panose="020F0502020204030204" pitchFamily="34" charset="0"/>
              <a:cs typeface="Times New Roman" panose="02020603050405020304" pitchFamily="18" charset="0"/>
            </a:endParaRPr>
          </a:p>
          <a:p>
            <a:pPr lvl="0">
              <a:lnSpc>
                <a:spcPct val="100000"/>
              </a:lnSpc>
              <a:spcAft>
                <a:spcPts val="800"/>
              </a:spcAft>
              <a:buSzPts val="1000"/>
              <a:buFont typeface="Wingdings" panose="05000000000000000000" pitchFamily="2" charset="2"/>
              <a:buChar char="§"/>
              <a:tabLst>
                <a:tab pos="457200" algn="l"/>
              </a:tabLst>
            </a:pPr>
            <a:r>
              <a:rPr lang="en-IN" sz="1800" b="1" dirty="0">
                <a:solidFill>
                  <a:srgbClr val="2D3748"/>
                </a:solidFill>
                <a:effectLst/>
                <a:latin typeface="Segoe UI" panose="020B0502040204020203" pitchFamily="34" charset="0"/>
                <a:ea typeface="Times New Roman" panose="02020603050405020304" pitchFamily="18" charset="0"/>
                <a:cs typeface="Times New Roman" panose="02020603050405020304" pitchFamily="18" charset="0"/>
              </a:rPr>
              <a:t>Free:</a:t>
            </a:r>
            <a:r>
              <a:rPr lang="en-IN" sz="1800" dirty="0">
                <a:solidFill>
                  <a:srgbClr val="2D3748"/>
                </a:solidFill>
                <a:effectLst/>
                <a:latin typeface="Segoe UI" panose="020B0502040204020203" pitchFamily="34" charset="0"/>
                <a:ea typeface="Times New Roman" panose="02020603050405020304" pitchFamily="18" charset="0"/>
                <a:cs typeface="Times New Roman" panose="02020603050405020304" pitchFamily="18" charset="0"/>
              </a:rPr>
              <a:t> It is free to download and use for teams of any size.</a:t>
            </a:r>
            <a:endParaRPr lang="en-IN" sz="1800" dirty="0">
              <a:solidFill>
                <a:srgbClr val="2D3748"/>
              </a:solidFill>
              <a:effectLst/>
              <a:latin typeface="Calibri" panose="020F0502020204030204" pitchFamily="34" charset="0"/>
              <a:ea typeface="Calibri" panose="020F0502020204030204" pitchFamily="34" charset="0"/>
              <a:cs typeface="Times New Roman" panose="02020603050405020304" pitchFamily="18" charset="0"/>
            </a:endParaRPr>
          </a:p>
          <a:p>
            <a:pPr lvl="0">
              <a:lnSpc>
                <a:spcPct val="100000"/>
              </a:lnSpc>
              <a:spcAft>
                <a:spcPts val="800"/>
              </a:spcAft>
              <a:buSzPts val="1000"/>
              <a:buFont typeface="Wingdings" panose="05000000000000000000" pitchFamily="2" charset="2"/>
              <a:buChar char="§"/>
              <a:tabLst>
                <a:tab pos="457200" algn="l"/>
              </a:tabLst>
            </a:pPr>
            <a:r>
              <a:rPr lang="en-IN" sz="1800" b="1" dirty="0">
                <a:solidFill>
                  <a:srgbClr val="2D3748"/>
                </a:solidFill>
                <a:effectLst/>
                <a:latin typeface="Segoe UI" panose="020B0502040204020203" pitchFamily="34" charset="0"/>
                <a:ea typeface="Times New Roman" panose="02020603050405020304" pitchFamily="18" charset="0"/>
                <a:cs typeface="Times New Roman" panose="02020603050405020304" pitchFamily="18" charset="0"/>
              </a:rPr>
              <a:t>Easy:</a:t>
            </a:r>
            <a:r>
              <a:rPr lang="en-IN" sz="1800" dirty="0">
                <a:solidFill>
                  <a:srgbClr val="2D3748"/>
                </a:solidFill>
                <a:effectLst/>
                <a:latin typeface="Segoe UI" panose="020B0502040204020203" pitchFamily="34" charset="0"/>
                <a:ea typeface="Times New Roman" panose="02020603050405020304" pitchFamily="18" charset="0"/>
                <a:cs typeface="Times New Roman" panose="02020603050405020304" pitchFamily="18" charset="0"/>
              </a:rPr>
              <a:t> Just download it and send your first request in minutes.</a:t>
            </a:r>
            <a:endParaRPr lang="en-IN" sz="1800" dirty="0">
              <a:solidFill>
                <a:srgbClr val="2D3748"/>
              </a:solidFill>
              <a:effectLst/>
              <a:latin typeface="Calibri" panose="020F0502020204030204" pitchFamily="34" charset="0"/>
              <a:ea typeface="Calibri" panose="020F0502020204030204" pitchFamily="34" charset="0"/>
              <a:cs typeface="Times New Roman" panose="02020603050405020304" pitchFamily="18" charset="0"/>
            </a:endParaRPr>
          </a:p>
          <a:p>
            <a:pPr lvl="0">
              <a:lnSpc>
                <a:spcPct val="100000"/>
              </a:lnSpc>
              <a:spcAft>
                <a:spcPts val="800"/>
              </a:spcAft>
              <a:buSzPts val="1000"/>
              <a:buFont typeface="Wingdings" panose="05000000000000000000" pitchFamily="2" charset="2"/>
              <a:buChar char="§"/>
              <a:tabLst>
                <a:tab pos="457200" algn="l"/>
              </a:tabLst>
            </a:pPr>
            <a:r>
              <a:rPr lang="en-IN" sz="1800" b="1" dirty="0">
                <a:solidFill>
                  <a:srgbClr val="2D3748"/>
                </a:solidFill>
                <a:effectLst/>
                <a:latin typeface="Segoe UI" panose="020B0502040204020203" pitchFamily="34" charset="0"/>
                <a:ea typeface="Times New Roman" panose="02020603050405020304" pitchFamily="18" charset="0"/>
                <a:cs typeface="Times New Roman" panose="02020603050405020304" pitchFamily="18" charset="0"/>
              </a:rPr>
              <a:t>APIs Support:</a:t>
            </a:r>
            <a:r>
              <a:rPr lang="en-IN" sz="1800" dirty="0">
                <a:solidFill>
                  <a:srgbClr val="2D3748"/>
                </a:solidFill>
                <a:effectLst/>
                <a:latin typeface="Segoe UI" panose="020B0502040204020203" pitchFamily="34" charset="0"/>
                <a:ea typeface="Times New Roman" panose="02020603050405020304" pitchFamily="18" charset="0"/>
                <a:cs typeface="Times New Roman" panose="02020603050405020304" pitchFamily="18" charset="0"/>
              </a:rPr>
              <a:t> You can make any kind of API call (REST, SOAP, or plain HTTP) and easily inspect even the largest responses.</a:t>
            </a:r>
            <a:endParaRPr lang="en-IN" sz="1800" dirty="0">
              <a:solidFill>
                <a:srgbClr val="2D3748"/>
              </a:solidFill>
              <a:effectLst/>
              <a:latin typeface="Calibri" panose="020F0502020204030204" pitchFamily="34" charset="0"/>
              <a:ea typeface="Calibri" panose="020F0502020204030204" pitchFamily="34" charset="0"/>
              <a:cs typeface="Times New Roman" panose="02020603050405020304" pitchFamily="18" charset="0"/>
            </a:endParaRPr>
          </a:p>
          <a:p>
            <a:pPr lvl="0">
              <a:lnSpc>
                <a:spcPct val="100000"/>
              </a:lnSpc>
              <a:spcAft>
                <a:spcPts val="800"/>
              </a:spcAft>
              <a:buSzPts val="1000"/>
              <a:buFont typeface="Wingdings" panose="05000000000000000000" pitchFamily="2" charset="2"/>
              <a:buChar char="§"/>
              <a:tabLst>
                <a:tab pos="457200" algn="l"/>
              </a:tabLst>
            </a:pPr>
            <a:r>
              <a:rPr lang="en-IN" sz="1800" b="1" dirty="0">
                <a:solidFill>
                  <a:srgbClr val="2D3748"/>
                </a:solidFill>
                <a:effectLst/>
                <a:latin typeface="Segoe UI" panose="020B0502040204020203" pitchFamily="34" charset="0"/>
                <a:ea typeface="Times New Roman" panose="02020603050405020304" pitchFamily="18" charset="0"/>
                <a:cs typeface="Times New Roman" panose="02020603050405020304" pitchFamily="18" charset="0"/>
              </a:rPr>
              <a:t>Extensible:</a:t>
            </a:r>
            <a:r>
              <a:rPr lang="en-IN" sz="1800" dirty="0">
                <a:solidFill>
                  <a:srgbClr val="2D3748"/>
                </a:solidFill>
                <a:effectLst/>
                <a:latin typeface="Segoe UI" panose="020B0502040204020203" pitchFamily="34" charset="0"/>
                <a:ea typeface="Times New Roman" panose="02020603050405020304" pitchFamily="18" charset="0"/>
                <a:cs typeface="Times New Roman" panose="02020603050405020304" pitchFamily="18" charset="0"/>
              </a:rPr>
              <a:t> You can customize it for your needs with the Postman API.</a:t>
            </a:r>
            <a:endParaRPr lang="en-IN" sz="1800" dirty="0">
              <a:solidFill>
                <a:srgbClr val="2D3748"/>
              </a:solidFill>
              <a:effectLst/>
              <a:latin typeface="Calibri" panose="020F0502020204030204" pitchFamily="34" charset="0"/>
              <a:ea typeface="Calibri" panose="020F0502020204030204" pitchFamily="34" charset="0"/>
              <a:cs typeface="Times New Roman" panose="02020603050405020304" pitchFamily="18" charset="0"/>
            </a:endParaRPr>
          </a:p>
          <a:p>
            <a:pPr lvl="0">
              <a:lnSpc>
                <a:spcPct val="100000"/>
              </a:lnSpc>
              <a:spcAft>
                <a:spcPts val="800"/>
              </a:spcAft>
              <a:buSzPts val="1000"/>
              <a:buFont typeface="Wingdings" panose="05000000000000000000" pitchFamily="2" charset="2"/>
              <a:buChar char="§"/>
              <a:tabLst>
                <a:tab pos="457200" algn="l"/>
              </a:tabLst>
            </a:pPr>
            <a:r>
              <a:rPr lang="en-IN" sz="1800" b="1" dirty="0">
                <a:solidFill>
                  <a:srgbClr val="2D3748"/>
                </a:solidFill>
                <a:effectLst/>
                <a:latin typeface="Segoe UI" panose="020B0502040204020203" pitchFamily="34" charset="0"/>
                <a:ea typeface="Times New Roman" panose="02020603050405020304" pitchFamily="18" charset="0"/>
                <a:cs typeface="Times New Roman" panose="02020603050405020304" pitchFamily="18" charset="0"/>
              </a:rPr>
              <a:t>Integration:</a:t>
            </a:r>
            <a:r>
              <a:rPr lang="en-IN" sz="1800" dirty="0">
                <a:solidFill>
                  <a:srgbClr val="2D3748"/>
                </a:solidFill>
                <a:effectLst/>
                <a:latin typeface="Segoe UI" panose="020B0502040204020203" pitchFamily="34" charset="0"/>
                <a:ea typeface="Times New Roman" panose="02020603050405020304" pitchFamily="18" charset="0"/>
                <a:cs typeface="Times New Roman" panose="02020603050405020304" pitchFamily="18" charset="0"/>
              </a:rPr>
              <a:t> You can easily integrate test suites into your preferred CI/CD service with Newman (command line collection runner)</a:t>
            </a:r>
            <a:endParaRPr lang="en-IN" sz="1800" dirty="0">
              <a:solidFill>
                <a:srgbClr val="2D3748"/>
              </a:solidFill>
              <a:effectLst/>
              <a:latin typeface="Calibri" panose="020F0502020204030204" pitchFamily="34" charset="0"/>
              <a:ea typeface="Calibri" panose="020F0502020204030204" pitchFamily="34" charset="0"/>
              <a:cs typeface="Times New Roman" panose="02020603050405020304" pitchFamily="18" charset="0"/>
            </a:endParaRPr>
          </a:p>
          <a:p>
            <a:pPr lvl="0">
              <a:lnSpc>
                <a:spcPct val="100000"/>
              </a:lnSpc>
              <a:spcAft>
                <a:spcPts val="800"/>
              </a:spcAft>
              <a:buSzPts val="1000"/>
              <a:buFont typeface="Wingdings" panose="05000000000000000000" pitchFamily="2" charset="2"/>
              <a:buChar char="§"/>
              <a:tabLst>
                <a:tab pos="457200" algn="l"/>
              </a:tabLst>
            </a:pPr>
            <a:r>
              <a:rPr lang="en-IN" sz="1800" b="1" dirty="0">
                <a:solidFill>
                  <a:srgbClr val="2D3748"/>
                </a:solidFill>
                <a:effectLst/>
                <a:latin typeface="Segoe UI" panose="020B0502040204020203" pitchFamily="34" charset="0"/>
                <a:ea typeface="Times New Roman" panose="02020603050405020304" pitchFamily="18" charset="0"/>
                <a:cs typeface="Times New Roman" panose="02020603050405020304" pitchFamily="18" charset="0"/>
              </a:rPr>
              <a:t>Community &amp; Support:</a:t>
            </a:r>
            <a:r>
              <a:rPr lang="en-IN" sz="1800" dirty="0">
                <a:solidFill>
                  <a:srgbClr val="2D3748"/>
                </a:solidFill>
                <a:effectLst/>
                <a:latin typeface="Segoe UI" panose="020B0502040204020203" pitchFamily="34" charset="0"/>
                <a:ea typeface="Times New Roman" panose="02020603050405020304" pitchFamily="18" charset="0"/>
                <a:cs typeface="Times New Roman" panose="02020603050405020304" pitchFamily="18" charset="0"/>
              </a:rPr>
              <a:t> It has a huge community forum</a:t>
            </a:r>
            <a:endParaRPr lang="en-IN" sz="1800" dirty="0">
              <a:solidFill>
                <a:srgbClr val="2D3748"/>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p>
        </p:txBody>
      </p:sp>
    </p:spTree>
    <p:extLst>
      <p:ext uri="{BB962C8B-B14F-4D97-AF65-F5344CB8AC3E}">
        <p14:creationId xmlns="" xmlns:p14="http://schemas.microsoft.com/office/powerpoint/2010/main" val="419087635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100EDD19-6802-4EC3-95CE-CFFAB042CFD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8F2C4B1E-3760-0DF7-7B84-5389293CE297}"/>
              </a:ext>
            </a:extLst>
          </p:cNvPr>
          <p:cNvSpPr>
            <a:spLocks noGrp="1"/>
          </p:cNvSpPr>
          <p:nvPr>
            <p:ph type="title"/>
          </p:nvPr>
        </p:nvSpPr>
        <p:spPr>
          <a:xfrm>
            <a:off x="838200" y="365125"/>
            <a:ext cx="10515600" cy="1325563"/>
          </a:xfrm>
        </p:spPr>
        <p:txBody>
          <a:bodyPr>
            <a:normAutofit/>
          </a:bodyPr>
          <a:lstStyle/>
          <a:p>
            <a:r>
              <a:rPr lang="en-US" sz="5400" b="1"/>
              <a:t>Postman Collection</a:t>
            </a:r>
            <a:endParaRPr lang="en-IN" sz="5400" b="1" dirty="0"/>
          </a:p>
        </p:txBody>
      </p:sp>
      <p:sp>
        <p:nvSpPr>
          <p:cNvPr id="10" name="sketch line">
            <a:extLst>
              <a:ext uri="{FF2B5EF4-FFF2-40B4-BE49-F238E27FC236}">
                <a16:creationId xmlns="" xmlns:a16="http://schemas.microsoft.com/office/drawing/2014/main" id="{DB17E863-922E-4C26-BD64-E8FD41D28661}"/>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 xmlns:a16="http://schemas.microsoft.com/office/drawing/2014/main" id="{B68D5D20-5EA5-EE61-E3DF-C75B59F28FC5}"/>
              </a:ext>
            </a:extLst>
          </p:cNvPr>
          <p:cNvSpPr>
            <a:spLocks noGrp="1"/>
          </p:cNvSpPr>
          <p:nvPr>
            <p:ph idx="1"/>
          </p:nvPr>
        </p:nvSpPr>
        <p:spPr>
          <a:xfrm>
            <a:off x="838200" y="1929384"/>
            <a:ext cx="10515600" cy="4251960"/>
          </a:xfrm>
        </p:spPr>
        <p:txBody>
          <a:bodyPr>
            <a:normAutofit/>
          </a:bodyPr>
          <a:lstStyle/>
          <a:p>
            <a:pPr marL="0" indent="0">
              <a:spcBef>
                <a:spcPts val="900"/>
              </a:spcBef>
              <a:spcAft>
                <a:spcPts val="0"/>
              </a:spcAft>
              <a:buNone/>
            </a:pPr>
            <a:r>
              <a:rPr lang="en-US" sz="2200" dirty="0">
                <a:effectLst/>
                <a:ea typeface="Calibri" panose="020F0502020204030204" pitchFamily="34" charset="0"/>
              </a:rPr>
              <a:t>The</a:t>
            </a:r>
            <a:r>
              <a:rPr lang="en-US" sz="2200" spc="-5" dirty="0">
                <a:effectLst/>
                <a:ea typeface="Calibri" panose="020F0502020204030204" pitchFamily="34" charset="0"/>
              </a:rPr>
              <a:t> </a:t>
            </a:r>
            <a:r>
              <a:rPr lang="en-US" sz="2200" dirty="0">
                <a:effectLst/>
                <a:ea typeface="Calibri" panose="020F0502020204030204" pitchFamily="34" charset="0"/>
              </a:rPr>
              <a:t>collection</a:t>
            </a:r>
            <a:r>
              <a:rPr lang="en-US" sz="2200" spc="-10" dirty="0">
                <a:effectLst/>
                <a:ea typeface="Calibri" panose="020F0502020204030204" pitchFamily="34" charset="0"/>
              </a:rPr>
              <a:t> </a:t>
            </a:r>
            <a:r>
              <a:rPr lang="en-US" sz="2200" dirty="0">
                <a:effectLst/>
                <a:ea typeface="Calibri" panose="020F0502020204030204" pitchFamily="34" charset="0"/>
              </a:rPr>
              <a:t>is</a:t>
            </a:r>
            <a:r>
              <a:rPr lang="en-US" sz="2200" spc="-10" dirty="0">
                <a:effectLst/>
                <a:ea typeface="Calibri" panose="020F0502020204030204" pitchFamily="34" charset="0"/>
              </a:rPr>
              <a:t> </a:t>
            </a:r>
            <a:r>
              <a:rPr lang="en-US" sz="2200" dirty="0">
                <a:effectLst/>
                <a:ea typeface="Calibri" panose="020F0502020204030204" pitchFamily="34" charset="0"/>
              </a:rPr>
              <a:t>a</a:t>
            </a:r>
            <a:r>
              <a:rPr lang="en-US" sz="2200" spc="-15" dirty="0">
                <a:effectLst/>
                <a:ea typeface="Calibri" panose="020F0502020204030204" pitchFamily="34" charset="0"/>
              </a:rPr>
              <a:t> </a:t>
            </a:r>
            <a:r>
              <a:rPr lang="en-US" sz="2200" dirty="0">
                <a:effectLst/>
                <a:ea typeface="Calibri" panose="020F0502020204030204" pitchFamily="34" charset="0"/>
              </a:rPr>
              <a:t>combination</a:t>
            </a:r>
            <a:r>
              <a:rPr lang="en-US" sz="2200" spc="-30" dirty="0">
                <a:effectLst/>
                <a:ea typeface="Calibri" panose="020F0502020204030204" pitchFamily="34" charset="0"/>
              </a:rPr>
              <a:t> </a:t>
            </a:r>
            <a:r>
              <a:rPr lang="en-US" sz="2200" dirty="0">
                <a:effectLst/>
                <a:ea typeface="Calibri" panose="020F0502020204030204" pitchFamily="34" charset="0"/>
              </a:rPr>
              <a:t>of</a:t>
            </a:r>
            <a:r>
              <a:rPr lang="en-US" sz="2200" spc="-25" dirty="0">
                <a:effectLst/>
                <a:ea typeface="Calibri" panose="020F0502020204030204" pitchFamily="34" charset="0"/>
              </a:rPr>
              <a:t> </a:t>
            </a:r>
            <a:r>
              <a:rPr lang="en-US" sz="2200" dirty="0">
                <a:effectLst/>
                <a:ea typeface="Calibri" panose="020F0502020204030204" pitchFamily="34" charset="0"/>
              </a:rPr>
              <a:t>multiple</a:t>
            </a:r>
            <a:r>
              <a:rPr lang="en-US" sz="2200" spc="-5" dirty="0">
                <a:effectLst/>
                <a:ea typeface="Calibri" panose="020F0502020204030204" pitchFamily="34" charset="0"/>
              </a:rPr>
              <a:t> API </a:t>
            </a:r>
            <a:r>
              <a:rPr lang="en-US" sz="2200" dirty="0">
                <a:effectLst/>
                <a:ea typeface="Calibri" panose="020F0502020204030204" pitchFamily="34" charset="0"/>
              </a:rPr>
              <a:t>requests</a:t>
            </a:r>
          </a:p>
          <a:p>
            <a:pPr marL="0" indent="0">
              <a:spcBef>
                <a:spcPts val="900"/>
              </a:spcBef>
              <a:spcAft>
                <a:spcPts val="0"/>
              </a:spcAft>
              <a:buNone/>
            </a:pPr>
            <a:endParaRPr lang="en-US" sz="2200" dirty="0">
              <a:ea typeface="Calibri" panose="020F0502020204030204" pitchFamily="34" charset="0"/>
            </a:endParaRPr>
          </a:p>
          <a:p>
            <a:pPr marL="0" indent="0">
              <a:spcBef>
                <a:spcPts val="900"/>
              </a:spcBef>
              <a:buNone/>
            </a:pPr>
            <a:r>
              <a:rPr lang="en-IN" sz="2200" dirty="0">
                <a:effectLst/>
                <a:ea typeface="Times New Roman" panose="02020603050405020304" pitchFamily="18" charset="0"/>
                <a:cs typeface="Times New Roman" panose="02020603050405020304" pitchFamily="18" charset="0"/>
              </a:rPr>
              <a:t>A Postman Collection lets us group individual requests together. Simply it allows us to organize the requests into folders.</a:t>
            </a:r>
            <a:endParaRPr lang="en-IN" sz="2200" dirty="0">
              <a:effectLst/>
              <a:ea typeface="Calibri" panose="020F0502020204030204" pitchFamily="34" charset="0"/>
              <a:cs typeface="Times New Roman" panose="02020603050405020304" pitchFamily="18" charset="0"/>
            </a:endParaRPr>
          </a:p>
          <a:p>
            <a:pPr marL="0" indent="0">
              <a:spcBef>
                <a:spcPts val="900"/>
              </a:spcBef>
              <a:spcAft>
                <a:spcPts val="0"/>
              </a:spcAft>
              <a:buNone/>
            </a:pPr>
            <a:endParaRPr lang="en-IN" sz="2200" dirty="0">
              <a:effectLst/>
              <a:latin typeface="Calibri" panose="020F0502020204030204" pitchFamily="34" charset="0"/>
              <a:ea typeface="Calibri" panose="020F0502020204030204" pitchFamily="34" charset="0"/>
            </a:endParaRPr>
          </a:p>
          <a:p>
            <a:pPr marL="0" indent="0">
              <a:buNone/>
            </a:pPr>
            <a:endParaRPr lang="en-IN" sz="2200" dirty="0"/>
          </a:p>
        </p:txBody>
      </p:sp>
    </p:spTree>
    <p:extLst>
      <p:ext uri="{BB962C8B-B14F-4D97-AF65-F5344CB8AC3E}">
        <p14:creationId xmlns="" xmlns:p14="http://schemas.microsoft.com/office/powerpoint/2010/main" val="158445617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32EFD0DD-7C46-F5A5-4532-503AD262F4CA}"/>
              </a:ext>
            </a:extLst>
          </p:cNvPr>
          <p:cNvSpPr>
            <a:spLocks noGrp="1"/>
          </p:cNvSpPr>
          <p:nvPr>
            <p:ph idx="1"/>
          </p:nvPr>
        </p:nvSpPr>
        <p:spPr>
          <a:xfrm>
            <a:off x="838200" y="1253331"/>
            <a:ext cx="10515600" cy="4351338"/>
          </a:xfrm>
        </p:spPr>
        <p:txBody>
          <a:bodyPr>
            <a:normAutofit fontScale="85000" lnSpcReduction="20000"/>
          </a:bodyPr>
          <a:lstStyle/>
          <a:p>
            <a:pPr marL="0" indent="0">
              <a:buNone/>
            </a:pPr>
            <a:r>
              <a:rPr lang="en-US" b="1" dirty="0">
                <a:effectLst/>
              </a:rPr>
              <a:t>End point: </a:t>
            </a:r>
            <a:r>
              <a:rPr lang="en-US" b="0" dirty="0">
                <a:effectLst/>
              </a:rPr>
              <a:t>Address where API is hosted on the Server./Base URL</a:t>
            </a:r>
          </a:p>
          <a:p>
            <a:pPr marL="0" indent="0">
              <a:buNone/>
            </a:pPr>
            <a:endParaRPr lang="en-US" sz="2800" b="1" dirty="0"/>
          </a:p>
          <a:p>
            <a:pPr marL="0" indent="0">
              <a:buNone/>
            </a:pPr>
            <a:r>
              <a:rPr lang="en-US" sz="2800" b="1" dirty="0"/>
              <a:t>Structure of URL:</a:t>
            </a:r>
            <a:endParaRPr lang="en-US" b="0" dirty="0">
              <a:solidFill>
                <a:srgbClr val="0070C0"/>
              </a:solidFill>
              <a:effectLst/>
            </a:endParaRPr>
          </a:p>
          <a:p>
            <a:pPr marL="0" indent="0">
              <a:buNone/>
            </a:pPr>
            <a:endParaRPr lang="en-US" b="0" dirty="0">
              <a:solidFill>
                <a:srgbClr val="0070C0"/>
              </a:solidFill>
              <a:effectLst/>
            </a:endParaRPr>
          </a:p>
          <a:p>
            <a:pPr marL="0" indent="0" algn="l">
              <a:buNone/>
            </a:pPr>
            <a:r>
              <a:rPr lang="en-US" b="1" i="0" dirty="0">
                <a:solidFill>
                  <a:srgbClr val="1C1D1F"/>
                </a:solidFill>
                <a:effectLst/>
                <a:latin typeface="udemy sans"/>
              </a:rPr>
              <a:t>End Point Request URL can be constructed as below</a:t>
            </a:r>
            <a:r>
              <a:rPr lang="en-US" sz="900" b="1" i="0" dirty="0">
                <a:solidFill>
                  <a:srgbClr val="1C1D1F"/>
                </a:solidFill>
                <a:effectLst/>
                <a:latin typeface="udemy sans"/>
              </a:rPr>
              <a:t> </a:t>
            </a:r>
            <a:r>
              <a:rPr lang="en-US" dirty="0"/>
              <a:t/>
            </a:r>
            <a:br>
              <a:rPr lang="en-US" dirty="0"/>
            </a:br>
            <a:endParaRPr lang="en-US" dirty="0"/>
          </a:p>
          <a:p>
            <a:pPr marL="0" indent="0" algn="l">
              <a:buNone/>
            </a:pPr>
            <a:r>
              <a:rPr lang="en-US" b="0" i="0" dirty="0">
                <a:solidFill>
                  <a:srgbClr val="1C1D1F"/>
                </a:solidFill>
                <a:effectLst/>
                <a:latin typeface="udemy sans"/>
              </a:rPr>
              <a:t>   Base URL/resource/(Query/Path)Parameters</a:t>
            </a:r>
          </a:p>
          <a:p>
            <a:pPr marL="0" indent="0" algn="l">
              <a:buNone/>
            </a:pPr>
            <a:endParaRPr lang="en-US" b="0" i="0" dirty="0">
              <a:solidFill>
                <a:srgbClr val="1C1D1F"/>
              </a:solidFill>
              <a:effectLst/>
              <a:latin typeface="udemy sans"/>
            </a:endParaRPr>
          </a:p>
          <a:p>
            <a:pPr marL="0" indent="0">
              <a:buNone/>
            </a:pPr>
            <a:r>
              <a:rPr lang="en-US" b="0" dirty="0">
                <a:solidFill>
                  <a:srgbClr val="0070C0"/>
                </a:solidFill>
                <a:effectLst/>
                <a:hlinkClick r:id="rId2"/>
              </a:rPr>
              <a:t>https://www.google.com/search?q=google</a:t>
            </a:r>
            <a:endParaRPr lang="en-US" b="0" dirty="0">
              <a:solidFill>
                <a:srgbClr val="0070C0"/>
              </a:solidFill>
              <a:effectLst/>
            </a:endParaRPr>
          </a:p>
          <a:p>
            <a:pPr marL="0" indent="0">
              <a:buNone/>
            </a:pPr>
            <a:endParaRPr lang="en-US" sz="2800" b="1" dirty="0">
              <a:effectLst/>
              <a:latin typeface="Calibri" panose="020F0502020204030204" pitchFamily="34" charset="0"/>
              <a:ea typeface="Calibri" panose="020F0502020204030204" pitchFamily="34" charset="0"/>
            </a:endParaRPr>
          </a:p>
          <a:p>
            <a:pPr marL="0" indent="0">
              <a:buNone/>
            </a:pPr>
            <a:r>
              <a:rPr lang="en-US" sz="2800" b="1" dirty="0">
                <a:effectLst/>
                <a:latin typeface="Calibri" panose="020F0502020204030204" pitchFamily="34" charset="0"/>
                <a:ea typeface="Calibri" panose="020F0502020204030204" pitchFamily="34" charset="0"/>
              </a:rPr>
              <a:t>Note:</a:t>
            </a:r>
            <a:r>
              <a:rPr lang="en-US" sz="2800" b="1" spc="-30" dirty="0">
                <a:effectLst/>
                <a:latin typeface="Calibri" panose="020F0502020204030204" pitchFamily="34" charset="0"/>
                <a:ea typeface="Calibri" panose="020F0502020204030204" pitchFamily="34" charset="0"/>
              </a:rPr>
              <a:t> </a:t>
            </a:r>
            <a:r>
              <a:rPr lang="en-US" sz="2800" dirty="0">
                <a:effectLst/>
                <a:latin typeface="Calibri" panose="020F0502020204030204" pitchFamily="34" charset="0"/>
                <a:ea typeface="Calibri" panose="020F0502020204030204" pitchFamily="34" charset="0"/>
              </a:rPr>
              <a:t>Sometime</a:t>
            </a:r>
            <a:r>
              <a:rPr lang="en-US" sz="2800" spc="-20" dirty="0">
                <a:effectLst/>
                <a:latin typeface="Calibri" panose="020F0502020204030204" pitchFamily="34" charset="0"/>
                <a:ea typeface="Calibri" panose="020F0502020204030204" pitchFamily="34" charset="0"/>
              </a:rPr>
              <a:t> </a:t>
            </a:r>
            <a:r>
              <a:rPr lang="en-US" sz="2800" dirty="0">
                <a:effectLst/>
                <a:latin typeface="Calibri" panose="020F0502020204030204" pitchFamily="34" charset="0"/>
                <a:ea typeface="Calibri" panose="020F0502020204030204" pitchFamily="34" charset="0"/>
              </a:rPr>
              <a:t>query</a:t>
            </a:r>
            <a:r>
              <a:rPr lang="en-US" sz="2800" spc="-25" dirty="0">
                <a:effectLst/>
                <a:latin typeface="Calibri" panose="020F0502020204030204" pitchFamily="34" charset="0"/>
                <a:ea typeface="Calibri" panose="020F0502020204030204" pitchFamily="34" charset="0"/>
              </a:rPr>
              <a:t> </a:t>
            </a:r>
            <a:r>
              <a:rPr lang="en-US" sz="2800" dirty="0">
                <a:effectLst/>
                <a:latin typeface="Calibri" panose="020F0502020204030204" pitchFamily="34" charset="0"/>
                <a:ea typeface="Calibri" panose="020F0502020204030204" pitchFamily="34" charset="0"/>
              </a:rPr>
              <a:t>parameter</a:t>
            </a:r>
            <a:r>
              <a:rPr lang="en-US" sz="2800" spc="-25" dirty="0">
                <a:effectLst/>
                <a:latin typeface="Calibri" panose="020F0502020204030204" pitchFamily="34" charset="0"/>
                <a:ea typeface="Calibri" panose="020F0502020204030204" pitchFamily="34" charset="0"/>
              </a:rPr>
              <a:t> </a:t>
            </a:r>
            <a:r>
              <a:rPr lang="en-US" sz="2800" dirty="0">
                <a:effectLst/>
                <a:latin typeface="Calibri" panose="020F0502020204030204" pitchFamily="34" charset="0"/>
                <a:ea typeface="Calibri" panose="020F0502020204030204" pitchFamily="34" charset="0"/>
              </a:rPr>
              <a:t>will</a:t>
            </a:r>
            <a:r>
              <a:rPr lang="en-US" sz="2800" spc="-10" dirty="0">
                <a:effectLst/>
                <a:latin typeface="Calibri" panose="020F0502020204030204" pitchFamily="34" charset="0"/>
                <a:ea typeface="Calibri" panose="020F0502020204030204" pitchFamily="34" charset="0"/>
              </a:rPr>
              <a:t> </a:t>
            </a:r>
            <a:r>
              <a:rPr lang="en-US" sz="2800" dirty="0">
                <a:effectLst/>
                <a:latin typeface="Calibri" panose="020F0502020204030204" pitchFamily="34" charset="0"/>
                <a:ea typeface="Calibri" panose="020F0502020204030204" pitchFamily="34" charset="0"/>
              </a:rPr>
              <a:t>be</a:t>
            </a:r>
            <a:r>
              <a:rPr lang="en-US" sz="2800" spc="-15" dirty="0">
                <a:effectLst/>
                <a:latin typeface="Calibri" panose="020F0502020204030204" pitchFamily="34" charset="0"/>
                <a:ea typeface="Calibri" panose="020F0502020204030204" pitchFamily="34" charset="0"/>
              </a:rPr>
              <a:t> </a:t>
            </a:r>
            <a:r>
              <a:rPr lang="en-US" sz="2800" dirty="0">
                <a:effectLst/>
                <a:latin typeface="Calibri" panose="020F0502020204030204" pitchFamily="34" charset="0"/>
                <a:ea typeface="Calibri" panose="020F0502020204030204" pitchFamily="34" charset="0"/>
              </a:rPr>
              <a:t>there</a:t>
            </a:r>
            <a:r>
              <a:rPr lang="en-US" sz="2800" spc="-15" dirty="0">
                <a:effectLst/>
                <a:latin typeface="Calibri" panose="020F0502020204030204" pitchFamily="34" charset="0"/>
                <a:ea typeface="Calibri" panose="020F0502020204030204" pitchFamily="34" charset="0"/>
              </a:rPr>
              <a:t> </a:t>
            </a:r>
            <a:r>
              <a:rPr lang="en-US" sz="2800" dirty="0">
                <a:effectLst/>
                <a:latin typeface="Calibri" panose="020F0502020204030204" pitchFamily="34" charset="0"/>
                <a:ea typeface="Calibri" panose="020F0502020204030204" pitchFamily="34" charset="0"/>
              </a:rPr>
              <a:t>and</a:t>
            </a:r>
            <a:r>
              <a:rPr lang="en-US" sz="2800" spc="-20" dirty="0">
                <a:effectLst/>
                <a:latin typeface="Calibri" panose="020F0502020204030204" pitchFamily="34" charset="0"/>
                <a:ea typeface="Calibri" panose="020F0502020204030204" pitchFamily="34" charset="0"/>
              </a:rPr>
              <a:t> </a:t>
            </a:r>
            <a:r>
              <a:rPr lang="en-US" sz="2800" dirty="0">
                <a:effectLst/>
                <a:latin typeface="Calibri" panose="020F0502020204030204" pitchFamily="34" charset="0"/>
                <a:ea typeface="Calibri" panose="020F0502020204030204" pitchFamily="34" charset="0"/>
              </a:rPr>
              <a:t>sometime not</a:t>
            </a:r>
            <a:endParaRPr lang="en-IN" sz="2800" dirty="0">
              <a:effectLst/>
              <a:latin typeface="Calibri" panose="020F0502020204030204" pitchFamily="34" charset="0"/>
              <a:ea typeface="Calibri" panose="020F0502020204030204" pitchFamily="34" charset="0"/>
            </a:endParaRPr>
          </a:p>
          <a:p>
            <a:pPr marL="0" indent="0">
              <a:buNone/>
            </a:pPr>
            <a:endParaRPr lang="en-US" b="0" dirty="0">
              <a:solidFill>
                <a:srgbClr val="0070C0"/>
              </a:solidFill>
              <a:effectLst/>
            </a:endParaRPr>
          </a:p>
          <a:p>
            <a:pPr marL="0" indent="0" algn="l">
              <a:buNone/>
            </a:pPr>
            <a:endParaRPr lang="en-US" dirty="0">
              <a:solidFill>
                <a:srgbClr val="0070C0"/>
              </a:solidFill>
            </a:endParaRPr>
          </a:p>
          <a:p>
            <a:pPr marL="0" indent="0" algn="l">
              <a:buNone/>
            </a:pPr>
            <a:endParaRPr lang="en-US" dirty="0">
              <a:solidFill>
                <a:srgbClr val="0070C0"/>
              </a:solidFill>
            </a:endParaRPr>
          </a:p>
          <a:p>
            <a:pPr marL="0" indent="0">
              <a:buNone/>
            </a:pPr>
            <a:endParaRPr lang="en-US" b="0" dirty="0">
              <a:solidFill>
                <a:srgbClr val="0070C0"/>
              </a:solidFill>
              <a:effectLst/>
            </a:endParaRPr>
          </a:p>
          <a:p>
            <a:pPr marL="0" indent="0">
              <a:buNone/>
            </a:pPr>
            <a:endParaRPr lang="en-US" b="0" dirty="0">
              <a:effectLst/>
            </a:endParaRPr>
          </a:p>
        </p:txBody>
      </p:sp>
      <p:sp>
        <p:nvSpPr>
          <p:cNvPr id="4" name="Rectangle 3">
            <a:extLst>
              <a:ext uri="{FF2B5EF4-FFF2-40B4-BE49-F238E27FC236}">
                <a16:creationId xmlns="" xmlns:a16="http://schemas.microsoft.com/office/drawing/2014/main" id="{A852E04C-2F23-2E4B-4594-D975847BD3BB}"/>
              </a:ext>
            </a:extLst>
          </p:cNvPr>
          <p:cNvSpPr/>
          <p:nvPr/>
        </p:nvSpPr>
        <p:spPr>
          <a:xfrm>
            <a:off x="976544" y="3166554"/>
            <a:ext cx="6602425" cy="60645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 xmlns:p14="http://schemas.microsoft.com/office/powerpoint/2010/main" val="26709371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DAF1966E-FD40-4A4A-B61B-C4DF7FA05F0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 xmlns:a16="http://schemas.microsoft.com/office/drawing/2014/main" id="{047BFA19-D45E-416B-A404-7AF2F3F2701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 xmlns:a16="http://schemas.microsoft.com/office/drawing/2014/main" id="{8E0105E7-23DB-4CF2-8258-FF47C7620F6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 xmlns:a16="http://schemas.microsoft.com/office/drawing/2014/main" id="{9770A7DA-C3C3-EEC7-6372-FFDEFE20C539}"/>
              </a:ext>
            </a:extLst>
          </p:cNvPr>
          <p:cNvSpPr>
            <a:spLocks noGrp="1"/>
          </p:cNvSpPr>
          <p:nvPr>
            <p:ph type="title"/>
          </p:nvPr>
        </p:nvSpPr>
        <p:spPr>
          <a:xfrm>
            <a:off x="1115568" y="548640"/>
            <a:ext cx="10168128" cy="1179576"/>
          </a:xfrm>
        </p:spPr>
        <p:txBody>
          <a:bodyPr>
            <a:normAutofit/>
          </a:bodyPr>
          <a:lstStyle/>
          <a:p>
            <a:r>
              <a:rPr lang="en-US" sz="4000" b="1" i="0">
                <a:effectLst/>
                <a:latin typeface="udemy sans"/>
              </a:rPr>
              <a:t>Resources</a:t>
            </a:r>
            <a:endParaRPr lang="en-IN" sz="4000"/>
          </a:p>
        </p:txBody>
      </p:sp>
      <p:sp>
        <p:nvSpPr>
          <p:cNvPr id="14" name="Rectangle 13">
            <a:extLst>
              <a:ext uri="{FF2B5EF4-FFF2-40B4-BE49-F238E27FC236}">
                <a16:creationId xmlns="" xmlns:a16="http://schemas.microsoft.com/office/drawing/2014/main" id="{074B4F7D-14B2-478B-8BF5-01E4E0C5D26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 xmlns:a16="http://schemas.microsoft.com/office/drawing/2014/main" id="{13DD2E2B-DCE5-ED84-BA3A-4F48FF98EED2}"/>
              </a:ext>
            </a:extLst>
          </p:cNvPr>
          <p:cNvSpPr>
            <a:spLocks noGrp="1"/>
          </p:cNvSpPr>
          <p:nvPr>
            <p:ph idx="1"/>
          </p:nvPr>
        </p:nvSpPr>
        <p:spPr>
          <a:xfrm>
            <a:off x="1115568" y="2481943"/>
            <a:ext cx="10168128" cy="3695020"/>
          </a:xfrm>
        </p:spPr>
        <p:txBody>
          <a:bodyPr>
            <a:normAutofit/>
          </a:bodyPr>
          <a:lstStyle/>
          <a:p>
            <a:pPr marL="0" indent="0">
              <a:buNone/>
            </a:pPr>
            <a:r>
              <a:rPr lang="en-US" sz="2200" b="1" i="0" dirty="0">
                <a:effectLst/>
                <a:latin typeface="udemy sans"/>
              </a:rPr>
              <a:t/>
            </a:r>
            <a:br>
              <a:rPr lang="en-US" sz="2200" b="1" i="0" dirty="0">
                <a:effectLst/>
                <a:latin typeface="udemy sans"/>
              </a:rPr>
            </a:br>
            <a:r>
              <a:rPr lang="en-US" sz="2200" b="1" i="0" dirty="0">
                <a:effectLst/>
                <a:latin typeface="udemy sans"/>
              </a:rPr>
              <a:t>Resources represent API/Collection which can be accessed from the Server</a:t>
            </a:r>
            <a:endParaRPr lang="en-US" sz="2200" b="0" i="0" dirty="0">
              <a:effectLst/>
              <a:latin typeface="udemy sans"/>
            </a:endParaRPr>
          </a:p>
          <a:p>
            <a:pPr marL="0" indent="0">
              <a:buNone/>
            </a:pPr>
            <a:endParaRPr lang="en-US" sz="2200" b="0" i="0" dirty="0">
              <a:effectLst/>
              <a:latin typeface="udemy sans"/>
            </a:endParaRPr>
          </a:p>
          <a:p>
            <a:pPr marL="0" indent="0">
              <a:buNone/>
            </a:pPr>
            <a:r>
              <a:rPr lang="en-US" sz="2200" dirty="0">
                <a:latin typeface="udemy sans"/>
              </a:rPr>
              <a:t>g</a:t>
            </a:r>
            <a:r>
              <a:rPr lang="en-US" sz="2200" b="0" i="0" dirty="0" smtClean="0">
                <a:effectLst/>
                <a:latin typeface="udemy sans"/>
              </a:rPr>
              <a:t>oogle.com/maps</a:t>
            </a:r>
            <a:r>
              <a:rPr lang="en-US" sz="2200" b="0" i="0" dirty="0">
                <a:effectLst/>
                <a:latin typeface="udemy sans"/>
              </a:rPr>
              <a:t/>
            </a:r>
            <a:br>
              <a:rPr lang="en-US" sz="2200" b="0" i="0" dirty="0">
                <a:effectLst/>
                <a:latin typeface="udemy sans"/>
              </a:rPr>
            </a:br>
            <a:r>
              <a:rPr lang="en-US" sz="2200" b="0" i="0" dirty="0">
                <a:effectLst/>
                <a:latin typeface="udemy sans"/>
              </a:rPr>
              <a:t>google.com/search</a:t>
            </a:r>
            <a:br>
              <a:rPr lang="en-US" sz="2200" b="0" i="0" dirty="0">
                <a:effectLst/>
                <a:latin typeface="udemy sans"/>
              </a:rPr>
            </a:br>
            <a:r>
              <a:rPr lang="en-US" sz="2200" b="0" i="0" dirty="0">
                <a:effectLst/>
                <a:latin typeface="udemy sans"/>
              </a:rPr>
              <a:t>google.com/images</a:t>
            </a:r>
          </a:p>
          <a:p>
            <a:pPr marL="0" indent="0">
              <a:buNone/>
            </a:pPr>
            <a:endParaRPr lang="en-IN" sz="2200" dirty="0"/>
          </a:p>
        </p:txBody>
      </p:sp>
    </p:spTree>
    <p:extLst>
      <p:ext uri="{BB962C8B-B14F-4D97-AF65-F5344CB8AC3E}">
        <p14:creationId xmlns="" xmlns:p14="http://schemas.microsoft.com/office/powerpoint/2010/main" val="414057496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DAF1966E-FD40-4A4A-B61B-C4DF7FA05F0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 xmlns:a16="http://schemas.microsoft.com/office/drawing/2014/main" id="{047BFA19-D45E-416B-A404-7AF2F3F2701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 xmlns:a16="http://schemas.microsoft.com/office/drawing/2014/main" id="{8E0105E7-23DB-4CF2-8258-FF47C7620F6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 xmlns:a16="http://schemas.microsoft.com/office/drawing/2014/main" id="{DF11E543-FE7D-9B0D-986F-3784C0449170}"/>
              </a:ext>
            </a:extLst>
          </p:cNvPr>
          <p:cNvSpPr>
            <a:spLocks noGrp="1"/>
          </p:cNvSpPr>
          <p:nvPr>
            <p:ph type="title"/>
          </p:nvPr>
        </p:nvSpPr>
        <p:spPr>
          <a:xfrm>
            <a:off x="1115568" y="548640"/>
            <a:ext cx="10168128" cy="1179576"/>
          </a:xfrm>
        </p:spPr>
        <p:txBody>
          <a:bodyPr>
            <a:normAutofit/>
          </a:bodyPr>
          <a:lstStyle/>
          <a:p>
            <a:r>
              <a:rPr lang="en-US" sz="4000" b="1" i="0">
                <a:effectLst/>
                <a:latin typeface="udemy sans"/>
              </a:rPr>
              <a:t>Query Parameters</a:t>
            </a:r>
            <a:endParaRPr lang="en-IN" sz="4000"/>
          </a:p>
        </p:txBody>
      </p:sp>
      <p:sp>
        <p:nvSpPr>
          <p:cNvPr id="14" name="Rectangle 13">
            <a:extLst>
              <a:ext uri="{FF2B5EF4-FFF2-40B4-BE49-F238E27FC236}">
                <a16:creationId xmlns="" xmlns:a16="http://schemas.microsoft.com/office/drawing/2014/main" id="{074B4F7D-14B2-478B-8BF5-01E4E0C5D26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 xmlns:a16="http://schemas.microsoft.com/office/drawing/2014/main" id="{50C16542-270C-1FE0-7A1E-EAA27956D140}"/>
              </a:ext>
            </a:extLst>
          </p:cNvPr>
          <p:cNvSpPr>
            <a:spLocks noGrp="1"/>
          </p:cNvSpPr>
          <p:nvPr>
            <p:ph idx="1"/>
          </p:nvPr>
        </p:nvSpPr>
        <p:spPr>
          <a:xfrm>
            <a:off x="1115568" y="2481943"/>
            <a:ext cx="10168128" cy="3695020"/>
          </a:xfrm>
        </p:spPr>
        <p:txBody>
          <a:bodyPr>
            <a:normAutofit/>
          </a:bodyPr>
          <a:lstStyle/>
          <a:p>
            <a:pPr marL="0" indent="0">
              <a:buNone/>
            </a:pPr>
            <a:r>
              <a:rPr lang="en-US" sz="2200" b="0" i="0" dirty="0">
                <a:effectLst/>
                <a:latin typeface="udemy sans"/>
              </a:rPr>
              <a:t>Query Parameter is used to </a:t>
            </a:r>
            <a:r>
              <a:rPr lang="en-US" sz="2200" b="0" i="0" dirty="0" smtClean="0">
                <a:effectLst/>
                <a:latin typeface="udemy sans"/>
              </a:rPr>
              <a:t>search/sort/filter </a:t>
            </a:r>
            <a:r>
              <a:rPr lang="en-US" sz="2200" b="0" i="0" dirty="0">
                <a:effectLst/>
                <a:latin typeface="udemy sans"/>
              </a:rPr>
              <a:t>the resources.</a:t>
            </a:r>
          </a:p>
          <a:p>
            <a:pPr marL="0" indent="0">
              <a:buNone/>
            </a:pPr>
            <a:endParaRPr lang="en-US" sz="2200" b="0" i="0" dirty="0">
              <a:effectLst/>
              <a:latin typeface="udemy sans"/>
            </a:endParaRPr>
          </a:p>
          <a:p>
            <a:pPr marL="0" indent="0">
              <a:buNone/>
            </a:pPr>
            <a:r>
              <a:rPr lang="en-US" sz="2200" b="0" i="0" dirty="0">
                <a:effectLst/>
                <a:latin typeface="udemy sans"/>
              </a:rPr>
              <a:t>Query Parameters are identified with “?”</a:t>
            </a:r>
          </a:p>
          <a:p>
            <a:pPr marL="0" indent="0">
              <a:buNone/>
            </a:pPr>
            <a:endParaRPr lang="en-US" sz="2200" b="0" i="0" dirty="0">
              <a:effectLst/>
              <a:latin typeface="udemy sans"/>
            </a:endParaRPr>
          </a:p>
          <a:p>
            <a:pPr marL="0" indent="0">
              <a:buNone/>
            </a:pPr>
            <a:r>
              <a:rPr lang="en-US" sz="2200" b="0" i="0" dirty="0">
                <a:effectLst/>
                <a:latin typeface="udemy sans"/>
              </a:rPr>
              <a:t>https</a:t>
            </a:r>
            <a:r>
              <a:rPr lang="en-US" sz="2200" b="0" i="0">
                <a:effectLst/>
                <a:latin typeface="udemy sans"/>
              </a:rPr>
              <a:t>://</a:t>
            </a:r>
            <a:r>
              <a:rPr lang="en-US" sz="2200" b="0" i="0" smtClean="0">
                <a:effectLst/>
                <a:latin typeface="udemy sans"/>
              </a:rPr>
              <a:t>amazon.com/orders?sort_by=2/20/2024</a:t>
            </a:r>
            <a:endParaRPr lang="en-US" sz="2200" b="0" i="0" dirty="0">
              <a:effectLst/>
              <a:latin typeface="udemy sans"/>
            </a:endParaRPr>
          </a:p>
          <a:p>
            <a:pPr marL="0" indent="0">
              <a:buNone/>
            </a:pPr>
            <a:endParaRPr lang="en-IN" sz="2200" dirty="0"/>
          </a:p>
        </p:txBody>
      </p:sp>
    </p:spTree>
    <p:extLst>
      <p:ext uri="{BB962C8B-B14F-4D97-AF65-F5344CB8AC3E}">
        <p14:creationId xmlns="" xmlns:p14="http://schemas.microsoft.com/office/powerpoint/2010/main" val="37525854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DAF1966E-FD40-4A4A-B61B-C4DF7FA05F0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 xmlns:a16="http://schemas.microsoft.com/office/drawing/2014/main" id="{047BFA19-D45E-416B-A404-7AF2F3F2701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 xmlns:a16="http://schemas.microsoft.com/office/drawing/2014/main" id="{8E0105E7-23DB-4CF2-8258-FF47C7620F6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 xmlns:a16="http://schemas.microsoft.com/office/drawing/2014/main" id="{B13245FE-F38E-6954-9E7C-29E0C4BB95FA}"/>
              </a:ext>
            </a:extLst>
          </p:cNvPr>
          <p:cNvSpPr>
            <a:spLocks noGrp="1"/>
          </p:cNvSpPr>
          <p:nvPr>
            <p:ph type="title"/>
          </p:nvPr>
        </p:nvSpPr>
        <p:spPr>
          <a:xfrm>
            <a:off x="1115568" y="548640"/>
            <a:ext cx="10168128" cy="1179576"/>
          </a:xfrm>
        </p:spPr>
        <p:txBody>
          <a:bodyPr>
            <a:normAutofit/>
          </a:bodyPr>
          <a:lstStyle/>
          <a:p>
            <a:r>
              <a:rPr lang="en-US" sz="4000" b="1" i="0">
                <a:effectLst/>
                <a:latin typeface="udemy sans"/>
              </a:rPr>
              <a:t>Path Parameters</a:t>
            </a:r>
            <a:endParaRPr lang="en-IN" sz="4000"/>
          </a:p>
        </p:txBody>
      </p:sp>
      <p:sp>
        <p:nvSpPr>
          <p:cNvPr id="14" name="Rectangle 13">
            <a:extLst>
              <a:ext uri="{FF2B5EF4-FFF2-40B4-BE49-F238E27FC236}">
                <a16:creationId xmlns="" xmlns:a16="http://schemas.microsoft.com/office/drawing/2014/main" id="{074B4F7D-14B2-478B-8BF5-01E4E0C5D26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 xmlns:a16="http://schemas.microsoft.com/office/drawing/2014/main" id="{B92C9EC2-3A9A-B7E0-E301-0E4F8B632F70}"/>
              </a:ext>
            </a:extLst>
          </p:cNvPr>
          <p:cNvSpPr>
            <a:spLocks noGrp="1"/>
          </p:cNvSpPr>
          <p:nvPr>
            <p:ph idx="1"/>
          </p:nvPr>
        </p:nvSpPr>
        <p:spPr>
          <a:xfrm>
            <a:off x="1115568" y="2481943"/>
            <a:ext cx="10168128" cy="3695020"/>
          </a:xfrm>
        </p:spPr>
        <p:txBody>
          <a:bodyPr>
            <a:normAutofit/>
          </a:bodyPr>
          <a:lstStyle/>
          <a:p>
            <a:pPr marL="0" indent="0">
              <a:buNone/>
            </a:pPr>
            <a:r>
              <a:rPr lang="en-US" sz="2200" b="1">
                <a:effectLst/>
                <a:latin typeface="udemy sans"/>
              </a:rPr>
              <a:t>Path parameters</a:t>
            </a:r>
            <a:r>
              <a:rPr lang="en-US" sz="2200" b="0">
                <a:effectLst/>
                <a:latin typeface="udemy sans"/>
              </a:rPr>
              <a:t> are variable parts of a URL path. They are typically used to point to a specific resource within a collection, such as a user identified by ID</a:t>
            </a:r>
          </a:p>
          <a:p>
            <a:pPr marL="0" indent="0">
              <a:buNone/>
            </a:pPr>
            <a:endParaRPr lang="en-US" sz="2200" b="0">
              <a:effectLst/>
              <a:latin typeface="udemy sans"/>
            </a:endParaRPr>
          </a:p>
          <a:p>
            <a:r>
              <a:rPr lang="en-US" sz="2200" b="0" i="0" u="sng">
                <a:effectLst/>
                <a:latin typeface="udemy sans"/>
                <a:hlinkClick r:id="rId2"/>
              </a:rPr>
              <a:t>https://www.google.com/Images/1123343</a:t>
            </a:r>
            <a:r>
              <a:rPr lang="en-US" sz="2200" b="0" i="0">
                <a:effectLst/>
                <a:latin typeface="udemy sans"/>
              </a:rPr>
              <a:t/>
            </a:r>
            <a:br>
              <a:rPr lang="en-US" sz="2200" b="0" i="0">
                <a:effectLst/>
                <a:latin typeface="udemy sans"/>
              </a:rPr>
            </a:br>
            <a:r>
              <a:rPr lang="en-US" sz="2200" b="0" i="0" u="sng">
                <a:effectLst/>
                <a:latin typeface="udemy sans"/>
                <a:hlinkClick r:id="rId3"/>
              </a:rPr>
              <a:t>https://www.google.com/docs/1123343</a:t>
            </a:r>
            <a:r>
              <a:rPr lang="en-US" sz="2200" b="0" i="0">
                <a:effectLst/>
                <a:latin typeface="udemy sans"/>
              </a:rPr>
              <a:t/>
            </a:r>
            <a:br>
              <a:rPr lang="en-US" sz="2200" b="0" i="0">
                <a:effectLst/>
                <a:latin typeface="udemy sans"/>
              </a:rPr>
            </a:br>
            <a:r>
              <a:rPr lang="en-US" sz="2200" b="0" i="0" u="sng">
                <a:effectLst/>
                <a:latin typeface="udemy sans"/>
                <a:hlinkClick r:id="rId4"/>
              </a:rPr>
              <a:t>https://amazon.com/orders/112</a:t>
            </a:r>
            <a:endParaRPr lang="en-US" sz="2200" b="0" i="0" u="sng">
              <a:effectLst/>
              <a:latin typeface="udemy sans"/>
            </a:endParaRPr>
          </a:p>
          <a:p>
            <a:pPr marL="0" indent="0">
              <a:buNone/>
            </a:pPr>
            <a:endParaRPr lang="en-US" sz="2200" b="0" i="0">
              <a:effectLst/>
              <a:latin typeface="udemy sans"/>
            </a:endParaRPr>
          </a:p>
          <a:p>
            <a:r>
              <a:rPr lang="en-US" sz="2200" b="0" i="0" u="sng">
                <a:effectLst/>
                <a:latin typeface="udemy sans"/>
                <a:hlinkClick r:id="rId5"/>
              </a:rPr>
              <a:t>https://www.google.com/search?q=newyork&amp;oq=newyork&amp;aqs=chrome..69i57j0l7.2501j0j7&amp;sourceid=chrome&amp;ie=UTF-8</a:t>
            </a:r>
            <a:r>
              <a:rPr lang="en-US" sz="2200" b="0" i="0">
                <a:effectLst/>
                <a:latin typeface="udemy sans"/>
              </a:rPr>
              <a:t/>
            </a:r>
            <a:br>
              <a:rPr lang="en-US" sz="2200" b="0" i="0">
                <a:effectLst/>
                <a:latin typeface="udemy sans"/>
              </a:rPr>
            </a:br>
            <a:endParaRPr lang="en-US" sz="2200" b="0" i="0">
              <a:effectLst/>
              <a:latin typeface="udemy sans"/>
            </a:endParaRPr>
          </a:p>
          <a:p>
            <a:pPr marL="0" indent="0">
              <a:buNone/>
            </a:pPr>
            <a:endParaRPr lang="en-IN" sz="2200"/>
          </a:p>
        </p:txBody>
      </p:sp>
    </p:spTree>
    <p:extLst>
      <p:ext uri="{BB962C8B-B14F-4D97-AF65-F5344CB8AC3E}">
        <p14:creationId xmlns="" xmlns:p14="http://schemas.microsoft.com/office/powerpoint/2010/main" val="365309527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 xmlns:a16="http://schemas.microsoft.com/office/drawing/2014/main" id="{2B566528-1B12-4246-9431-5C2D7D08116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 xmlns:a16="http://schemas.microsoft.com/office/drawing/2014/main" id="{F19AE333-5B9B-43C6-4D0E-4D0ECF473C0E}"/>
              </a:ext>
            </a:extLst>
          </p:cNvPr>
          <p:cNvSpPr>
            <a:spLocks noGrp="1"/>
          </p:cNvSpPr>
          <p:nvPr>
            <p:ph type="title"/>
          </p:nvPr>
        </p:nvSpPr>
        <p:spPr>
          <a:xfrm>
            <a:off x="643467" y="321734"/>
            <a:ext cx="6901193" cy="1135737"/>
          </a:xfrm>
        </p:spPr>
        <p:txBody>
          <a:bodyPr>
            <a:normAutofit/>
          </a:bodyPr>
          <a:lstStyle/>
          <a:p>
            <a:r>
              <a:rPr lang="en-US" sz="3600" b="1" i="0">
                <a:effectLst/>
                <a:latin typeface="-apple-system"/>
              </a:rPr>
              <a:t>What is CRUD ?</a:t>
            </a:r>
            <a:br>
              <a:rPr lang="en-US" sz="3600" b="1" i="0">
                <a:effectLst/>
                <a:latin typeface="-apple-system"/>
              </a:rPr>
            </a:br>
            <a:endParaRPr lang="en-IN" sz="3600"/>
          </a:p>
        </p:txBody>
      </p:sp>
      <p:sp>
        <p:nvSpPr>
          <p:cNvPr id="3" name="Content Placeholder 2">
            <a:extLst>
              <a:ext uri="{FF2B5EF4-FFF2-40B4-BE49-F238E27FC236}">
                <a16:creationId xmlns="" xmlns:a16="http://schemas.microsoft.com/office/drawing/2014/main" id="{2C3717CC-138A-F2E8-E1BE-24D0654D946A}"/>
              </a:ext>
            </a:extLst>
          </p:cNvPr>
          <p:cNvSpPr>
            <a:spLocks noGrp="1"/>
          </p:cNvSpPr>
          <p:nvPr>
            <p:ph idx="1"/>
          </p:nvPr>
        </p:nvSpPr>
        <p:spPr>
          <a:xfrm>
            <a:off x="643468" y="1782981"/>
            <a:ext cx="6901193" cy="4393982"/>
          </a:xfrm>
        </p:spPr>
        <p:txBody>
          <a:bodyPr>
            <a:normAutofit/>
          </a:bodyPr>
          <a:lstStyle/>
          <a:p>
            <a:pPr fontAlgn="base"/>
            <a:r>
              <a:rPr lang="en-US" sz="2000" b="0" i="0">
                <a:effectLst/>
                <a:latin typeface="Lato" panose="020F0502020204030203" pitchFamily="34" charset="0"/>
              </a:rPr>
              <a:t>CRUD refers to the four basic operations a software application should be able to perform – Create, Read, Update, and Delete.</a:t>
            </a:r>
          </a:p>
          <a:p>
            <a:pPr marL="0" indent="0" fontAlgn="base">
              <a:buNone/>
            </a:pPr>
            <a:endParaRPr lang="en-US" sz="2000" b="0" i="0">
              <a:effectLst/>
              <a:latin typeface="Lato" panose="020F0502020204030203" pitchFamily="34" charset="0"/>
            </a:endParaRPr>
          </a:p>
          <a:p>
            <a:pPr fontAlgn="base"/>
            <a:r>
              <a:rPr lang="en-US" sz="2000" b="0" i="0">
                <a:effectLst/>
                <a:latin typeface="Lato" panose="020F0502020204030203" pitchFamily="34" charset="0"/>
              </a:rPr>
              <a:t>In such apps, users must be able to </a:t>
            </a:r>
            <a:r>
              <a:rPr lang="en-US" sz="2000" b="1" i="0">
                <a:effectLst/>
                <a:latin typeface="inherit"/>
              </a:rPr>
              <a:t>create data</a:t>
            </a:r>
            <a:r>
              <a:rPr lang="en-US" sz="2000" b="0" i="0">
                <a:effectLst/>
                <a:latin typeface="Lato" panose="020F0502020204030203" pitchFamily="34" charset="0"/>
              </a:rPr>
              <a:t>, have access to the data in the UI by </a:t>
            </a:r>
            <a:r>
              <a:rPr lang="en-US" sz="2000" b="1" i="0">
                <a:effectLst/>
                <a:latin typeface="inherit"/>
              </a:rPr>
              <a:t>reading</a:t>
            </a:r>
            <a:r>
              <a:rPr lang="en-US" sz="2000" b="0" i="0">
                <a:effectLst/>
                <a:latin typeface="Lato" panose="020F0502020204030203" pitchFamily="34" charset="0"/>
              </a:rPr>
              <a:t> the data, </a:t>
            </a:r>
            <a:r>
              <a:rPr lang="en-US" sz="2000" b="1" i="0">
                <a:effectLst/>
                <a:latin typeface="inherit"/>
              </a:rPr>
              <a:t>update</a:t>
            </a:r>
            <a:r>
              <a:rPr lang="en-US" sz="2000" b="0" i="0">
                <a:effectLst/>
                <a:latin typeface="Lato" panose="020F0502020204030203" pitchFamily="34" charset="0"/>
              </a:rPr>
              <a:t> or </a:t>
            </a:r>
            <a:r>
              <a:rPr lang="en-US" sz="2000" b="1" i="0">
                <a:effectLst/>
                <a:latin typeface="inherit"/>
              </a:rPr>
              <a:t>edit</a:t>
            </a:r>
            <a:r>
              <a:rPr lang="en-US" sz="2000" b="0" i="0">
                <a:effectLst/>
                <a:latin typeface="Lato" panose="020F0502020204030203" pitchFamily="34" charset="0"/>
              </a:rPr>
              <a:t> the data, and </a:t>
            </a:r>
            <a:r>
              <a:rPr lang="en-US" sz="2000" b="1" i="0">
                <a:effectLst/>
                <a:latin typeface="inherit"/>
              </a:rPr>
              <a:t>delete</a:t>
            </a:r>
            <a:r>
              <a:rPr lang="en-US" sz="2000" b="0" i="0">
                <a:effectLst/>
                <a:latin typeface="Lato" panose="020F0502020204030203" pitchFamily="34" charset="0"/>
              </a:rPr>
              <a:t> the data.</a:t>
            </a:r>
          </a:p>
          <a:p>
            <a:pPr marL="0" indent="0">
              <a:buNone/>
            </a:pPr>
            <a:endParaRPr lang="en-IN" sz="2000"/>
          </a:p>
        </p:txBody>
      </p:sp>
      <p:sp>
        <p:nvSpPr>
          <p:cNvPr id="26" name="Isosceles Triangle 25">
            <a:extLst>
              <a:ext uri="{FF2B5EF4-FFF2-40B4-BE49-F238E27FC236}">
                <a16:creationId xmlns="" xmlns:a16="http://schemas.microsoft.com/office/drawing/2014/main" id="{D3F51FEB-38FB-4F6C-9F7B-2F2AFAB6546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 xmlns:a16="http://schemas.microsoft.com/office/drawing/2014/main" id="{1E547BA6-BAE0-43BB-A7CA-60F69CE252F0}"/>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 xmlns:a16="http://schemas.microsoft.com/office/drawing/2014/main" id="{807A5C2E-9804-E7E0-BEF3-61171FD000A8}"/>
              </a:ext>
            </a:extLst>
          </p:cNvPr>
          <p:cNvPicPr>
            <a:picLocks noChangeAspect="1"/>
          </p:cNvPicPr>
          <p:nvPr/>
        </p:nvPicPr>
        <p:blipFill>
          <a:blip r:embed="rId2" cstate="print"/>
          <a:stretch>
            <a:fillRect/>
          </a:stretch>
        </p:blipFill>
        <p:spPr>
          <a:xfrm>
            <a:off x="8153999" y="1782981"/>
            <a:ext cx="3428663" cy="2704178"/>
          </a:xfrm>
          <a:prstGeom prst="rect">
            <a:avLst/>
          </a:prstGeom>
        </p:spPr>
      </p:pic>
      <p:grpSp>
        <p:nvGrpSpPr>
          <p:cNvPr id="30" name="Group 29">
            <a:extLst>
              <a:ext uri="{FF2B5EF4-FFF2-40B4-BE49-F238E27FC236}">
                <a16:creationId xmlns="" xmlns:a16="http://schemas.microsoft.com/office/drawing/2014/main" id="{912209CB-3E4C-43AE-B507-08269FAE89F5}"/>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 xmlns:p16="http://schemas.microsoft.com/office/powerpoint/2015/main" val="1"/>
              </p:ext>
            </p:extLst>
          </p:nvPr>
        </p:nvGrpSpPr>
        <p:grpSpPr>
          <a:xfrm>
            <a:off x="11094720" y="0"/>
            <a:ext cx="1097280" cy="1097280"/>
            <a:chOff x="11094720" y="0"/>
            <a:chExt cx="1097280" cy="1097280"/>
          </a:xfrm>
        </p:grpSpPr>
        <p:sp>
          <p:nvSpPr>
            <p:cNvPr id="31" name="Isosceles Triangle 30">
              <a:extLst>
                <a:ext uri="{FF2B5EF4-FFF2-40B4-BE49-F238E27FC236}">
                  <a16:creationId xmlns="" xmlns:a16="http://schemas.microsoft.com/office/drawing/2014/main" id="{A580F890-B085-4E95-96AA-55AEBEC5CE6E}"/>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rot="16200000">
              <a:off x="11094720" y="0"/>
              <a:ext cx="1097280" cy="1097280"/>
            </a:xfrm>
            <a:prstGeom prst="triangle">
              <a:avLst>
                <a:gd name="adj" fmla="val 10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 xmlns:a16="http://schemas.microsoft.com/office/drawing/2014/main" id="{7BCB7912-FEA6-4C89-8E9B-D95EF15647EA}"/>
                </a:ext>
                <a:ext uri="{C183D7F6-B498-43B3-948B-1728B52AA6E4}">
                  <adec:decorative xmlns="" xmlns:adec="http://schemas.microsoft.com/office/drawing/2017/decorative" val="1"/>
                </a:ext>
              </a:extLst>
            </p:cNvPr>
            <p:cNvSpPr/>
            <p:nvPr>
              <p:extLst>
                <p:ext uri="{386F3935-93C4-4BCD-93E2-E3B085C9AB24}">
                  <p16:designElem xmlns="" xmlns:p16="http://schemas.microsoft.com/office/powerpoint/2015/main" val="1"/>
                </p:ext>
              </p:extLst>
            </p:nvPr>
          </p:nvSpPr>
          <p:spPr>
            <a:xfrm rot="2700000">
              <a:off x="11189552" y="127618"/>
              <a:ext cx="457894" cy="457894"/>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 xmlns:p14="http://schemas.microsoft.com/office/powerpoint/2010/main" val="187528839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DAF1966E-FD40-4A4A-B61B-C4DF7FA05F0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 xmlns:a16="http://schemas.microsoft.com/office/drawing/2014/main" id="{047BFA19-D45E-416B-A404-7AF2F3F2701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 xmlns:a16="http://schemas.microsoft.com/office/drawing/2014/main" id="{8E0105E7-23DB-4CF2-8258-FF47C7620F6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 xmlns:a16="http://schemas.microsoft.com/office/drawing/2014/main" id="{73527BC8-BDF8-1DA4-94DF-1A0E849CCDB2}"/>
              </a:ext>
            </a:extLst>
          </p:cNvPr>
          <p:cNvSpPr>
            <a:spLocks noGrp="1"/>
          </p:cNvSpPr>
          <p:nvPr>
            <p:ph type="title"/>
          </p:nvPr>
        </p:nvSpPr>
        <p:spPr>
          <a:xfrm>
            <a:off x="1115568" y="548640"/>
            <a:ext cx="10168128" cy="1179576"/>
          </a:xfrm>
        </p:spPr>
        <p:txBody>
          <a:bodyPr>
            <a:normAutofit/>
          </a:bodyPr>
          <a:lstStyle/>
          <a:p>
            <a:r>
              <a:rPr lang="en-US" sz="4000" b="1"/>
              <a:t>GET API</a:t>
            </a:r>
            <a:endParaRPr lang="en-IN" sz="4000" b="1"/>
          </a:p>
        </p:txBody>
      </p:sp>
      <p:sp>
        <p:nvSpPr>
          <p:cNvPr id="14" name="Rectangle 13">
            <a:extLst>
              <a:ext uri="{FF2B5EF4-FFF2-40B4-BE49-F238E27FC236}">
                <a16:creationId xmlns="" xmlns:a16="http://schemas.microsoft.com/office/drawing/2014/main" id="{074B4F7D-14B2-478B-8BF5-01E4E0C5D26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 xmlns:a16="http://schemas.microsoft.com/office/drawing/2014/main" id="{0C3E25EE-482A-C19A-5077-393CB1821CBF}"/>
              </a:ext>
            </a:extLst>
          </p:cNvPr>
          <p:cNvSpPr>
            <a:spLocks noGrp="1"/>
          </p:cNvSpPr>
          <p:nvPr>
            <p:ph idx="1"/>
          </p:nvPr>
        </p:nvSpPr>
        <p:spPr>
          <a:xfrm>
            <a:off x="1115568" y="2481943"/>
            <a:ext cx="10168128" cy="3695020"/>
          </a:xfrm>
        </p:spPr>
        <p:txBody>
          <a:bodyPr>
            <a:normAutofit/>
          </a:bodyPr>
          <a:lstStyle/>
          <a:p>
            <a:pPr marL="0" indent="0">
              <a:buNone/>
            </a:pPr>
            <a:r>
              <a:rPr lang="en-US" sz="2200" b="0" i="0" dirty="0">
                <a:effectLst/>
              </a:rPr>
              <a:t>The GET method is used to extract information from the given server using a given URL. While using GET request, it should only extract data and should have no other effect on the data. No Payload/Body required</a:t>
            </a:r>
          </a:p>
          <a:p>
            <a:pPr marL="0" indent="0">
              <a:buNone/>
            </a:pPr>
            <a:endParaRPr lang="en-US" sz="2200" dirty="0"/>
          </a:p>
          <a:p>
            <a:pPr marL="0" indent="0">
              <a:buNone/>
            </a:pPr>
            <a:r>
              <a:rPr lang="en-IN" sz="2200">
                <a:effectLst/>
                <a:ea typeface="Calibri" panose="020F0502020204030204" pitchFamily="34" charset="0"/>
              </a:rPr>
              <a:t>It enables you to </a:t>
            </a:r>
            <a:r>
              <a:rPr lang="en-IN" sz="2200" smtClean="0">
                <a:effectLst/>
                <a:ea typeface="Calibri" panose="020F0502020204030204" pitchFamily="34" charset="0"/>
              </a:rPr>
              <a:t>retrieve/read </a:t>
            </a:r>
            <a:r>
              <a:rPr lang="en-IN" sz="2200">
                <a:effectLst/>
                <a:ea typeface="Calibri" panose="020F0502020204030204" pitchFamily="34" charset="0"/>
              </a:rPr>
              <a:t>data from a server</a:t>
            </a:r>
            <a:endParaRPr lang="en-IN" sz="2200"/>
          </a:p>
        </p:txBody>
      </p:sp>
    </p:spTree>
    <p:extLst>
      <p:ext uri="{BB962C8B-B14F-4D97-AF65-F5344CB8AC3E}">
        <p14:creationId xmlns="" xmlns:p14="http://schemas.microsoft.com/office/powerpoint/2010/main" val="305963081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4">
            <a:extLst>
              <a:ext uri="{FF2B5EF4-FFF2-40B4-BE49-F238E27FC236}">
                <a16:creationId xmlns="" xmlns:a16="http://schemas.microsoft.com/office/drawing/2014/main" id="{2029D5AD-8348-4446-B191-6A9B6FE03F21}"/>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2" name="Freeform: Shape 16">
            <a:extLst>
              <a:ext uri="{FF2B5EF4-FFF2-40B4-BE49-F238E27FC236}">
                <a16:creationId xmlns="" xmlns:a16="http://schemas.microsoft.com/office/drawing/2014/main" id="{A3F395A2-2B64-4749-BD93-2F159C7E1FB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rgbClr val="E6E6E6"/>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9" name="Freeform: Shape 18">
            <a:extLst>
              <a:ext uri="{FF2B5EF4-FFF2-40B4-BE49-F238E27FC236}">
                <a16:creationId xmlns="" xmlns:a16="http://schemas.microsoft.com/office/drawing/2014/main" id="{5CF0135B-EAB8-4CA0-896C-2D897ECD28B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 xmlns:a16="http://schemas.microsoft.com/office/drawing/2014/main" id="{7EDC0B8B-D776-90DD-21CC-149E95B7C89F}"/>
              </a:ext>
            </a:extLst>
          </p:cNvPr>
          <p:cNvSpPr>
            <a:spLocks noGrp="1"/>
          </p:cNvSpPr>
          <p:nvPr>
            <p:ph type="title"/>
          </p:nvPr>
        </p:nvSpPr>
        <p:spPr>
          <a:xfrm>
            <a:off x="838200" y="253397"/>
            <a:ext cx="10515600" cy="1273233"/>
          </a:xfrm>
        </p:spPr>
        <p:txBody>
          <a:bodyPr>
            <a:normAutofit/>
          </a:bodyPr>
          <a:lstStyle/>
          <a:p>
            <a:r>
              <a:rPr lang="en-US" sz="4000" b="1"/>
              <a:t>POST API</a:t>
            </a:r>
            <a:endParaRPr lang="en-IN" sz="4000" b="1"/>
          </a:p>
        </p:txBody>
      </p:sp>
      <p:sp>
        <p:nvSpPr>
          <p:cNvPr id="21" name="Rectangle 20">
            <a:extLst>
              <a:ext uri="{FF2B5EF4-FFF2-40B4-BE49-F238E27FC236}">
                <a16:creationId xmlns="" xmlns:a16="http://schemas.microsoft.com/office/drawing/2014/main" id="{92C3387C-D24F-4737-8A37-1DC5CFF09CF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52452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 xmlns:a16="http://schemas.microsoft.com/office/drawing/2014/main" id="{7EA1E6A5-604E-ECCA-CDE2-198C9B3FB7C4}"/>
              </a:ext>
            </a:extLst>
          </p:cNvPr>
          <p:cNvSpPr>
            <a:spLocks noGrp="1"/>
          </p:cNvSpPr>
          <p:nvPr>
            <p:ph idx="1"/>
          </p:nvPr>
        </p:nvSpPr>
        <p:spPr>
          <a:xfrm>
            <a:off x="838200" y="2478024"/>
            <a:ext cx="10515600" cy="3694176"/>
          </a:xfrm>
        </p:spPr>
        <p:txBody>
          <a:bodyPr>
            <a:normAutofit/>
          </a:bodyPr>
          <a:lstStyle/>
          <a:p>
            <a:pPr marL="0" indent="0">
              <a:buNone/>
            </a:pPr>
            <a:r>
              <a:rPr lang="en-US" sz="2200" b="0" i="0" dirty="0">
                <a:effectLst/>
                <a:latin typeface="udemy sans"/>
              </a:rPr>
              <a:t>A POST request is used to send data to the server, for example, customer information, file upload, etc. using HTML forms.</a:t>
            </a:r>
          </a:p>
          <a:p>
            <a:pPr marL="0" indent="0">
              <a:buNone/>
            </a:pPr>
            <a:endParaRPr lang="en-US" sz="2200" dirty="0">
              <a:latin typeface="udemy sans"/>
            </a:endParaRPr>
          </a:p>
          <a:p>
            <a:pPr marL="0" indent="0">
              <a:buNone/>
            </a:pPr>
            <a:r>
              <a:rPr lang="en-IN" sz="2200" dirty="0">
                <a:effectLst/>
                <a:latin typeface="Segoe UI" panose="020B0502040204020203" pitchFamily="34" charset="0"/>
                <a:ea typeface="Calibri" panose="020F0502020204030204" pitchFamily="34" charset="0"/>
              </a:rPr>
              <a:t>It enables you to add data to an existing file or resource in a server</a:t>
            </a:r>
            <a:br>
              <a:rPr lang="en-IN" sz="2200" dirty="0">
                <a:effectLst/>
                <a:latin typeface="Segoe UI" panose="020B0502040204020203" pitchFamily="34" charset="0"/>
                <a:ea typeface="Calibri" panose="020F0502020204030204" pitchFamily="34" charset="0"/>
              </a:rPr>
            </a:br>
            <a:endParaRPr lang="en-US" sz="2200" dirty="0">
              <a:latin typeface="udemy sans"/>
            </a:endParaRPr>
          </a:p>
          <a:p>
            <a:pPr marL="0" indent="0">
              <a:buNone/>
            </a:pPr>
            <a:r>
              <a:rPr lang="en-US" sz="2200" b="1" i="0" dirty="0">
                <a:effectLst/>
                <a:latin typeface="udemy sans"/>
              </a:rPr>
              <a:t>How to send input data in POST?</a:t>
            </a:r>
            <a:r>
              <a:rPr lang="en-US" sz="2200" dirty="0"/>
              <a:t/>
            </a:r>
            <a:br>
              <a:rPr lang="en-US" sz="2200" dirty="0"/>
            </a:br>
            <a:r>
              <a:rPr lang="en-US" sz="2200" b="0" i="0" dirty="0" err="1">
                <a:effectLst/>
                <a:latin typeface="udemy sans"/>
              </a:rPr>
              <a:t>Ans</a:t>
            </a:r>
            <a:r>
              <a:rPr lang="en-US" sz="2200" b="0" i="0" dirty="0">
                <a:effectLst/>
                <a:latin typeface="udemy sans"/>
              </a:rPr>
              <a:t>: </a:t>
            </a:r>
            <a:r>
              <a:rPr lang="en-US" sz="2200" b="0" i="0">
                <a:effectLst/>
                <a:latin typeface="udemy sans"/>
              </a:rPr>
              <a:t>Using </a:t>
            </a:r>
            <a:r>
              <a:rPr lang="en-US" sz="2200" b="0" i="0" smtClean="0">
                <a:effectLst/>
                <a:latin typeface="udemy sans"/>
              </a:rPr>
              <a:t>Body/ </a:t>
            </a:r>
            <a:r>
              <a:rPr lang="en-US" sz="2200" b="0" i="0" dirty="0">
                <a:effectLst/>
                <a:latin typeface="udemy sans"/>
              </a:rPr>
              <a:t>Payload</a:t>
            </a:r>
            <a:endParaRPr lang="en-IN" sz="2200" dirty="0"/>
          </a:p>
        </p:txBody>
      </p:sp>
    </p:spTree>
    <p:extLst>
      <p:ext uri="{BB962C8B-B14F-4D97-AF65-F5344CB8AC3E}">
        <p14:creationId xmlns="" xmlns:p14="http://schemas.microsoft.com/office/powerpoint/2010/main" val="151908543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DAF1966E-FD40-4A4A-B61B-C4DF7FA05F0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 xmlns:a16="http://schemas.microsoft.com/office/drawing/2014/main" id="{047BFA19-D45E-416B-A404-7AF2F3F2701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 xmlns:a16="http://schemas.microsoft.com/office/drawing/2014/main" id="{8E0105E7-23DB-4CF2-8258-FF47C7620F6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 xmlns:a16="http://schemas.microsoft.com/office/drawing/2014/main" id="{EDE8C919-4F2B-D195-23F7-515B39A171F5}"/>
              </a:ext>
            </a:extLst>
          </p:cNvPr>
          <p:cNvSpPr>
            <a:spLocks noGrp="1"/>
          </p:cNvSpPr>
          <p:nvPr>
            <p:ph type="title"/>
          </p:nvPr>
        </p:nvSpPr>
        <p:spPr>
          <a:xfrm>
            <a:off x="1115568" y="548640"/>
            <a:ext cx="10168128" cy="1179576"/>
          </a:xfrm>
        </p:spPr>
        <p:txBody>
          <a:bodyPr>
            <a:normAutofit/>
          </a:bodyPr>
          <a:lstStyle/>
          <a:p>
            <a:r>
              <a:rPr lang="en-US" sz="4000" b="1" i="0">
                <a:effectLst/>
                <a:latin typeface="udemy sans"/>
              </a:rPr>
              <a:t>PUT API</a:t>
            </a:r>
            <a:endParaRPr lang="en-IN" sz="4000" b="1"/>
          </a:p>
        </p:txBody>
      </p:sp>
      <p:sp>
        <p:nvSpPr>
          <p:cNvPr id="14" name="Rectangle 13">
            <a:extLst>
              <a:ext uri="{FF2B5EF4-FFF2-40B4-BE49-F238E27FC236}">
                <a16:creationId xmlns="" xmlns:a16="http://schemas.microsoft.com/office/drawing/2014/main" id="{074B4F7D-14B2-478B-8BF5-01E4E0C5D26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 xmlns:a16="http://schemas.microsoft.com/office/drawing/2014/main" id="{018C4CB3-D3F2-A7D9-B762-3B68C3BBD79C}"/>
              </a:ext>
            </a:extLst>
          </p:cNvPr>
          <p:cNvSpPr>
            <a:spLocks noGrp="1"/>
          </p:cNvSpPr>
          <p:nvPr>
            <p:ph idx="1"/>
          </p:nvPr>
        </p:nvSpPr>
        <p:spPr>
          <a:xfrm>
            <a:off x="1115568" y="2481943"/>
            <a:ext cx="10168128" cy="3695020"/>
          </a:xfrm>
        </p:spPr>
        <p:txBody>
          <a:bodyPr>
            <a:normAutofit/>
          </a:bodyPr>
          <a:lstStyle/>
          <a:p>
            <a:pPr marL="0" indent="0">
              <a:buNone/>
            </a:pPr>
            <a:endParaRPr lang="en-US" sz="2200" b="0" i="0" dirty="0">
              <a:effectLst/>
            </a:endParaRPr>
          </a:p>
          <a:p>
            <a:pPr marL="0" indent="0">
              <a:buNone/>
            </a:pPr>
            <a:r>
              <a:rPr lang="en-US" sz="2200" b="0" i="0" dirty="0">
                <a:effectLst/>
              </a:rPr>
              <a:t>Replaces/Modify all the existing resources which are already present in server.</a:t>
            </a:r>
          </a:p>
          <a:p>
            <a:pPr marL="0" indent="0">
              <a:buNone/>
            </a:pPr>
            <a:endParaRPr lang="en-US" sz="2200" dirty="0"/>
          </a:p>
          <a:p>
            <a:pPr marL="0" indent="0">
              <a:buNone/>
            </a:pPr>
            <a:r>
              <a:rPr lang="en-IN" sz="2200" dirty="0">
                <a:effectLst/>
                <a:ea typeface="Calibri" panose="020F0502020204030204" pitchFamily="34" charset="0"/>
              </a:rPr>
              <a:t>It lets you </a:t>
            </a:r>
            <a:r>
              <a:rPr lang="en-IN" sz="2200" dirty="0" smtClean="0">
                <a:effectLst/>
                <a:ea typeface="Calibri" panose="020F0502020204030204" pitchFamily="34" charset="0"/>
              </a:rPr>
              <a:t>replace/modify </a:t>
            </a:r>
            <a:r>
              <a:rPr lang="en-IN" sz="2200" dirty="0">
                <a:effectLst/>
                <a:ea typeface="Calibri" panose="020F0502020204030204" pitchFamily="34" charset="0"/>
              </a:rPr>
              <a:t>an </a:t>
            </a:r>
            <a:r>
              <a:rPr lang="en-IN" sz="2200">
                <a:effectLst/>
                <a:ea typeface="Calibri" panose="020F0502020204030204" pitchFamily="34" charset="0"/>
              </a:rPr>
              <a:t>existing </a:t>
            </a:r>
            <a:r>
              <a:rPr lang="en-IN" sz="2200" smtClean="0">
                <a:effectLst/>
                <a:ea typeface="Calibri" panose="020F0502020204030204" pitchFamily="34" charset="0"/>
              </a:rPr>
              <a:t>file </a:t>
            </a:r>
            <a:r>
              <a:rPr lang="en-IN" sz="2200" dirty="0">
                <a:effectLst/>
                <a:ea typeface="Calibri" panose="020F0502020204030204" pitchFamily="34" charset="0"/>
              </a:rPr>
              <a:t>or resource in a server</a:t>
            </a:r>
            <a:endParaRPr lang="en-IN" sz="2200" dirty="0"/>
          </a:p>
        </p:txBody>
      </p:sp>
    </p:spTree>
    <p:extLst>
      <p:ext uri="{BB962C8B-B14F-4D97-AF65-F5344CB8AC3E}">
        <p14:creationId xmlns="" xmlns:p14="http://schemas.microsoft.com/office/powerpoint/2010/main" val="77340687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DAF1966E-FD40-4A4A-B61B-C4DF7FA05F0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 xmlns:a16="http://schemas.microsoft.com/office/drawing/2014/main" id="{047BFA19-D45E-416B-A404-7AF2F3F2701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 xmlns:a16="http://schemas.microsoft.com/office/drawing/2014/main" id="{8E0105E7-23DB-4CF2-8258-FF47C7620F6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 xmlns:a16="http://schemas.microsoft.com/office/drawing/2014/main" id="{EDE8C919-4F2B-D195-23F7-515B39A171F5}"/>
              </a:ext>
            </a:extLst>
          </p:cNvPr>
          <p:cNvSpPr>
            <a:spLocks noGrp="1"/>
          </p:cNvSpPr>
          <p:nvPr>
            <p:ph type="title"/>
          </p:nvPr>
        </p:nvSpPr>
        <p:spPr>
          <a:xfrm>
            <a:off x="1115568" y="548640"/>
            <a:ext cx="10168128" cy="1179576"/>
          </a:xfrm>
        </p:spPr>
        <p:txBody>
          <a:bodyPr>
            <a:normAutofit/>
          </a:bodyPr>
          <a:lstStyle/>
          <a:p>
            <a:r>
              <a:rPr lang="en-US" sz="4000" b="1">
                <a:latin typeface="udemy sans"/>
              </a:rPr>
              <a:t>DELETE</a:t>
            </a:r>
            <a:r>
              <a:rPr lang="en-US" sz="4000" b="1" i="0">
                <a:effectLst/>
                <a:latin typeface="udemy sans"/>
              </a:rPr>
              <a:t> API</a:t>
            </a:r>
            <a:endParaRPr lang="en-IN" sz="4000" b="1"/>
          </a:p>
        </p:txBody>
      </p:sp>
      <p:sp>
        <p:nvSpPr>
          <p:cNvPr id="14" name="Rectangle 13">
            <a:extLst>
              <a:ext uri="{FF2B5EF4-FFF2-40B4-BE49-F238E27FC236}">
                <a16:creationId xmlns="" xmlns:a16="http://schemas.microsoft.com/office/drawing/2014/main" id="{074B4F7D-14B2-478B-8BF5-01E4E0C5D263}"/>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 xmlns:a16="http://schemas.microsoft.com/office/drawing/2014/main" id="{018C4CB3-D3F2-A7D9-B762-3B68C3BBD79C}"/>
              </a:ext>
            </a:extLst>
          </p:cNvPr>
          <p:cNvSpPr>
            <a:spLocks noGrp="1"/>
          </p:cNvSpPr>
          <p:nvPr>
            <p:ph idx="1"/>
          </p:nvPr>
        </p:nvSpPr>
        <p:spPr>
          <a:xfrm>
            <a:off x="1115568" y="2481943"/>
            <a:ext cx="10168128" cy="3695020"/>
          </a:xfrm>
        </p:spPr>
        <p:txBody>
          <a:bodyPr>
            <a:normAutofit/>
          </a:bodyPr>
          <a:lstStyle/>
          <a:p>
            <a:pPr marL="0" indent="0">
              <a:buNone/>
            </a:pPr>
            <a:r>
              <a:rPr lang="en-US" sz="2200" b="0" i="0" dirty="0">
                <a:effectLst/>
              </a:rPr>
              <a:t>Delete all the existing resources which are already present in server.</a:t>
            </a:r>
          </a:p>
          <a:p>
            <a:pPr marL="0" indent="0">
              <a:buNone/>
            </a:pPr>
            <a:endParaRPr lang="en-US" sz="2200" dirty="0"/>
          </a:p>
          <a:p>
            <a:pPr marL="0" indent="0">
              <a:buNone/>
            </a:pPr>
            <a:r>
              <a:rPr lang="en-IN" sz="2200" dirty="0">
                <a:ea typeface="Calibri" panose="020F0502020204030204" pitchFamily="34" charset="0"/>
              </a:rPr>
              <a:t>Delete API </a:t>
            </a:r>
            <a:r>
              <a:rPr lang="en-IN" sz="2200" dirty="0">
                <a:effectLst/>
                <a:ea typeface="Calibri" panose="020F0502020204030204" pitchFamily="34" charset="0"/>
              </a:rPr>
              <a:t>lets you to delete an </a:t>
            </a:r>
            <a:r>
              <a:rPr lang="en-IN" sz="2200">
                <a:effectLst/>
                <a:ea typeface="Calibri" panose="020F0502020204030204" pitchFamily="34" charset="0"/>
              </a:rPr>
              <a:t>existing </a:t>
            </a:r>
            <a:r>
              <a:rPr lang="en-IN" sz="2200" smtClean="0">
                <a:effectLst/>
                <a:ea typeface="Calibri" panose="020F0502020204030204" pitchFamily="34" charset="0"/>
              </a:rPr>
              <a:t>file/record </a:t>
            </a:r>
            <a:r>
              <a:rPr lang="en-IN" sz="2200" dirty="0">
                <a:effectLst/>
                <a:ea typeface="Calibri" panose="020F0502020204030204" pitchFamily="34" charset="0"/>
              </a:rPr>
              <a:t>in a server</a:t>
            </a:r>
            <a:endParaRPr lang="en-IN" sz="2200" dirty="0"/>
          </a:p>
        </p:txBody>
      </p:sp>
    </p:spTree>
    <p:extLst>
      <p:ext uri="{BB962C8B-B14F-4D97-AF65-F5344CB8AC3E}">
        <p14:creationId xmlns="" xmlns:p14="http://schemas.microsoft.com/office/powerpoint/2010/main" val="358068752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FE46D11-7A41-D95F-BFA2-2CCBFEFFEB52}"/>
              </a:ext>
            </a:extLst>
          </p:cNvPr>
          <p:cNvSpPr>
            <a:spLocks noGrp="1"/>
          </p:cNvSpPr>
          <p:nvPr>
            <p:ph type="title"/>
          </p:nvPr>
        </p:nvSpPr>
        <p:spPr>
          <a:xfrm>
            <a:off x="838200" y="500062"/>
            <a:ext cx="10515600" cy="1325563"/>
          </a:xfrm>
        </p:spPr>
        <p:txBody>
          <a:bodyPr/>
          <a:lstStyle/>
          <a:p>
            <a:r>
              <a:rPr lang="en-US" b="1" i="0" dirty="0">
                <a:solidFill>
                  <a:srgbClr val="1C1D1F"/>
                </a:solidFill>
                <a:effectLst/>
                <a:latin typeface="udemy sans"/>
              </a:rPr>
              <a:t>Headers/Cookies</a:t>
            </a:r>
            <a:r>
              <a:rPr lang="en-US" b="0" i="0" dirty="0">
                <a:solidFill>
                  <a:srgbClr val="1C1D1F"/>
                </a:solidFill>
                <a:effectLst/>
                <a:latin typeface="udemy sans"/>
              </a:rPr>
              <a:t/>
            </a:r>
            <a:br>
              <a:rPr lang="en-US" b="0" i="0" dirty="0">
                <a:solidFill>
                  <a:srgbClr val="1C1D1F"/>
                </a:solidFill>
                <a:effectLst/>
                <a:latin typeface="udemy sans"/>
              </a:rPr>
            </a:br>
            <a:endParaRPr lang="en-IN" dirty="0"/>
          </a:p>
        </p:txBody>
      </p:sp>
      <p:sp>
        <p:nvSpPr>
          <p:cNvPr id="3" name="Content Placeholder 2">
            <a:extLst>
              <a:ext uri="{FF2B5EF4-FFF2-40B4-BE49-F238E27FC236}">
                <a16:creationId xmlns="" xmlns:a16="http://schemas.microsoft.com/office/drawing/2014/main" id="{9DC27D4A-E290-F850-0A82-0589458725DB}"/>
              </a:ext>
            </a:extLst>
          </p:cNvPr>
          <p:cNvSpPr>
            <a:spLocks noGrp="1"/>
          </p:cNvSpPr>
          <p:nvPr>
            <p:ph idx="1"/>
          </p:nvPr>
        </p:nvSpPr>
        <p:spPr/>
        <p:txBody>
          <a:bodyPr/>
          <a:lstStyle/>
          <a:p>
            <a:pPr marL="0" indent="0" algn="l">
              <a:buNone/>
            </a:pPr>
            <a:r>
              <a:rPr lang="en-US" b="0" i="0" dirty="0">
                <a:solidFill>
                  <a:srgbClr val="1C1D1F"/>
                </a:solidFill>
                <a:effectLst/>
                <a:latin typeface="udemy sans"/>
              </a:rPr>
              <a:t>Headers represent the meta-data associated with the API request and response. In layman terms, we were sending Additional details to API to process our request.</a:t>
            </a:r>
          </a:p>
          <a:p>
            <a:pPr marL="0" indent="0" algn="l">
              <a:buNone/>
            </a:pPr>
            <a:r>
              <a:rPr lang="en-US" b="0" i="0" dirty="0">
                <a:solidFill>
                  <a:srgbClr val="1C1D1F"/>
                </a:solidFill>
                <a:effectLst/>
                <a:latin typeface="udemy sans"/>
              </a:rPr>
              <a:t/>
            </a:r>
            <a:br>
              <a:rPr lang="en-US" b="0" i="0" dirty="0">
                <a:solidFill>
                  <a:srgbClr val="1C1D1F"/>
                </a:solidFill>
                <a:effectLst/>
                <a:latin typeface="udemy sans"/>
              </a:rPr>
            </a:br>
            <a:r>
              <a:rPr lang="en-US" b="0" i="0" dirty="0">
                <a:solidFill>
                  <a:srgbClr val="1C1D1F"/>
                </a:solidFill>
                <a:effectLst/>
                <a:latin typeface="udemy sans"/>
              </a:rPr>
              <a:t>Example : Authorization details</a:t>
            </a:r>
          </a:p>
          <a:p>
            <a:pPr marL="0" indent="0" algn="l">
              <a:buNone/>
            </a:pPr>
            <a:endParaRPr lang="en-US" b="0" i="0" dirty="0">
              <a:solidFill>
                <a:srgbClr val="1C1D1F"/>
              </a:solidFill>
              <a:effectLst/>
              <a:latin typeface="udemy sans"/>
            </a:endParaRPr>
          </a:p>
          <a:p>
            <a:pPr marL="0" indent="0">
              <a:buNone/>
            </a:pPr>
            <a:endParaRPr lang="en-IN" dirty="0"/>
          </a:p>
        </p:txBody>
      </p:sp>
    </p:spTree>
    <p:extLst>
      <p:ext uri="{BB962C8B-B14F-4D97-AF65-F5344CB8AC3E}">
        <p14:creationId xmlns="" xmlns:p14="http://schemas.microsoft.com/office/powerpoint/2010/main" val="201537840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D453065-FB66-15CD-A458-0B0D4906B515}"/>
              </a:ext>
            </a:extLst>
          </p:cNvPr>
          <p:cNvSpPr>
            <a:spLocks noGrp="1"/>
          </p:cNvSpPr>
          <p:nvPr>
            <p:ph type="title"/>
          </p:nvPr>
        </p:nvSpPr>
        <p:spPr/>
        <p:txBody>
          <a:bodyPr/>
          <a:lstStyle/>
          <a:p>
            <a:r>
              <a:rPr lang="en-IN" sz="3200" b="1" dirty="0">
                <a:solidFill>
                  <a:srgbClr val="000000"/>
                </a:solidFill>
                <a:effectLst/>
                <a:latin typeface="Segoe UI" panose="020B0502040204020203" pitchFamily="34" charset="0"/>
                <a:ea typeface="Times New Roman" panose="02020603050405020304" pitchFamily="18" charset="0"/>
              </a:rPr>
              <a:t>Name some most commonly used HTTP methods?</a:t>
            </a:r>
            <a:r>
              <a:rPr lang="en-IN" sz="1800" b="1" dirty="0">
                <a:effectLst/>
                <a:latin typeface="Times New Roman" panose="02020603050405020304" pitchFamily="18" charset="0"/>
                <a:ea typeface="Times New Roman" panose="02020603050405020304" pitchFamily="18" charset="0"/>
              </a:rPr>
              <a:t/>
            </a:r>
            <a:br>
              <a:rPr lang="en-IN" sz="1800" b="1" dirty="0">
                <a:effectLst/>
                <a:latin typeface="Times New Roman" panose="02020603050405020304" pitchFamily="18" charset="0"/>
                <a:ea typeface="Times New Roman" panose="02020603050405020304" pitchFamily="18" charset="0"/>
              </a:rPr>
            </a:br>
            <a:endParaRPr lang="en-IN" dirty="0"/>
          </a:p>
        </p:txBody>
      </p:sp>
      <p:sp>
        <p:nvSpPr>
          <p:cNvPr id="3" name="Content Placeholder 2">
            <a:extLst>
              <a:ext uri="{FF2B5EF4-FFF2-40B4-BE49-F238E27FC236}">
                <a16:creationId xmlns="" xmlns:a16="http://schemas.microsoft.com/office/drawing/2014/main" id="{BA762609-81B5-901C-A3D6-9AF03CF6853F}"/>
              </a:ext>
            </a:extLst>
          </p:cNvPr>
          <p:cNvSpPr>
            <a:spLocks noGrp="1"/>
          </p:cNvSpPr>
          <p:nvPr>
            <p:ph idx="1"/>
          </p:nvPr>
        </p:nvSpPr>
        <p:spPr/>
        <p:txBody>
          <a:bodyPr/>
          <a:lstStyle/>
          <a:p>
            <a:pPr marL="0" indent="0">
              <a:buNone/>
            </a:pPr>
            <a:r>
              <a:rPr lang="en-IN" sz="1800" dirty="0">
                <a:solidFill>
                  <a:srgbClr val="2D3748"/>
                </a:solidFill>
                <a:effectLst/>
                <a:latin typeface="Segoe UI" panose="020B0502040204020203" pitchFamily="34" charset="0"/>
                <a:ea typeface="Times New Roman" panose="02020603050405020304" pitchFamily="18" charset="0"/>
              </a:rPr>
              <a:t>Some of the HTTP methods are:</a:t>
            </a:r>
            <a:endParaRPr lang="en-IN" sz="1800" dirty="0">
              <a:effectLst/>
              <a:latin typeface="Times New Roman" panose="02020603050405020304" pitchFamily="18" charset="0"/>
              <a:ea typeface="Times New Roman" panose="02020603050405020304" pitchFamily="18" charset="0"/>
            </a:endParaRPr>
          </a:p>
          <a:p>
            <a:pPr marL="0" indent="0">
              <a:lnSpc>
                <a:spcPct val="150000"/>
              </a:lnSpc>
              <a:buNone/>
            </a:pPr>
            <a:r>
              <a:rPr lang="en-IN" sz="1800" b="1" dirty="0">
                <a:solidFill>
                  <a:srgbClr val="2D3748"/>
                </a:solidFill>
                <a:effectLst/>
                <a:latin typeface="Segoe UI" panose="020B0502040204020203" pitchFamily="34" charset="0"/>
                <a:ea typeface="Calibri" panose="020F0502020204030204" pitchFamily="34" charset="0"/>
              </a:rPr>
              <a:t>GET:</a:t>
            </a:r>
            <a:r>
              <a:rPr lang="en-IN" sz="1800" dirty="0">
                <a:solidFill>
                  <a:srgbClr val="2D3748"/>
                </a:solidFill>
                <a:effectLst/>
                <a:latin typeface="Segoe UI" panose="020B0502040204020203" pitchFamily="34" charset="0"/>
                <a:ea typeface="Calibri" panose="020F0502020204030204" pitchFamily="34" charset="0"/>
              </a:rPr>
              <a:t> It enables you to retrieve data from a server</a:t>
            </a:r>
            <a:br>
              <a:rPr lang="en-IN" sz="1800" dirty="0">
                <a:solidFill>
                  <a:srgbClr val="2D3748"/>
                </a:solidFill>
                <a:effectLst/>
                <a:latin typeface="Segoe UI" panose="020B0502040204020203" pitchFamily="34" charset="0"/>
                <a:ea typeface="Calibri" panose="020F0502020204030204" pitchFamily="34" charset="0"/>
              </a:rPr>
            </a:br>
            <a:r>
              <a:rPr lang="en-IN" sz="1800" b="1" dirty="0">
                <a:solidFill>
                  <a:srgbClr val="2D3748"/>
                </a:solidFill>
                <a:effectLst/>
                <a:latin typeface="Segoe UI" panose="020B0502040204020203" pitchFamily="34" charset="0"/>
                <a:ea typeface="Calibri" panose="020F0502020204030204" pitchFamily="34" charset="0"/>
              </a:rPr>
              <a:t>POST:</a:t>
            </a:r>
            <a:r>
              <a:rPr lang="en-IN" sz="1800" dirty="0">
                <a:solidFill>
                  <a:srgbClr val="2D3748"/>
                </a:solidFill>
                <a:effectLst/>
                <a:latin typeface="Segoe UI" panose="020B0502040204020203" pitchFamily="34" charset="0"/>
                <a:ea typeface="Calibri" panose="020F0502020204030204" pitchFamily="34" charset="0"/>
              </a:rPr>
              <a:t> It enables you to add data to an existing file or resource in a server</a:t>
            </a:r>
            <a:br>
              <a:rPr lang="en-IN" sz="1800" dirty="0">
                <a:solidFill>
                  <a:srgbClr val="2D3748"/>
                </a:solidFill>
                <a:effectLst/>
                <a:latin typeface="Segoe UI" panose="020B0502040204020203" pitchFamily="34" charset="0"/>
                <a:ea typeface="Calibri" panose="020F0502020204030204" pitchFamily="34" charset="0"/>
              </a:rPr>
            </a:br>
            <a:r>
              <a:rPr lang="en-IN" sz="1800" b="1" dirty="0">
                <a:solidFill>
                  <a:srgbClr val="2D3748"/>
                </a:solidFill>
                <a:effectLst/>
                <a:latin typeface="Segoe UI" panose="020B0502040204020203" pitchFamily="34" charset="0"/>
                <a:ea typeface="Calibri" panose="020F0502020204030204" pitchFamily="34" charset="0"/>
              </a:rPr>
              <a:t>PUT:</a:t>
            </a:r>
            <a:r>
              <a:rPr lang="en-IN" sz="1800" dirty="0">
                <a:solidFill>
                  <a:srgbClr val="2D3748"/>
                </a:solidFill>
                <a:effectLst/>
                <a:latin typeface="Segoe UI" panose="020B0502040204020203" pitchFamily="34" charset="0"/>
                <a:ea typeface="Calibri" panose="020F0502020204030204" pitchFamily="34" charset="0"/>
              </a:rPr>
              <a:t> It lets you replace an existing file or resource in a server</a:t>
            </a:r>
            <a:br>
              <a:rPr lang="en-IN" sz="1800" dirty="0">
                <a:solidFill>
                  <a:srgbClr val="2D3748"/>
                </a:solidFill>
                <a:effectLst/>
                <a:latin typeface="Segoe UI" panose="020B0502040204020203" pitchFamily="34" charset="0"/>
                <a:ea typeface="Calibri" panose="020F0502020204030204" pitchFamily="34" charset="0"/>
              </a:rPr>
            </a:br>
            <a:r>
              <a:rPr lang="en-IN" sz="1800" b="1" dirty="0">
                <a:solidFill>
                  <a:srgbClr val="2D3748"/>
                </a:solidFill>
                <a:effectLst/>
                <a:latin typeface="Segoe UI" panose="020B0502040204020203" pitchFamily="34" charset="0"/>
                <a:ea typeface="Calibri" panose="020F0502020204030204" pitchFamily="34" charset="0"/>
              </a:rPr>
              <a:t>DELETE:</a:t>
            </a:r>
            <a:r>
              <a:rPr lang="en-IN" sz="1800" dirty="0">
                <a:solidFill>
                  <a:srgbClr val="2D3748"/>
                </a:solidFill>
                <a:effectLst/>
                <a:latin typeface="Segoe UI" panose="020B0502040204020203" pitchFamily="34" charset="0"/>
                <a:ea typeface="Calibri" panose="020F0502020204030204" pitchFamily="34" charset="0"/>
              </a:rPr>
              <a:t> It lets you delete data from a server</a:t>
            </a:r>
            <a:br>
              <a:rPr lang="en-IN" sz="1800" dirty="0">
                <a:solidFill>
                  <a:srgbClr val="2D3748"/>
                </a:solidFill>
                <a:effectLst/>
                <a:latin typeface="Segoe UI" panose="020B0502040204020203" pitchFamily="34" charset="0"/>
                <a:ea typeface="Calibri" panose="020F0502020204030204" pitchFamily="34" charset="0"/>
              </a:rPr>
            </a:br>
            <a:r>
              <a:rPr lang="en-IN" sz="1800" b="1" dirty="0">
                <a:solidFill>
                  <a:srgbClr val="2D3748"/>
                </a:solidFill>
                <a:effectLst/>
                <a:latin typeface="Segoe UI" panose="020B0502040204020203" pitchFamily="34" charset="0"/>
                <a:ea typeface="Calibri" panose="020F0502020204030204" pitchFamily="34" charset="0"/>
              </a:rPr>
              <a:t>PATCH:</a:t>
            </a:r>
            <a:r>
              <a:rPr lang="en-IN" sz="1800" dirty="0">
                <a:solidFill>
                  <a:srgbClr val="2D3748"/>
                </a:solidFill>
                <a:effectLst/>
                <a:latin typeface="Segoe UI" panose="020B0502040204020203" pitchFamily="34" charset="0"/>
                <a:ea typeface="Calibri" panose="020F0502020204030204" pitchFamily="34" charset="0"/>
              </a:rPr>
              <a:t> It is used to apply partial modifications to a resource</a:t>
            </a:r>
            <a:br>
              <a:rPr lang="en-IN" sz="1800" dirty="0">
                <a:solidFill>
                  <a:srgbClr val="2D3748"/>
                </a:solidFill>
                <a:effectLst/>
                <a:latin typeface="Segoe UI" panose="020B0502040204020203" pitchFamily="34" charset="0"/>
                <a:ea typeface="Calibri" panose="020F0502020204030204" pitchFamily="34" charset="0"/>
              </a:rPr>
            </a:br>
            <a:r>
              <a:rPr lang="en-IN" sz="1800" b="1" dirty="0">
                <a:solidFill>
                  <a:srgbClr val="2D3748"/>
                </a:solidFill>
                <a:effectLst/>
                <a:latin typeface="Segoe UI" panose="020B0502040204020203" pitchFamily="34" charset="0"/>
                <a:ea typeface="Calibri" panose="020F0502020204030204" pitchFamily="34" charset="0"/>
              </a:rPr>
              <a:t>OPTIONS:</a:t>
            </a:r>
            <a:r>
              <a:rPr lang="en-IN" sz="1800" dirty="0">
                <a:solidFill>
                  <a:srgbClr val="2D3748"/>
                </a:solidFill>
                <a:effectLst/>
                <a:latin typeface="Segoe UI" panose="020B0502040204020203" pitchFamily="34" charset="0"/>
                <a:ea typeface="Calibri" panose="020F0502020204030204" pitchFamily="34" charset="0"/>
              </a:rPr>
              <a:t> It is used to describe the communication options for the target resource</a:t>
            </a:r>
            <a:br>
              <a:rPr lang="en-IN" sz="1800" dirty="0">
                <a:solidFill>
                  <a:srgbClr val="2D3748"/>
                </a:solidFill>
                <a:effectLst/>
                <a:latin typeface="Segoe UI" panose="020B0502040204020203" pitchFamily="34" charset="0"/>
                <a:ea typeface="Calibri" panose="020F0502020204030204" pitchFamily="34" charset="0"/>
              </a:rPr>
            </a:br>
            <a:endParaRPr lang="en-IN" dirty="0"/>
          </a:p>
        </p:txBody>
      </p:sp>
    </p:spTree>
    <p:extLst>
      <p:ext uri="{BB962C8B-B14F-4D97-AF65-F5344CB8AC3E}">
        <p14:creationId xmlns="" xmlns:p14="http://schemas.microsoft.com/office/powerpoint/2010/main" val="322085402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D4C8F18-598F-52AD-A785-2DB275D52BBE}"/>
              </a:ext>
            </a:extLst>
          </p:cNvPr>
          <p:cNvSpPr>
            <a:spLocks noGrp="1"/>
          </p:cNvSpPr>
          <p:nvPr>
            <p:ph type="title"/>
          </p:nvPr>
        </p:nvSpPr>
        <p:spPr>
          <a:xfrm>
            <a:off x="838200" y="587067"/>
            <a:ext cx="10515600" cy="1325563"/>
          </a:xfrm>
        </p:spPr>
        <p:txBody>
          <a:bodyPr/>
          <a:lstStyle/>
          <a:p>
            <a:r>
              <a:rPr lang="en-US" sz="3600" b="1" dirty="0">
                <a:effectLst/>
                <a:latin typeface="Calibri" panose="020F0502020204030204" pitchFamily="34" charset="0"/>
                <a:ea typeface="Calibri" panose="020F0502020204030204" pitchFamily="34" charset="0"/>
                <a:cs typeface="Times New Roman" panose="02020603050405020304" pitchFamily="18" charset="0"/>
              </a:rPr>
              <a:t>HTTP STATUS CODE</a:t>
            </a:r>
            <a:r>
              <a:rPr lang="en-IN" sz="1800" dirty="0">
                <a:effectLst/>
                <a:latin typeface="Calibri" panose="020F0502020204030204" pitchFamily="34" charset="0"/>
                <a:ea typeface="Calibri" panose="020F0502020204030204" pitchFamily="34" charset="0"/>
                <a:cs typeface="Times New Roman" panose="02020603050405020304" pitchFamily="18" charset="0"/>
              </a:rPr>
              <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Content Placeholder 2">
            <a:extLst>
              <a:ext uri="{FF2B5EF4-FFF2-40B4-BE49-F238E27FC236}">
                <a16:creationId xmlns="" xmlns:a16="http://schemas.microsoft.com/office/drawing/2014/main" id="{1D40831F-17CD-6440-2C02-CB734F30B83B}"/>
              </a:ext>
            </a:extLst>
          </p:cNvPr>
          <p:cNvSpPr>
            <a:spLocks noGrp="1"/>
          </p:cNvSpPr>
          <p:nvPr>
            <p:ph idx="1"/>
          </p:nvPr>
        </p:nvSpPr>
        <p:spPr/>
        <p:txBody>
          <a:bodyPr>
            <a:normAutofit/>
          </a:bodyPr>
          <a:lstStyle/>
          <a:p>
            <a:pPr marL="342900" lvl="0" indent="-342900">
              <a:lnSpc>
                <a:spcPct val="115000"/>
              </a:lnSpc>
              <a:buFont typeface="+mj-lt"/>
              <a:buAutoNum type="arabicPeriod"/>
            </a:pPr>
            <a:r>
              <a:rPr lang="en-US" sz="2400" b="1" dirty="0">
                <a:effectLst/>
                <a:latin typeface="Calibri" panose="020F0502020204030204" pitchFamily="34" charset="0"/>
                <a:ea typeface="Calibri" panose="020F0502020204030204" pitchFamily="34" charset="0"/>
                <a:cs typeface="Times New Roman" panose="02020603050405020304" pitchFamily="18" charset="0"/>
              </a:rPr>
              <a:t> 1xx : Informational Message</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mj-lt"/>
              <a:buAutoNum type="arabicPeriod"/>
            </a:pPr>
            <a:r>
              <a:rPr lang="en-US" sz="2400" b="1" dirty="0">
                <a:effectLst/>
                <a:latin typeface="Calibri" panose="020F0502020204030204" pitchFamily="34" charset="0"/>
                <a:ea typeface="Calibri" panose="020F0502020204030204" pitchFamily="34" charset="0"/>
                <a:cs typeface="Times New Roman" panose="02020603050405020304" pitchFamily="18" charset="0"/>
              </a:rPr>
              <a:t> 2xx: Successful</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mj-lt"/>
              <a:buAutoNum type="arabicPeriod"/>
            </a:pPr>
            <a:r>
              <a:rPr lang="en-US" sz="2400" b="1" smtClean="0">
                <a:effectLst/>
                <a:latin typeface="Calibri" panose="020F0502020204030204" pitchFamily="34" charset="0"/>
                <a:ea typeface="Calibri" panose="020F0502020204030204" pitchFamily="34" charset="0"/>
                <a:cs typeface="Times New Roman" panose="02020603050405020304" pitchFamily="18" charset="0"/>
              </a:rPr>
              <a:t>4xx</a:t>
            </a:r>
            <a:r>
              <a:rPr lang="en-US" sz="2400" b="1" dirty="0">
                <a:effectLst/>
                <a:latin typeface="Calibri" panose="020F0502020204030204" pitchFamily="34" charset="0"/>
                <a:ea typeface="Calibri" panose="020F0502020204030204" pitchFamily="34" charset="0"/>
                <a:cs typeface="Times New Roman" panose="02020603050405020304" pitchFamily="18" charset="0"/>
              </a:rPr>
              <a:t>: Client Error</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Font typeface="+mj-lt"/>
              <a:buAutoNum type="arabicPeriod"/>
            </a:pPr>
            <a:r>
              <a:rPr lang="en-US" sz="2400" b="1" dirty="0">
                <a:effectLst/>
                <a:latin typeface="Calibri" panose="020F0502020204030204" pitchFamily="34" charset="0"/>
                <a:ea typeface="Calibri" panose="020F0502020204030204" pitchFamily="34" charset="0"/>
                <a:cs typeface="Times New Roman" panose="02020603050405020304" pitchFamily="18" charset="0"/>
              </a:rPr>
              <a:t> 5xx: Server Error</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 xmlns:p14="http://schemas.microsoft.com/office/powerpoint/2010/main" val="153969875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 xmlns:a16="http://schemas.microsoft.com/office/drawing/2014/main" id="{A4AC5506-6312-4701-8D3C-40187889A94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9EE434D5-4234-C3DE-0CD8-963876B8B797}"/>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b="1" kern="1200">
                <a:solidFill>
                  <a:schemeClr val="bg1"/>
                </a:solidFill>
                <a:effectLst/>
                <a:latin typeface="+mj-lt"/>
                <a:ea typeface="+mj-ea"/>
                <a:cs typeface="+mj-cs"/>
              </a:rPr>
              <a:t>HTTP STATUS CODE</a:t>
            </a:r>
            <a:endParaRPr lang="en-US" sz="3200" kern="1200">
              <a:solidFill>
                <a:schemeClr val="bg1"/>
              </a:solidFill>
              <a:latin typeface="+mj-lt"/>
              <a:ea typeface="+mj-ea"/>
              <a:cs typeface="+mj-cs"/>
            </a:endParaRPr>
          </a:p>
        </p:txBody>
      </p:sp>
      <p:pic>
        <p:nvPicPr>
          <p:cNvPr id="8" name="Content Placeholder 7" descr="Graphical user interface, text, application&#10;&#10;Description automatically generated">
            <a:extLst>
              <a:ext uri="{FF2B5EF4-FFF2-40B4-BE49-F238E27FC236}">
                <a16:creationId xmlns="" xmlns:a16="http://schemas.microsoft.com/office/drawing/2014/main" id="{AC680A3B-B3E6-2063-F9A5-A2B9F17B3779}"/>
              </a:ext>
            </a:extLst>
          </p:cNvPr>
          <p:cNvPicPr>
            <a:picLocks noGrp="1" noChangeAspect="1"/>
          </p:cNvPicPr>
          <p:nvPr>
            <p:ph idx="1"/>
          </p:nvPr>
        </p:nvPicPr>
        <p:blipFill>
          <a:blip r:embed="rId2" cstate="print"/>
          <a:stretch>
            <a:fillRect/>
          </a:stretch>
        </p:blipFill>
        <p:spPr>
          <a:xfrm>
            <a:off x="1296140" y="1923801"/>
            <a:ext cx="9675017" cy="4219547"/>
          </a:xfrm>
          <a:prstGeom prst="rect">
            <a:avLst/>
          </a:prstGeom>
        </p:spPr>
      </p:pic>
    </p:spTree>
    <p:extLst>
      <p:ext uri="{BB962C8B-B14F-4D97-AF65-F5344CB8AC3E}">
        <p14:creationId xmlns="" xmlns:p14="http://schemas.microsoft.com/office/powerpoint/2010/main" val="183265491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80FDFA9-86E0-EC31-5B5F-4FD72F8AF2FB}"/>
              </a:ext>
            </a:extLst>
          </p:cNvPr>
          <p:cNvSpPr>
            <a:spLocks noGrp="1"/>
          </p:cNvSpPr>
          <p:nvPr>
            <p:ph type="title"/>
          </p:nvPr>
        </p:nvSpPr>
        <p:spPr/>
        <p:txBody>
          <a:bodyPr/>
          <a:lstStyle/>
          <a:p>
            <a:r>
              <a:rPr lang="en-US" b="1" dirty="0">
                <a:highlight>
                  <a:srgbClr val="00FF00"/>
                </a:highlight>
              </a:rPr>
              <a:t>Success Code</a:t>
            </a:r>
            <a:endParaRPr lang="en-IN" b="1" dirty="0">
              <a:highlight>
                <a:srgbClr val="00FF00"/>
              </a:highlight>
            </a:endParaRPr>
          </a:p>
        </p:txBody>
      </p:sp>
      <p:sp>
        <p:nvSpPr>
          <p:cNvPr id="3" name="Content Placeholder 2">
            <a:extLst>
              <a:ext uri="{FF2B5EF4-FFF2-40B4-BE49-F238E27FC236}">
                <a16:creationId xmlns="" xmlns:a16="http://schemas.microsoft.com/office/drawing/2014/main" id="{A02EDABE-B8C8-6830-95F0-0AF219CF000C}"/>
              </a:ext>
            </a:extLst>
          </p:cNvPr>
          <p:cNvSpPr>
            <a:spLocks noGrp="1"/>
          </p:cNvSpPr>
          <p:nvPr>
            <p:ph idx="1"/>
          </p:nvPr>
        </p:nvSpPr>
        <p:spPr/>
        <p:txBody>
          <a:bodyPr>
            <a:normAutofit/>
          </a:bodyPr>
          <a:lstStyle/>
          <a:p>
            <a:r>
              <a:rPr lang="en-US" sz="1800" b="1" dirty="0">
                <a:effectLst/>
                <a:latin typeface="Calibri" panose="020F0502020204030204" pitchFamily="34" charset="0"/>
                <a:ea typeface="Calibri" panose="020F0502020204030204" pitchFamily="34" charset="0"/>
                <a:cs typeface="Times New Roman" panose="02020603050405020304" pitchFamily="18" charset="0"/>
              </a:rPr>
              <a:t>201/200/204</a:t>
            </a:r>
            <a:r>
              <a:rPr lang="en-US" sz="1800" dirty="0">
                <a:effectLst/>
                <a:latin typeface="Calibri" panose="020F0502020204030204" pitchFamily="34" charset="0"/>
                <a:ea typeface="Calibri" panose="020F0502020204030204" pitchFamily="34" charset="0"/>
                <a:cs typeface="Times New Roman" panose="02020603050405020304" pitchFamily="18" charset="0"/>
              </a:rPr>
              <a:t> : When data is successfully created/Updated/deleted/fetched (Via either POST,PUT,PATCH,GET,DELETE)in your data base </a:t>
            </a:r>
          </a:p>
          <a:p>
            <a:pPr marL="0" indent="0">
              <a:buNone/>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IN" sz="4400" dirty="0">
                <a:highlight>
                  <a:srgbClr val="FF0000"/>
                </a:highlight>
              </a:rPr>
              <a:t>Client Error</a:t>
            </a:r>
          </a:p>
          <a:p>
            <a:pPr marL="0" indent="0">
              <a:buNone/>
            </a:pPr>
            <a:endParaRPr lang="en-IN" sz="1100" dirty="0">
              <a:highlight>
                <a:srgbClr val="FF0000"/>
              </a:highlight>
            </a:endParaRPr>
          </a:p>
          <a:p>
            <a:pPr lvl="0">
              <a:lnSpc>
                <a:spcPct val="115000"/>
              </a:lnSpc>
            </a:pPr>
            <a:r>
              <a:rPr lang="en-US" sz="1800" b="1" dirty="0">
                <a:effectLst/>
                <a:latin typeface="Calibri" panose="020F0502020204030204" pitchFamily="34" charset="0"/>
                <a:ea typeface="Calibri" panose="020F0502020204030204" pitchFamily="34" charset="0"/>
                <a:cs typeface="Times New Roman" panose="02020603050405020304" pitchFamily="18" charset="0"/>
              </a:rPr>
              <a:t>400 Bad Request</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The request could not be understood by the server due to Bad syntax.</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lvl="0">
              <a:lnSpc>
                <a:spcPct val="115000"/>
              </a:lnSpc>
            </a:pPr>
            <a:r>
              <a:rPr lang="en-US" sz="1800" b="1"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401 </a:t>
            </a:r>
            <a:r>
              <a:rPr lang="en-US" sz="1800" b="1" dirty="0">
                <a:effectLst/>
                <a:latin typeface="Calibri" panose="020F0502020204030204" pitchFamily="34" charset="0"/>
                <a:ea typeface="Calibri" panose="020F0502020204030204" pitchFamily="34" charset="0"/>
                <a:cs typeface="Times New Roman" panose="02020603050405020304" pitchFamily="18" charset="0"/>
              </a:rPr>
              <a:t>Unauthorized</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 If invalid authentication token is used.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lvl="0">
              <a:lnSpc>
                <a:spcPct val="115000"/>
              </a:lnSpc>
            </a:pPr>
            <a:r>
              <a:rPr lang="en-US" sz="1800" b="1" dirty="0">
                <a:effectLst/>
                <a:latin typeface="Calibri" panose="020F0502020204030204" pitchFamily="34" charset="0"/>
                <a:ea typeface="Calibri" panose="020F0502020204030204" pitchFamily="34" charset="0"/>
                <a:cs typeface="Times New Roman" panose="02020603050405020304" pitchFamily="18" charset="0"/>
              </a:rPr>
              <a:t>404</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b="1" dirty="0">
                <a:effectLst/>
                <a:latin typeface="Calibri" panose="020F0502020204030204" pitchFamily="34" charset="0"/>
                <a:ea typeface="Calibri" panose="020F0502020204030204" pitchFamily="34" charset="0"/>
                <a:cs typeface="Times New Roman" panose="02020603050405020304" pitchFamily="18" charset="0"/>
              </a:rPr>
              <a:t>Not  found: </a:t>
            </a:r>
            <a:r>
              <a:rPr lang="en-US" sz="1800" dirty="0">
                <a:effectLst/>
                <a:latin typeface="Calibri" panose="020F0502020204030204" pitchFamily="34" charset="0"/>
                <a:ea typeface="Calibri" panose="020F0502020204030204" pitchFamily="34" charset="0"/>
                <a:cs typeface="Times New Roman" panose="02020603050405020304" pitchFamily="18" charset="0"/>
              </a:rPr>
              <a:t>If any properties/Object/Recourse not found in the data base.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lvl="0">
              <a:lnSpc>
                <a:spcPct val="115000"/>
              </a:lnSpc>
              <a:spcAft>
                <a:spcPts val="100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403 Forbidden</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Calibri" panose="020F0502020204030204" pitchFamily="34" charset="0"/>
                <a:ea typeface="Calibri" panose="020F0502020204030204" pitchFamily="34" charset="0"/>
                <a:cs typeface="Calibri" panose="020F0502020204030204" pitchFamily="34" charset="0"/>
              </a:rPr>
              <a:t>: </a:t>
            </a:r>
            <a:r>
              <a:rPr lang="en-US" sz="180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Error code for user not authorized to perform the operation or the resource is unavailable for some reason (</a:t>
            </a:r>
            <a:r>
              <a:rPr lang="en-US" sz="1800" dirty="0" err="1">
                <a:solidFill>
                  <a:srgbClr val="333333"/>
                </a:solidFill>
                <a:effectLst/>
                <a:latin typeface="Calibri" panose="020F0502020204030204" pitchFamily="34" charset="0"/>
                <a:ea typeface="Calibri" panose="020F0502020204030204" pitchFamily="34" charset="0"/>
                <a:cs typeface="Calibri" panose="020F0502020204030204" pitchFamily="34" charset="0"/>
              </a:rPr>
              <a:t>e.g.User</a:t>
            </a:r>
            <a:r>
              <a:rPr lang="en-US" sz="180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 trying to access other data, time constraints, etc.).</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dirty="0">
              <a:highlight>
                <a:srgbClr val="FF0000"/>
              </a:highlight>
            </a:endParaRPr>
          </a:p>
        </p:txBody>
      </p:sp>
    </p:spTree>
    <p:extLst>
      <p:ext uri="{BB962C8B-B14F-4D97-AF65-F5344CB8AC3E}">
        <p14:creationId xmlns="" xmlns:p14="http://schemas.microsoft.com/office/powerpoint/2010/main" val="375131372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8B1E089-CB2F-0697-D5DD-BC8A06628B04}"/>
              </a:ext>
            </a:extLst>
          </p:cNvPr>
          <p:cNvSpPr>
            <a:spLocks noGrp="1"/>
          </p:cNvSpPr>
          <p:nvPr>
            <p:ph type="title"/>
          </p:nvPr>
        </p:nvSpPr>
        <p:spPr/>
        <p:txBody>
          <a:bodyPr>
            <a:normAutofit/>
          </a:bodyPr>
          <a:lstStyle/>
          <a:p>
            <a:r>
              <a:rPr lang="en-US" sz="4000" b="1" dirty="0">
                <a:solidFill>
                  <a:srgbClr val="333333"/>
                </a:solidFill>
                <a:effectLst/>
                <a:highlight>
                  <a:srgbClr val="FF0000"/>
                </a:highlight>
                <a:latin typeface="Calibri" panose="020F0502020204030204" pitchFamily="34" charset="0"/>
                <a:ea typeface="Calibri" panose="020F0502020204030204" pitchFamily="34" charset="0"/>
              </a:rPr>
              <a:t>Server </a:t>
            </a:r>
            <a:r>
              <a:rPr lang="en-US" sz="4000" b="1" dirty="0" smtClean="0">
                <a:solidFill>
                  <a:srgbClr val="333333"/>
                </a:solidFill>
                <a:effectLst/>
                <a:highlight>
                  <a:srgbClr val="FF0000"/>
                </a:highlight>
                <a:latin typeface="Calibri" panose="020F0502020204030204" pitchFamily="34" charset="0"/>
                <a:ea typeface="Calibri" panose="020F0502020204030204" pitchFamily="34" charset="0"/>
              </a:rPr>
              <a:t>Error</a:t>
            </a:r>
            <a:endParaRPr lang="en-IN" sz="4000" dirty="0"/>
          </a:p>
        </p:txBody>
      </p:sp>
      <p:sp>
        <p:nvSpPr>
          <p:cNvPr id="3" name="Content Placeholder 2">
            <a:extLst>
              <a:ext uri="{FF2B5EF4-FFF2-40B4-BE49-F238E27FC236}">
                <a16:creationId xmlns="" xmlns:a16="http://schemas.microsoft.com/office/drawing/2014/main" id="{809C03CC-1369-04B7-03A7-C885D315F2EC}"/>
              </a:ext>
            </a:extLst>
          </p:cNvPr>
          <p:cNvSpPr>
            <a:spLocks noGrp="1"/>
          </p:cNvSpPr>
          <p:nvPr>
            <p:ph idx="1"/>
          </p:nvPr>
        </p:nvSpPr>
        <p:spPr/>
        <p:txBody>
          <a:bodyPr/>
          <a:lstStyle/>
          <a:p>
            <a:pPr marL="342900" lvl="0" indent="-342900">
              <a:lnSpc>
                <a:spcPct val="115000"/>
              </a:lnSpc>
              <a:buFont typeface="Symbol" panose="05050102010706020507" pitchFamily="18" charset="2"/>
              <a:buChar char=""/>
            </a:pPr>
            <a:r>
              <a:rPr lang="en-US" sz="1800" b="1" dirty="0">
                <a:effectLst/>
                <a:latin typeface="Calibri" panose="020F0502020204030204" pitchFamily="34" charset="0"/>
                <a:ea typeface="Calibri" panose="020F0502020204030204" pitchFamily="34" charset="0"/>
                <a:cs typeface="Times New Roman" panose="02020603050405020304" pitchFamily="18" charset="0"/>
              </a:rPr>
              <a:t>500: Internal server error  : </a:t>
            </a:r>
            <a:r>
              <a:rPr lang="en-US" sz="180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The server encountered an unexpected condition which prevented it from fulfilling the request. The general catch-all error when the server-side throws an exception</a:t>
            </a:r>
            <a:r>
              <a:rPr lang="en-US" sz="1800" dirty="0">
                <a:solidFill>
                  <a:srgbClr val="333333"/>
                </a:solidFill>
                <a:effectLst/>
                <a:latin typeface="Helvetica" panose="020B0604020202020204" pitchFamily="34"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Symbol" panose="05050102010706020507" pitchFamily="18" charset="2"/>
              <a:buChar char=""/>
            </a:pPr>
            <a:r>
              <a:rPr lang="en-US" sz="1800" b="1" dirty="0">
                <a:effectLst/>
                <a:latin typeface="Calibri" panose="020F0502020204030204" pitchFamily="34" charset="0"/>
                <a:ea typeface="Calibri" panose="020F0502020204030204" pitchFamily="34" charset="0"/>
                <a:cs typeface="Times New Roman" panose="02020603050405020304" pitchFamily="18" charset="0"/>
              </a:rPr>
              <a:t>502: Bad Gateway: </a:t>
            </a:r>
            <a:r>
              <a:rPr lang="en-US" sz="180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The server, while acting as a gateway or proxy, received an invalid response from the upstream server it accessed in attempting to fulfill the request.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Symbol" panose="05050102010706020507" pitchFamily="18" charset="2"/>
              <a:buChar char=""/>
            </a:pPr>
            <a:r>
              <a:rPr lang="en-US" sz="1800" b="1" dirty="0">
                <a:effectLst/>
                <a:latin typeface="Calibri" panose="020F0502020204030204" pitchFamily="34" charset="0"/>
                <a:ea typeface="Calibri" panose="020F0502020204030204" pitchFamily="34" charset="0"/>
                <a:cs typeface="Times New Roman" panose="02020603050405020304" pitchFamily="18" charset="0"/>
              </a:rPr>
              <a:t>504: Gateway timeout</a:t>
            </a:r>
            <a:r>
              <a:rPr lang="en-US" sz="1800" dirty="0">
                <a:solidFill>
                  <a:srgbClr val="333333"/>
                </a:solidFill>
                <a:effectLst/>
                <a:latin typeface="Helvetica" panose="020B0604020202020204" pitchFamily="34" charset="0"/>
                <a:ea typeface="Calibri" panose="020F0502020204030204" pitchFamily="34" charset="0"/>
                <a:cs typeface="Times New Roman" panose="02020603050405020304" pitchFamily="18" charset="0"/>
              </a:rPr>
              <a:t>  :</a:t>
            </a:r>
            <a:r>
              <a:rPr lang="en-US" sz="180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The server was acting as a gateway or proxy and did not receive a timely response from the upstream server.</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Font typeface="Symbol" panose="05050102010706020507" pitchFamily="18" charset="2"/>
              <a:buChar char=""/>
            </a:pPr>
            <a:r>
              <a:rPr lang="en-US" sz="1800" b="1" dirty="0">
                <a:effectLst/>
                <a:latin typeface="Calibri" panose="020F0502020204030204" pitchFamily="34" charset="0"/>
                <a:ea typeface="Calibri" panose="020F0502020204030204" pitchFamily="34" charset="0"/>
                <a:cs typeface="Times New Roman" panose="02020603050405020304" pitchFamily="18" charset="0"/>
              </a:rPr>
              <a:t>503:Service unavailable: </a:t>
            </a:r>
            <a:r>
              <a:rPr lang="en-US" sz="1800" dirty="0">
                <a:solidFill>
                  <a:srgbClr val="333333"/>
                </a:solidFill>
                <a:effectLst/>
                <a:latin typeface="Calibri" panose="020F0502020204030204" pitchFamily="34" charset="0"/>
                <a:ea typeface="Calibri" panose="020F0502020204030204" pitchFamily="34" charset="0"/>
                <a:cs typeface="Calibri" panose="020F0502020204030204" pitchFamily="34" charset="0"/>
              </a:rPr>
              <a:t>The server is currently unavailable (because it is overloaded or down for maintenance). Generally, this is a temporary state.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p>
        </p:txBody>
      </p:sp>
    </p:spTree>
    <p:extLst>
      <p:ext uri="{BB962C8B-B14F-4D97-AF65-F5344CB8AC3E}">
        <p14:creationId xmlns="" xmlns:p14="http://schemas.microsoft.com/office/powerpoint/2010/main" val="123937856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D2E4BA6-D82F-41F9-D91B-02B3B5F91072}"/>
              </a:ext>
            </a:extLst>
          </p:cNvPr>
          <p:cNvSpPr>
            <a:spLocks noGrp="1"/>
          </p:cNvSpPr>
          <p:nvPr>
            <p:ph type="title"/>
          </p:nvPr>
        </p:nvSpPr>
        <p:spPr/>
        <p:txBody>
          <a:bodyPr/>
          <a:lstStyle/>
          <a:p>
            <a:r>
              <a:rPr lang="en-IN" sz="3600" b="1" dirty="0">
                <a:effectLst/>
                <a:latin typeface="Calibri" panose="020F0502020204030204" pitchFamily="34" charset="0"/>
                <a:ea typeface="Calibri" panose="020F0502020204030204" pitchFamily="34" charset="0"/>
              </a:rPr>
              <a:t>What exactly needs to be verified in API Testing</a:t>
            </a:r>
            <a:endParaRPr lang="en-IN" dirty="0"/>
          </a:p>
        </p:txBody>
      </p:sp>
      <p:sp>
        <p:nvSpPr>
          <p:cNvPr id="3" name="Content Placeholder 2">
            <a:extLst>
              <a:ext uri="{FF2B5EF4-FFF2-40B4-BE49-F238E27FC236}">
                <a16:creationId xmlns="" xmlns:a16="http://schemas.microsoft.com/office/drawing/2014/main" id="{8F56D1F7-0857-9A0E-DB3F-8E9C267B6174}"/>
              </a:ext>
            </a:extLst>
          </p:cNvPr>
          <p:cNvSpPr>
            <a:spLocks noGrp="1"/>
          </p:cNvSpPr>
          <p:nvPr>
            <p:ph idx="1"/>
          </p:nvPr>
        </p:nvSpPr>
        <p:spPr/>
        <p:txBody>
          <a:bodyPr/>
          <a:lstStyle/>
          <a:p>
            <a:pPr marL="0" indent="0">
              <a:buNone/>
            </a:pPr>
            <a:endParaRPr lang="en-IN" sz="1800" dirty="0">
              <a:solidFill>
                <a:srgbClr val="2D3748"/>
              </a:solidFill>
              <a:effectLst/>
              <a:latin typeface="Segoe UI" panose="020B0502040204020203" pitchFamily="34" charset="0"/>
              <a:ea typeface="Times New Roman" panose="02020603050405020304" pitchFamily="18" charset="0"/>
            </a:endParaRPr>
          </a:p>
          <a:p>
            <a:pPr marL="0" indent="0">
              <a:buNone/>
            </a:pPr>
            <a:r>
              <a:rPr lang="en-IN" sz="1800" dirty="0">
                <a:solidFill>
                  <a:srgbClr val="2D3748"/>
                </a:solidFill>
                <a:latin typeface="Segoe UI" panose="020B0502040204020203" pitchFamily="34" charset="0"/>
                <a:ea typeface="Times New Roman" panose="02020603050405020304" pitchFamily="18" charset="0"/>
              </a:rPr>
              <a:t>1. API Response</a:t>
            </a:r>
            <a:r>
              <a:rPr lang="en-IN" sz="1800" dirty="0">
                <a:solidFill>
                  <a:srgbClr val="2D3748"/>
                </a:solidFill>
                <a:effectLst/>
                <a:latin typeface="Segoe UI" panose="020B0502040204020203" pitchFamily="34" charset="0"/>
                <a:ea typeface="Times New Roman" panose="02020603050405020304" pitchFamily="18" charset="0"/>
              </a:rPr>
              <a:t/>
            </a:r>
            <a:br>
              <a:rPr lang="en-IN" sz="1800" dirty="0">
                <a:solidFill>
                  <a:srgbClr val="2D3748"/>
                </a:solidFill>
                <a:effectLst/>
                <a:latin typeface="Segoe UI" panose="020B0502040204020203" pitchFamily="34" charset="0"/>
                <a:ea typeface="Times New Roman" panose="02020603050405020304" pitchFamily="18" charset="0"/>
              </a:rPr>
            </a:br>
            <a:r>
              <a:rPr lang="en-IN" sz="1800" dirty="0">
                <a:solidFill>
                  <a:srgbClr val="2D3748"/>
                </a:solidFill>
                <a:latin typeface="Segoe UI" panose="020B0502040204020203" pitchFamily="34" charset="0"/>
                <a:ea typeface="Times New Roman" panose="02020603050405020304" pitchFamily="18" charset="0"/>
              </a:rPr>
              <a:t>2</a:t>
            </a:r>
            <a:r>
              <a:rPr lang="en-IN" sz="1800" dirty="0">
                <a:solidFill>
                  <a:srgbClr val="2D3748"/>
                </a:solidFill>
                <a:effectLst/>
                <a:latin typeface="Segoe UI" panose="020B0502040204020203" pitchFamily="34" charset="0"/>
                <a:ea typeface="Times New Roman" panose="02020603050405020304" pitchFamily="18" charset="0"/>
              </a:rPr>
              <a:t>. Data accuracy</a:t>
            </a:r>
            <a:br>
              <a:rPr lang="en-IN" sz="1800" dirty="0">
                <a:solidFill>
                  <a:srgbClr val="2D3748"/>
                </a:solidFill>
                <a:effectLst/>
                <a:latin typeface="Segoe UI" panose="020B0502040204020203" pitchFamily="34" charset="0"/>
                <a:ea typeface="Times New Roman" panose="02020603050405020304" pitchFamily="18" charset="0"/>
              </a:rPr>
            </a:br>
            <a:r>
              <a:rPr lang="en-IN" sz="1800" dirty="0">
                <a:solidFill>
                  <a:srgbClr val="2D3748"/>
                </a:solidFill>
                <a:effectLst/>
                <a:latin typeface="Segoe UI" panose="020B0502040204020203" pitchFamily="34" charset="0"/>
                <a:ea typeface="Times New Roman" panose="02020603050405020304" pitchFamily="18" charset="0"/>
              </a:rPr>
              <a:t>3. HTTP status codes</a:t>
            </a:r>
            <a:br>
              <a:rPr lang="en-IN" sz="1800" dirty="0">
                <a:solidFill>
                  <a:srgbClr val="2D3748"/>
                </a:solidFill>
                <a:effectLst/>
                <a:latin typeface="Segoe UI" panose="020B0502040204020203" pitchFamily="34" charset="0"/>
                <a:ea typeface="Times New Roman" panose="02020603050405020304" pitchFamily="18" charset="0"/>
              </a:rPr>
            </a:br>
            <a:r>
              <a:rPr lang="en-IN" sz="1800" dirty="0">
                <a:solidFill>
                  <a:srgbClr val="2D3748"/>
                </a:solidFill>
                <a:effectLst/>
                <a:latin typeface="Segoe UI" panose="020B0502040204020203" pitchFamily="34" charset="0"/>
                <a:ea typeface="Times New Roman" panose="02020603050405020304" pitchFamily="18" charset="0"/>
              </a:rPr>
              <a:t>4. Response time</a:t>
            </a:r>
            <a:br>
              <a:rPr lang="en-IN" sz="1800" dirty="0">
                <a:solidFill>
                  <a:srgbClr val="2D3748"/>
                </a:solidFill>
                <a:effectLst/>
                <a:latin typeface="Segoe UI" panose="020B0502040204020203" pitchFamily="34" charset="0"/>
                <a:ea typeface="Times New Roman" panose="02020603050405020304" pitchFamily="18" charset="0"/>
              </a:rPr>
            </a:br>
            <a:r>
              <a:rPr lang="en-IN" sz="1800" dirty="0">
                <a:solidFill>
                  <a:srgbClr val="2D3748"/>
                </a:solidFill>
                <a:effectLst/>
                <a:latin typeface="Segoe UI" panose="020B0502040204020203" pitchFamily="34" charset="0"/>
                <a:ea typeface="Times New Roman" panose="02020603050405020304" pitchFamily="18" charset="0"/>
              </a:rPr>
              <a:t>5. Error codes in case API return any errors</a:t>
            </a:r>
            <a:br>
              <a:rPr lang="en-IN" sz="1800" dirty="0">
                <a:solidFill>
                  <a:srgbClr val="2D3748"/>
                </a:solidFill>
                <a:effectLst/>
                <a:latin typeface="Segoe UI" panose="020B0502040204020203" pitchFamily="34" charset="0"/>
                <a:ea typeface="Times New Roman" panose="02020603050405020304" pitchFamily="18" charset="0"/>
              </a:rPr>
            </a:br>
            <a:r>
              <a:rPr lang="en-IN" sz="1800" dirty="0">
                <a:solidFill>
                  <a:srgbClr val="2D3748"/>
                </a:solidFill>
                <a:effectLst/>
                <a:latin typeface="Segoe UI" panose="020B0502040204020203" pitchFamily="34" charset="0"/>
                <a:ea typeface="Times New Roman" panose="02020603050405020304" pitchFamily="18" charset="0"/>
              </a:rPr>
              <a:t>6. Authorization checks</a:t>
            </a:r>
            <a:br>
              <a:rPr lang="en-IN" sz="1800" dirty="0">
                <a:solidFill>
                  <a:srgbClr val="2D3748"/>
                </a:solidFill>
                <a:effectLst/>
                <a:latin typeface="Segoe UI" panose="020B0502040204020203" pitchFamily="34" charset="0"/>
                <a:ea typeface="Times New Roman" panose="02020603050405020304" pitchFamily="18" charset="0"/>
              </a:rPr>
            </a:br>
            <a:r>
              <a:rPr lang="en-IN" sz="1800" dirty="0">
                <a:solidFill>
                  <a:srgbClr val="2D3748"/>
                </a:solidFill>
                <a:effectLst/>
                <a:latin typeface="Segoe UI" panose="020B0502040204020203" pitchFamily="34" charset="0"/>
                <a:ea typeface="Times New Roman" panose="02020603050405020304" pitchFamily="18" charset="0"/>
              </a:rPr>
              <a:t>7. Non-functional testing such as performance testing, security testing</a:t>
            </a:r>
            <a:endParaRPr lang="en-IN" sz="1800" dirty="0">
              <a:effectLst/>
              <a:latin typeface="Times New Roman" panose="02020603050405020304" pitchFamily="18" charset="0"/>
              <a:ea typeface="Times New Roman" panose="02020603050405020304" pitchFamily="18" charset="0"/>
            </a:endParaRPr>
          </a:p>
          <a:p>
            <a:pPr marL="0" indent="0">
              <a:buNone/>
            </a:pPr>
            <a:endParaRPr lang="en-IN" dirty="0"/>
          </a:p>
        </p:txBody>
      </p:sp>
    </p:spTree>
    <p:extLst>
      <p:ext uri="{BB962C8B-B14F-4D97-AF65-F5344CB8AC3E}">
        <p14:creationId xmlns="" xmlns:p14="http://schemas.microsoft.com/office/powerpoint/2010/main" val="417684774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D2E4BA6-D82F-41F9-D91B-02B3B5F91072}"/>
              </a:ext>
            </a:extLst>
          </p:cNvPr>
          <p:cNvSpPr>
            <a:spLocks noGrp="1"/>
          </p:cNvSpPr>
          <p:nvPr>
            <p:ph type="title"/>
          </p:nvPr>
        </p:nvSpPr>
        <p:spPr/>
        <p:txBody>
          <a:bodyPr/>
          <a:lstStyle/>
          <a:p>
            <a:r>
              <a:rPr lang="en-IN" sz="3600" b="1" dirty="0">
                <a:effectLst/>
                <a:latin typeface="Calibri" panose="020F0502020204030204" pitchFamily="34" charset="0"/>
                <a:ea typeface="Calibri" panose="020F0502020204030204" pitchFamily="34" charset="0"/>
              </a:rPr>
              <a:t>What </a:t>
            </a:r>
            <a:r>
              <a:rPr lang="en-IN" sz="3600" b="1" dirty="0" smtClean="0">
                <a:effectLst/>
                <a:latin typeface="Calibri" panose="020F0502020204030204" pitchFamily="34" charset="0"/>
                <a:ea typeface="Calibri" panose="020F0502020204030204" pitchFamily="34" charset="0"/>
              </a:rPr>
              <a:t>are the core components </a:t>
            </a:r>
            <a:r>
              <a:rPr lang="en-IN" sz="3600" b="1" dirty="0" smtClean="0">
                <a:latin typeface="Calibri" panose="020F0502020204030204" pitchFamily="34" charset="0"/>
                <a:ea typeface="Calibri" panose="020F0502020204030204" pitchFamily="34" charset="0"/>
              </a:rPr>
              <a:t>of an HTTP request?</a:t>
            </a:r>
            <a:endParaRPr lang="en-IN" dirty="0"/>
          </a:p>
        </p:txBody>
      </p:sp>
      <p:sp>
        <p:nvSpPr>
          <p:cNvPr id="3" name="Content Placeholder 2">
            <a:extLst>
              <a:ext uri="{FF2B5EF4-FFF2-40B4-BE49-F238E27FC236}">
                <a16:creationId xmlns="" xmlns:a16="http://schemas.microsoft.com/office/drawing/2014/main" id="{8F56D1F7-0857-9A0E-DB3F-8E9C267B6174}"/>
              </a:ext>
            </a:extLst>
          </p:cNvPr>
          <p:cNvSpPr>
            <a:spLocks noGrp="1"/>
          </p:cNvSpPr>
          <p:nvPr>
            <p:ph idx="1"/>
          </p:nvPr>
        </p:nvSpPr>
        <p:spPr/>
        <p:txBody>
          <a:bodyPr/>
          <a:lstStyle/>
          <a:p>
            <a:pPr marL="0" indent="0">
              <a:buNone/>
            </a:pPr>
            <a:r>
              <a:rPr lang="en-IN" sz="1800" dirty="0">
                <a:solidFill>
                  <a:srgbClr val="2D3748"/>
                </a:solidFill>
                <a:effectLst/>
                <a:latin typeface="Segoe UI" panose="020B0502040204020203" pitchFamily="34" charset="0"/>
                <a:ea typeface="Times New Roman" panose="02020603050405020304" pitchFamily="18" charset="0"/>
              </a:rPr>
              <a:t>Basically, on API Testing, we send a request to the API with the known data and we analyze the response.</a:t>
            </a:r>
          </a:p>
          <a:p>
            <a:pPr marL="0" indent="0">
              <a:buNone/>
            </a:pPr>
            <a:endParaRPr lang="en-IN" sz="1800" dirty="0">
              <a:solidFill>
                <a:srgbClr val="2D3748"/>
              </a:solidFill>
              <a:effectLst/>
              <a:latin typeface="Segoe UI" panose="020B0502040204020203" pitchFamily="34" charset="0"/>
              <a:ea typeface="Times New Roman" panose="02020603050405020304" pitchFamily="18" charset="0"/>
            </a:endParaRPr>
          </a:p>
          <a:p>
            <a:pPr marL="0" indent="0">
              <a:buNone/>
            </a:pPr>
            <a:r>
              <a:rPr lang="en-IN" sz="1800" dirty="0" smtClean="0">
                <a:solidFill>
                  <a:srgbClr val="2D3748"/>
                </a:solidFill>
                <a:latin typeface="Segoe UI" panose="020B0502040204020203" pitchFamily="34" charset="0"/>
                <a:ea typeface="Times New Roman" panose="02020603050405020304" pitchFamily="18" charset="0"/>
              </a:rPr>
              <a:t>1. HTTP Request method like PUT, POST.</a:t>
            </a:r>
            <a:r>
              <a:rPr lang="en-IN" sz="1800" dirty="0">
                <a:solidFill>
                  <a:srgbClr val="2D3748"/>
                </a:solidFill>
                <a:effectLst/>
                <a:latin typeface="Segoe UI" panose="020B0502040204020203" pitchFamily="34" charset="0"/>
                <a:ea typeface="Times New Roman" panose="02020603050405020304" pitchFamily="18" charset="0"/>
              </a:rPr>
              <a:t/>
            </a:r>
            <a:br>
              <a:rPr lang="en-IN" sz="1800" dirty="0">
                <a:solidFill>
                  <a:srgbClr val="2D3748"/>
                </a:solidFill>
                <a:effectLst/>
                <a:latin typeface="Segoe UI" panose="020B0502040204020203" pitchFamily="34" charset="0"/>
                <a:ea typeface="Times New Roman" panose="02020603050405020304" pitchFamily="18" charset="0"/>
              </a:rPr>
            </a:br>
            <a:r>
              <a:rPr lang="en-IN" sz="1800" dirty="0">
                <a:solidFill>
                  <a:srgbClr val="2D3748"/>
                </a:solidFill>
                <a:latin typeface="Segoe UI" panose="020B0502040204020203" pitchFamily="34" charset="0"/>
                <a:ea typeface="Times New Roman" panose="02020603050405020304" pitchFamily="18" charset="0"/>
              </a:rPr>
              <a:t>2</a:t>
            </a:r>
            <a:r>
              <a:rPr lang="en-IN" sz="1800" dirty="0">
                <a:solidFill>
                  <a:srgbClr val="2D3748"/>
                </a:solidFill>
                <a:effectLst/>
                <a:latin typeface="Segoe UI" panose="020B0502040204020203" pitchFamily="34" charset="0"/>
                <a:ea typeface="Times New Roman" panose="02020603050405020304" pitchFamily="18" charset="0"/>
              </a:rPr>
              <a:t>. </a:t>
            </a:r>
            <a:r>
              <a:rPr lang="en-IN" sz="1800" dirty="0" smtClean="0">
                <a:solidFill>
                  <a:srgbClr val="2D3748"/>
                </a:solidFill>
                <a:latin typeface="Segoe UI" panose="020B0502040204020203" pitchFamily="34" charset="0"/>
                <a:ea typeface="Times New Roman" panose="02020603050405020304" pitchFamily="18" charset="0"/>
              </a:rPr>
              <a:t>API End point URL</a:t>
            </a:r>
            <a:r>
              <a:rPr lang="en-IN" sz="1800" dirty="0">
                <a:solidFill>
                  <a:srgbClr val="2D3748"/>
                </a:solidFill>
                <a:effectLst/>
                <a:latin typeface="Segoe UI" panose="020B0502040204020203" pitchFamily="34" charset="0"/>
                <a:ea typeface="Times New Roman" panose="02020603050405020304" pitchFamily="18" charset="0"/>
              </a:rPr>
              <a:t/>
            </a:r>
            <a:br>
              <a:rPr lang="en-IN" sz="1800" dirty="0">
                <a:solidFill>
                  <a:srgbClr val="2D3748"/>
                </a:solidFill>
                <a:effectLst/>
                <a:latin typeface="Segoe UI" panose="020B0502040204020203" pitchFamily="34" charset="0"/>
                <a:ea typeface="Times New Roman" panose="02020603050405020304" pitchFamily="18" charset="0"/>
              </a:rPr>
            </a:br>
            <a:r>
              <a:rPr lang="en-IN" sz="1800" dirty="0">
                <a:solidFill>
                  <a:srgbClr val="2D3748"/>
                </a:solidFill>
                <a:effectLst/>
                <a:latin typeface="Segoe UI" panose="020B0502040204020203" pitchFamily="34" charset="0"/>
                <a:ea typeface="Times New Roman" panose="02020603050405020304" pitchFamily="18" charset="0"/>
              </a:rPr>
              <a:t>3. </a:t>
            </a:r>
            <a:r>
              <a:rPr lang="en-IN" sz="1800" dirty="0" smtClean="0">
                <a:solidFill>
                  <a:srgbClr val="2D3748"/>
                </a:solidFill>
                <a:latin typeface="Segoe UI" panose="020B0502040204020203" pitchFamily="34" charset="0"/>
                <a:ea typeface="Times New Roman" panose="02020603050405020304" pitchFamily="18" charset="0"/>
              </a:rPr>
              <a:t>Resources and Parameters</a:t>
            </a:r>
            <a:r>
              <a:rPr lang="en-IN" sz="1800" dirty="0">
                <a:solidFill>
                  <a:srgbClr val="2D3748"/>
                </a:solidFill>
                <a:effectLst/>
                <a:latin typeface="Segoe UI" panose="020B0502040204020203" pitchFamily="34" charset="0"/>
                <a:ea typeface="Times New Roman" panose="02020603050405020304" pitchFamily="18" charset="0"/>
              </a:rPr>
              <a:t/>
            </a:r>
            <a:br>
              <a:rPr lang="en-IN" sz="1800" dirty="0">
                <a:solidFill>
                  <a:srgbClr val="2D3748"/>
                </a:solidFill>
                <a:effectLst/>
                <a:latin typeface="Segoe UI" panose="020B0502040204020203" pitchFamily="34" charset="0"/>
                <a:ea typeface="Times New Roman" panose="02020603050405020304" pitchFamily="18" charset="0"/>
              </a:rPr>
            </a:br>
            <a:r>
              <a:rPr lang="en-IN" sz="1800" dirty="0">
                <a:solidFill>
                  <a:srgbClr val="2D3748"/>
                </a:solidFill>
                <a:effectLst/>
                <a:latin typeface="Segoe UI" panose="020B0502040204020203" pitchFamily="34" charset="0"/>
                <a:ea typeface="Times New Roman" panose="02020603050405020304" pitchFamily="18" charset="0"/>
              </a:rPr>
              <a:t>4. </a:t>
            </a:r>
            <a:r>
              <a:rPr lang="en-IN" sz="1800" dirty="0" smtClean="0">
                <a:solidFill>
                  <a:srgbClr val="2D3748"/>
                </a:solidFill>
                <a:effectLst/>
                <a:latin typeface="Segoe UI" panose="020B0502040204020203" pitchFamily="34" charset="0"/>
                <a:ea typeface="Times New Roman" panose="02020603050405020304" pitchFamily="18" charset="0"/>
              </a:rPr>
              <a:t>Request Headers If Required</a:t>
            </a:r>
            <a:r>
              <a:rPr lang="en-IN" sz="1800" dirty="0">
                <a:solidFill>
                  <a:srgbClr val="2D3748"/>
                </a:solidFill>
                <a:effectLst/>
                <a:latin typeface="Segoe UI" panose="020B0502040204020203" pitchFamily="34" charset="0"/>
                <a:ea typeface="Times New Roman" panose="02020603050405020304" pitchFamily="18" charset="0"/>
              </a:rPr>
              <a:t/>
            </a:r>
            <a:br>
              <a:rPr lang="en-IN" sz="1800" dirty="0">
                <a:solidFill>
                  <a:srgbClr val="2D3748"/>
                </a:solidFill>
                <a:effectLst/>
                <a:latin typeface="Segoe UI" panose="020B0502040204020203" pitchFamily="34" charset="0"/>
                <a:ea typeface="Times New Roman" panose="02020603050405020304" pitchFamily="18" charset="0"/>
              </a:rPr>
            </a:br>
            <a:r>
              <a:rPr lang="en-IN" sz="1800" dirty="0">
                <a:solidFill>
                  <a:srgbClr val="2D3748"/>
                </a:solidFill>
                <a:effectLst/>
                <a:latin typeface="Segoe UI" panose="020B0502040204020203" pitchFamily="34" charset="0"/>
                <a:ea typeface="Times New Roman" panose="02020603050405020304" pitchFamily="18" charset="0"/>
              </a:rPr>
              <a:t>5. </a:t>
            </a:r>
            <a:r>
              <a:rPr lang="en-IN" sz="1800" smtClean="0">
                <a:solidFill>
                  <a:srgbClr val="2D3748"/>
                </a:solidFill>
                <a:latin typeface="Segoe UI" panose="020B0502040204020203" pitchFamily="34" charset="0"/>
                <a:ea typeface="Times New Roman" panose="02020603050405020304" pitchFamily="18" charset="0"/>
              </a:rPr>
              <a:t>Response body/Payload</a:t>
            </a:r>
            <a:r>
              <a:rPr lang="en-IN" sz="1800" dirty="0">
                <a:solidFill>
                  <a:srgbClr val="2D3748"/>
                </a:solidFill>
                <a:effectLst/>
                <a:latin typeface="Segoe UI" panose="020B0502040204020203" pitchFamily="34" charset="0"/>
                <a:ea typeface="Times New Roman" panose="02020603050405020304" pitchFamily="18" charset="0"/>
              </a:rPr>
              <a:t/>
            </a:r>
            <a:br>
              <a:rPr lang="en-IN" sz="1800" dirty="0">
                <a:solidFill>
                  <a:srgbClr val="2D3748"/>
                </a:solidFill>
                <a:effectLst/>
                <a:latin typeface="Segoe UI" panose="020B0502040204020203" pitchFamily="34" charset="0"/>
                <a:ea typeface="Times New Roman" panose="02020603050405020304" pitchFamily="18" charset="0"/>
              </a:rPr>
            </a:br>
            <a:endParaRPr lang="en-IN" sz="1800" dirty="0">
              <a:effectLst/>
              <a:latin typeface="Times New Roman" panose="02020603050405020304" pitchFamily="18" charset="0"/>
              <a:ea typeface="Times New Roman" panose="02020603050405020304" pitchFamily="18" charset="0"/>
            </a:endParaRPr>
          </a:p>
          <a:p>
            <a:pPr marL="0" indent="0">
              <a:buNone/>
            </a:pPr>
            <a:endParaRPr lang="en-IN" dirty="0"/>
          </a:p>
        </p:txBody>
      </p:sp>
    </p:spTree>
    <p:extLst>
      <p:ext uri="{BB962C8B-B14F-4D97-AF65-F5344CB8AC3E}">
        <p14:creationId xmlns="" xmlns:p14="http://schemas.microsoft.com/office/powerpoint/2010/main" val="417684774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D2E4BA6-D82F-41F9-D91B-02B3B5F91072}"/>
              </a:ext>
            </a:extLst>
          </p:cNvPr>
          <p:cNvSpPr>
            <a:spLocks noGrp="1"/>
          </p:cNvSpPr>
          <p:nvPr>
            <p:ph type="title"/>
          </p:nvPr>
        </p:nvSpPr>
        <p:spPr/>
        <p:txBody>
          <a:bodyPr/>
          <a:lstStyle/>
          <a:p>
            <a:r>
              <a:rPr lang="en-IN" sz="3600" b="1" dirty="0" smtClean="0">
                <a:effectLst/>
                <a:latin typeface="Calibri" panose="020F0502020204030204" pitchFamily="34" charset="0"/>
                <a:ea typeface="Calibri" panose="020F0502020204030204" pitchFamily="34" charset="0"/>
              </a:rPr>
              <a:t>What do you understand by payload in Restful Web service</a:t>
            </a:r>
            <a:r>
              <a:rPr lang="en-IN" sz="3600" b="1" dirty="0" smtClean="0">
                <a:latin typeface="Calibri" panose="020F0502020204030204" pitchFamily="34" charset="0"/>
                <a:ea typeface="Calibri" panose="020F0502020204030204" pitchFamily="34" charset="0"/>
              </a:rPr>
              <a:t>?</a:t>
            </a:r>
            <a:endParaRPr lang="en-IN" dirty="0"/>
          </a:p>
        </p:txBody>
      </p:sp>
      <p:sp>
        <p:nvSpPr>
          <p:cNvPr id="3" name="Content Placeholder 2">
            <a:extLst>
              <a:ext uri="{FF2B5EF4-FFF2-40B4-BE49-F238E27FC236}">
                <a16:creationId xmlns="" xmlns:a16="http://schemas.microsoft.com/office/drawing/2014/main" id="{8F56D1F7-0857-9A0E-DB3F-8E9C267B6174}"/>
              </a:ext>
            </a:extLst>
          </p:cNvPr>
          <p:cNvSpPr>
            <a:spLocks noGrp="1"/>
          </p:cNvSpPr>
          <p:nvPr>
            <p:ph idx="1"/>
          </p:nvPr>
        </p:nvSpPr>
        <p:spPr>
          <a:xfrm>
            <a:off x="750277" y="2071810"/>
            <a:ext cx="10515600" cy="4351338"/>
          </a:xfrm>
        </p:spPr>
        <p:txBody>
          <a:bodyPr/>
          <a:lstStyle/>
          <a:p>
            <a:pPr marL="0" indent="0">
              <a:buNone/>
            </a:pPr>
            <a:r>
              <a:rPr lang="en-IN" sz="1800" dirty="0" smtClean="0">
                <a:solidFill>
                  <a:srgbClr val="2D3748"/>
                </a:solidFill>
                <a:effectLst/>
                <a:latin typeface="Segoe UI" panose="020B0502040204020203" pitchFamily="34" charset="0"/>
                <a:ea typeface="Times New Roman" panose="02020603050405020304" pitchFamily="18" charset="0"/>
              </a:rPr>
              <a:t>Payload/Body is the secured input data which is sent to API </a:t>
            </a:r>
            <a:r>
              <a:rPr lang="en-IN" sz="1800" dirty="0" smtClean="0">
                <a:solidFill>
                  <a:srgbClr val="2D3748"/>
                </a:solidFill>
                <a:latin typeface="Segoe UI" panose="020B0502040204020203" pitchFamily="34" charset="0"/>
                <a:ea typeface="Times New Roman" panose="02020603050405020304" pitchFamily="18" charset="0"/>
              </a:rPr>
              <a:t>to process the request. </a:t>
            </a:r>
          </a:p>
          <a:p>
            <a:pPr marL="0" indent="0">
              <a:buNone/>
            </a:pPr>
            <a:r>
              <a:rPr lang="en-IN" sz="1800" dirty="0" smtClean="0">
                <a:solidFill>
                  <a:srgbClr val="2D3748"/>
                </a:solidFill>
                <a:effectLst/>
                <a:latin typeface="Segoe UI" panose="020B0502040204020203" pitchFamily="34" charset="0"/>
                <a:ea typeface="Times New Roman" panose="02020603050405020304" pitchFamily="18" charset="0"/>
              </a:rPr>
              <a:t>In  </a:t>
            </a:r>
            <a:r>
              <a:rPr lang="en-US" sz="1800" dirty="0" smtClean="0">
                <a:solidFill>
                  <a:srgbClr val="2D3748"/>
                </a:solidFill>
                <a:latin typeface="Segoe UI" panose="020B0502040204020203" pitchFamily="34" charset="0"/>
                <a:ea typeface="Times New Roman" panose="02020603050405020304" pitchFamily="18" charset="0"/>
              </a:rPr>
              <a:t>REST API, a payload refers to the data or information sent by the client in a request to the server.</a:t>
            </a:r>
          </a:p>
          <a:p>
            <a:pPr marL="0" indent="0">
              <a:buNone/>
            </a:pPr>
            <a:r>
              <a:rPr lang="en-US" sz="1800" dirty="0" smtClean="0">
                <a:solidFill>
                  <a:srgbClr val="2D3748"/>
                </a:solidFill>
                <a:latin typeface="Segoe UI" panose="020B0502040204020203" pitchFamily="34" charset="0"/>
                <a:ea typeface="Times New Roman" panose="02020603050405020304" pitchFamily="18" charset="0"/>
              </a:rPr>
              <a:t>Payload is generally represented in JSON format in Rest API. </a:t>
            </a:r>
          </a:p>
          <a:p>
            <a:pPr marL="0" indent="0">
              <a:buNone/>
            </a:pPr>
            <a:r>
              <a:rPr lang="en-US" sz="1800" smtClean="0">
                <a:solidFill>
                  <a:srgbClr val="2D3748"/>
                </a:solidFill>
                <a:latin typeface="Segoe UI" panose="020B0502040204020203" pitchFamily="34" charset="0"/>
                <a:ea typeface="Times New Roman" panose="02020603050405020304" pitchFamily="18" charset="0"/>
              </a:rPr>
              <a:t>Payload is used only in methods that support a body, such as POST, DELETE, PUT, and PATCH</a:t>
            </a:r>
            <a:endParaRPr lang="en-US" sz="1800" dirty="0" smtClean="0">
              <a:solidFill>
                <a:srgbClr val="2D3748"/>
              </a:solidFill>
              <a:latin typeface="Segoe UI" panose="020B0502040204020203" pitchFamily="34" charset="0"/>
              <a:ea typeface="Times New Roman" panose="02020603050405020304" pitchFamily="18" charset="0"/>
            </a:endParaRPr>
          </a:p>
          <a:p>
            <a:pPr marL="0" indent="0">
              <a:buNone/>
            </a:pPr>
            <a:endParaRPr lang="en-US" sz="1800" dirty="0" smtClean="0">
              <a:solidFill>
                <a:srgbClr val="2D3748"/>
              </a:solidFill>
              <a:latin typeface="Segoe UI" panose="020B0502040204020203" pitchFamily="34" charset="0"/>
              <a:ea typeface="Times New Roman" panose="02020603050405020304" pitchFamily="18" charset="0"/>
            </a:endParaRPr>
          </a:p>
          <a:p>
            <a:pPr marL="0" indent="0">
              <a:buNone/>
            </a:pPr>
            <a:r>
              <a:rPr lang="en-IN" sz="1800" dirty="0">
                <a:solidFill>
                  <a:srgbClr val="2D3748"/>
                </a:solidFill>
                <a:effectLst/>
                <a:latin typeface="Segoe UI" panose="020B0502040204020203" pitchFamily="34" charset="0"/>
                <a:ea typeface="Times New Roman" panose="02020603050405020304" pitchFamily="18" charset="0"/>
              </a:rPr>
              <a:t/>
            </a:r>
            <a:br>
              <a:rPr lang="en-IN" sz="1800" dirty="0">
                <a:solidFill>
                  <a:srgbClr val="2D3748"/>
                </a:solidFill>
                <a:effectLst/>
                <a:latin typeface="Segoe UI" panose="020B0502040204020203" pitchFamily="34" charset="0"/>
                <a:ea typeface="Times New Roman" panose="02020603050405020304" pitchFamily="18" charset="0"/>
              </a:rPr>
            </a:br>
            <a:endParaRPr lang="en-IN" sz="1800" dirty="0">
              <a:effectLst/>
              <a:latin typeface="Times New Roman" panose="02020603050405020304" pitchFamily="18" charset="0"/>
              <a:ea typeface="Times New Roman" panose="02020603050405020304" pitchFamily="18" charset="0"/>
            </a:endParaRPr>
          </a:p>
          <a:p>
            <a:pPr marL="0" indent="0">
              <a:buNone/>
            </a:pPr>
            <a:endParaRPr lang="en-IN" dirty="0"/>
          </a:p>
        </p:txBody>
      </p:sp>
    </p:spTree>
    <p:extLst>
      <p:ext uri="{BB962C8B-B14F-4D97-AF65-F5344CB8AC3E}">
        <p14:creationId xmlns="" xmlns:p14="http://schemas.microsoft.com/office/powerpoint/2010/main" val="417684774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41AB413-3576-267C-CA14-677C3DF1B3EC}"/>
              </a:ext>
            </a:extLst>
          </p:cNvPr>
          <p:cNvSpPr>
            <a:spLocks noGrp="1"/>
          </p:cNvSpPr>
          <p:nvPr>
            <p:ph type="title"/>
          </p:nvPr>
        </p:nvSpPr>
        <p:spPr/>
        <p:txBody>
          <a:bodyPr>
            <a:normAutofit/>
          </a:bodyPr>
          <a:lstStyle/>
          <a:p>
            <a:r>
              <a:rPr lang="en-IN" sz="2800" b="1" dirty="0">
                <a:solidFill>
                  <a:schemeClr val="tx1">
                    <a:lumMod val="95000"/>
                    <a:lumOff val="5000"/>
                  </a:schemeClr>
                </a:solidFill>
                <a:effectLst/>
                <a:latin typeface="Segoe UI" panose="020B0502040204020203" pitchFamily="34" charset="0"/>
                <a:ea typeface="Calibri" panose="020F0502020204030204" pitchFamily="34" charset="0"/>
              </a:rPr>
              <a:t>What is the difference between PUT and POST methods</a:t>
            </a:r>
            <a:endParaRPr lang="en-IN" sz="2800" b="1" dirty="0">
              <a:solidFill>
                <a:schemeClr val="tx1">
                  <a:lumMod val="95000"/>
                  <a:lumOff val="5000"/>
                </a:schemeClr>
              </a:solidFill>
            </a:endParaRPr>
          </a:p>
        </p:txBody>
      </p:sp>
      <p:sp>
        <p:nvSpPr>
          <p:cNvPr id="3" name="Content Placeholder 2">
            <a:extLst>
              <a:ext uri="{FF2B5EF4-FFF2-40B4-BE49-F238E27FC236}">
                <a16:creationId xmlns="" xmlns:a16="http://schemas.microsoft.com/office/drawing/2014/main" id="{17B68218-676C-F042-FB85-3C2C010E4007}"/>
              </a:ext>
            </a:extLst>
          </p:cNvPr>
          <p:cNvSpPr>
            <a:spLocks noGrp="1"/>
          </p:cNvSpPr>
          <p:nvPr>
            <p:ph idx="1"/>
          </p:nvPr>
        </p:nvSpPr>
        <p:spPr>
          <a:xfrm>
            <a:off x="838200" y="1825625"/>
            <a:ext cx="9468776" cy="4351338"/>
          </a:xfrm>
        </p:spPr>
        <p:txBody>
          <a:bodyPr/>
          <a:lstStyle/>
          <a:p>
            <a:pPr>
              <a:lnSpc>
                <a:spcPct val="100000"/>
              </a:lnSpc>
            </a:pPr>
            <a:r>
              <a:rPr lang="en-IN" sz="1800" dirty="0">
                <a:solidFill>
                  <a:srgbClr val="2D3748"/>
                </a:solidFill>
                <a:effectLst/>
                <a:latin typeface="Segoe UI" panose="020B0502040204020203" pitchFamily="34" charset="0"/>
                <a:ea typeface="Times New Roman" panose="02020603050405020304" pitchFamily="18" charset="0"/>
              </a:rPr>
              <a:t>PUT and POST methods are sometimes confused in regards to when each should be used. Using POST request, our intent is to create a new object on the server whereas with PUT request, our intent is to replace an object by another object.</a:t>
            </a:r>
          </a:p>
          <a:p>
            <a:pPr marL="0" indent="0">
              <a:lnSpc>
                <a:spcPct val="100000"/>
              </a:lnSpc>
              <a:buNone/>
            </a:pPr>
            <a:endParaRPr lang="en-IN" sz="1800" dirty="0">
              <a:effectLst/>
              <a:latin typeface="Times New Roman" panose="02020603050405020304" pitchFamily="18" charset="0"/>
              <a:ea typeface="Times New Roman" panose="02020603050405020304" pitchFamily="18" charset="0"/>
            </a:endParaRPr>
          </a:p>
          <a:p>
            <a:r>
              <a:rPr lang="en-IN" sz="1800" dirty="0">
                <a:solidFill>
                  <a:srgbClr val="2D3748"/>
                </a:solidFill>
                <a:effectLst/>
                <a:latin typeface="Segoe UI" panose="020B0502040204020203" pitchFamily="34" charset="0"/>
                <a:ea typeface="Times New Roman" panose="02020603050405020304" pitchFamily="18" charset="0"/>
              </a:rPr>
              <a:t>POST should be used when the client sends the page to the server and then the server lets the client know where it put it. PUT should be used when the client specifies the location of the page</a:t>
            </a:r>
            <a:endParaRPr lang="en-IN" sz="1800" dirty="0">
              <a:effectLst/>
              <a:latin typeface="Times New Roman" panose="02020603050405020304" pitchFamily="18" charset="0"/>
              <a:ea typeface="Times New Roman" panose="02020603050405020304" pitchFamily="18" charset="0"/>
            </a:endParaRPr>
          </a:p>
          <a:p>
            <a:pPr marL="0" indent="0">
              <a:buNone/>
            </a:pPr>
            <a:endParaRPr lang="en-IN" dirty="0"/>
          </a:p>
        </p:txBody>
      </p:sp>
    </p:spTree>
    <p:extLst>
      <p:ext uri="{BB962C8B-B14F-4D97-AF65-F5344CB8AC3E}">
        <p14:creationId xmlns="" xmlns:p14="http://schemas.microsoft.com/office/powerpoint/2010/main" val="184718524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1220</TotalTime>
  <Words>932</Words>
  <Application>Microsoft Office PowerPoint</Application>
  <PresentationFormat>Custom</PresentationFormat>
  <Paragraphs>127</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Slide 1</vt:lpstr>
      <vt:lpstr>API Testing Tool</vt:lpstr>
      <vt:lpstr>What is Postman</vt:lpstr>
      <vt:lpstr>Why Postman ?</vt:lpstr>
      <vt:lpstr>Postman Collection</vt:lpstr>
      <vt:lpstr>Slide 6</vt:lpstr>
      <vt:lpstr>Resources</vt:lpstr>
      <vt:lpstr>Query Parameters</vt:lpstr>
      <vt:lpstr>Path Parameters</vt:lpstr>
      <vt:lpstr>What is CRUD ? </vt:lpstr>
      <vt:lpstr>GET API</vt:lpstr>
      <vt:lpstr>POST API</vt:lpstr>
      <vt:lpstr>PUT API</vt:lpstr>
      <vt:lpstr>DELETE API</vt:lpstr>
      <vt:lpstr>Headers/Cookies </vt:lpstr>
      <vt:lpstr>Name some most commonly used HTTP methods? </vt:lpstr>
      <vt:lpstr>HTTP STATUS CODE </vt:lpstr>
      <vt:lpstr>HTTP STATUS CODE</vt:lpstr>
      <vt:lpstr>Success Code</vt:lpstr>
      <vt:lpstr>Server Error</vt:lpstr>
      <vt:lpstr>What exactly needs to be verified in API Testing</vt:lpstr>
      <vt:lpstr>What are the core components of an HTTP request?</vt:lpstr>
      <vt:lpstr>What do you understand by payload in Restful Web service?</vt:lpstr>
      <vt:lpstr>What is the difference between PUT and POST methods</vt:lpstr>
    </vt:vector>
  </TitlesOfParts>
  <Company>Operative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Manas Tuwani</dc:creator>
  <cp:lastModifiedBy>Manas Tuwani</cp:lastModifiedBy>
  <cp:revision>24</cp:revision>
  <dcterms:created xsi:type="dcterms:W3CDTF">2022-12-17T12:54:12Z</dcterms:created>
  <dcterms:modified xsi:type="dcterms:W3CDTF">2026-02-15T14:21:25Z</dcterms:modified>
</cp:coreProperties>
</file>