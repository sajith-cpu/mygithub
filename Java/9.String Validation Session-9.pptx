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7" r:id="rId13"/>
    <p:sldId id="278" r:id="rId14"/>
    <p:sldId id="268" r:id="rId15"/>
    <p:sldId id="269" r:id="rId16"/>
    <p:sldId id="279" r:id="rId17"/>
    <p:sldId id="270" r:id="rId18"/>
    <p:sldId id="271" r:id="rId19"/>
    <p:sldId id="272" r:id="rId20"/>
    <p:sldId id="273" r:id="rId21"/>
    <p:sldId id="282" r:id="rId22"/>
    <p:sldId id="280" r:id="rId23"/>
    <p:sldId id="274" r:id="rId24"/>
    <p:sldId id="275" r:id="rId25"/>
    <p:sldId id="276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C350BC53-C934-4FE9-9FAF-C0F1A218194D}"/>
    <pc:docChg chg="modSld">
      <pc:chgData name="Manas Tuwani" userId="5d421215-a11f-4a6e-90ca-e8ac2213fab6" providerId="ADAL" clId="{C350BC53-C934-4FE9-9FAF-C0F1A218194D}" dt="2024-04-08T03:26:43.218" v="26" actId="20577"/>
      <pc:docMkLst>
        <pc:docMk/>
      </pc:docMkLst>
      <pc:sldChg chg="modSp mod">
        <pc:chgData name="Manas Tuwani" userId="5d421215-a11f-4a6e-90ca-e8ac2213fab6" providerId="ADAL" clId="{C350BC53-C934-4FE9-9FAF-C0F1A218194D}" dt="2024-04-08T03:26:43.218" v="26" actId="20577"/>
        <pc:sldMkLst>
          <pc:docMk/>
          <pc:sldMk cId="3792742078" sldId="275"/>
        </pc:sldMkLst>
        <pc:spChg chg="mod">
          <ac:chgData name="Manas Tuwani" userId="5d421215-a11f-4a6e-90ca-e8ac2213fab6" providerId="ADAL" clId="{C350BC53-C934-4FE9-9FAF-C0F1A218194D}" dt="2024-04-08T03:26:43.218" v="26" actId="20577"/>
          <ac:spMkLst>
            <pc:docMk/>
            <pc:sldMk cId="3792742078" sldId="275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7B8D8779-1B17-44B3-A575-AC1A5F0313EC}"/>
    <pc:docChg chg="modSld">
      <pc:chgData name="Manas Tuwani" userId="5d421215-a11f-4a6e-90ca-e8ac2213fab6" providerId="ADAL" clId="{7B8D8779-1B17-44B3-A575-AC1A5F0313EC}" dt="2022-11-03T13:25:27.888" v="0" actId="20577"/>
      <pc:docMkLst>
        <pc:docMk/>
      </pc:docMkLst>
      <pc:sldChg chg="modSp mod">
        <pc:chgData name="Manas Tuwani" userId="5d421215-a11f-4a6e-90ca-e8ac2213fab6" providerId="ADAL" clId="{7B8D8779-1B17-44B3-A575-AC1A5F0313EC}" dt="2022-11-03T13:25:27.888" v="0" actId="20577"/>
        <pc:sldMkLst>
          <pc:docMk/>
          <pc:sldMk cId="1043206047" sldId="273"/>
        </pc:sldMkLst>
        <pc:spChg chg="mod">
          <ac:chgData name="Manas Tuwani" userId="5d421215-a11f-4a6e-90ca-e8ac2213fab6" providerId="ADAL" clId="{7B8D8779-1B17-44B3-A575-AC1A5F0313EC}" dt="2022-11-03T13:25:27.888" v="0" actId="20577"/>
          <ac:spMkLst>
            <pc:docMk/>
            <pc:sldMk cId="1043206047" sldId="273"/>
            <ac:spMk id="2" creationId="{00000000-0000-0000-0000-000000000000}"/>
          </ac:spMkLst>
        </pc:spChg>
      </pc:sldChg>
    </pc:docChg>
  </pc:docChgLst>
  <pc:docChgLst>
    <pc:chgData name="Manas Tuwani" userId="5d421215-a11f-4a6e-90ca-e8ac2213fab6" providerId="ADAL" clId="{09C1D317-AC1E-445C-BDB6-55A04E6AA326}"/>
    <pc:docChg chg="custSel addSld modSld">
      <pc:chgData name="Manas Tuwani" userId="5d421215-a11f-4a6e-90ca-e8ac2213fab6" providerId="ADAL" clId="{09C1D317-AC1E-445C-BDB6-55A04E6AA326}" dt="2022-12-23T16:12:55.842" v="27" actId="26606"/>
      <pc:docMkLst>
        <pc:docMk/>
      </pc:docMkLst>
      <pc:sldChg chg="modSp mod">
        <pc:chgData name="Manas Tuwani" userId="5d421215-a11f-4a6e-90ca-e8ac2213fab6" providerId="ADAL" clId="{09C1D317-AC1E-445C-BDB6-55A04E6AA326}" dt="2022-12-12T02:40:54.736" v="24" actId="20577"/>
        <pc:sldMkLst>
          <pc:docMk/>
          <pc:sldMk cId="3792742078" sldId="275"/>
        </pc:sldMkLst>
        <pc:spChg chg="mod">
          <ac:chgData name="Manas Tuwani" userId="5d421215-a11f-4a6e-90ca-e8ac2213fab6" providerId="ADAL" clId="{09C1D317-AC1E-445C-BDB6-55A04E6AA326}" dt="2022-12-12T02:40:54.736" v="24" actId="20577"/>
          <ac:spMkLst>
            <pc:docMk/>
            <pc:sldMk cId="3792742078" sldId="275"/>
            <ac:spMk id="3" creationId="{00000000-0000-0000-0000-000000000000}"/>
          </ac:spMkLst>
        </pc:spChg>
      </pc:sldChg>
      <pc:sldChg chg="addSp modSp new mod setBg">
        <pc:chgData name="Manas Tuwani" userId="5d421215-a11f-4a6e-90ca-e8ac2213fab6" providerId="ADAL" clId="{09C1D317-AC1E-445C-BDB6-55A04E6AA326}" dt="2022-12-23T16:12:55.842" v="27" actId="26606"/>
        <pc:sldMkLst>
          <pc:docMk/>
          <pc:sldMk cId="2576984563" sldId="280"/>
        </pc:sldMkLst>
        <pc:spChg chg="add">
          <ac:chgData name="Manas Tuwani" userId="5d421215-a11f-4a6e-90ca-e8ac2213fab6" providerId="ADAL" clId="{09C1D317-AC1E-445C-BDB6-55A04E6AA326}" dt="2022-12-23T16:12:55.842" v="27" actId="26606"/>
          <ac:spMkLst>
            <pc:docMk/>
            <pc:sldMk cId="2576984563" sldId="280"/>
            <ac:spMk id="8" creationId="{F3060C83-F051-4F0E-ABAD-AA0DFC48B218}"/>
          </ac:spMkLst>
        </pc:spChg>
        <pc:spChg chg="add">
          <ac:chgData name="Manas Tuwani" userId="5d421215-a11f-4a6e-90ca-e8ac2213fab6" providerId="ADAL" clId="{09C1D317-AC1E-445C-BDB6-55A04E6AA326}" dt="2022-12-23T16:12:55.842" v="27" actId="26606"/>
          <ac:spMkLst>
            <pc:docMk/>
            <pc:sldMk cId="2576984563" sldId="280"/>
            <ac:spMk id="10" creationId="{83C98ABE-055B-441F-B07E-44F97F083C39}"/>
          </ac:spMkLst>
        </pc:spChg>
        <pc:spChg chg="add">
          <ac:chgData name="Manas Tuwani" userId="5d421215-a11f-4a6e-90ca-e8ac2213fab6" providerId="ADAL" clId="{09C1D317-AC1E-445C-BDB6-55A04E6AA326}" dt="2022-12-23T16:12:55.842" v="27" actId="26606"/>
          <ac:spMkLst>
            <pc:docMk/>
            <pc:sldMk cId="2576984563" sldId="280"/>
            <ac:spMk id="12" creationId="{29FDB030-9B49-4CED-8CCD-4D99382388AC}"/>
          </ac:spMkLst>
        </pc:spChg>
        <pc:spChg chg="add">
          <ac:chgData name="Manas Tuwani" userId="5d421215-a11f-4a6e-90ca-e8ac2213fab6" providerId="ADAL" clId="{09C1D317-AC1E-445C-BDB6-55A04E6AA326}" dt="2022-12-23T16:12:55.842" v="27" actId="26606"/>
          <ac:spMkLst>
            <pc:docMk/>
            <pc:sldMk cId="2576984563" sldId="280"/>
            <ac:spMk id="14" creationId="{3783CA14-24A1-485C-8B30-D6A5D87987AD}"/>
          </ac:spMkLst>
        </pc:spChg>
        <pc:spChg chg="add">
          <ac:chgData name="Manas Tuwani" userId="5d421215-a11f-4a6e-90ca-e8ac2213fab6" providerId="ADAL" clId="{09C1D317-AC1E-445C-BDB6-55A04E6AA326}" dt="2022-12-23T16:12:55.842" v="27" actId="26606"/>
          <ac:spMkLst>
            <pc:docMk/>
            <pc:sldMk cId="2576984563" sldId="280"/>
            <ac:spMk id="16" creationId="{9A97C86A-04D6-40F7-AE84-31AB43E6A846}"/>
          </ac:spMkLst>
        </pc:spChg>
        <pc:spChg chg="add">
          <ac:chgData name="Manas Tuwani" userId="5d421215-a11f-4a6e-90ca-e8ac2213fab6" providerId="ADAL" clId="{09C1D317-AC1E-445C-BDB6-55A04E6AA326}" dt="2022-12-23T16:12:55.842" v="27" actId="26606"/>
          <ac:spMkLst>
            <pc:docMk/>
            <pc:sldMk cId="2576984563" sldId="280"/>
            <ac:spMk id="18" creationId="{FF9F2414-84E8-453E-B1F3-389FDE8192D9}"/>
          </ac:spMkLst>
        </pc:spChg>
        <pc:spChg chg="add">
          <ac:chgData name="Manas Tuwani" userId="5d421215-a11f-4a6e-90ca-e8ac2213fab6" providerId="ADAL" clId="{09C1D317-AC1E-445C-BDB6-55A04E6AA326}" dt="2022-12-23T16:12:55.842" v="27" actId="26606"/>
          <ac:spMkLst>
            <pc:docMk/>
            <pc:sldMk cId="2576984563" sldId="280"/>
            <ac:spMk id="20" creationId="{3ECA69A1-7536-43AC-85EF-C7106179F5ED}"/>
          </ac:spMkLst>
        </pc:spChg>
        <pc:picChg chg="add mod">
          <ac:chgData name="Manas Tuwani" userId="5d421215-a11f-4a6e-90ca-e8ac2213fab6" providerId="ADAL" clId="{09C1D317-AC1E-445C-BDB6-55A04E6AA326}" dt="2022-12-23T16:12:55.842" v="27" actId="26606"/>
          <ac:picMkLst>
            <pc:docMk/>
            <pc:sldMk cId="2576984563" sldId="280"/>
            <ac:picMk id="3" creationId="{FF42C540-68BF-DB28-C753-3B7C4D367C2E}"/>
          </ac:picMkLst>
        </pc:picChg>
      </pc:sldChg>
    </pc:docChg>
  </pc:docChgLst>
  <pc:docChgLst>
    <pc:chgData name="Manas Tuwani" userId="5d421215-a11f-4a6e-90ca-e8ac2213fab6" providerId="ADAL" clId="{90F6D038-E3A8-4EF8-B044-38AA6F1D04A8}"/>
    <pc:docChg chg="custSel addSld delSld modSld">
      <pc:chgData name="Manas Tuwani" userId="5d421215-a11f-4a6e-90ca-e8ac2213fab6" providerId="ADAL" clId="{90F6D038-E3A8-4EF8-B044-38AA6F1D04A8}" dt="2023-03-20T02:55:22.144" v="39" actId="47"/>
      <pc:docMkLst>
        <pc:docMk/>
      </pc:docMkLst>
      <pc:sldChg chg="modSp mod">
        <pc:chgData name="Manas Tuwani" userId="5d421215-a11f-4a6e-90ca-e8ac2213fab6" providerId="ADAL" clId="{90F6D038-E3A8-4EF8-B044-38AA6F1D04A8}" dt="2023-03-20T01:44:24.827" v="3" actId="20577"/>
        <pc:sldMkLst>
          <pc:docMk/>
          <pc:sldMk cId="1260997501" sldId="266"/>
        </pc:sldMkLst>
        <pc:spChg chg="mod">
          <ac:chgData name="Manas Tuwani" userId="5d421215-a11f-4a6e-90ca-e8ac2213fab6" providerId="ADAL" clId="{90F6D038-E3A8-4EF8-B044-38AA6F1D04A8}" dt="2023-03-20T01:44:24.827" v="3" actId="20577"/>
          <ac:spMkLst>
            <pc:docMk/>
            <pc:sldMk cId="1260997501" sldId="266"/>
            <ac:spMk id="3" creationId="{00000000-0000-0000-0000-000000000000}"/>
          </ac:spMkLst>
        </pc:spChg>
      </pc:sldChg>
      <pc:sldChg chg="addSp delSp modSp mod">
        <pc:chgData name="Manas Tuwani" userId="5d421215-a11f-4a6e-90ca-e8ac2213fab6" providerId="ADAL" clId="{90F6D038-E3A8-4EF8-B044-38AA6F1D04A8}" dt="2023-03-20T02:55:00.180" v="38" actId="14100"/>
        <pc:sldMkLst>
          <pc:docMk/>
          <pc:sldMk cId="1043206047" sldId="273"/>
        </pc:sldMkLst>
        <pc:spChg chg="mod">
          <ac:chgData name="Manas Tuwani" userId="5d421215-a11f-4a6e-90ca-e8ac2213fab6" providerId="ADAL" clId="{90F6D038-E3A8-4EF8-B044-38AA6F1D04A8}" dt="2023-03-20T02:54:43.451" v="34" actId="20577"/>
          <ac:spMkLst>
            <pc:docMk/>
            <pc:sldMk cId="1043206047" sldId="273"/>
            <ac:spMk id="2" creationId="{00000000-0000-0000-0000-000000000000}"/>
          </ac:spMkLst>
        </pc:spChg>
        <pc:picChg chg="add mod">
          <ac:chgData name="Manas Tuwani" userId="5d421215-a11f-4a6e-90ca-e8ac2213fab6" providerId="ADAL" clId="{90F6D038-E3A8-4EF8-B044-38AA6F1D04A8}" dt="2023-03-20T02:55:00.180" v="38" actId="14100"/>
          <ac:picMkLst>
            <pc:docMk/>
            <pc:sldMk cId="1043206047" sldId="273"/>
            <ac:picMk id="3" creationId="{599B7A6B-6970-A939-C267-F718B5E53D17}"/>
          </ac:picMkLst>
        </pc:picChg>
        <pc:picChg chg="del">
          <ac:chgData name="Manas Tuwani" userId="5d421215-a11f-4a6e-90ca-e8ac2213fab6" providerId="ADAL" clId="{90F6D038-E3A8-4EF8-B044-38AA6F1D04A8}" dt="2023-03-20T02:54:40.969" v="33" actId="478"/>
          <ac:picMkLst>
            <pc:docMk/>
            <pc:sldMk cId="1043206047" sldId="273"/>
            <ac:picMk id="5122" creationId="{00000000-0000-0000-0000-000000000000}"/>
          </ac:picMkLst>
        </pc:picChg>
      </pc:sldChg>
      <pc:sldChg chg="addSp new del mod">
        <pc:chgData name="Manas Tuwani" userId="5d421215-a11f-4a6e-90ca-e8ac2213fab6" providerId="ADAL" clId="{90F6D038-E3A8-4EF8-B044-38AA6F1D04A8}" dt="2023-03-20T02:55:22.144" v="39" actId="47"/>
        <pc:sldMkLst>
          <pc:docMk/>
          <pc:sldMk cId="4076907315" sldId="281"/>
        </pc:sldMkLst>
        <pc:picChg chg="add">
          <ac:chgData name="Manas Tuwani" userId="5d421215-a11f-4a6e-90ca-e8ac2213fab6" providerId="ADAL" clId="{90F6D038-E3A8-4EF8-B044-38AA6F1D04A8}" dt="2023-03-20T02:22:31.705" v="5" actId="22"/>
          <ac:picMkLst>
            <pc:docMk/>
            <pc:sldMk cId="4076907315" sldId="281"/>
            <ac:picMk id="3" creationId="{F7A7A346-3761-D288-1E34-8543D868BE21}"/>
          </ac:picMkLst>
        </pc:picChg>
      </pc:sldChg>
      <pc:sldChg chg="addSp delSp modSp new mod">
        <pc:chgData name="Manas Tuwani" userId="5d421215-a11f-4a6e-90ca-e8ac2213fab6" providerId="ADAL" clId="{90F6D038-E3A8-4EF8-B044-38AA6F1D04A8}" dt="2023-03-20T02:54:33.936" v="32" actId="14100"/>
        <pc:sldMkLst>
          <pc:docMk/>
          <pc:sldMk cId="3220832382" sldId="282"/>
        </pc:sldMkLst>
        <pc:spChg chg="mod">
          <ac:chgData name="Manas Tuwani" userId="5d421215-a11f-4a6e-90ca-e8ac2213fab6" providerId="ADAL" clId="{90F6D038-E3A8-4EF8-B044-38AA6F1D04A8}" dt="2023-03-20T02:54:33.936" v="32" actId="14100"/>
          <ac:spMkLst>
            <pc:docMk/>
            <pc:sldMk cId="3220832382" sldId="282"/>
            <ac:spMk id="2" creationId="{71072823-8BAC-4848-7410-52CB95692964}"/>
          </ac:spMkLst>
        </pc:spChg>
        <pc:spChg chg="del mod">
          <ac:chgData name="Manas Tuwani" userId="5d421215-a11f-4a6e-90ca-e8ac2213fab6" providerId="ADAL" clId="{90F6D038-E3A8-4EF8-B044-38AA6F1D04A8}" dt="2023-03-20T02:53:54.955" v="23"/>
          <ac:spMkLst>
            <pc:docMk/>
            <pc:sldMk cId="3220832382" sldId="282"/>
            <ac:spMk id="3" creationId="{3C83AC60-651A-9BD4-6493-76DDBC34DA7A}"/>
          </ac:spMkLst>
        </pc:spChg>
        <pc:picChg chg="add mod">
          <ac:chgData name="Manas Tuwani" userId="5d421215-a11f-4a6e-90ca-e8ac2213fab6" providerId="ADAL" clId="{90F6D038-E3A8-4EF8-B044-38AA6F1D04A8}" dt="2023-03-20T02:54:21.567" v="30" actId="1076"/>
          <ac:picMkLst>
            <pc:docMk/>
            <pc:sldMk cId="3220832382" sldId="282"/>
            <ac:picMk id="4" creationId="{16E5F972-9F57-ABC6-961F-EF58C5EB6738}"/>
          </ac:picMkLst>
        </pc:picChg>
      </pc:sldChg>
    </pc:docChg>
  </pc:docChgLst>
  <pc:docChgLst>
    <pc:chgData name="Manas Tuwani" userId="5d421215-a11f-4a6e-90ca-e8ac2213fab6" providerId="ADAL" clId="{60C17203-3CE2-44EE-BD94-09DDEE9CC3BA}"/>
    <pc:docChg chg="addSld modSld">
      <pc:chgData name="Manas Tuwani" userId="5d421215-a11f-4a6e-90ca-e8ac2213fab6" providerId="ADAL" clId="{60C17203-3CE2-44EE-BD94-09DDEE9CC3BA}" dt="2022-07-12T14:50:17.681" v="46" actId="255"/>
      <pc:docMkLst>
        <pc:docMk/>
      </pc:docMkLst>
      <pc:sldChg chg="addSp new mod">
        <pc:chgData name="Manas Tuwani" userId="5d421215-a11f-4a6e-90ca-e8ac2213fab6" providerId="ADAL" clId="{60C17203-3CE2-44EE-BD94-09DDEE9CC3BA}" dt="2022-07-12T14:32:49.585" v="1" actId="22"/>
        <pc:sldMkLst>
          <pc:docMk/>
          <pc:sldMk cId="3587349285" sldId="277"/>
        </pc:sldMkLst>
        <pc:picChg chg="add">
          <ac:chgData name="Manas Tuwani" userId="5d421215-a11f-4a6e-90ca-e8ac2213fab6" providerId="ADAL" clId="{60C17203-3CE2-44EE-BD94-09DDEE9CC3BA}" dt="2022-07-12T14:32:49.585" v="1" actId="22"/>
          <ac:picMkLst>
            <pc:docMk/>
            <pc:sldMk cId="3587349285" sldId="277"/>
            <ac:picMk id="3" creationId="{B3AB0D96-D16F-75F4-20D0-F04616E1CFF9}"/>
          </ac:picMkLst>
        </pc:picChg>
      </pc:sldChg>
      <pc:sldChg chg="addSp new mod">
        <pc:chgData name="Manas Tuwani" userId="5d421215-a11f-4a6e-90ca-e8ac2213fab6" providerId="ADAL" clId="{60C17203-3CE2-44EE-BD94-09DDEE9CC3BA}" dt="2022-07-12T14:33:11.269" v="3" actId="22"/>
        <pc:sldMkLst>
          <pc:docMk/>
          <pc:sldMk cId="1065283030" sldId="278"/>
        </pc:sldMkLst>
        <pc:picChg chg="add">
          <ac:chgData name="Manas Tuwani" userId="5d421215-a11f-4a6e-90ca-e8ac2213fab6" providerId="ADAL" clId="{60C17203-3CE2-44EE-BD94-09DDEE9CC3BA}" dt="2022-07-12T14:33:11.269" v="3" actId="22"/>
          <ac:picMkLst>
            <pc:docMk/>
            <pc:sldMk cId="1065283030" sldId="278"/>
            <ac:picMk id="3" creationId="{1F7F87A7-49F2-408B-618A-C5627F0C2500}"/>
          </ac:picMkLst>
        </pc:picChg>
      </pc:sldChg>
      <pc:sldChg chg="addSp delSp modSp new mod">
        <pc:chgData name="Manas Tuwani" userId="5d421215-a11f-4a6e-90ca-e8ac2213fab6" providerId="ADAL" clId="{60C17203-3CE2-44EE-BD94-09DDEE9CC3BA}" dt="2022-07-12T14:50:17.681" v="46" actId="255"/>
        <pc:sldMkLst>
          <pc:docMk/>
          <pc:sldMk cId="2520982471" sldId="279"/>
        </pc:sldMkLst>
        <pc:spChg chg="mod">
          <ac:chgData name="Manas Tuwani" userId="5d421215-a11f-4a6e-90ca-e8ac2213fab6" providerId="ADAL" clId="{60C17203-3CE2-44EE-BD94-09DDEE9CC3BA}" dt="2022-07-12T14:50:17.681" v="46" actId="255"/>
          <ac:spMkLst>
            <pc:docMk/>
            <pc:sldMk cId="2520982471" sldId="279"/>
            <ac:spMk id="2" creationId="{3D8162E7-2B5F-44E9-7342-17E38C1693B2}"/>
          </ac:spMkLst>
        </pc:spChg>
        <pc:spChg chg="del mod">
          <ac:chgData name="Manas Tuwani" userId="5d421215-a11f-4a6e-90ca-e8ac2213fab6" providerId="ADAL" clId="{60C17203-3CE2-44EE-BD94-09DDEE9CC3BA}" dt="2022-07-12T14:50:09.006" v="44" actId="22"/>
          <ac:spMkLst>
            <pc:docMk/>
            <pc:sldMk cId="2520982471" sldId="279"/>
            <ac:spMk id="3" creationId="{2B00708F-4541-3A49-FE5F-6F5BA2C1F4C5}"/>
          </ac:spMkLst>
        </pc:spChg>
        <pc:picChg chg="add mod ord">
          <ac:chgData name="Manas Tuwani" userId="5d421215-a11f-4a6e-90ca-e8ac2213fab6" providerId="ADAL" clId="{60C17203-3CE2-44EE-BD94-09DDEE9CC3BA}" dt="2022-07-12T14:50:09.006" v="44" actId="22"/>
          <ac:picMkLst>
            <pc:docMk/>
            <pc:sldMk cId="2520982471" sldId="279"/>
            <ac:picMk id="5" creationId="{4587DF60-8A04-040B-BB25-521C9657197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13-05-2025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03385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13-05-2025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4253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13-05-2025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02157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13-05-2025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4627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13-05-2025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36274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13-05-2025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86105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13-05-2025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70623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13-05-2025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2611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13-05-2025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62072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13-05-2025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02648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13-05-2025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88886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BC8C2-5198-4CC1-9BB7-EF88800A7D90}" type="datetimeFigureOut">
              <a:rPr lang="en-IN" smtClean="0"/>
              <a:pPr/>
              <a:t>13-05-2025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34575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3448" y="0"/>
            <a:ext cx="914744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97500" y="612166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By: </a:t>
            </a:r>
            <a:r>
              <a:rPr lang="en-IN" b="1" dirty="0" err="1">
                <a:solidFill>
                  <a:schemeClr val="bg1"/>
                </a:solidFill>
              </a:rPr>
              <a:t>Manas</a:t>
            </a:r>
            <a:r>
              <a:rPr lang="en-IN" b="1" dirty="0">
                <a:solidFill>
                  <a:schemeClr val="bg1"/>
                </a:solidFill>
              </a:rPr>
              <a:t> </a:t>
            </a:r>
            <a:r>
              <a:rPr lang="en-IN" b="1" dirty="0" err="1">
                <a:solidFill>
                  <a:schemeClr val="bg1"/>
                </a:solidFill>
              </a:rPr>
              <a:t>Tuwani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08225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STRING FUNCTIONS/METHODS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We are using string functions to perform the string related validations in java.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length(): </a:t>
            </a:r>
            <a:r>
              <a:rPr lang="en-IN" dirty="0"/>
              <a:t>we are using this function to know the length of the string.</a:t>
            </a:r>
          </a:p>
          <a:p>
            <a:pPr marL="0" indent="0">
              <a:buNone/>
            </a:pPr>
            <a:r>
              <a:rPr lang="en-IN" dirty="0"/>
              <a:t>Syntax: variable. Length();</a:t>
            </a:r>
          </a:p>
        </p:txBody>
      </p:sp>
    </p:spTree>
    <p:extLst>
      <p:ext uri="{BB962C8B-B14F-4D97-AF65-F5344CB8AC3E}">
        <p14:creationId xmlns:p14="http://schemas.microsoft.com/office/powerpoint/2010/main" xmlns="" val="239761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764704"/>
            <a:ext cx="8892479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762513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startsWith</a:t>
            </a:r>
            <a:r>
              <a:rPr lang="en-IN" b="1" dirty="0"/>
              <a:t> &amp; </a:t>
            </a:r>
            <a:r>
              <a:rPr lang="en-IN" b="1" dirty="0" err="1"/>
              <a:t>endsWith</a:t>
            </a:r>
            <a:r>
              <a:rPr lang="en-IN" b="1" dirty="0"/>
              <a:t> validation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err="1"/>
              <a:t>startsWith</a:t>
            </a:r>
            <a:r>
              <a:rPr lang="en-IN" dirty="0"/>
              <a:t>: To verify whether the string is starting with specific character or not.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startsWith</a:t>
            </a:r>
            <a:r>
              <a:rPr lang="en-IN" dirty="0"/>
              <a:t> (“expected text”)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 err="1"/>
              <a:t>endsWith</a:t>
            </a:r>
            <a:r>
              <a:rPr lang="en-IN" dirty="0"/>
              <a:t>: To verify whether the variable is ending with specific character or not.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endsWith</a:t>
            </a:r>
            <a:r>
              <a:rPr lang="en-IN" dirty="0"/>
              <a:t> (“expected text”)</a:t>
            </a:r>
          </a:p>
        </p:txBody>
      </p:sp>
    </p:spTree>
    <p:extLst>
      <p:ext uri="{BB962C8B-B14F-4D97-AF65-F5344CB8AC3E}">
        <p14:creationId xmlns:p14="http://schemas.microsoft.com/office/powerpoint/2010/main" xmlns="" val="15884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40767"/>
            <a:ext cx="8712968" cy="432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756170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 err="1"/>
              <a:t>toLowerCase</a:t>
            </a:r>
            <a:r>
              <a:rPr lang="en-IN" u="sng" dirty="0"/>
              <a:t> &amp; </a:t>
            </a:r>
            <a:r>
              <a:rPr lang="en-IN" u="sng" dirty="0" err="1"/>
              <a:t>toUpperCase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err="1"/>
              <a:t>toLowerCase</a:t>
            </a:r>
            <a:r>
              <a:rPr lang="en-IN" b="1" dirty="0"/>
              <a:t>: </a:t>
            </a:r>
            <a:r>
              <a:rPr lang="en-IN" dirty="0"/>
              <a:t>To convert string from uppercase into lower case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toLowerCase</a:t>
            </a:r>
            <a:r>
              <a:rPr lang="en-IN" dirty="0"/>
              <a:t> ();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 err="1"/>
              <a:t>toUpperCase</a:t>
            </a:r>
            <a:r>
              <a:rPr lang="en-IN" b="1" dirty="0"/>
              <a:t>: </a:t>
            </a:r>
            <a:r>
              <a:rPr lang="en-IN" dirty="0"/>
              <a:t>To convert string from lowercase into upper case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toUpperCase</a:t>
            </a:r>
            <a:r>
              <a:rPr lang="en-IN" dirty="0"/>
              <a:t> ();</a:t>
            </a:r>
          </a:p>
        </p:txBody>
      </p:sp>
    </p:spTree>
    <p:extLst>
      <p:ext uri="{BB962C8B-B14F-4D97-AF65-F5344CB8AC3E}">
        <p14:creationId xmlns:p14="http://schemas.microsoft.com/office/powerpoint/2010/main" xmlns="" val="65901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24745"/>
            <a:ext cx="8424935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54841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equals &amp; </a:t>
            </a:r>
            <a:r>
              <a:rPr lang="en-IN" b="1" u="sng" dirty="0" err="1"/>
              <a:t>equalsIgnoreCase</a:t>
            </a:r>
            <a:r>
              <a:rPr lang="en-IN" b="1" u="sng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equals:</a:t>
            </a:r>
            <a:r>
              <a:rPr lang="en-IN" dirty="0"/>
              <a:t> To verify whether one string is equal to another string or not.</a:t>
            </a:r>
          </a:p>
          <a:p>
            <a:pPr marL="0" indent="0">
              <a:buNone/>
            </a:pPr>
            <a:r>
              <a:rPr lang="en-IN" dirty="0"/>
              <a:t>Syntax: variable. equals (second/another variable)</a:t>
            </a:r>
          </a:p>
          <a:p>
            <a:pPr marL="0" indent="0">
              <a:buNone/>
            </a:pPr>
            <a:r>
              <a:rPr lang="en-IN" b="1" dirty="0" err="1"/>
              <a:t>equalsIgnoreCase</a:t>
            </a:r>
            <a:r>
              <a:rPr lang="en-IN" b="1" dirty="0"/>
              <a:t>: </a:t>
            </a:r>
            <a:r>
              <a:rPr lang="en-IN" dirty="0"/>
              <a:t>To verify whether variable is same as another variable or not irrespective of</a:t>
            </a:r>
          </a:p>
          <a:p>
            <a:pPr marL="0" indent="0">
              <a:buNone/>
            </a:pPr>
            <a:r>
              <a:rPr lang="en-IN" dirty="0"/>
              <a:t>case.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equalsIgnoreCase</a:t>
            </a:r>
            <a:r>
              <a:rPr lang="en-IN" dirty="0"/>
              <a:t> (another variable)</a:t>
            </a:r>
          </a:p>
        </p:txBody>
      </p:sp>
    </p:spTree>
    <p:extLst>
      <p:ext uri="{BB962C8B-B14F-4D97-AF65-F5344CB8AC3E}">
        <p14:creationId xmlns:p14="http://schemas.microsoft.com/office/powerpoint/2010/main" xmlns="" val="60493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8326" y="1124744"/>
            <a:ext cx="8568952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43162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contains:</a:t>
            </a:r>
            <a:r>
              <a:rPr lang="en-IN" dirty="0"/>
              <a:t> To verify whether the string contains specific value or string or not.</a:t>
            </a:r>
          </a:p>
          <a:p>
            <a:pPr marL="0" indent="0">
              <a:buNone/>
            </a:pPr>
            <a:r>
              <a:rPr lang="en-IN" dirty="0"/>
              <a:t>Syntax: variable. contains(“value”);</a:t>
            </a:r>
          </a:p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1560" y="2420888"/>
            <a:ext cx="7920879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55603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/>
          <a:p>
            <a:r>
              <a:rPr lang="en-IN" dirty="0"/>
              <a:t>Practice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String a= ”</a:t>
            </a:r>
            <a:r>
              <a:rPr lang="en-IN" dirty="0" err="1"/>
              <a:t>abcdef</a:t>
            </a:r>
            <a:r>
              <a:rPr lang="en-IN" dirty="0"/>
              <a:t>”;</a:t>
            </a:r>
          </a:p>
          <a:p>
            <a:pPr marL="0" indent="0">
              <a:buNone/>
            </a:pPr>
            <a:r>
              <a:rPr lang="en-IN" dirty="0"/>
              <a:t>String b= “xyz1234”;</a:t>
            </a:r>
          </a:p>
          <a:p>
            <a:pPr marL="0" indent="0">
              <a:buNone/>
            </a:pPr>
            <a:r>
              <a:rPr lang="en-IN" dirty="0"/>
              <a:t>String c= “</a:t>
            </a:r>
            <a:r>
              <a:rPr lang="en-IN" dirty="0" err="1"/>
              <a:t>abcxy</a:t>
            </a:r>
            <a:r>
              <a:rPr lang="en-IN" dirty="0"/>
              <a:t>”;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1. Verify length of the a variable should be greater than length of the c variable and should be less than length of the b variable.</a:t>
            </a:r>
          </a:p>
          <a:p>
            <a:pPr marL="0" indent="0">
              <a:buNone/>
            </a:pPr>
            <a:r>
              <a:rPr lang="en-IN" dirty="0"/>
              <a:t>2. A variable should not be same as b variable and c variable</a:t>
            </a:r>
          </a:p>
          <a:p>
            <a:pPr marL="0" indent="0">
              <a:buNone/>
            </a:pPr>
            <a:r>
              <a:rPr lang="en-IN" dirty="0"/>
              <a:t>3. C variable should be same as A variable irrespective of the case.</a:t>
            </a:r>
          </a:p>
          <a:p>
            <a:pPr marL="0" indent="0">
              <a:buNone/>
            </a:pPr>
            <a:r>
              <a:rPr lang="en-IN" dirty="0"/>
              <a:t>4. A variable should contains cd and should not contains </a:t>
            </a:r>
            <a:r>
              <a:rPr lang="en-IN" dirty="0" err="1"/>
              <a:t>xy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5. Convert B variable into uppercase and verify it should contains “Z” &amp; should not contains “z”</a:t>
            </a:r>
          </a:p>
        </p:txBody>
      </p:sp>
    </p:spTree>
    <p:extLst>
      <p:ext uri="{BB962C8B-B14F-4D97-AF65-F5344CB8AC3E}">
        <p14:creationId xmlns:p14="http://schemas.microsoft.com/office/powerpoint/2010/main" xmlns="" val="126099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3AB0D96-D16F-75F4-20D0-F04616E1CFF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8734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F7F87A7-49F2-408B-618A-C5627F0C250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65283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pPr marL="0" indent="0">
              <a:buNone/>
            </a:pPr>
            <a:r>
              <a:rPr lang="en-IN" b="1" dirty="0" err="1"/>
              <a:t>concat</a:t>
            </a:r>
            <a:r>
              <a:rPr lang="en-IN" b="1" dirty="0"/>
              <a:t>:</a:t>
            </a:r>
            <a:r>
              <a:rPr lang="en-IN" dirty="0"/>
              <a:t> To concatenate one string with another string.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concat</a:t>
            </a:r>
            <a:r>
              <a:rPr lang="en-IN" dirty="0"/>
              <a:t> (“Second String/</a:t>
            </a:r>
            <a:r>
              <a:rPr lang="en-IN" dirty="0" err="1"/>
              <a:t>Var</a:t>
            </a:r>
            <a:r>
              <a:rPr lang="en-IN" dirty="0"/>
              <a:t>”);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544" y="2132856"/>
            <a:ext cx="7632848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37038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 err="1"/>
              <a:t>charAt</a:t>
            </a:r>
            <a:r>
              <a:rPr lang="en-IN" b="1" dirty="0"/>
              <a:t>:</a:t>
            </a:r>
            <a:r>
              <a:rPr lang="en-IN" dirty="0"/>
              <a:t> To verify which character is available in which index of the string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charAT</a:t>
            </a:r>
            <a:r>
              <a:rPr lang="en-IN" dirty="0"/>
              <a:t> (index no);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Note: Usually Length starts with 1 and Index in string starts with 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 err="1"/>
              <a:t>indexOf</a:t>
            </a:r>
            <a:r>
              <a:rPr lang="en-IN" b="1" dirty="0"/>
              <a:t>: </a:t>
            </a:r>
            <a:r>
              <a:rPr lang="en-IN" dirty="0"/>
              <a:t>To verify in which Index which character is available.</a:t>
            </a:r>
          </a:p>
          <a:p>
            <a:pPr marL="0" indent="0">
              <a:buNone/>
            </a:pPr>
            <a:r>
              <a:rPr lang="en-IN" dirty="0"/>
              <a:t>Syntax: </a:t>
            </a:r>
            <a:r>
              <a:rPr lang="en-IN" dirty="0" err="1"/>
              <a:t>variable.indexOf</a:t>
            </a:r>
            <a:r>
              <a:rPr lang="en-IN" dirty="0"/>
              <a:t> (char);</a:t>
            </a:r>
          </a:p>
        </p:txBody>
      </p:sp>
    </p:spTree>
    <p:extLst>
      <p:ext uri="{BB962C8B-B14F-4D97-AF65-F5344CB8AC3E}">
        <p14:creationId xmlns:p14="http://schemas.microsoft.com/office/powerpoint/2010/main" xmlns="" val="1014771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8162E7-2B5F-44E9-7342-17E38C169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u="sng" dirty="0" err="1"/>
              <a:t>IndexOutOfBond</a:t>
            </a:r>
            <a:r>
              <a:rPr lang="en-US" sz="3600" u="sng" dirty="0"/>
              <a:t> Exception Error</a:t>
            </a:r>
            <a:endParaRPr lang="en-IN" sz="3600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4587DF60-8A04-040B-BB25-521C965719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48922" y="1600200"/>
            <a:ext cx="8046156" cy="4525963"/>
          </a:xfrm>
        </p:spPr>
      </p:pic>
    </p:spTree>
    <p:extLst>
      <p:ext uri="{BB962C8B-B14F-4D97-AF65-F5344CB8AC3E}">
        <p14:creationId xmlns:p14="http://schemas.microsoft.com/office/powerpoint/2010/main" xmlns="" val="2520982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12776"/>
            <a:ext cx="8064895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08743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Trim:</a:t>
            </a:r>
            <a:r>
              <a:rPr lang="en-IN" dirty="0"/>
              <a:t> We are using this function to eliminate starting and ending spaces of the string (first and last spaces)</a:t>
            </a:r>
          </a:p>
          <a:p>
            <a:pPr marL="0" indent="0">
              <a:buNone/>
            </a:pPr>
            <a:r>
              <a:rPr lang="en-IN" dirty="0"/>
              <a:t>Syntax: variable. trim ()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544" y="2564904"/>
            <a:ext cx="7704856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13861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replace: </a:t>
            </a:r>
            <a:r>
              <a:rPr lang="en-IN" dirty="0"/>
              <a:t>To replace old characters or Strings with new characters or strings in a Var.</a:t>
            </a:r>
          </a:p>
          <a:p>
            <a:pPr marL="0" indent="0">
              <a:buNone/>
            </a:pPr>
            <a:r>
              <a:rPr lang="en-IN" dirty="0"/>
              <a:t>Syntax: var. replace (“Old character/String”, “New Character/String”);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2" y="2492896"/>
            <a:ext cx="7776864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64135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9004" y="260648"/>
            <a:ext cx="75608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split: </a:t>
            </a:r>
            <a:r>
              <a:rPr lang="en-IN" dirty="0"/>
              <a:t>To split variable/String into multiple sub strings</a:t>
            </a:r>
          </a:p>
          <a:p>
            <a:endParaRPr lang="en-IN" dirty="0"/>
          </a:p>
          <a:p>
            <a:r>
              <a:rPr lang="en-IN" dirty="0"/>
              <a:t>Syntax: variable. Split (“separator”);</a:t>
            </a:r>
          </a:p>
          <a:p>
            <a:endParaRPr lang="en-IN" dirty="0"/>
          </a:p>
          <a:p>
            <a:r>
              <a:rPr lang="en-IN" dirty="0"/>
              <a:t>Note: All split values will be storing into array. That is the reason return type for split function is String [].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99B7A6B-6970-A939-C267-F718B5E53D1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2420888"/>
            <a:ext cx="8784976" cy="389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43206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072823-8BAC-4848-7410-52CB95692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0648"/>
            <a:ext cx="9144508" cy="634082"/>
          </a:xfrm>
        </p:spPr>
        <p:txBody>
          <a:bodyPr>
            <a:noAutofit/>
          </a:bodyPr>
          <a:lstStyle/>
          <a:p>
            <a:r>
              <a:rPr lang="en-IN" sz="1800" dirty="0"/>
              <a:t>Prepare program to split variable into multiple sub strings and print all strings one by one</a:t>
            </a:r>
            <a:br>
              <a:rPr lang="en-IN" sz="1800" dirty="0"/>
            </a:br>
            <a:endParaRPr lang="en-IN" sz="18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xmlns="" id="{16E5F972-9F57-ABC6-961F-EF58C5EB67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544" y="1052736"/>
            <a:ext cx="7992888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220832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F42C540-68BF-DB28-C753-3B7C4D367C2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2600" y="1128713"/>
            <a:ext cx="8178799" cy="4600573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7698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Example: Prepare program to split variable into multiple sub strings and print strings which length is only 3.</a:t>
            </a:r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96752"/>
            <a:ext cx="8352928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69030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260648"/>
            <a:ext cx="8640960" cy="640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Practice Problem:</a:t>
            </a:r>
          </a:p>
          <a:p>
            <a:pPr marL="0" indent="0">
              <a:buNone/>
            </a:pPr>
            <a:r>
              <a:rPr lang="en-IN" sz="2000" dirty="0"/>
              <a:t>String a = “</a:t>
            </a:r>
            <a:r>
              <a:rPr lang="en-IN" sz="2000" dirty="0" err="1"/>
              <a:t>abcd</a:t>
            </a:r>
            <a:r>
              <a:rPr lang="en-IN" sz="2000" dirty="0"/>
              <a:t>”;</a:t>
            </a:r>
          </a:p>
          <a:p>
            <a:pPr marL="0" indent="0">
              <a:buNone/>
            </a:pPr>
            <a:r>
              <a:rPr lang="en-IN" sz="2000" dirty="0"/>
              <a:t>String b = "xyz";</a:t>
            </a:r>
          </a:p>
          <a:p>
            <a:pPr marL="0" indent="0">
              <a:buNone/>
            </a:pPr>
            <a:r>
              <a:rPr lang="en-IN" sz="2000" dirty="0"/>
              <a:t>String c = "</a:t>
            </a:r>
            <a:r>
              <a:rPr lang="en-IN" sz="2000" dirty="0" err="1"/>
              <a:t>abcd</a:t>
            </a:r>
            <a:r>
              <a:rPr lang="en-IN" sz="2000" dirty="0"/>
              <a:t> xyz </a:t>
            </a:r>
            <a:r>
              <a:rPr lang="en-IN" sz="2000" dirty="0" err="1"/>
              <a:t>klmn</a:t>
            </a:r>
            <a:r>
              <a:rPr lang="en-IN" sz="2000" dirty="0"/>
              <a:t> 1234 4567";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Req1: length of the a variable should be greater than length of b and should be less than length of c</a:t>
            </a:r>
          </a:p>
          <a:p>
            <a:pPr marL="0" indent="0">
              <a:buNone/>
            </a:pPr>
            <a:r>
              <a:rPr lang="en-IN" sz="2000" dirty="0"/>
              <a:t>Req2: concatenate a and b variables and verify length should be less than c variable length or greater than 5</a:t>
            </a:r>
          </a:p>
          <a:p>
            <a:pPr marL="0" indent="0">
              <a:buNone/>
            </a:pPr>
            <a:r>
              <a:rPr lang="en-IN" sz="2000" dirty="0"/>
              <a:t>Req3: a variable should start with “ab” and b variable should not ends with “</a:t>
            </a:r>
            <a:r>
              <a:rPr lang="en-IN" sz="2000" dirty="0" err="1"/>
              <a:t>yz</a:t>
            </a:r>
            <a:r>
              <a:rPr lang="en-IN" sz="2000" dirty="0"/>
              <a:t>”</a:t>
            </a:r>
          </a:p>
          <a:p>
            <a:pPr marL="0" indent="0">
              <a:buNone/>
            </a:pPr>
            <a:r>
              <a:rPr lang="en-IN" sz="2000" dirty="0"/>
              <a:t>Req4: c variable should contains space and should not contains 9</a:t>
            </a:r>
          </a:p>
          <a:p>
            <a:pPr marL="0" indent="0">
              <a:buNone/>
            </a:pPr>
            <a:r>
              <a:rPr lang="en-IN" sz="2000" dirty="0"/>
              <a:t>Req5: 7th position in a c variable should be y or z and k should be available in the either 10th or 11th positions.</a:t>
            </a:r>
          </a:p>
          <a:p>
            <a:pPr marL="0" indent="0">
              <a:buNone/>
            </a:pPr>
            <a:r>
              <a:rPr lang="en-IN" sz="2000" dirty="0"/>
              <a:t>Req6: split c variable into multiple strings with “ ”(space) and verify length of the array should be 4 or 5</a:t>
            </a:r>
          </a:p>
          <a:p>
            <a:pPr marL="0" indent="0">
              <a:buNone/>
            </a:pPr>
            <a:r>
              <a:rPr lang="en-IN" sz="2000" dirty="0"/>
              <a:t>Req7: After split verify first string(Index) of the c variable should be same as a variable and should not be same as 3rd string </a:t>
            </a:r>
            <a:r>
              <a:rPr lang="en-IN" sz="2000"/>
              <a:t>(Index) </a:t>
            </a:r>
            <a:r>
              <a:rPr lang="en-IN" sz="2000" dirty="0"/>
              <a:t>of the c variable.</a:t>
            </a:r>
          </a:p>
        </p:txBody>
      </p:sp>
    </p:spTree>
    <p:extLst>
      <p:ext uri="{BB962C8B-B14F-4D97-AF65-F5344CB8AC3E}">
        <p14:creationId xmlns:p14="http://schemas.microsoft.com/office/powerpoint/2010/main" xmlns="" val="379274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Start your program 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package </a:t>
            </a:r>
            <a:r>
              <a:rPr lang="en-IN" dirty="0" err="1"/>
              <a:t>javaone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Functions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String a = "</a:t>
            </a:r>
            <a:r>
              <a:rPr lang="en-IN" dirty="0" err="1"/>
              <a:t>abcd</a:t>
            </a:r>
            <a:r>
              <a:rPr lang="en-IN" dirty="0"/>
              <a:t>";</a:t>
            </a:r>
          </a:p>
          <a:p>
            <a:pPr marL="0" indent="0">
              <a:buNone/>
            </a:pPr>
            <a:r>
              <a:rPr lang="en-IN" dirty="0"/>
              <a:t>String b = "xyz";</a:t>
            </a:r>
          </a:p>
          <a:p>
            <a:pPr marL="0" indent="0">
              <a:buNone/>
            </a:pPr>
            <a:r>
              <a:rPr lang="en-IN" dirty="0"/>
              <a:t>String c = "</a:t>
            </a:r>
            <a:r>
              <a:rPr lang="en-IN" dirty="0" err="1"/>
              <a:t>abcd</a:t>
            </a:r>
            <a:r>
              <a:rPr lang="en-IN" dirty="0"/>
              <a:t> xyz </a:t>
            </a:r>
            <a:r>
              <a:rPr lang="en-IN" dirty="0" err="1"/>
              <a:t>klmn</a:t>
            </a:r>
            <a:r>
              <a:rPr lang="en-IN" dirty="0"/>
              <a:t> 1234 4567";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4197065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753</Words>
  <Application>Microsoft Office PowerPoint</Application>
  <PresentationFormat>On-screen Show (4:3)</PresentationFormat>
  <Paragraphs>82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Slide 1</vt:lpstr>
      <vt:lpstr>STRING FUNCTIONS/METHODS</vt:lpstr>
      <vt:lpstr>Slide 3</vt:lpstr>
      <vt:lpstr>startsWith &amp; endsWith validation</vt:lpstr>
      <vt:lpstr>Slide 5</vt:lpstr>
      <vt:lpstr>toLowerCase &amp; toUpperCase</vt:lpstr>
      <vt:lpstr>Slide 7</vt:lpstr>
      <vt:lpstr>equals &amp; equalsIgnoreCase </vt:lpstr>
      <vt:lpstr>Slide 9</vt:lpstr>
      <vt:lpstr>Slide 10</vt:lpstr>
      <vt:lpstr>Practice Problem</vt:lpstr>
      <vt:lpstr>Slide 12</vt:lpstr>
      <vt:lpstr>Slide 13</vt:lpstr>
      <vt:lpstr>Slide 14</vt:lpstr>
      <vt:lpstr>Slide 15</vt:lpstr>
      <vt:lpstr>IndexOutOfBond Exception Error</vt:lpstr>
      <vt:lpstr>Slide 17</vt:lpstr>
      <vt:lpstr>Slide 18</vt:lpstr>
      <vt:lpstr>Slide 19</vt:lpstr>
      <vt:lpstr>Slide 20</vt:lpstr>
      <vt:lpstr>Prepare program to split variable into multiple sub strings and print all strings one by one </vt:lpstr>
      <vt:lpstr>Slide 22</vt:lpstr>
      <vt:lpstr>Slide 23</vt:lpstr>
      <vt:lpstr>Slide 24</vt:lpstr>
      <vt:lpstr>Start your program ….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1403375</dc:creator>
  <cp:lastModifiedBy>Manas Tuwani</cp:lastModifiedBy>
  <cp:revision>10</cp:revision>
  <dcterms:created xsi:type="dcterms:W3CDTF">2022-05-06T14:06:15Z</dcterms:created>
  <dcterms:modified xsi:type="dcterms:W3CDTF">2025-05-13T15:57:12Z</dcterms:modified>
</cp:coreProperties>
</file>