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1" r:id="rId3"/>
    <p:sldId id="257" r:id="rId4"/>
    <p:sldId id="258" r:id="rId5"/>
    <p:sldId id="270" r:id="rId6"/>
    <p:sldId id="259" r:id="rId7"/>
    <p:sldId id="261" r:id="rId8"/>
    <p:sldId id="260" r:id="rId9"/>
    <p:sldId id="262" r:id="rId10"/>
    <p:sldId id="263" r:id="rId11"/>
    <p:sldId id="264" r:id="rId12"/>
    <p:sldId id="265" r:id="rId13"/>
    <p:sldId id="266" r:id="rId14"/>
    <p:sldId id="267" r:id="rId15"/>
    <p:sldId id="273"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F96199-C5A8-4536-B644-DCBB198F0269}" v="1" dt="2024-06-14T01:37:33.6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404312EB-8271-4BEF-88A9-467E0C7F83AE}"/>
    <pc:docChg chg="custSel addSld modSld sldOrd">
      <pc:chgData name="Manas Tuwani" userId="5d421215-a11f-4a6e-90ca-e8ac2213fab6" providerId="ADAL" clId="{404312EB-8271-4BEF-88A9-467E0C7F83AE}" dt="2023-12-11T15:03:13.584" v="44"/>
      <pc:docMkLst>
        <pc:docMk/>
      </pc:docMkLst>
      <pc:sldChg chg="ord">
        <pc:chgData name="Manas Tuwani" userId="5d421215-a11f-4a6e-90ca-e8ac2213fab6" providerId="ADAL" clId="{404312EB-8271-4BEF-88A9-467E0C7F83AE}" dt="2023-12-11T15:03:13.584" v="44"/>
        <pc:sldMkLst>
          <pc:docMk/>
          <pc:sldMk cId="2572099754" sldId="266"/>
        </pc:sldMkLst>
      </pc:sldChg>
      <pc:sldChg chg="addSp delSp modSp new mod setBg">
        <pc:chgData name="Manas Tuwani" userId="5d421215-a11f-4a6e-90ca-e8ac2213fab6" providerId="ADAL" clId="{404312EB-8271-4BEF-88A9-467E0C7F83AE}" dt="2023-11-30T03:22:23.344" v="42" actId="20577"/>
        <pc:sldMkLst>
          <pc:docMk/>
          <pc:sldMk cId="852920962" sldId="272"/>
        </pc:sldMkLst>
        <pc:spChg chg="mod">
          <ac:chgData name="Manas Tuwani" userId="5d421215-a11f-4a6e-90ca-e8ac2213fab6" providerId="ADAL" clId="{404312EB-8271-4BEF-88A9-467E0C7F83AE}" dt="2023-11-30T03:22:23.344" v="42" actId="20577"/>
          <ac:spMkLst>
            <pc:docMk/>
            <pc:sldMk cId="852920962" sldId="272"/>
            <ac:spMk id="2" creationId="{BD5A07B3-C588-2450-49F8-7FD00EACDD11}"/>
          </ac:spMkLst>
        </pc:spChg>
        <pc:spChg chg="del mod">
          <ac:chgData name="Manas Tuwani" userId="5d421215-a11f-4a6e-90ca-e8ac2213fab6" providerId="ADAL" clId="{404312EB-8271-4BEF-88A9-467E0C7F83AE}" dt="2023-11-30T03:21:22.861" v="2" actId="22"/>
          <ac:spMkLst>
            <pc:docMk/>
            <pc:sldMk cId="852920962" sldId="272"/>
            <ac:spMk id="3" creationId="{A5AB42B8-1C72-75B4-8FFF-F970F4C87EAD}"/>
          </ac:spMkLst>
        </pc:spChg>
        <pc:spChg chg="add">
          <ac:chgData name="Manas Tuwani" userId="5d421215-a11f-4a6e-90ca-e8ac2213fab6" providerId="ADAL" clId="{404312EB-8271-4BEF-88A9-467E0C7F83AE}" dt="2023-11-30T03:22:05.932" v="37" actId="26606"/>
          <ac:spMkLst>
            <pc:docMk/>
            <pc:sldMk cId="852920962" sldId="272"/>
            <ac:spMk id="10" creationId="{A4AC5506-6312-4701-8D3C-40187889A947}"/>
          </ac:spMkLst>
        </pc:spChg>
        <pc:picChg chg="add mod ord">
          <ac:chgData name="Manas Tuwani" userId="5d421215-a11f-4a6e-90ca-e8ac2213fab6" providerId="ADAL" clId="{404312EB-8271-4BEF-88A9-467E0C7F83AE}" dt="2023-11-30T03:22:13.934" v="38" actId="27614"/>
          <ac:picMkLst>
            <pc:docMk/>
            <pc:sldMk cId="852920962" sldId="272"/>
            <ac:picMk id="5" creationId="{449F51C7-915B-129B-4E69-DE3761C7DB4D}"/>
          </ac:picMkLst>
        </pc:picChg>
      </pc:sldChg>
    </pc:docChg>
  </pc:docChgLst>
  <pc:docChgLst>
    <pc:chgData name="Manas Tuwani" userId="5d421215-a11f-4a6e-90ca-e8ac2213fab6" providerId="ADAL" clId="{AEF96199-C5A8-4536-B644-DCBB198F0269}"/>
    <pc:docChg chg="modSld">
      <pc:chgData name="Manas Tuwani" userId="5d421215-a11f-4a6e-90ca-e8ac2213fab6" providerId="ADAL" clId="{AEF96199-C5A8-4536-B644-DCBB198F0269}" dt="2024-06-14T01:37:33.611" v="0" actId="1076"/>
      <pc:docMkLst>
        <pc:docMk/>
      </pc:docMkLst>
      <pc:sldChg chg="modSp">
        <pc:chgData name="Manas Tuwani" userId="5d421215-a11f-4a6e-90ca-e8ac2213fab6" providerId="ADAL" clId="{AEF96199-C5A8-4536-B644-DCBB198F0269}" dt="2024-06-14T01:37:33.611" v="0" actId="1076"/>
        <pc:sldMkLst>
          <pc:docMk/>
          <pc:sldMk cId="2572099754" sldId="266"/>
        </pc:sldMkLst>
        <pc:picChg chg="mod">
          <ac:chgData name="Manas Tuwani" userId="5d421215-a11f-4a6e-90ca-e8ac2213fab6" providerId="ADAL" clId="{AEF96199-C5A8-4536-B644-DCBB198F0269}" dt="2024-06-14T01:37:33.611" v="0" actId="1076"/>
          <ac:picMkLst>
            <pc:docMk/>
            <pc:sldMk cId="2572099754" sldId="266"/>
            <ac:picMk id="7171" creationId="{00000000-0000-0000-0000-000000000000}"/>
          </ac:picMkLst>
        </pc:picChg>
      </pc:sldChg>
    </pc:docChg>
  </pc:docChgLst>
  <pc:docChgLst>
    <pc:chgData name="Manas Tuwani" userId="5d421215-a11f-4a6e-90ca-e8ac2213fab6" providerId="ADAL" clId="{140946B0-DE5B-4F6D-9D2B-55CB51343AB0}"/>
    <pc:docChg chg="addSld delSld modSld">
      <pc:chgData name="Manas Tuwani" userId="5d421215-a11f-4a6e-90ca-e8ac2213fab6" providerId="ADAL" clId="{140946B0-DE5B-4F6D-9D2B-55CB51343AB0}" dt="2023-03-04T11:16:29.703" v="11" actId="1076"/>
      <pc:docMkLst>
        <pc:docMk/>
      </pc:docMkLst>
      <pc:sldChg chg="modSp">
        <pc:chgData name="Manas Tuwani" userId="5d421215-a11f-4a6e-90ca-e8ac2213fab6" providerId="ADAL" clId="{140946B0-DE5B-4F6D-9D2B-55CB51343AB0}" dt="2023-03-04T11:16:29.703" v="11" actId="1076"/>
        <pc:sldMkLst>
          <pc:docMk/>
          <pc:sldMk cId="1879011129" sldId="267"/>
        </pc:sldMkLst>
        <pc:picChg chg="mod">
          <ac:chgData name="Manas Tuwani" userId="5d421215-a11f-4a6e-90ca-e8ac2213fab6" providerId="ADAL" clId="{140946B0-DE5B-4F6D-9D2B-55CB51343AB0}" dt="2023-03-04T11:16:29.703" v="11" actId="1076"/>
          <ac:picMkLst>
            <pc:docMk/>
            <pc:sldMk cId="1879011129" sldId="267"/>
            <ac:picMk id="8195" creationId="{00000000-0000-0000-0000-000000000000}"/>
          </ac:picMkLst>
        </pc:picChg>
      </pc:sldChg>
      <pc:sldChg chg="addSp delSp modSp mod">
        <pc:chgData name="Manas Tuwani" userId="5d421215-a11f-4a6e-90ca-e8ac2213fab6" providerId="ADAL" clId="{140946B0-DE5B-4F6D-9D2B-55CB51343AB0}" dt="2023-02-22T16:16:21.615" v="9" actId="1076"/>
        <pc:sldMkLst>
          <pc:docMk/>
          <pc:sldMk cId="3360425613" sldId="271"/>
        </pc:sldMkLst>
        <pc:spChg chg="mod">
          <ac:chgData name="Manas Tuwani" userId="5d421215-a11f-4a6e-90ca-e8ac2213fab6" providerId="ADAL" clId="{140946B0-DE5B-4F6D-9D2B-55CB51343AB0}" dt="2023-02-22T16:16:18.086" v="8" actId="1076"/>
          <ac:spMkLst>
            <pc:docMk/>
            <pc:sldMk cId="3360425613" sldId="271"/>
            <ac:spMk id="3" creationId="{9BE4C219-5BFC-7C63-2E1D-EF5D0ED9906E}"/>
          </ac:spMkLst>
        </pc:spChg>
        <pc:picChg chg="add mod">
          <ac:chgData name="Manas Tuwani" userId="5d421215-a11f-4a6e-90ca-e8ac2213fab6" providerId="ADAL" clId="{140946B0-DE5B-4F6D-9D2B-55CB51343AB0}" dt="2023-02-22T16:16:21.615" v="9" actId="1076"/>
          <ac:picMkLst>
            <pc:docMk/>
            <pc:sldMk cId="3360425613" sldId="271"/>
            <ac:picMk id="4" creationId="{922A96EC-9826-C0B9-402D-0C9338A1C025}"/>
          </ac:picMkLst>
        </pc:picChg>
        <pc:picChg chg="del">
          <ac:chgData name="Manas Tuwani" userId="5d421215-a11f-4a6e-90ca-e8ac2213fab6" providerId="ADAL" clId="{140946B0-DE5B-4F6D-9D2B-55CB51343AB0}" dt="2023-02-22T16:16:01.008" v="3" actId="478"/>
          <ac:picMkLst>
            <pc:docMk/>
            <pc:sldMk cId="3360425613" sldId="271"/>
            <ac:picMk id="1026" creationId="{12BCC71C-5F8E-7A35-2D4E-F1476DF7D379}"/>
          </ac:picMkLst>
        </pc:picChg>
      </pc:sldChg>
      <pc:sldChg chg="addSp delSp modSp new del mod">
        <pc:chgData name="Manas Tuwani" userId="5d421215-a11f-4a6e-90ca-e8ac2213fab6" providerId="ADAL" clId="{140946B0-DE5B-4F6D-9D2B-55CB51343AB0}" dt="2023-02-22T16:16:27.589" v="10" actId="47"/>
        <pc:sldMkLst>
          <pc:docMk/>
          <pc:sldMk cId="2457990364" sldId="272"/>
        </pc:sldMkLst>
        <pc:spChg chg="del">
          <ac:chgData name="Manas Tuwani" userId="5d421215-a11f-4a6e-90ca-e8ac2213fab6" providerId="ADAL" clId="{140946B0-DE5B-4F6D-9D2B-55CB51343AB0}" dt="2023-02-22T16:15:10.139" v="1" actId="22"/>
          <ac:spMkLst>
            <pc:docMk/>
            <pc:sldMk cId="2457990364" sldId="272"/>
            <ac:spMk id="3" creationId="{CE7AE680-7208-3EF9-1FD5-6B6F24C4651B}"/>
          </ac:spMkLst>
        </pc:spChg>
        <pc:picChg chg="add mod ord">
          <ac:chgData name="Manas Tuwani" userId="5d421215-a11f-4a6e-90ca-e8ac2213fab6" providerId="ADAL" clId="{140946B0-DE5B-4F6D-9D2B-55CB51343AB0}" dt="2023-02-22T16:15:10.139" v="1" actId="22"/>
          <ac:picMkLst>
            <pc:docMk/>
            <pc:sldMk cId="2457990364" sldId="272"/>
            <ac:picMk id="5" creationId="{6FDA214A-83CB-40CC-613C-7291A9071177}"/>
          </ac:picMkLst>
        </pc:picChg>
      </pc:sldChg>
    </pc:docChg>
  </pc:docChgLst>
  <pc:docChgLst>
    <pc:chgData name="Manas Tuwani" userId="5d421215-a11f-4a6e-90ca-e8ac2213fab6" providerId="ADAL" clId="{3BC858B3-5CAF-45E6-9FD8-F8F45EEB5E37}"/>
    <pc:docChg chg="undo custSel addSld modSld">
      <pc:chgData name="Manas Tuwani" userId="5d421215-a11f-4a6e-90ca-e8ac2213fab6" providerId="ADAL" clId="{3BC858B3-5CAF-45E6-9FD8-F8F45EEB5E37}" dt="2023-12-30T07:17:44.733" v="9" actId="27614"/>
      <pc:docMkLst>
        <pc:docMk/>
      </pc:docMkLst>
      <pc:sldChg chg="addSp delSp modSp new mod setBg">
        <pc:chgData name="Manas Tuwani" userId="5d421215-a11f-4a6e-90ca-e8ac2213fab6" providerId="ADAL" clId="{3BC858B3-5CAF-45E6-9FD8-F8F45EEB5E37}" dt="2023-12-30T07:17:44.733" v="9" actId="27614"/>
        <pc:sldMkLst>
          <pc:docMk/>
          <pc:sldMk cId="2006006303" sldId="273"/>
        </pc:sldMkLst>
        <pc:spChg chg="add del">
          <ac:chgData name="Manas Tuwani" userId="5d421215-a11f-4a6e-90ca-e8ac2213fab6" providerId="ADAL" clId="{3BC858B3-5CAF-45E6-9FD8-F8F45EEB5E37}" dt="2023-12-30T07:17:11.084" v="3" actId="26606"/>
          <ac:spMkLst>
            <pc:docMk/>
            <pc:sldMk cId="2006006303" sldId="273"/>
            <ac:spMk id="8" creationId="{F3060C83-F051-4F0E-ABAD-AA0DFC48B218}"/>
          </ac:spMkLst>
        </pc:spChg>
        <pc:spChg chg="add del">
          <ac:chgData name="Manas Tuwani" userId="5d421215-a11f-4a6e-90ca-e8ac2213fab6" providerId="ADAL" clId="{3BC858B3-5CAF-45E6-9FD8-F8F45EEB5E37}" dt="2023-12-30T07:17:11.084" v="3" actId="26606"/>
          <ac:spMkLst>
            <pc:docMk/>
            <pc:sldMk cId="2006006303" sldId="273"/>
            <ac:spMk id="10" creationId="{83C98ABE-055B-441F-B07E-44F97F083C39}"/>
          </ac:spMkLst>
        </pc:spChg>
        <pc:spChg chg="add del">
          <ac:chgData name="Manas Tuwani" userId="5d421215-a11f-4a6e-90ca-e8ac2213fab6" providerId="ADAL" clId="{3BC858B3-5CAF-45E6-9FD8-F8F45EEB5E37}" dt="2023-12-30T07:17:11.084" v="3" actId="26606"/>
          <ac:spMkLst>
            <pc:docMk/>
            <pc:sldMk cId="2006006303" sldId="273"/>
            <ac:spMk id="12" creationId="{29FDB030-9B49-4CED-8CCD-4D99382388AC}"/>
          </ac:spMkLst>
        </pc:spChg>
        <pc:spChg chg="add del">
          <ac:chgData name="Manas Tuwani" userId="5d421215-a11f-4a6e-90ca-e8ac2213fab6" providerId="ADAL" clId="{3BC858B3-5CAF-45E6-9FD8-F8F45EEB5E37}" dt="2023-12-30T07:17:11.084" v="3" actId="26606"/>
          <ac:spMkLst>
            <pc:docMk/>
            <pc:sldMk cId="2006006303" sldId="273"/>
            <ac:spMk id="14" creationId="{3783CA14-24A1-485C-8B30-D6A5D87987AD}"/>
          </ac:spMkLst>
        </pc:spChg>
        <pc:spChg chg="add del">
          <ac:chgData name="Manas Tuwani" userId="5d421215-a11f-4a6e-90ca-e8ac2213fab6" providerId="ADAL" clId="{3BC858B3-5CAF-45E6-9FD8-F8F45EEB5E37}" dt="2023-12-30T07:17:11.084" v="3" actId="26606"/>
          <ac:spMkLst>
            <pc:docMk/>
            <pc:sldMk cId="2006006303" sldId="273"/>
            <ac:spMk id="16" creationId="{9A97C86A-04D6-40F7-AE84-31AB43E6A846}"/>
          </ac:spMkLst>
        </pc:spChg>
        <pc:spChg chg="add del">
          <ac:chgData name="Manas Tuwani" userId="5d421215-a11f-4a6e-90ca-e8ac2213fab6" providerId="ADAL" clId="{3BC858B3-5CAF-45E6-9FD8-F8F45EEB5E37}" dt="2023-12-30T07:17:11.084" v="3" actId="26606"/>
          <ac:spMkLst>
            <pc:docMk/>
            <pc:sldMk cId="2006006303" sldId="273"/>
            <ac:spMk id="18" creationId="{FF9F2414-84E8-453E-B1F3-389FDE8192D9}"/>
          </ac:spMkLst>
        </pc:spChg>
        <pc:spChg chg="add del">
          <ac:chgData name="Manas Tuwani" userId="5d421215-a11f-4a6e-90ca-e8ac2213fab6" providerId="ADAL" clId="{3BC858B3-5CAF-45E6-9FD8-F8F45EEB5E37}" dt="2023-12-30T07:17:11.084" v="3" actId="26606"/>
          <ac:spMkLst>
            <pc:docMk/>
            <pc:sldMk cId="2006006303" sldId="273"/>
            <ac:spMk id="20" creationId="{3ECA69A1-7536-43AC-85EF-C7106179F5ED}"/>
          </ac:spMkLst>
        </pc:spChg>
        <pc:spChg chg="add del">
          <ac:chgData name="Manas Tuwani" userId="5d421215-a11f-4a6e-90ca-e8ac2213fab6" providerId="ADAL" clId="{3BC858B3-5CAF-45E6-9FD8-F8F45EEB5E37}" dt="2023-12-30T07:17:14.352" v="5" actId="26606"/>
          <ac:spMkLst>
            <pc:docMk/>
            <pc:sldMk cId="2006006303" sldId="273"/>
            <ac:spMk id="22" creationId="{63644BFD-D22E-4019-B666-387DA51AEAFD}"/>
          </ac:spMkLst>
        </pc:spChg>
        <pc:spChg chg="add del">
          <ac:chgData name="Manas Tuwani" userId="5d421215-a11f-4a6e-90ca-e8ac2213fab6" providerId="ADAL" clId="{3BC858B3-5CAF-45E6-9FD8-F8F45EEB5E37}" dt="2023-12-30T07:17:14.352" v="5" actId="26606"/>
          <ac:spMkLst>
            <pc:docMk/>
            <pc:sldMk cId="2006006303" sldId="273"/>
            <ac:spMk id="25" creationId="{3776B14B-F2F4-4825-8DA8-8C7A0F2B3960}"/>
          </ac:spMkLst>
        </pc:spChg>
        <pc:spChg chg="add del">
          <ac:chgData name="Manas Tuwani" userId="5d421215-a11f-4a6e-90ca-e8ac2213fab6" providerId="ADAL" clId="{3BC858B3-5CAF-45E6-9FD8-F8F45EEB5E37}" dt="2023-12-30T07:17:21.675" v="7" actId="26606"/>
          <ac:spMkLst>
            <pc:docMk/>
            <pc:sldMk cId="2006006303" sldId="273"/>
            <ac:spMk id="27" creationId="{2215C6C6-E45C-4179-9FC1-E8A4C1D47430}"/>
          </ac:spMkLst>
        </pc:spChg>
        <pc:spChg chg="add del">
          <ac:chgData name="Manas Tuwani" userId="5d421215-a11f-4a6e-90ca-e8ac2213fab6" providerId="ADAL" clId="{3BC858B3-5CAF-45E6-9FD8-F8F45EEB5E37}" dt="2023-12-30T07:17:21.675" v="7" actId="26606"/>
          <ac:spMkLst>
            <pc:docMk/>
            <pc:sldMk cId="2006006303" sldId="273"/>
            <ac:spMk id="31" creationId="{3776B14B-F2F4-4825-8DA8-8C7A0F2B3960}"/>
          </ac:spMkLst>
        </pc:spChg>
        <pc:spChg chg="add">
          <ac:chgData name="Manas Tuwani" userId="5d421215-a11f-4a6e-90ca-e8ac2213fab6" providerId="ADAL" clId="{3BC858B3-5CAF-45E6-9FD8-F8F45EEB5E37}" dt="2023-12-30T07:17:21.678" v="8" actId="26606"/>
          <ac:spMkLst>
            <pc:docMk/>
            <pc:sldMk cId="2006006303" sldId="273"/>
            <ac:spMk id="33" creationId="{6D5872A3-CFF8-4F36-8446-6F1B04585A91}"/>
          </ac:spMkLst>
        </pc:spChg>
        <pc:spChg chg="add">
          <ac:chgData name="Manas Tuwani" userId="5d421215-a11f-4a6e-90ca-e8ac2213fab6" providerId="ADAL" clId="{3BC858B3-5CAF-45E6-9FD8-F8F45EEB5E37}" dt="2023-12-30T07:17:21.678" v="8" actId="26606"/>
          <ac:spMkLst>
            <pc:docMk/>
            <pc:sldMk cId="2006006303" sldId="273"/>
            <ac:spMk id="36" creationId="{5E2C537D-FECA-4C7F-A65B-F82518B3A196}"/>
          </ac:spMkLst>
        </pc:spChg>
        <pc:grpChg chg="add del">
          <ac:chgData name="Manas Tuwani" userId="5d421215-a11f-4a6e-90ca-e8ac2213fab6" providerId="ADAL" clId="{3BC858B3-5CAF-45E6-9FD8-F8F45EEB5E37}" dt="2023-12-30T07:17:14.352" v="5" actId="26606"/>
          <ac:grpSpMkLst>
            <pc:docMk/>
            <pc:sldMk cId="2006006303" sldId="273"/>
            <ac:grpSpMk id="23" creationId="{5FE9FE4C-C9E0-4C54-8010-EA9D29CD4D59}"/>
          </ac:grpSpMkLst>
        </pc:grpChg>
        <pc:grpChg chg="add del">
          <ac:chgData name="Manas Tuwani" userId="5d421215-a11f-4a6e-90ca-e8ac2213fab6" providerId="ADAL" clId="{3BC858B3-5CAF-45E6-9FD8-F8F45EEB5E37}" dt="2023-12-30T07:17:21.675" v="7" actId="26606"/>
          <ac:grpSpMkLst>
            <pc:docMk/>
            <pc:sldMk cId="2006006303" sldId="273"/>
            <ac:grpSpMk id="28" creationId="{5FE9FE4C-C9E0-4C54-8010-EA9D29CD4D59}"/>
          </ac:grpSpMkLst>
        </pc:grpChg>
        <pc:grpChg chg="add">
          <ac:chgData name="Manas Tuwani" userId="5d421215-a11f-4a6e-90ca-e8ac2213fab6" providerId="ADAL" clId="{3BC858B3-5CAF-45E6-9FD8-F8F45EEB5E37}" dt="2023-12-30T07:17:21.678" v="8" actId="26606"/>
          <ac:grpSpMkLst>
            <pc:docMk/>
            <pc:sldMk cId="2006006303" sldId="273"/>
            <ac:grpSpMk id="34" creationId="{47EC0934-1503-4296-A688-FC4E83E3F60F}"/>
          </ac:grpSpMkLst>
        </pc:grpChg>
        <pc:picChg chg="add mod">
          <ac:chgData name="Manas Tuwani" userId="5d421215-a11f-4a6e-90ca-e8ac2213fab6" providerId="ADAL" clId="{3BC858B3-5CAF-45E6-9FD8-F8F45EEB5E37}" dt="2023-12-30T07:17:44.733" v="9" actId="27614"/>
          <ac:picMkLst>
            <pc:docMk/>
            <pc:sldMk cId="2006006303" sldId="273"/>
            <ac:picMk id="3" creationId="{A1897635-6158-2BAB-C759-AB93B66AE844}"/>
          </ac:picMkLst>
        </pc:picChg>
      </pc:sldChg>
    </pc:docChg>
  </pc:docChgLst>
  <pc:docChgLst>
    <pc:chgData name="Manas Tuwani" userId="5d421215-a11f-4a6e-90ca-e8ac2213fab6" providerId="ADAL" clId="{D955C7F9-0FDF-421C-A5F5-113A3BC917D1}"/>
    <pc:docChg chg="undo custSel addSld delSld modSld">
      <pc:chgData name="Manas Tuwani" userId="5d421215-a11f-4a6e-90ca-e8ac2213fab6" providerId="ADAL" clId="{D955C7F9-0FDF-421C-A5F5-113A3BC917D1}" dt="2022-07-22T14:39:54.106" v="46" actId="1076"/>
      <pc:docMkLst>
        <pc:docMk/>
      </pc:docMkLst>
      <pc:sldChg chg="addSp delSp modSp mod setBg">
        <pc:chgData name="Manas Tuwani" userId="5d421215-a11f-4a6e-90ca-e8ac2213fab6" providerId="ADAL" clId="{D955C7F9-0FDF-421C-A5F5-113A3BC917D1}" dt="2022-07-22T13:18:11.308" v="11" actId="26606"/>
        <pc:sldMkLst>
          <pc:docMk/>
          <pc:sldMk cId="1297431149" sldId="257"/>
        </pc:sldMkLst>
        <pc:spChg chg="mod">
          <ac:chgData name="Manas Tuwani" userId="5d421215-a11f-4a6e-90ca-e8ac2213fab6" providerId="ADAL" clId="{D955C7F9-0FDF-421C-A5F5-113A3BC917D1}" dt="2022-07-22T13:18:11.308" v="11" actId="26606"/>
          <ac:spMkLst>
            <pc:docMk/>
            <pc:sldMk cId="1297431149" sldId="257"/>
            <ac:spMk id="2" creationId="{00000000-0000-0000-0000-000000000000}"/>
          </ac:spMkLst>
        </pc:spChg>
        <pc:spChg chg="mod">
          <ac:chgData name="Manas Tuwani" userId="5d421215-a11f-4a6e-90ca-e8ac2213fab6" providerId="ADAL" clId="{D955C7F9-0FDF-421C-A5F5-113A3BC917D1}" dt="2022-07-22T13:18:11.308" v="11" actId="26606"/>
          <ac:spMkLst>
            <pc:docMk/>
            <pc:sldMk cId="1297431149" sldId="257"/>
            <ac:spMk id="3" creationId="{00000000-0000-0000-0000-000000000000}"/>
          </ac:spMkLst>
        </pc:spChg>
        <pc:spChg chg="add del">
          <ac:chgData name="Manas Tuwani" userId="5d421215-a11f-4a6e-90ca-e8ac2213fab6" providerId="ADAL" clId="{D955C7F9-0FDF-421C-A5F5-113A3BC917D1}" dt="2022-07-22T13:18:11.308" v="11" actId="26606"/>
          <ac:spMkLst>
            <pc:docMk/>
            <pc:sldMk cId="1297431149" sldId="257"/>
            <ac:spMk id="8" creationId="{3AD318CC-E2A8-4E27-9548-A047A78999B1}"/>
          </ac:spMkLst>
        </pc:spChg>
        <pc:spChg chg="add del">
          <ac:chgData name="Manas Tuwani" userId="5d421215-a11f-4a6e-90ca-e8ac2213fab6" providerId="ADAL" clId="{D955C7F9-0FDF-421C-A5F5-113A3BC917D1}" dt="2022-07-22T13:18:11.308" v="11" actId="26606"/>
          <ac:spMkLst>
            <pc:docMk/>
            <pc:sldMk cId="1297431149" sldId="257"/>
            <ac:spMk id="14" creationId="{2C1BBA94-3F40-40AA-8BB9-E69E25E537C1}"/>
          </ac:spMkLst>
        </pc:spChg>
        <pc:spChg chg="add">
          <ac:chgData name="Manas Tuwani" userId="5d421215-a11f-4a6e-90ca-e8ac2213fab6" providerId="ADAL" clId="{D955C7F9-0FDF-421C-A5F5-113A3BC917D1}" dt="2022-07-22T13:18:11.308" v="11" actId="26606"/>
          <ac:spMkLst>
            <pc:docMk/>
            <pc:sldMk cId="1297431149" sldId="257"/>
            <ac:spMk id="19" creationId="{B6CDA21F-E7AF-4C75-8395-33F58D5B0E45}"/>
          </ac:spMkLst>
        </pc:spChg>
        <pc:spChg chg="add">
          <ac:chgData name="Manas Tuwani" userId="5d421215-a11f-4a6e-90ca-e8ac2213fab6" providerId="ADAL" clId="{D955C7F9-0FDF-421C-A5F5-113A3BC917D1}" dt="2022-07-22T13:18:11.308" v="11" actId="26606"/>
          <ac:spMkLst>
            <pc:docMk/>
            <pc:sldMk cId="1297431149" sldId="257"/>
            <ac:spMk id="26" creationId="{D5B0017B-2ECA-49AF-B397-DC140825DF8D}"/>
          </ac:spMkLst>
        </pc:spChg>
        <pc:grpChg chg="add del">
          <ac:chgData name="Manas Tuwani" userId="5d421215-a11f-4a6e-90ca-e8ac2213fab6" providerId="ADAL" clId="{D955C7F9-0FDF-421C-A5F5-113A3BC917D1}" dt="2022-07-22T13:18:11.308" v="11" actId="26606"/>
          <ac:grpSpMkLst>
            <pc:docMk/>
            <pc:sldMk cId="1297431149" sldId="257"/>
            <ac:grpSpMk id="10" creationId="{B14B560F-9DD7-4302-A60B-EBD3EF59B073}"/>
          </ac:grpSpMkLst>
        </pc:grpChg>
        <pc:grpChg chg="add">
          <ac:chgData name="Manas Tuwani" userId="5d421215-a11f-4a6e-90ca-e8ac2213fab6" providerId="ADAL" clId="{D955C7F9-0FDF-421C-A5F5-113A3BC917D1}" dt="2022-07-22T13:18:11.308" v="11" actId="26606"/>
          <ac:grpSpMkLst>
            <pc:docMk/>
            <pc:sldMk cId="1297431149" sldId="257"/>
            <ac:grpSpMk id="21" creationId="{AE1C45F0-260A-458C-96ED-C1F6D2151219}"/>
          </ac:grpSpMkLst>
        </pc:grpChg>
        <pc:cxnChg chg="add">
          <ac:chgData name="Manas Tuwani" userId="5d421215-a11f-4a6e-90ca-e8ac2213fab6" providerId="ADAL" clId="{D955C7F9-0FDF-421C-A5F5-113A3BC917D1}" dt="2022-07-22T13:18:11.308" v="11" actId="26606"/>
          <ac:cxnSpMkLst>
            <pc:docMk/>
            <pc:sldMk cId="1297431149" sldId="257"/>
            <ac:cxnSpMk id="28" creationId="{6CF1BAF6-AD41-4082-B212-8A1F9A2E8779}"/>
          </ac:cxnSpMkLst>
        </pc:cxnChg>
      </pc:sldChg>
      <pc:sldChg chg="addSp modSp mod setBg">
        <pc:chgData name="Manas Tuwani" userId="5d421215-a11f-4a6e-90ca-e8ac2213fab6" providerId="ADAL" clId="{D955C7F9-0FDF-421C-A5F5-113A3BC917D1}" dt="2022-07-22T13:18:27.470" v="12" actId="26606"/>
        <pc:sldMkLst>
          <pc:docMk/>
          <pc:sldMk cId="1603234853" sldId="258"/>
        </pc:sldMkLst>
        <pc:spChg chg="mod">
          <ac:chgData name="Manas Tuwani" userId="5d421215-a11f-4a6e-90ca-e8ac2213fab6" providerId="ADAL" clId="{D955C7F9-0FDF-421C-A5F5-113A3BC917D1}" dt="2022-07-22T13:18:27.470" v="12" actId="26606"/>
          <ac:spMkLst>
            <pc:docMk/>
            <pc:sldMk cId="1603234853" sldId="258"/>
            <ac:spMk id="2" creationId="{00000000-0000-0000-0000-000000000000}"/>
          </ac:spMkLst>
        </pc:spChg>
        <pc:spChg chg="mod">
          <ac:chgData name="Manas Tuwani" userId="5d421215-a11f-4a6e-90ca-e8ac2213fab6" providerId="ADAL" clId="{D955C7F9-0FDF-421C-A5F5-113A3BC917D1}" dt="2022-07-22T13:18:27.470" v="12" actId="26606"/>
          <ac:spMkLst>
            <pc:docMk/>
            <pc:sldMk cId="1603234853" sldId="258"/>
            <ac:spMk id="3" creationId="{00000000-0000-0000-0000-000000000000}"/>
          </ac:spMkLst>
        </pc:spChg>
        <pc:spChg chg="add">
          <ac:chgData name="Manas Tuwani" userId="5d421215-a11f-4a6e-90ca-e8ac2213fab6" providerId="ADAL" clId="{D955C7F9-0FDF-421C-A5F5-113A3BC917D1}" dt="2022-07-22T13:18:27.470" v="12" actId="26606"/>
          <ac:spMkLst>
            <pc:docMk/>
            <pc:sldMk cId="1603234853" sldId="258"/>
            <ac:spMk id="8" creationId="{DBF61EA3-B236-439E-9C0B-340980D56BEE}"/>
          </ac:spMkLst>
        </pc:spChg>
        <pc:spChg chg="add">
          <ac:chgData name="Manas Tuwani" userId="5d421215-a11f-4a6e-90ca-e8ac2213fab6" providerId="ADAL" clId="{D955C7F9-0FDF-421C-A5F5-113A3BC917D1}" dt="2022-07-22T13:18:27.470" v="12" actId="26606"/>
          <ac:spMkLst>
            <pc:docMk/>
            <pc:sldMk cId="1603234853" sldId="258"/>
            <ac:spMk id="14" creationId="{E659831F-0D9A-4C63-9EBB-8435B85A440F}"/>
          </ac:spMkLst>
        </pc:spChg>
        <pc:grpChg chg="add">
          <ac:chgData name="Manas Tuwani" userId="5d421215-a11f-4a6e-90ca-e8ac2213fab6" providerId="ADAL" clId="{D955C7F9-0FDF-421C-A5F5-113A3BC917D1}" dt="2022-07-22T13:18:27.470" v="12" actId="26606"/>
          <ac:grpSpMkLst>
            <pc:docMk/>
            <pc:sldMk cId="1603234853" sldId="258"/>
            <ac:grpSpMk id="10" creationId="{28FAF094-D087-493F-8DF9-A486C2D6BBAA}"/>
          </ac:grpSpMkLst>
        </pc:grpChg>
      </pc:sldChg>
      <pc:sldChg chg="addSp modSp mod setBg">
        <pc:chgData name="Manas Tuwani" userId="5d421215-a11f-4a6e-90ca-e8ac2213fab6" providerId="ADAL" clId="{D955C7F9-0FDF-421C-A5F5-113A3BC917D1}" dt="2022-07-22T13:19:06.686" v="15" actId="113"/>
        <pc:sldMkLst>
          <pc:docMk/>
          <pc:sldMk cId="1368889182" sldId="259"/>
        </pc:sldMkLst>
        <pc:spChg chg="mod">
          <ac:chgData name="Manas Tuwani" userId="5d421215-a11f-4a6e-90ca-e8ac2213fab6" providerId="ADAL" clId="{D955C7F9-0FDF-421C-A5F5-113A3BC917D1}" dt="2022-07-22T13:18:59.168" v="14" actId="26606"/>
          <ac:spMkLst>
            <pc:docMk/>
            <pc:sldMk cId="1368889182" sldId="259"/>
            <ac:spMk id="2" creationId="{00000000-0000-0000-0000-000000000000}"/>
          </ac:spMkLst>
        </pc:spChg>
        <pc:spChg chg="mod">
          <ac:chgData name="Manas Tuwani" userId="5d421215-a11f-4a6e-90ca-e8ac2213fab6" providerId="ADAL" clId="{D955C7F9-0FDF-421C-A5F5-113A3BC917D1}" dt="2022-07-22T13:19:06.686" v="15" actId="113"/>
          <ac:spMkLst>
            <pc:docMk/>
            <pc:sldMk cId="1368889182" sldId="259"/>
            <ac:spMk id="3" creationId="{00000000-0000-0000-0000-000000000000}"/>
          </ac:spMkLst>
        </pc:spChg>
        <pc:spChg chg="add">
          <ac:chgData name="Manas Tuwani" userId="5d421215-a11f-4a6e-90ca-e8ac2213fab6" providerId="ADAL" clId="{D955C7F9-0FDF-421C-A5F5-113A3BC917D1}" dt="2022-07-22T13:18:59.168" v="14" actId="26606"/>
          <ac:spMkLst>
            <pc:docMk/>
            <pc:sldMk cId="1368889182" sldId="259"/>
            <ac:spMk id="8" creationId="{DBF61EA3-B236-439E-9C0B-340980D56BEE}"/>
          </ac:spMkLst>
        </pc:spChg>
        <pc:spChg chg="add">
          <ac:chgData name="Manas Tuwani" userId="5d421215-a11f-4a6e-90ca-e8ac2213fab6" providerId="ADAL" clId="{D955C7F9-0FDF-421C-A5F5-113A3BC917D1}" dt="2022-07-22T13:18:59.168" v="14" actId="26606"/>
          <ac:spMkLst>
            <pc:docMk/>
            <pc:sldMk cId="1368889182" sldId="259"/>
            <ac:spMk id="14" creationId="{E659831F-0D9A-4C63-9EBB-8435B85A440F}"/>
          </ac:spMkLst>
        </pc:spChg>
        <pc:grpChg chg="add">
          <ac:chgData name="Manas Tuwani" userId="5d421215-a11f-4a6e-90ca-e8ac2213fab6" providerId="ADAL" clId="{D955C7F9-0FDF-421C-A5F5-113A3BC917D1}" dt="2022-07-22T13:18:59.168" v="14" actId="26606"/>
          <ac:grpSpMkLst>
            <pc:docMk/>
            <pc:sldMk cId="1368889182" sldId="259"/>
            <ac:grpSpMk id="10" creationId="{28FAF094-D087-493F-8DF9-A486C2D6BBAA}"/>
          </ac:grpSpMkLst>
        </pc:grpChg>
      </pc:sldChg>
      <pc:sldChg chg="addSp modSp mod setBg">
        <pc:chgData name="Manas Tuwani" userId="5d421215-a11f-4a6e-90ca-e8ac2213fab6" providerId="ADAL" clId="{D955C7F9-0FDF-421C-A5F5-113A3BC917D1}" dt="2022-07-22T14:07:35.972" v="42" actId="20577"/>
        <pc:sldMkLst>
          <pc:docMk/>
          <pc:sldMk cId="1638877993" sldId="260"/>
        </pc:sldMkLst>
        <pc:spChg chg="mod">
          <ac:chgData name="Manas Tuwani" userId="5d421215-a11f-4a6e-90ca-e8ac2213fab6" providerId="ADAL" clId="{D955C7F9-0FDF-421C-A5F5-113A3BC917D1}" dt="2022-07-22T13:19:22.708" v="18" actId="26606"/>
          <ac:spMkLst>
            <pc:docMk/>
            <pc:sldMk cId="1638877993" sldId="260"/>
            <ac:spMk id="2" creationId="{00000000-0000-0000-0000-000000000000}"/>
          </ac:spMkLst>
        </pc:spChg>
        <pc:spChg chg="mod">
          <ac:chgData name="Manas Tuwani" userId="5d421215-a11f-4a6e-90ca-e8ac2213fab6" providerId="ADAL" clId="{D955C7F9-0FDF-421C-A5F5-113A3BC917D1}" dt="2022-07-22T14:07:35.972" v="42" actId="20577"/>
          <ac:spMkLst>
            <pc:docMk/>
            <pc:sldMk cId="1638877993" sldId="260"/>
            <ac:spMk id="3" creationId="{00000000-0000-0000-0000-000000000000}"/>
          </ac:spMkLst>
        </pc:spChg>
        <pc:spChg chg="add">
          <ac:chgData name="Manas Tuwani" userId="5d421215-a11f-4a6e-90ca-e8ac2213fab6" providerId="ADAL" clId="{D955C7F9-0FDF-421C-A5F5-113A3BC917D1}" dt="2022-07-22T13:19:22.708" v="18" actId="26606"/>
          <ac:spMkLst>
            <pc:docMk/>
            <pc:sldMk cId="1638877993" sldId="260"/>
            <ac:spMk id="2055" creationId="{058A14AF-9FB5-4CC7-BA35-E8E85D3EDF0E}"/>
          </ac:spMkLst>
        </pc:spChg>
        <pc:spChg chg="add">
          <ac:chgData name="Manas Tuwani" userId="5d421215-a11f-4a6e-90ca-e8ac2213fab6" providerId="ADAL" clId="{D955C7F9-0FDF-421C-A5F5-113A3BC917D1}" dt="2022-07-22T13:19:22.708" v="18" actId="26606"/>
          <ac:spMkLst>
            <pc:docMk/>
            <pc:sldMk cId="1638877993" sldId="260"/>
            <ac:spMk id="2057" creationId="{3A9A4357-BD1D-4622-A4FE-766E6AB8DE84}"/>
          </ac:spMkLst>
        </pc:spChg>
        <pc:spChg chg="add">
          <ac:chgData name="Manas Tuwani" userId="5d421215-a11f-4a6e-90ca-e8ac2213fab6" providerId="ADAL" clId="{D955C7F9-0FDF-421C-A5F5-113A3BC917D1}" dt="2022-07-22T13:19:22.708" v="18" actId="26606"/>
          <ac:spMkLst>
            <pc:docMk/>
            <pc:sldMk cId="1638877993" sldId="260"/>
            <ac:spMk id="2059" creationId="{E659831F-0D9A-4C63-9EBB-8435B85A440F}"/>
          </ac:spMkLst>
        </pc:spChg>
        <pc:spChg chg="add">
          <ac:chgData name="Manas Tuwani" userId="5d421215-a11f-4a6e-90ca-e8ac2213fab6" providerId="ADAL" clId="{D955C7F9-0FDF-421C-A5F5-113A3BC917D1}" dt="2022-07-22T13:19:22.708" v="18" actId="26606"/>
          <ac:spMkLst>
            <pc:docMk/>
            <pc:sldMk cId="1638877993" sldId="260"/>
            <ac:spMk id="2061" creationId="{E6995CE5-F890-4ABA-82A2-26507CE8D2A3}"/>
          </ac:spMkLst>
        </pc:spChg>
        <pc:picChg chg="mod">
          <ac:chgData name="Manas Tuwani" userId="5d421215-a11f-4a6e-90ca-e8ac2213fab6" providerId="ADAL" clId="{D955C7F9-0FDF-421C-A5F5-113A3BC917D1}" dt="2022-07-22T13:19:22.708" v="18" actId="26606"/>
          <ac:picMkLst>
            <pc:docMk/>
            <pc:sldMk cId="1638877993" sldId="260"/>
            <ac:picMk id="2050" creationId="{00000000-0000-0000-0000-000000000000}"/>
          </ac:picMkLst>
        </pc:picChg>
      </pc:sldChg>
      <pc:sldChg chg="addSp delSp modSp mod setBg">
        <pc:chgData name="Manas Tuwani" userId="5d421215-a11f-4a6e-90ca-e8ac2213fab6" providerId="ADAL" clId="{D955C7F9-0FDF-421C-A5F5-113A3BC917D1}" dt="2022-07-22T13:19:16.579" v="17" actId="26606"/>
        <pc:sldMkLst>
          <pc:docMk/>
          <pc:sldMk cId="3245502139" sldId="261"/>
        </pc:sldMkLst>
        <pc:spChg chg="add del">
          <ac:chgData name="Manas Tuwani" userId="5d421215-a11f-4a6e-90ca-e8ac2213fab6" providerId="ADAL" clId="{D955C7F9-0FDF-421C-A5F5-113A3BC917D1}" dt="2022-07-22T13:19:16.579" v="17" actId="26606"/>
          <ac:spMkLst>
            <pc:docMk/>
            <pc:sldMk cId="3245502139" sldId="261"/>
            <ac:spMk id="1031" creationId="{63644BFD-D22E-4019-B666-387DA51AEAFD}"/>
          </ac:spMkLst>
        </pc:spChg>
        <pc:spChg chg="add del">
          <ac:chgData name="Manas Tuwani" userId="5d421215-a11f-4a6e-90ca-e8ac2213fab6" providerId="ADAL" clId="{D955C7F9-0FDF-421C-A5F5-113A3BC917D1}" dt="2022-07-22T13:19:16.579" v="17" actId="26606"/>
          <ac:spMkLst>
            <pc:docMk/>
            <pc:sldMk cId="3245502139" sldId="261"/>
            <ac:spMk id="1037" creationId="{3776B14B-F2F4-4825-8DA8-8C7A0F2B3960}"/>
          </ac:spMkLst>
        </pc:spChg>
        <pc:grpChg chg="add del">
          <ac:chgData name="Manas Tuwani" userId="5d421215-a11f-4a6e-90ca-e8ac2213fab6" providerId="ADAL" clId="{D955C7F9-0FDF-421C-A5F5-113A3BC917D1}" dt="2022-07-22T13:19:16.579" v="17" actId="26606"/>
          <ac:grpSpMkLst>
            <pc:docMk/>
            <pc:sldMk cId="3245502139" sldId="261"/>
            <ac:grpSpMk id="1033" creationId="{5FE9FE4C-C9E0-4C54-8010-EA9D29CD4D59}"/>
          </ac:grpSpMkLst>
        </pc:grpChg>
        <pc:picChg chg="mod">
          <ac:chgData name="Manas Tuwani" userId="5d421215-a11f-4a6e-90ca-e8ac2213fab6" providerId="ADAL" clId="{D955C7F9-0FDF-421C-A5F5-113A3BC917D1}" dt="2022-07-22T13:19:16.579" v="17" actId="26606"/>
          <ac:picMkLst>
            <pc:docMk/>
            <pc:sldMk cId="3245502139" sldId="261"/>
            <ac:picMk id="1026" creationId="{00000000-0000-0000-0000-000000000000}"/>
          </ac:picMkLst>
        </pc:picChg>
      </pc:sldChg>
      <pc:sldChg chg="addSp modSp mod setBg">
        <pc:chgData name="Manas Tuwani" userId="5d421215-a11f-4a6e-90ca-e8ac2213fab6" providerId="ADAL" clId="{D955C7F9-0FDF-421C-A5F5-113A3BC917D1}" dt="2022-07-22T13:19:30.732" v="19" actId="26606"/>
        <pc:sldMkLst>
          <pc:docMk/>
          <pc:sldMk cId="479187042" sldId="263"/>
        </pc:sldMkLst>
        <pc:spChg chg="mod">
          <ac:chgData name="Manas Tuwani" userId="5d421215-a11f-4a6e-90ca-e8ac2213fab6" providerId="ADAL" clId="{D955C7F9-0FDF-421C-A5F5-113A3BC917D1}" dt="2022-07-22T13:19:30.732" v="19" actId="26606"/>
          <ac:spMkLst>
            <pc:docMk/>
            <pc:sldMk cId="479187042" sldId="263"/>
            <ac:spMk id="2" creationId="{00000000-0000-0000-0000-000000000000}"/>
          </ac:spMkLst>
        </pc:spChg>
        <pc:spChg chg="mod">
          <ac:chgData name="Manas Tuwani" userId="5d421215-a11f-4a6e-90ca-e8ac2213fab6" providerId="ADAL" clId="{D955C7F9-0FDF-421C-A5F5-113A3BC917D1}" dt="2022-07-22T13:19:30.732" v="19" actId="26606"/>
          <ac:spMkLst>
            <pc:docMk/>
            <pc:sldMk cId="479187042" sldId="263"/>
            <ac:spMk id="3" creationId="{00000000-0000-0000-0000-000000000000}"/>
          </ac:spMkLst>
        </pc:spChg>
        <pc:spChg chg="add">
          <ac:chgData name="Manas Tuwani" userId="5d421215-a11f-4a6e-90ca-e8ac2213fab6" providerId="ADAL" clId="{D955C7F9-0FDF-421C-A5F5-113A3BC917D1}" dt="2022-07-22T13:19:30.732" v="19" actId="26606"/>
          <ac:spMkLst>
            <pc:docMk/>
            <pc:sldMk cId="479187042" sldId="263"/>
            <ac:spMk id="4103" creationId="{058A14AF-9FB5-4CC7-BA35-E8E85D3EDF0E}"/>
          </ac:spMkLst>
        </pc:spChg>
        <pc:spChg chg="add">
          <ac:chgData name="Manas Tuwani" userId="5d421215-a11f-4a6e-90ca-e8ac2213fab6" providerId="ADAL" clId="{D955C7F9-0FDF-421C-A5F5-113A3BC917D1}" dt="2022-07-22T13:19:30.732" v="19" actId="26606"/>
          <ac:spMkLst>
            <pc:docMk/>
            <pc:sldMk cId="479187042" sldId="263"/>
            <ac:spMk id="4105" creationId="{3A9A4357-BD1D-4622-A4FE-766E6AB8DE84}"/>
          </ac:spMkLst>
        </pc:spChg>
        <pc:spChg chg="add">
          <ac:chgData name="Manas Tuwani" userId="5d421215-a11f-4a6e-90ca-e8ac2213fab6" providerId="ADAL" clId="{D955C7F9-0FDF-421C-A5F5-113A3BC917D1}" dt="2022-07-22T13:19:30.732" v="19" actId="26606"/>
          <ac:spMkLst>
            <pc:docMk/>
            <pc:sldMk cId="479187042" sldId="263"/>
            <ac:spMk id="4107" creationId="{E659831F-0D9A-4C63-9EBB-8435B85A440F}"/>
          </ac:spMkLst>
        </pc:spChg>
        <pc:spChg chg="add">
          <ac:chgData name="Manas Tuwani" userId="5d421215-a11f-4a6e-90ca-e8ac2213fab6" providerId="ADAL" clId="{D955C7F9-0FDF-421C-A5F5-113A3BC917D1}" dt="2022-07-22T13:19:30.732" v="19" actId="26606"/>
          <ac:spMkLst>
            <pc:docMk/>
            <pc:sldMk cId="479187042" sldId="263"/>
            <ac:spMk id="4109" creationId="{E6995CE5-F890-4ABA-82A2-26507CE8D2A3}"/>
          </ac:spMkLst>
        </pc:spChg>
        <pc:picChg chg="mod">
          <ac:chgData name="Manas Tuwani" userId="5d421215-a11f-4a6e-90ca-e8ac2213fab6" providerId="ADAL" clId="{D955C7F9-0FDF-421C-A5F5-113A3BC917D1}" dt="2022-07-22T13:19:30.732" v="19" actId="26606"/>
          <ac:picMkLst>
            <pc:docMk/>
            <pc:sldMk cId="479187042" sldId="263"/>
            <ac:picMk id="4098" creationId="{00000000-0000-0000-0000-000000000000}"/>
          </ac:picMkLst>
        </pc:picChg>
      </pc:sldChg>
      <pc:sldChg chg="addSp delSp modSp mod setBg">
        <pc:chgData name="Manas Tuwani" userId="5d421215-a11f-4a6e-90ca-e8ac2213fab6" providerId="ADAL" clId="{D955C7F9-0FDF-421C-A5F5-113A3BC917D1}" dt="2022-07-22T13:19:47.985" v="24" actId="26606"/>
        <pc:sldMkLst>
          <pc:docMk/>
          <pc:sldMk cId="2028310260" sldId="265"/>
        </pc:sldMkLst>
        <pc:spChg chg="add del">
          <ac:chgData name="Manas Tuwani" userId="5d421215-a11f-4a6e-90ca-e8ac2213fab6" providerId="ADAL" clId="{D955C7F9-0FDF-421C-A5F5-113A3BC917D1}" dt="2022-07-22T13:19:42.651" v="21" actId="26606"/>
          <ac:spMkLst>
            <pc:docMk/>
            <pc:sldMk cId="2028310260" sldId="265"/>
            <ac:spMk id="6151" creationId="{63644BFD-D22E-4019-B666-387DA51AEAFD}"/>
          </ac:spMkLst>
        </pc:spChg>
        <pc:spChg chg="add">
          <ac:chgData name="Manas Tuwani" userId="5d421215-a11f-4a6e-90ca-e8ac2213fab6" providerId="ADAL" clId="{D955C7F9-0FDF-421C-A5F5-113A3BC917D1}" dt="2022-07-22T13:19:47.985" v="24" actId="26606"/>
          <ac:spMkLst>
            <pc:docMk/>
            <pc:sldMk cId="2028310260" sldId="265"/>
            <ac:spMk id="6155" creationId="{864DE13E-58EB-4475-B79C-0D4FC651239B}"/>
          </ac:spMkLst>
        </pc:spChg>
        <pc:spChg chg="add del">
          <ac:chgData name="Manas Tuwani" userId="5d421215-a11f-4a6e-90ca-e8ac2213fab6" providerId="ADAL" clId="{D955C7F9-0FDF-421C-A5F5-113A3BC917D1}" dt="2022-07-22T13:19:42.651" v="21" actId="26606"/>
          <ac:spMkLst>
            <pc:docMk/>
            <pc:sldMk cId="2028310260" sldId="265"/>
            <ac:spMk id="6157" creationId="{3776B14B-F2F4-4825-8DA8-8C7A0F2B3960}"/>
          </ac:spMkLst>
        </pc:spChg>
        <pc:spChg chg="add del">
          <ac:chgData name="Manas Tuwani" userId="5d421215-a11f-4a6e-90ca-e8ac2213fab6" providerId="ADAL" clId="{D955C7F9-0FDF-421C-A5F5-113A3BC917D1}" dt="2022-07-22T13:19:47.980" v="23" actId="26606"/>
          <ac:spMkLst>
            <pc:docMk/>
            <pc:sldMk cId="2028310260" sldId="265"/>
            <ac:spMk id="6159" creationId="{3DAD86CA-8235-409B-982B-5E7A033E2392}"/>
          </ac:spMkLst>
        </pc:spChg>
        <pc:spChg chg="add del">
          <ac:chgData name="Manas Tuwani" userId="5d421215-a11f-4a6e-90ca-e8ac2213fab6" providerId="ADAL" clId="{D955C7F9-0FDF-421C-A5F5-113A3BC917D1}" dt="2022-07-22T13:19:47.980" v="23" actId="26606"/>
          <ac:spMkLst>
            <pc:docMk/>
            <pc:sldMk cId="2028310260" sldId="265"/>
            <ac:spMk id="6160" creationId="{9F234FBA-3501-47B4-AE0C-AA4AFBC8F603}"/>
          </ac:spMkLst>
        </pc:spChg>
        <pc:spChg chg="add del">
          <ac:chgData name="Manas Tuwani" userId="5d421215-a11f-4a6e-90ca-e8ac2213fab6" providerId="ADAL" clId="{D955C7F9-0FDF-421C-A5F5-113A3BC917D1}" dt="2022-07-22T13:19:47.980" v="23" actId="26606"/>
          <ac:spMkLst>
            <pc:docMk/>
            <pc:sldMk cId="2028310260" sldId="265"/>
            <ac:spMk id="6161" creationId="{B5EF893B-0491-416E-9D33-BADE9600792A}"/>
          </ac:spMkLst>
        </pc:spChg>
        <pc:spChg chg="add">
          <ac:chgData name="Manas Tuwani" userId="5d421215-a11f-4a6e-90ca-e8ac2213fab6" providerId="ADAL" clId="{D955C7F9-0FDF-421C-A5F5-113A3BC917D1}" dt="2022-07-22T13:19:47.985" v="24" actId="26606"/>
          <ac:spMkLst>
            <pc:docMk/>
            <pc:sldMk cId="2028310260" sldId="265"/>
            <ac:spMk id="6164" creationId="{69D184B2-2226-4E31-BCCB-444330767440}"/>
          </ac:spMkLst>
        </pc:spChg>
        <pc:spChg chg="add">
          <ac:chgData name="Manas Tuwani" userId="5d421215-a11f-4a6e-90ca-e8ac2213fab6" providerId="ADAL" clId="{D955C7F9-0FDF-421C-A5F5-113A3BC917D1}" dt="2022-07-22T13:19:47.985" v="24" actId="26606"/>
          <ac:spMkLst>
            <pc:docMk/>
            <pc:sldMk cId="2028310260" sldId="265"/>
            <ac:spMk id="6165" creationId="{1AC4D4E3-486A-464A-8EC8-D44881097267}"/>
          </ac:spMkLst>
        </pc:spChg>
        <pc:grpChg chg="add del">
          <ac:chgData name="Manas Tuwani" userId="5d421215-a11f-4a6e-90ca-e8ac2213fab6" providerId="ADAL" clId="{D955C7F9-0FDF-421C-A5F5-113A3BC917D1}" dt="2022-07-22T13:19:42.651" v="21" actId="26606"/>
          <ac:grpSpMkLst>
            <pc:docMk/>
            <pc:sldMk cId="2028310260" sldId="265"/>
            <ac:grpSpMk id="6153" creationId="{5FE9FE4C-C9E0-4C54-8010-EA9D29CD4D59}"/>
          </ac:grpSpMkLst>
        </pc:grpChg>
        <pc:picChg chg="mod">
          <ac:chgData name="Manas Tuwani" userId="5d421215-a11f-4a6e-90ca-e8ac2213fab6" providerId="ADAL" clId="{D955C7F9-0FDF-421C-A5F5-113A3BC917D1}" dt="2022-07-22T13:19:47.985" v="24" actId="26606"/>
          <ac:picMkLst>
            <pc:docMk/>
            <pc:sldMk cId="2028310260" sldId="265"/>
            <ac:picMk id="6146" creationId="{00000000-0000-0000-0000-000000000000}"/>
          </ac:picMkLst>
        </pc:picChg>
        <pc:cxnChg chg="add del">
          <ac:chgData name="Manas Tuwani" userId="5d421215-a11f-4a6e-90ca-e8ac2213fab6" providerId="ADAL" clId="{D955C7F9-0FDF-421C-A5F5-113A3BC917D1}" dt="2022-07-22T13:19:47.980" v="23" actId="26606"/>
          <ac:cxnSpMkLst>
            <pc:docMk/>
            <pc:sldMk cId="2028310260" sldId="265"/>
            <ac:cxnSpMk id="6162" creationId="{469F4FF8-F8B0-4630-BA1B-0D8B324CD5FF}"/>
          </ac:cxnSpMkLst>
        </pc:cxnChg>
      </pc:sldChg>
      <pc:sldChg chg="addSp delSp modSp mod setBg">
        <pc:chgData name="Manas Tuwani" userId="5d421215-a11f-4a6e-90ca-e8ac2213fab6" providerId="ADAL" clId="{D955C7F9-0FDF-421C-A5F5-113A3BC917D1}" dt="2022-07-22T14:39:22.718" v="45" actId="1076"/>
        <pc:sldMkLst>
          <pc:docMk/>
          <pc:sldMk cId="2572099754" sldId="266"/>
        </pc:sldMkLst>
        <pc:spChg chg="mod">
          <ac:chgData name="Manas Tuwani" userId="5d421215-a11f-4a6e-90ca-e8ac2213fab6" providerId="ADAL" clId="{D955C7F9-0FDF-421C-A5F5-113A3BC917D1}" dt="2022-07-22T13:20:00.433" v="25" actId="26606"/>
          <ac:spMkLst>
            <pc:docMk/>
            <pc:sldMk cId="2572099754" sldId="266"/>
            <ac:spMk id="2" creationId="{00000000-0000-0000-0000-000000000000}"/>
          </ac:spMkLst>
        </pc:spChg>
        <pc:spChg chg="mod">
          <ac:chgData name="Manas Tuwani" userId="5d421215-a11f-4a6e-90ca-e8ac2213fab6" providerId="ADAL" clId="{D955C7F9-0FDF-421C-A5F5-113A3BC917D1}" dt="2022-07-22T14:39:22.718" v="45" actId="1076"/>
          <ac:spMkLst>
            <pc:docMk/>
            <pc:sldMk cId="2572099754" sldId="266"/>
            <ac:spMk id="3" creationId="{00000000-0000-0000-0000-000000000000}"/>
          </ac:spMkLst>
        </pc:spChg>
        <pc:spChg chg="add">
          <ac:chgData name="Manas Tuwani" userId="5d421215-a11f-4a6e-90ca-e8ac2213fab6" providerId="ADAL" clId="{D955C7F9-0FDF-421C-A5F5-113A3BC917D1}" dt="2022-07-22T13:20:00.433" v="25" actId="26606"/>
          <ac:spMkLst>
            <pc:docMk/>
            <pc:sldMk cId="2572099754" sldId="266"/>
            <ac:spMk id="7176" creationId="{32FD50D0-1315-48C4-BB87-7646B049A0FA}"/>
          </ac:spMkLst>
        </pc:spChg>
        <pc:grpChg chg="add">
          <ac:chgData name="Manas Tuwani" userId="5d421215-a11f-4a6e-90ca-e8ac2213fab6" providerId="ADAL" clId="{D955C7F9-0FDF-421C-A5F5-113A3BC917D1}" dt="2022-07-22T13:20:00.433" v="25" actId="26606"/>
          <ac:grpSpMkLst>
            <pc:docMk/>
            <pc:sldMk cId="2572099754" sldId="266"/>
            <ac:grpSpMk id="7178" creationId="{CA83E95F-11F0-4EF3-B911-EC4A265F0826}"/>
          </ac:grpSpMkLst>
        </pc:grpChg>
        <pc:picChg chg="del mod ord">
          <ac:chgData name="Manas Tuwani" userId="5d421215-a11f-4a6e-90ca-e8ac2213fab6" providerId="ADAL" clId="{D955C7F9-0FDF-421C-A5F5-113A3BC917D1}" dt="2022-07-22T14:39:07.511" v="43" actId="478"/>
          <ac:picMkLst>
            <pc:docMk/>
            <pc:sldMk cId="2572099754" sldId="266"/>
            <ac:picMk id="7170" creationId="{00000000-0000-0000-0000-000000000000}"/>
          </ac:picMkLst>
        </pc:picChg>
        <pc:picChg chg="mod">
          <ac:chgData name="Manas Tuwani" userId="5d421215-a11f-4a6e-90ca-e8ac2213fab6" providerId="ADAL" clId="{D955C7F9-0FDF-421C-A5F5-113A3BC917D1}" dt="2022-07-22T14:39:16.814" v="44" actId="1076"/>
          <ac:picMkLst>
            <pc:docMk/>
            <pc:sldMk cId="2572099754" sldId="266"/>
            <ac:picMk id="7171" creationId="{00000000-0000-0000-0000-000000000000}"/>
          </ac:picMkLst>
        </pc:picChg>
      </pc:sldChg>
      <pc:sldChg chg="addSp delSp modSp mod setBg">
        <pc:chgData name="Manas Tuwani" userId="5d421215-a11f-4a6e-90ca-e8ac2213fab6" providerId="ADAL" clId="{D955C7F9-0FDF-421C-A5F5-113A3BC917D1}" dt="2022-07-22T14:39:54.106" v="46" actId="1076"/>
        <pc:sldMkLst>
          <pc:docMk/>
          <pc:sldMk cId="1879011129" sldId="267"/>
        </pc:sldMkLst>
        <pc:spChg chg="add del">
          <ac:chgData name="Manas Tuwani" userId="5d421215-a11f-4a6e-90ca-e8ac2213fab6" providerId="ADAL" clId="{D955C7F9-0FDF-421C-A5F5-113A3BC917D1}" dt="2022-07-22T13:20:38.496" v="31" actId="26606"/>
          <ac:spMkLst>
            <pc:docMk/>
            <pc:sldMk cId="1879011129" sldId="267"/>
            <ac:spMk id="8200" creationId="{69D184B2-2226-4E31-BCCB-444330767440}"/>
          </ac:spMkLst>
        </pc:spChg>
        <pc:spChg chg="add del">
          <ac:chgData name="Manas Tuwani" userId="5d421215-a11f-4a6e-90ca-e8ac2213fab6" providerId="ADAL" clId="{D955C7F9-0FDF-421C-A5F5-113A3BC917D1}" dt="2022-07-22T13:20:38.496" v="31" actId="26606"/>
          <ac:spMkLst>
            <pc:docMk/>
            <pc:sldMk cId="1879011129" sldId="267"/>
            <ac:spMk id="8202" creationId="{1AC4D4E3-486A-464A-8EC8-D44881097267}"/>
          </ac:spMkLst>
        </pc:spChg>
        <pc:spChg chg="add del">
          <ac:chgData name="Manas Tuwani" userId="5d421215-a11f-4a6e-90ca-e8ac2213fab6" providerId="ADAL" clId="{D955C7F9-0FDF-421C-A5F5-113A3BC917D1}" dt="2022-07-22T13:20:38.496" v="31" actId="26606"/>
          <ac:spMkLst>
            <pc:docMk/>
            <pc:sldMk cId="1879011129" sldId="267"/>
            <ac:spMk id="8204" creationId="{864DE13E-58EB-4475-B79C-0D4FC651239B}"/>
          </ac:spMkLst>
        </pc:spChg>
        <pc:spChg chg="add del">
          <ac:chgData name="Manas Tuwani" userId="5d421215-a11f-4a6e-90ca-e8ac2213fab6" providerId="ADAL" clId="{D955C7F9-0FDF-421C-A5F5-113A3BC917D1}" dt="2022-07-22T13:20:38.496" v="31" actId="26606"/>
          <ac:spMkLst>
            <pc:docMk/>
            <pc:sldMk cId="1879011129" sldId="267"/>
            <ac:spMk id="8209" creationId="{63644BFD-D22E-4019-B666-387DA51AEAFD}"/>
          </ac:spMkLst>
        </pc:spChg>
        <pc:spChg chg="add del">
          <ac:chgData name="Manas Tuwani" userId="5d421215-a11f-4a6e-90ca-e8ac2213fab6" providerId="ADAL" clId="{D955C7F9-0FDF-421C-A5F5-113A3BC917D1}" dt="2022-07-22T13:20:38.496" v="31" actId="26606"/>
          <ac:spMkLst>
            <pc:docMk/>
            <pc:sldMk cId="1879011129" sldId="267"/>
            <ac:spMk id="8215" creationId="{3776B14B-F2F4-4825-8DA8-8C7A0F2B3960}"/>
          </ac:spMkLst>
        </pc:spChg>
        <pc:grpChg chg="add del">
          <ac:chgData name="Manas Tuwani" userId="5d421215-a11f-4a6e-90ca-e8ac2213fab6" providerId="ADAL" clId="{D955C7F9-0FDF-421C-A5F5-113A3BC917D1}" dt="2022-07-22T13:20:38.496" v="31" actId="26606"/>
          <ac:grpSpMkLst>
            <pc:docMk/>
            <pc:sldMk cId="1879011129" sldId="267"/>
            <ac:grpSpMk id="8211" creationId="{5FE9FE4C-C9E0-4C54-8010-EA9D29CD4D59}"/>
          </ac:grpSpMkLst>
        </pc:grpChg>
        <pc:picChg chg="mod">
          <ac:chgData name="Manas Tuwani" userId="5d421215-a11f-4a6e-90ca-e8ac2213fab6" providerId="ADAL" clId="{D955C7F9-0FDF-421C-A5F5-113A3BC917D1}" dt="2022-07-22T14:39:54.106" v="46" actId="1076"/>
          <ac:picMkLst>
            <pc:docMk/>
            <pc:sldMk cId="1879011129" sldId="267"/>
            <ac:picMk id="8195" creationId="{00000000-0000-0000-0000-000000000000}"/>
          </ac:picMkLst>
        </pc:picChg>
      </pc:sldChg>
      <pc:sldChg chg="addSp delSp modSp mod setBg">
        <pc:chgData name="Manas Tuwani" userId="5d421215-a11f-4a6e-90ca-e8ac2213fab6" providerId="ADAL" clId="{D955C7F9-0FDF-421C-A5F5-113A3BC917D1}" dt="2022-07-22T13:21:20.864" v="40" actId="26606"/>
        <pc:sldMkLst>
          <pc:docMk/>
          <pc:sldMk cId="4191517876" sldId="269"/>
        </pc:sldMkLst>
        <pc:spChg chg="mod">
          <ac:chgData name="Manas Tuwani" userId="5d421215-a11f-4a6e-90ca-e8ac2213fab6" providerId="ADAL" clId="{D955C7F9-0FDF-421C-A5F5-113A3BC917D1}" dt="2022-07-22T13:21:20.864" v="40" actId="26606"/>
          <ac:spMkLst>
            <pc:docMk/>
            <pc:sldMk cId="4191517876" sldId="269"/>
            <ac:spMk id="5" creationId="{00000000-0000-0000-0000-000000000000}"/>
          </ac:spMkLst>
        </pc:spChg>
        <pc:spChg chg="add del">
          <ac:chgData name="Manas Tuwani" userId="5d421215-a11f-4a6e-90ca-e8ac2213fab6" providerId="ADAL" clId="{D955C7F9-0FDF-421C-A5F5-113A3BC917D1}" dt="2022-07-22T13:21:13.774" v="36" actId="26606"/>
          <ac:spMkLst>
            <pc:docMk/>
            <pc:sldMk cId="4191517876" sldId="269"/>
            <ac:spMk id="10" creationId="{3CD9DF72-87A3-404E-A828-84CBF11A8303}"/>
          </ac:spMkLst>
        </pc:spChg>
        <pc:spChg chg="add del">
          <ac:chgData name="Manas Tuwani" userId="5d421215-a11f-4a6e-90ca-e8ac2213fab6" providerId="ADAL" clId="{D955C7F9-0FDF-421C-A5F5-113A3BC917D1}" dt="2022-07-22T13:21:15.191" v="38" actId="26606"/>
          <ac:spMkLst>
            <pc:docMk/>
            <pc:sldMk cId="4191517876" sldId="269"/>
            <ac:spMk id="14" creationId="{D462EE7E-14DF-497D-AE08-F6623DB88E99}"/>
          </ac:spMkLst>
        </pc:spChg>
        <pc:spChg chg="add del">
          <ac:chgData name="Manas Tuwani" userId="5d421215-a11f-4a6e-90ca-e8ac2213fab6" providerId="ADAL" clId="{D955C7F9-0FDF-421C-A5F5-113A3BC917D1}" dt="2022-07-22T13:21:15.191" v="38" actId="26606"/>
          <ac:spMkLst>
            <pc:docMk/>
            <pc:sldMk cId="4191517876" sldId="269"/>
            <ac:spMk id="15" creationId="{820E2AEF-4B9A-4866-A6A9-9503A847DDEA}"/>
          </ac:spMkLst>
        </pc:spChg>
        <pc:spChg chg="add del">
          <ac:chgData name="Manas Tuwani" userId="5d421215-a11f-4a6e-90ca-e8ac2213fab6" providerId="ADAL" clId="{D955C7F9-0FDF-421C-A5F5-113A3BC917D1}" dt="2022-07-22T13:21:20.864" v="40" actId="26606"/>
          <ac:spMkLst>
            <pc:docMk/>
            <pc:sldMk cId="4191517876" sldId="269"/>
            <ac:spMk id="18" creationId="{F4C0B10B-D2C4-4A54-AFAD-3D27DF88BB37}"/>
          </ac:spMkLst>
        </pc:spChg>
        <pc:grpChg chg="add del">
          <ac:chgData name="Manas Tuwani" userId="5d421215-a11f-4a6e-90ca-e8ac2213fab6" providerId="ADAL" clId="{D955C7F9-0FDF-421C-A5F5-113A3BC917D1}" dt="2022-07-22T13:21:20.864" v="40" actId="26606"/>
          <ac:grpSpMkLst>
            <pc:docMk/>
            <pc:sldMk cId="4191517876" sldId="269"/>
            <ac:grpSpMk id="19" creationId="{B6BADB90-C74B-40D6-86DC-503F65FCE8DC}"/>
          </ac:grpSpMkLst>
        </pc:grpChg>
        <pc:picChg chg="mod ord">
          <ac:chgData name="Manas Tuwani" userId="5d421215-a11f-4a6e-90ca-e8ac2213fab6" providerId="ADAL" clId="{D955C7F9-0FDF-421C-A5F5-113A3BC917D1}" dt="2022-07-22T13:21:20.864" v="40" actId="26606"/>
          <ac:picMkLst>
            <pc:docMk/>
            <pc:sldMk cId="4191517876" sldId="269"/>
            <ac:picMk id="4" creationId="{00000000-0000-0000-0000-000000000000}"/>
          </ac:picMkLst>
        </pc:picChg>
        <pc:cxnChg chg="add del">
          <ac:chgData name="Manas Tuwani" userId="5d421215-a11f-4a6e-90ca-e8ac2213fab6" providerId="ADAL" clId="{D955C7F9-0FDF-421C-A5F5-113A3BC917D1}" dt="2022-07-22T13:21:13.774" v="36" actId="26606"/>
          <ac:cxnSpMkLst>
            <pc:docMk/>
            <pc:sldMk cId="4191517876" sldId="269"/>
            <ac:cxnSpMk id="12" creationId="{20E3A342-4D61-4E3F-AF90-1AB42AEB96CC}"/>
          </ac:cxnSpMkLst>
        </pc:cxnChg>
      </pc:sldChg>
      <pc:sldChg chg="addSp modSp mod setBg">
        <pc:chgData name="Manas Tuwani" userId="5d421215-a11f-4a6e-90ca-e8ac2213fab6" providerId="ADAL" clId="{D955C7F9-0FDF-421C-A5F5-113A3BC917D1}" dt="2022-07-22T13:18:50.812" v="13" actId="26606"/>
        <pc:sldMkLst>
          <pc:docMk/>
          <pc:sldMk cId="911723913" sldId="270"/>
        </pc:sldMkLst>
        <pc:spChg chg="mod">
          <ac:chgData name="Manas Tuwani" userId="5d421215-a11f-4a6e-90ca-e8ac2213fab6" providerId="ADAL" clId="{D955C7F9-0FDF-421C-A5F5-113A3BC917D1}" dt="2022-07-22T13:18:50.812" v="13" actId="26606"/>
          <ac:spMkLst>
            <pc:docMk/>
            <pc:sldMk cId="911723913" sldId="270"/>
            <ac:spMk id="2" creationId="{00000000-0000-0000-0000-000000000000}"/>
          </ac:spMkLst>
        </pc:spChg>
        <pc:spChg chg="mod">
          <ac:chgData name="Manas Tuwani" userId="5d421215-a11f-4a6e-90ca-e8ac2213fab6" providerId="ADAL" clId="{D955C7F9-0FDF-421C-A5F5-113A3BC917D1}" dt="2022-07-22T13:18:50.812" v="13" actId="26606"/>
          <ac:spMkLst>
            <pc:docMk/>
            <pc:sldMk cId="911723913" sldId="270"/>
            <ac:spMk id="3" creationId="{00000000-0000-0000-0000-000000000000}"/>
          </ac:spMkLst>
        </pc:spChg>
        <pc:spChg chg="add">
          <ac:chgData name="Manas Tuwani" userId="5d421215-a11f-4a6e-90ca-e8ac2213fab6" providerId="ADAL" clId="{D955C7F9-0FDF-421C-A5F5-113A3BC917D1}" dt="2022-07-22T13:18:50.812" v="13" actId="26606"/>
          <ac:spMkLst>
            <pc:docMk/>
            <pc:sldMk cId="911723913" sldId="270"/>
            <ac:spMk id="8" creationId="{DBF61EA3-B236-439E-9C0B-340980D56BEE}"/>
          </ac:spMkLst>
        </pc:spChg>
        <pc:spChg chg="add">
          <ac:chgData name="Manas Tuwani" userId="5d421215-a11f-4a6e-90ca-e8ac2213fab6" providerId="ADAL" clId="{D955C7F9-0FDF-421C-A5F5-113A3BC917D1}" dt="2022-07-22T13:18:50.812" v="13" actId="26606"/>
          <ac:spMkLst>
            <pc:docMk/>
            <pc:sldMk cId="911723913" sldId="270"/>
            <ac:spMk id="14" creationId="{E659831F-0D9A-4C63-9EBB-8435B85A440F}"/>
          </ac:spMkLst>
        </pc:spChg>
        <pc:grpChg chg="add">
          <ac:chgData name="Manas Tuwani" userId="5d421215-a11f-4a6e-90ca-e8ac2213fab6" providerId="ADAL" clId="{D955C7F9-0FDF-421C-A5F5-113A3BC917D1}" dt="2022-07-22T13:18:50.812" v="13" actId="26606"/>
          <ac:grpSpMkLst>
            <pc:docMk/>
            <pc:sldMk cId="911723913" sldId="270"/>
            <ac:grpSpMk id="10" creationId="{28FAF094-D087-493F-8DF9-A486C2D6BBAA}"/>
          </ac:grpSpMkLst>
        </pc:grpChg>
      </pc:sldChg>
      <pc:sldChg chg="add del">
        <pc:chgData name="Manas Tuwani" userId="5d421215-a11f-4a6e-90ca-e8ac2213fab6" providerId="ADAL" clId="{D955C7F9-0FDF-421C-A5F5-113A3BC917D1}" dt="2022-07-22T13:17:27.079" v="6" actId="47"/>
        <pc:sldMkLst>
          <pc:docMk/>
          <pc:sldMk cId="810316318" sldId="271"/>
        </pc:sldMkLst>
      </pc:sldChg>
      <pc:sldChg chg="addSp delSp add mod setBg delDesignElem">
        <pc:chgData name="Manas Tuwani" userId="5d421215-a11f-4a6e-90ca-e8ac2213fab6" providerId="ADAL" clId="{D955C7F9-0FDF-421C-A5F5-113A3BC917D1}" dt="2022-07-22T13:18:05.445" v="10" actId="26606"/>
        <pc:sldMkLst>
          <pc:docMk/>
          <pc:sldMk cId="3360425613" sldId="271"/>
        </pc:sldMkLst>
        <pc:cxnChg chg="add">
          <ac:chgData name="Manas Tuwani" userId="5d421215-a11f-4a6e-90ca-e8ac2213fab6" providerId="ADAL" clId="{D955C7F9-0FDF-421C-A5F5-113A3BC917D1}" dt="2022-07-22T13:18:05.445" v="10" actId="26606"/>
          <ac:cxnSpMkLst>
            <pc:docMk/>
            <pc:sldMk cId="3360425613" sldId="271"/>
            <ac:cxnSpMk id="1028" creationId="{39B7FDC9-F0CE-43A7-9F2A-83DD09DC3453}"/>
          </ac:cxnSpMkLst>
        </pc:cxnChg>
        <pc:cxnChg chg="del">
          <ac:chgData name="Manas Tuwani" userId="5d421215-a11f-4a6e-90ca-e8ac2213fab6" providerId="ADAL" clId="{D955C7F9-0FDF-421C-A5F5-113A3BC917D1}" dt="2022-07-22T13:17:30.475" v="8"/>
          <ac:cxnSpMkLst>
            <pc:docMk/>
            <pc:sldMk cId="3360425613" sldId="271"/>
            <ac:cxnSpMk id="1031" creationId="{39B7FDC9-F0CE-43A7-9F2A-83DD09DC3453}"/>
          </ac:cxnSpMkLst>
        </pc:cxnChg>
      </pc:sldChg>
    </pc:docChg>
  </pc:docChgLst>
  <pc:docChgLst>
    <pc:chgData name="Manas Tuwani" userId="5d421215-a11f-4a6e-90ca-e8ac2213fab6" providerId="ADAL" clId="{5CF23D80-2B8F-4D69-BC83-38F96008CC1B}"/>
    <pc:docChg chg="custSel modSld">
      <pc:chgData name="Manas Tuwani" userId="5d421215-a11f-4a6e-90ca-e8ac2213fab6" providerId="ADAL" clId="{5CF23D80-2B8F-4D69-BC83-38F96008CC1B}" dt="2022-12-15T02:18:29.474" v="88" actId="27636"/>
      <pc:docMkLst>
        <pc:docMk/>
      </pc:docMkLst>
      <pc:sldChg chg="modSp mod">
        <pc:chgData name="Manas Tuwani" userId="5d421215-a11f-4a6e-90ca-e8ac2213fab6" providerId="ADAL" clId="{5CF23D80-2B8F-4D69-BC83-38F96008CC1B}" dt="2022-12-15T02:18:29.474" v="88" actId="27636"/>
        <pc:sldMkLst>
          <pc:docMk/>
          <pc:sldMk cId="911723913" sldId="270"/>
        </pc:sldMkLst>
        <pc:spChg chg="mod">
          <ac:chgData name="Manas Tuwani" userId="5d421215-a11f-4a6e-90ca-e8ac2213fab6" providerId="ADAL" clId="{5CF23D80-2B8F-4D69-BC83-38F96008CC1B}" dt="2022-12-15T02:18:29.474" v="88" actId="27636"/>
          <ac:spMkLst>
            <pc:docMk/>
            <pc:sldMk cId="911723913" sldId="270"/>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1397230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744306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265231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2078161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1062412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1679313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1752155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1177560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3416830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1640375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pPr/>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241797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2D63AA-0AD5-4404-8510-4664398A28E5}" type="datetimeFigureOut">
              <a:rPr lang="en-IN" smtClean="0"/>
              <a:pPr/>
              <a:t>26-11-2025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A21848-BF4D-4A5B-979E-8715FFB629D1}" type="slidenum">
              <a:rPr lang="en-IN" smtClean="0"/>
              <a:pPr/>
              <a:t>‹#›</a:t>
            </a:fld>
            <a:endParaRPr lang="en-IN"/>
          </a:p>
        </p:txBody>
      </p:sp>
    </p:spTree>
    <p:extLst>
      <p:ext uri="{BB962C8B-B14F-4D97-AF65-F5344CB8AC3E}">
        <p14:creationId xmlns:p14="http://schemas.microsoft.com/office/powerpoint/2010/main" xmlns="" val="301876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a:solidFill>
                  <a:schemeClr val="bg1"/>
                </a:solidFill>
              </a:rPr>
              <a:t>By: Manas Tuwani</a:t>
            </a:r>
            <a:endParaRPr lang="en-IN" b="1" dirty="0">
              <a:solidFill>
                <a:schemeClr val="bg1"/>
              </a:solidFill>
            </a:endParaRPr>
          </a:p>
        </p:txBody>
      </p:sp>
    </p:spTree>
    <p:extLst>
      <p:ext uri="{BB962C8B-B14F-4D97-AF65-F5344CB8AC3E}">
        <p14:creationId xmlns:p14="http://schemas.microsoft.com/office/powerpoint/2010/main" xmlns="" val="41915178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0AEA50-ED7E-1AF0-F0F3-822C964ED437}"/>
              </a:ext>
            </a:extLst>
          </p:cNvPr>
          <p:cNvSpPr>
            <a:spLocks noGrp="1"/>
          </p:cNvSpPr>
          <p:nvPr>
            <p:ph type="title"/>
          </p:nvPr>
        </p:nvSpPr>
        <p:spPr>
          <a:xfrm>
            <a:off x="720075" y="978102"/>
            <a:ext cx="7941325" cy="1062644"/>
          </a:xfrm>
        </p:spPr>
        <p:txBody>
          <a:bodyPr anchor="b">
            <a:normAutofit fontScale="90000"/>
          </a:bodyPr>
          <a:lstStyle/>
          <a:p>
            <a:pPr algn="l">
              <a:lnSpc>
                <a:spcPct val="90000"/>
              </a:lnSpc>
            </a:pPr>
            <a:r>
              <a:rPr lang="en-IN" sz="3100" b="0" i="0">
                <a:effectLst/>
                <a:latin typeface="erdana"/>
              </a:rPr>
              <a:t>OOPs (Object-Oriented Programming System)</a:t>
            </a:r>
            <a:br>
              <a:rPr lang="en-IN" sz="3100" b="0" i="0">
                <a:effectLst/>
                <a:latin typeface="erdana"/>
              </a:rPr>
            </a:br>
            <a:endParaRPr lang="en-IN" sz="3100"/>
          </a:p>
        </p:txBody>
      </p:sp>
      <p:cxnSp>
        <p:nvCxnSpPr>
          <p:cNvPr id="1028" name="Straight Connector 1030">
            <a:extLst>
              <a:ext uri="{FF2B5EF4-FFF2-40B4-BE49-F238E27FC236}">
                <a16:creationId xmlns:a16="http://schemas.microsoft.com/office/drawing/2014/main" xmlns="" id="{39B7FDC9-F0CE-43A7-9F2A-83DD09DC345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785718" y="2265037"/>
            <a:ext cx="7593759"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xmlns="" id="{9BE4C219-5BFC-7C63-2E1D-EF5D0ED9906E}"/>
              </a:ext>
            </a:extLst>
          </p:cNvPr>
          <p:cNvSpPr>
            <a:spLocks noGrp="1"/>
          </p:cNvSpPr>
          <p:nvPr>
            <p:ph idx="1"/>
          </p:nvPr>
        </p:nvSpPr>
        <p:spPr>
          <a:xfrm>
            <a:off x="3949773" y="2664149"/>
            <a:ext cx="4711627" cy="3215749"/>
          </a:xfrm>
        </p:spPr>
        <p:txBody>
          <a:bodyPr>
            <a:normAutofit/>
          </a:bodyPr>
          <a:lstStyle/>
          <a:p>
            <a:pPr marL="0" indent="0">
              <a:buNone/>
            </a:pPr>
            <a:r>
              <a:rPr lang="en-US" sz="2100" b="1" i="0" dirty="0">
                <a:effectLst/>
                <a:latin typeface="inter-bold"/>
              </a:rPr>
              <a:t>Object</a:t>
            </a:r>
            <a:r>
              <a:rPr lang="en-US" sz="2100" b="0" i="0" dirty="0">
                <a:effectLst/>
                <a:latin typeface="inter-regular"/>
              </a:rPr>
              <a:t> means a real-world entity such as a pen, chair, table, computer, watch, etc. </a:t>
            </a:r>
            <a:r>
              <a:rPr lang="en-US" sz="2100" b="1" i="0" dirty="0">
                <a:effectLst/>
                <a:latin typeface="inter-bold"/>
              </a:rPr>
              <a:t>Object-Oriented Programming</a:t>
            </a:r>
            <a:r>
              <a:rPr lang="en-US" sz="2100" b="0" i="0" dirty="0">
                <a:effectLst/>
                <a:latin typeface="inter-regular"/>
              </a:rPr>
              <a:t> is a methodology to design a program using classes and objects. It simplifies software development and maintenance by providing some concepts:</a:t>
            </a:r>
            <a:endParaRPr lang="en-IN" sz="2100" dirty="0"/>
          </a:p>
        </p:txBody>
      </p:sp>
      <p:pic>
        <p:nvPicPr>
          <p:cNvPr id="4" name="Content Placeholder 4">
            <a:extLst>
              <a:ext uri="{FF2B5EF4-FFF2-40B4-BE49-F238E27FC236}">
                <a16:creationId xmlns:a16="http://schemas.microsoft.com/office/drawing/2014/main" xmlns="" id="{922A96EC-9826-C0B9-402D-0C9338A1C025}"/>
              </a:ext>
            </a:extLst>
          </p:cNvPr>
          <p:cNvPicPr>
            <a:picLocks noChangeAspect="1"/>
          </p:cNvPicPr>
          <p:nvPr/>
        </p:nvPicPr>
        <p:blipFill>
          <a:blip r:embed="rId2" cstate="print"/>
          <a:stretch>
            <a:fillRect/>
          </a:stretch>
        </p:blipFill>
        <p:spPr>
          <a:xfrm>
            <a:off x="209080" y="2664149"/>
            <a:ext cx="3740693" cy="3115564"/>
          </a:xfrm>
          <a:prstGeom prst="rect">
            <a:avLst/>
          </a:prstGeom>
        </p:spPr>
      </p:pic>
    </p:spTree>
    <p:extLst>
      <p:ext uri="{BB962C8B-B14F-4D97-AF65-F5344CB8AC3E}">
        <p14:creationId xmlns:p14="http://schemas.microsoft.com/office/powerpoint/2010/main" xmlns="" val="33604256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xmlns="" id="{B6CDA21F-E7AF-4C75-8395-33F58D5B0E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xmlns="" id="{AE1C45F0-260A-458C-96ED-C1F6D215121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1216597"/>
            <a:ext cx="548639" cy="673460"/>
            <a:chOff x="3940602" y="308034"/>
            <a:chExt cx="2116791" cy="3428999"/>
          </a:xfrm>
          <a:solidFill>
            <a:schemeClr val="accent4"/>
          </a:solidFill>
        </p:grpSpPr>
        <p:sp>
          <p:nvSpPr>
            <p:cNvPr id="22" name="Rectangle 21">
              <a:extLst>
                <a:ext uri="{FF2B5EF4-FFF2-40B4-BE49-F238E27FC236}">
                  <a16:creationId xmlns:a16="http://schemas.microsoft.com/office/drawing/2014/main" xmlns="" id="{A6604B49-AD5C-4590-B051-06C8222ECD9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xmlns="" id="{743ECCAF-29C5-4537-947C-7EA1292463D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xmlns="" id="{ED49787B-8DE6-4467-AD0A-8DECC6E0C2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xmlns="" id="{D5B0017B-2ECA-49AF-B397-DC140825DF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n-IN" sz="4200" b="1" u="sng"/>
              <a:t>OOPS CONCEPTS</a:t>
            </a:r>
            <a:r>
              <a:rPr lang="en-IN" sz="4200"/>
              <a:t/>
            </a:r>
            <a:br>
              <a:rPr lang="en-IN" sz="4200"/>
            </a:br>
            <a:endParaRPr lang="en-IN" sz="4200"/>
          </a:p>
        </p:txBody>
      </p:sp>
      <p:sp>
        <p:nvSpPr>
          <p:cNvPr id="3" name="Content Placeholder 2"/>
          <p:cNvSpPr>
            <a:spLocks noGrp="1"/>
          </p:cNvSpPr>
          <p:nvPr>
            <p:ph idx="1"/>
          </p:nvPr>
        </p:nvSpPr>
        <p:spPr>
          <a:xfrm>
            <a:off x="783771" y="3017522"/>
            <a:ext cx="7455989" cy="3124658"/>
          </a:xfrm>
        </p:spPr>
        <p:txBody>
          <a:bodyPr anchor="ctr">
            <a:normAutofit/>
          </a:bodyPr>
          <a:lstStyle/>
          <a:p>
            <a:pPr marL="0" indent="0">
              <a:lnSpc>
                <a:spcPct val="90000"/>
              </a:lnSpc>
              <a:buNone/>
            </a:pPr>
            <a:r>
              <a:rPr lang="en-IN" sz="1800"/>
              <a:t>Java is the object-oriented programming language. It supports the below concepts.</a:t>
            </a:r>
          </a:p>
          <a:p>
            <a:pPr marL="0" indent="0">
              <a:lnSpc>
                <a:spcPct val="90000"/>
              </a:lnSpc>
              <a:buNone/>
            </a:pPr>
            <a:endParaRPr lang="en-IN" sz="1800"/>
          </a:p>
          <a:p>
            <a:pPr marL="0" indent="0">
              <a:lnSpc>
                <a:spcPct val="90000"/>
              </a:lnSpc>
              <a:buNone/>
            </a:pPr>
            <a:r>
              <a:rPr lang="en-IN" sz="1800"/>
              <a:t>1. Class</a:t>
            </a:r>
          </a:p>
          <a:p>
            <a:pPr marL="0" indent="0">
              <a:lnSpc>
                <a:spcPct val="90000"/>
              </a:lnSpc>
              <a:buNone/>
            </a:pPr>
            <a:r>
              <a:rPr lang="en-IN" sz="1800"/>
              <a:t>2. Object</a:t>
            </a:r>
          </a:p>
          <a:p>
            <a:pPr marL="0" indent="0">
              <a:lnSpc>
                <a:spcPct val="90000"/>
              </a:lnSpc>
              <a:buNone/>
            </a:pPr>
            <a:r>
              <a:rPr lang="en-IN" sz="1800"/>
              <a:t>3. Package</a:t>
            </a:r>
          </a:p>
          <a:p>
            <a:pPr marL="0" indent="0">
              <a:lnSpc>
                <a:spcPct val="90000"/>
              </a:lnSpc>
              <a:buNone/>
            </a:pPr>
            <a:r>
              <a:rPr lang="en-IN" sz="1800"/>
              <a:t>4. Inheritance</a:t>
            </a:r>
          </a:p>
          <a:p>
            <a:pPr marL="0" indent="0">
              <a:lnSpc>
                <a:spcPct val="90000"/>
              </a:lnSpc>
              <a:buNone/>
            </a:pPr>
            <a:r>
              <a:rPr lang="en-IN" sz="1800"/>
              <a:t>5. Polymorphism</a:t>
            </a:r>
          </a:p>
          <a:p>
            <a:pPr marL="0" indent="0">
              <a:lnSpc>
                <a:spcPct val="90000"/>
              </a:lnSpc>
              <a:buNone/>
            </a:pPr>
            <a:r>
              <a:rPr lang="en-IN" sz="1800"/>
              <a:t>6. Encapsulation</a:t>
            </a:r>
          </a:p>
          <a:p>
            <a:pPr marL="0" indent="0">
              <a:lnSpc>
                <a:spcPct val="90000"/>
              </a:lnSpc>
              <a:buNone/>
            </a:pPr>
            <a:r>
              <a:rPr lang="en-IN" sz="1800"/>
              <a:t>7. Abstraction</a:t>
            </a:r>
          </a:p>
        </p:txBody>
      </p:sp>
      <p:cxnSp>
        <p:nvCxnSpPr>
          <p:cNvPr id="28" name="Straight Connector 27">
            <a:extLst>
              <a:ext uri="{FF2B5EF4-FFF2-40B4-BE49-F238E27FC236}">
                <a16:creationId xmlns:a16="http://schemas.microsoft.com/office/drawing/2014/main" xmlns="" id="{6CF1BAF6-AD41-4082-B212-8A1F9A2E877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2974311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IN" sz="4700" b="1" u="sng"/>
              <a:t>Inheritance</a:t>
            </a:r>
          </a:p>
        </p:txBody>
      </p:sp>
      <p:grpSp>
        <p:nvGrpSpPr>
          <p:cNvPr id="10"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a:bodyPr>
          <a:lstStyle/>
          <a:p>
            <a:pPr marL="0" indent="0">
              <a:buNone/>
            </a:pPr>
            <a:endParaRPr lang="en-IN" sz="2100"/>
          </a:p>
          <a:p>
            <a:pPr marL="0" indent="0">
              <a:buNone/>
            </a:pPr>
            <a:r>
              <a:rPr lang="en-IN" sz="2100"/>
              <a:t>The idea behind inheritance in Java is that you can create new classes that are built upon existing classes. When you inherit from an existing class, you can reuse methods and fields of the parent class. Moreover, you can add new methods and fields in your current class also.</a:t>
            </a:r>
          </a:p>
          <a:p>
            <a:pPr marL="0" indent="0">
              <a:buNone/>
            </a:pPr>
            <a:endParaRPr lang="en-IN" sz="2100"/>
          </a:p>
          <a:p>
            <a:pPr marL="0" indent="0">
              <a:buNone/>
            </a:pPr>
            <a:r>
              <a:rPr lang="en-IN" sz="2100"/>
              <a:t>Inheritance represents the </a:t>
            </a:r>
            <a:r>
              <a:rPr lang="en-IN" sz="2100" b="1"/>
              <a:t>IS-A relationship</a:t>
            </a:r>
            <a:r>
              <a:rPr lang="en-IN" sz="2100"/>
              <a:t> which is also known as a </a:t>
            </a:r>
            <a:r>
              <a:rPr lang="en-IN" sz="2100" i="1"/>
              <a:t>parent-child</a:t>
            </a:r>
            <a:r>
              <a:rPr lang="en-IN" sz="2100"/>
              <a:t> relationship.</a:t>
            </a:r>
          </a:p>
          <a:p>
            <a:pPr marL="0" indent="0">
              <a:buNone/>
            </a:pPr>
            <a:endParaRPr lang="en-IN" sz="2100"/>
          </a:p>
        </p:txBody>
      </p:sp>
    </p:spTree>
    <p:extLst>
      <p:ext uri="{BB962C8B-B14F-4D97-AF65-F5344CB8AC3E}">
        <p14:creationId xmlns:p14="http://schemas.microsoft.com/office/powerpoint/2010/main" xmlns="" val="16032348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IN" sz="4700" b="1" u="sng"/>
              <a:t>Inheritance</a:t>
            </a:r>
          </a:p>
        </p:txBody>
      </p:sp>
      <p:grpSp>
        <p:nvGrpSpPr>
          <p:cNvPr id="10"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fontScale="92500" lnSpcReduction="10000"/>
          </a:bodyPr>
          <a:lstStyle/>
          <a:p>
            <a:pPr marL="0" indent="0">
              <a:lnSpc>
                <a:spcPct val="90000"/>
              </a:lnSpc>
              <a:buNone/>
            </a:pPr>
            <a:endParaRPr lang="en-IN" sz="1900" dirty="0"/>
          </a:p>
          <a:p>
            <a:pPr marL="0" indent="0">
              <a:lnSpc>
                <a:spcPct val="90000"/>
              </a:lnSpc>
              <a:buNone/>
            </a:pPr>
            <a:r>
              <a:rPr lang="en-IN" sz="1900" dirty="0"/>
              <a:t>Inheritance: it defines inheriting the behaviour (Members) of one class to another class. </a:t>
            </a:r>
          </a:p>
          <a:p>
            <a:pPr marL="0" indent="0">
              <a:lnSpc>
                <a:spcPct val="90000"/>
              </a:lnSpc>
              <a:buNone/>
            </a:pPr>
            <a:r>
              <a:rPr lang="en-IN" sz="1900" dirty="0"/>
              <a:t>Child class object will inherit the properties of parent class.</a:t>
            </a:r>
          </a:p>
          <a:p>
            <a:pPr marL="0" indent="0">
              <a:lnSpc>
                <a:spcPct val="90000"/>
              </a:lnSpc>
              <a:buNone/>
            </a:pPr>
            <a:endParaRPr lang="en-IN" sz="1900" dirty="0"/>
          </a:p>
          <a:p>
            <a:pPr marL="0" indent="0">
              <a:lnSpc>
                <a:spcPct val="90000"/>
              </a:lnSpc>
              <a:buNone/>
            </a:pPr>
            <a:endParaRPr lang="en-IN" sz="1900" dirty="0"/>
          </a:p>
          <a:p>
            <a:pPr marL="0" indent="0">
              <a:lnSpc>
                <a:spcPct val="90000"/>
              </a:lnSpc>
              <a:buNone/>
            </a:pPr>
            <a:r>
              <a:rPr lang="en-IN" sz="1900" dirty="0"/>
              <a:t>Java supports 4 different types of inheritance.</a:t>
            </a:r>
          </a:p>
          <a:p>
            <a:pPr marL="0" indent="0">
              <a:lnSpc>
                <a:spcPct val="90000"/>
              </a:lnSpc>
              <a:buNone/>
            </a:pPr>
            <a:endParaRPr lang="en-IN" sz="1900" dirty="0"/>
          </a:p>
          <a:p>
            <a:pPr marL="0" indent="0">
              <a:lnSpc>
                <a:spcPct val="90000"/>
              </a:lnSpc>
              <a:buNone/>
            </a:pPr>
            <a:r>
              <a:rPr lang="en-IN" sz="1900" dirty="0"/>
              <a:t>1. Single Inheritance</a:t>
            </a:r>
          </a:p>
          <a:p>
            <a:pPr marL="0" indent="0">
              <a:lnSpc>
                <a:spcPct val="90000"/>
              </a:lnSpc>
              <a:buNone/>
            </a:pPr>
            <a:r>
              <a:rPr lang="en-IN" sz="1900" dirty="0"/>
              <a:t>2. Multi-Level Inheritance</a:t>
            </a:r>
          </a:p>
          <a:p>
            <a:pPr marL="0" indent="0">
              <a:lnSpc>
                <a:spcPct val="90000"/>
              </a:lnSpc>
              <a:buNone/>
            </a:pPr>
            <a:r>
              <a:rPr lang="en-IN" sz="1900" dirty="0"/>
              <a:t>3. Hierarchical Inheritance</a:t>
            </a:r>
          </a:p>
          <a:p>
            <a:pPr marL="0" indent="0">
              <a:lnSpc>
                <a:spcPct val="90000"/>
              </a:lnSpc>
              <a:buNone/>
            </a:pPr>
            <a:r>
              <a:rPr lang="en-IN" sz="1900" dirty="0"/>
              <a:t>4. Hybrid Inheritance</a:t>
            </a:r>
          </a:p>
        </p:txBody>
      </p:sp>
    </p:spTree>
    <p:extLst>
      <p:ext uri="{BB962C8B-B14F-4D97-AF65-F5344CB8AC3E}">
        <p14:creationId xmlns:p14="http://schemas.microsoft.com/office/powerpoint/2010/main" xmlns="" val="9117239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IN" sz="4700" b="1"/>
              <a:t>Single Level Inheritance</a:t>
            </a:r>
          </a:p>
        </p:txBody>
      </p:sp>
      <p:grpSp>
        <p:nvGrpSpPr>
          <p:cNvPr id="10"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a:bodyPr>
          <a:lstStyle/>
          <a:p>
            <a:pPr marL="0" indent="0">
              <a:buNone/>
            </a:pPr>
            <a:r>
              <a:rPr lang="en-IN" sz="2100" dirty="0"/>
              <a:t>In this we are inheriting the behaviour from one class to another class (Parents to Children)</a:t>
            </a:r>
          </a:p>
          <a:p>
            <a:pPr marL="0" indent="0">
              <a:buNone/>
            </a:pPr>
            <a:endParaRPr lang="en-IN" sz="2100" dirty="0"/>
          </a:p>
          <a:p>
            <a:pPr marL="0" indent="0">
              <a:buNone/>
            </a:pPr>
            <a:r>
              <a:rPr lang="en-IN" sz="2100" b="1" dirty="0"/>
              <a:t>Note:</a:t>
            </a:r>
          </a:p>
          <a:p>
            <a:pPr marL="0" indent="0">
              <a:buNone/>
            </a:pPr>
            <a:r>
              <a:rPr lang="en-IN" sz="2100" dirty="0"/>
              <a:t>In inheritance we can inherit the behaviour of one class to another class by using “</a:t>
            </a:r>
            <a:r>
              <a:rPr lang="en-IN" sz="2100" b="1" dirty="0"/>
              <a:t>Extends</a:t>
            </a:r>
            <a:r>
              <a:rPr lang="en-IN" sz="2100" dirty="0"/>
              <a:t>” Keyword.</a:t>
            </a:r>
          </a:p>
        </p:txBody>
      </p:sp>
    </p:spTree>
    <p:extLst>
      <p:ext uri="{BB962C8B-B14F-4D97-AF65-F5344CB8AC3E}">
        <p14:creationId xmlns:p14="http://schemas.microsoft.com/office/powerpoint/2010/main" xmlns="" val="13688891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692696"/>
            <a:ext cx="8208912" cy="54006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2455021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xmlns="" id="{058A14AF-9FB5-4CC7-BA35-E8E85D3EDF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IN" sz="4200" b="1"/>
              <a:t>Multi-Level Inheritance</a:t>
            </a:r>
          </a:p>
        </p:txBody>
      </p:sp>
      <p:sp>
        <p:nvSpPr>
          <p:cNvPr id="2057" name="Rectangle 2056">
            <a:extLst>
              <a:ext uri="{FF2B5EF4-FFF2-40B4-BE49-F238E27FC236}">
                <a16:creationId xmlns:a16="http://schemas.microsoft.com/office/drawing/2014/main" xmlns="" id="{3A9A4357-BD1D-4622-A4FE-766E6AB8DE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a:bodyPr>
          <a:lstStyle/>
          <a:p>
            <a:pPr marL="0" indent="0">
              <a:buNone/>
            </a:pPr>
            <a:r>
              <a:rPr lang="en-IN" sz="1700" dirty="0"/>
              <a:t>In Multi-level Inheritance we are inheriting properties from one class to another and into another class (Grand Parents to Parents and Parents to Children)</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4804294" y="2484255"/>
            <a:ext cx="3121416" cy="3714244"/>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061" name="Rectangle 2060">
            <a:extLst>
              <a:ext uri="{FF2B5EF4-FFF2-40B4-BE49-F238E27FC236}">
                <a16:creationId xmlns:a16="http://schemas.microsoft.com/office/drawing/2014/main" xmlns="" id="{E6995CE5-F890-4ABA-82A2-26507CE8D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6388779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0052" y="764704"/>
            <a:ext cx="8512709" cy="54726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9909179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xmlns="" id="{058A14AF-9FB5-4CC7-BA35-E8E85D3EDF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IN" sz="4200" b="1"/>
              <a:t>Hierarchical Inheritance</a:t>
            </a:r>
          </a:p>
        </p:txBody>
      </p:sp>
      <p:sp>
        <p:nvSpPr>
          <p:cNvPr id="4105" name="Rectangle 4104">
            <a:extLst>
              <a:ext uri="{FF2B5EF4-FFF2-40B4-BE49-F238E27FC236}">
                <a16:creationId xmlns:a16="http://schemas.microsoft.com/office/drawing/2014/main" xmlns="" id="{3A9A4357-BD1D-4622-A4FE-766E6AB8DE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a:bodyPr>
          <a:lstStyle/>
          <a:p>
            <a:pPr marL="0" indent="0">
              <a:buNone/>
            </a:pPr>
            <a:r>
              <a:rPr lang="en-IN" sz="1700"/>
              <a:t>In Hierarchical Inheritance we can inherit the behaviour from one class to multiple classes.</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4433649" y="2719374"/>
            <a:ext cx="3862707" cy="3244005"/>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109" name="Rectangle 4108">
            <a:extLst>
              <a:ext uri="{FF2B5EF4-FFF2-40B4-BE49-F238E27FC236}">
                <a16:creationId xmlns:a16="http://schemas.microsoft.com/office/drawing/2014/main" xmlns="" id="{E6995CE5-F890-4ABA-82A2-26507CE8D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79187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11560" y="476673"/>
            <a:ext cx="8136904" cy="601439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887103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64" name="Freeform 6">
            <a:extLst>
              <a:ext uri="{FF2B5EF4-FFF2-40B4-BE49-F238E27FC236}">
                <a16:creationId xmlns:a16="http://schemas.microsoft.com/office/drawing/2014/main" xmlns="" id="{69D184B2-2226-4E31-BCCB-44433076744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8338899" y="918266"/>
            <a:ext cx="529596"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65" name="Freeform 7">
            <a:extLst>
              <a:ext uri="{FF2B5EF4-FFF2-40B4-BE49-F238E27FC236}">
                <a16:creationId xmlns:a16="http://schemas.microsoft.com/office/drawing/2014/main" xmlns="" id="{1AC4D4E3-486A-464A-8EC8-D448810972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8338409" y="643467"/>
            <a:ext cx="315230"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55" name="Rectangle 6154">
            <a:extLst>
              <a:ext uri="{FF2B5EF4-FFF2-40B4-BE49-F238E27FC236}">
                <a16:creationId xmlns:a16="http://schemas.microsoft.com/office/drawing/2014/main" xmlns="" id="{864DE13E-58EB-4475-B79C-0D4FC65123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478790" y="643467"/>
            <a:ext cx="8200127"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947683" y="1618357"/>
            <a:ext cx="7248635" cy="3443102"/>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0283102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6" name="Rectangle 7175">
            <a:extLst>
              <a:ext uri="{FF2B5EF4-FFF2-40B4-BE49-F238E27FC236}">
                <a16:creationId xmlns:a16="http://schemas.microsoft.com/office/drawing/2014/main" xmlns="" id="{32FD50D0-1315-48C4-BB87-7646B049A0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78" name="Group 7177">
            <a:extLst>
              <a:ext uri="{FF2B5EF4-FFF2-40B4-BE49-F238E27FC236}">
                <a16:creationId xmlns:a16="http://schemas.microsoft.com/office/drawing/2014/main" xmlns="" id="{CA83E95F-11F0-4EF3-B911-EC4A265F0826}"/>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307282" y="635715"/>
            <a:ext cx="8356656" cy="2482136"/>
            <a:chOff x="409710" y="635715"/>
            <a:chExt cx="11142208" cy="2482136"/>
          </a:xfrm>
        </p:grpSpPr>
        <p:sp>
          <p:nvSpPr>
            <p:cNvPr id="7179" name="Freeform 44">
              <a:extLst>
                <a:ext uri="{FF2B5EF4-FFF2-40B4-BE49-F238E27FC236}">
                  <a16:creationId xmlns:a16="http://schemas.microsoft.com/office/drawing/2014/main" xmlns="" id="{4A5621C8-F0D7-4928-9BC5-B15B318AF6D7}"/>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xmlns=""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0" name="Freeform 45">
              <a:extLst>
                <a:ext uri="{FF2B5EF4-FFF2-40B4-BE49-F238E27FC236}">
                  <a16:creationId xmlns:a16="http://schemas.microsoft.com/office/drawing/2014/main" xmlns="" id="{3F55EE6D-8E4E-47F0-B7BC-D45AECE43300}"/>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xmlns=""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1" name="Freeform 46">
              <a:extLst>
                <a:ext uri="{FF2B5EF4-FFF2-40B4-BE49-F238E27FC236}">
                  <a16:creationId xmlns:a16="http://schemas.microsoft.com/office/drawing/2014/main" xmlns="" id="{C2EC5D6B-2D05-4DDF-9E09-8814EA4921AA}"/>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xmlns=""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2" name="Freeform 47">
              <a:extLst>
                <a:ext uri="{FF2B5EF4-FFF2-40B4-BE49-F238E27FC236}">
                  <a16:creationId xmlns:a16="http://schemas.microsoft.com/office/drawing/2014/main" xmlns="" id="{F7890FC4-3706-4665-B92A-D37982414015}"/>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xmlns=""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3" name="Rectangle 7182">
              <a:extLst>
                <a:ext uri="{FF2B5EF4-FFF2-40B4-BE49-F238E27FC236}">
                  <a16:creationId xmlns:a16="http://schemas.microsoft.com/office/drawing/2014/main" xmlns="" id="{5B29EAEC-4EE8-4823-BBB4-9012708C82B6}"/>
                </a:ext>
                <a:ext uri="{C183D7F6-B498-43B3-948B-1728B52AA6E4}">
                  <adec:decorative xmlns:adec="http://schemas.microsoft.com/office/drawing/2017/decorative" xmlns="" val="1"/>
                </a:ext>
              </a:extLst>
            </p:cNvPr>
            <p:cNvSpPr>
              <a:spLocks noChangeArrowheads="1"/>
            </p:cNvSpPr>
            <p:nvPr>
              <p:extLst>
                <p:ext uri="{386F3935-93C4-4BCD-93E2-E3B085C9AB24}">
                  <p16:designElem xmlns:p16="http://schemas.microsoft.com/office/powerpoint/2015/main" xmlns=""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785460" y="759805"/>
            <a:ext cx="7729890" cy="1325563"/>
          </a:xfrm>
        </p:spPr>
        <p:txBody>
          <a:bodyPr>
            <a:normAutofit/>
          </a:bodyPr>
          <a:lstStyle/>
          <a:p>
            <a:r>
              <a:rPr lang="en-IN" sz="3500" b="1">
                <a:solidFill>
                  <a:srgbClr val="FFFFFF"/>
                </a:solidFill>
              </a:rPr>
              <a:t>Hybrid Inheritance</a:t>
            </a:r>
            <a:br>
              <a:rPr lang="en-IN" sz="3500" b="1">
                <a:solidFill>
                  <a:srgbClr val="FFFFFF"/>
                </a:solidFill>
              </a:rPr>
            </a:br>
            <a:endParaRPr lang="en-IN" sz="3500" b="1">
              <a:solidFill>
                <a:srgbClr val="FFFFFF"/>
              </a:solidFill>
            </a:endParaRPr>
          </a:p>
        </p:txBody>
      </p:sp>
      <p:sp>
        <p:nvSpPr>
          <p:cNvPr id="3" name="Content Placeholder 2"/>
          <p:cNvSpPr>
            <a:spLocks noGrp="1"/>
          </p:cNvSpPr>
          <p:nvPr>
            <p:ph idx="1"/>
          </p:nvPr>
        </p:nvSpPr>
        <p:spPr>
          <a:xfrm>
            <a:off x="1498436" y="2488320"/>
            <a:ext cx="3433604" cy="3363846"/>
          </a:xfrm>
        </p:spPr>
        <p:txBody>
          <a:bodyPr anchor="ctr">
            <a:normAutofit/>
          </a:bodyPr>
          <a:lstStyle/>
          <a:p>
            <a:pPr marL="0" indent="0">
              <a:buNone/>
            </a:pPr>
            <a:r>
              <a:rPr lang="en-IN" sz="1700" dirty="0" smtClean="0"/>
              <a:t>Hybrid </a:t>
            </a:r>
            <a:r>
              <a:rPr lang="en-IN" sz="1700" dirty="0"/>
              <a:t>Inheritance </a:t>
            </a:r>
            <a:r>
              <a:rPr lang="en-IN" sz="1700" dirty="0" smtClean="0"/>
              <a:t>is combination of Multi Level and Hierarchical Inheritance in Java </a:t>
            </a:r>
            <a:endParaRPr lang="en-IN" sz="1700" dirty="0"/>
          </a:p>
        </p:txBody>
      </p:sp>
      <p:pic>
        <p:nvPicPr>
          <p:cNvPr id="717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5528020" y="2650848"/>
            <a:ext cx="1987779" cy="3118328"/>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5720997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00" name="Freeform 6">
            <a:extLst>
              <a:ext uri="{FF2B5EF4-FFF2-40B4-BE49-F238E27FC236}">
                <a16:creationId xmlns:a16="http://schemas.microsoft.com/office/drawing/2014/main" xmlns="" id="{69D184B2-2226-4E31-BCCB-44433076744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8338899" y="918266"/>
            <a:ext cx="529596"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02" name="Freeform 7">
            <a:extLst>
              <a:ext uri="{FF2B5EF4-FFF2-40B4-BE49-F238E27FC236}">
                <a16:creationId xmlns:a16="http://schemas.microsoft.com/office/drawing/2014/main" xmlns="" id="{1AC4D4E3-486A-464A-8EC8-D448810972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8338409" y="643467"/>
            <a:ext cx="315230"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04" name="Rectangle 8203">
            <a:extLst>
              <a:ext uri="{FF2B5EF4-FFF2-40B4-BE49-F238E27FC236}">
                <a16:creationId xmlns:a16="http://schemas.microsoft.com/office/drawing/2014/main" xmlns="" id="{864DE13E-58EB-4475-B79C-0D4FC65123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478790" y="643467"/>
            <a:ext cx="8200127"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819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2411760" y="643467"/>
            <a:ext cx="3816424" cy="5305813"/>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8790111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xmlns="" id="{6D5872A3-CFF8-4F36-8446-6F1B04585A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xmlns="" id="{47EC0934-1503-4296-A688-FC4E83E3F60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891743" y="4813"/>
            <a:ext cx="5360514" cy="6333471"/>
            <a:chOff x="329184" y="-555662"/>
            <a:chExt cx="524256" cy="6333471"/>
          </a:xfrm>
        </p:grpSpPr>
        <p:cxnSp>
          <p:nvCxnSpPr>
            <p:cNvPr id="11" name="Straight Connector 10">
              <a:extLst>
                <a:ext uri="{FF2B5EF4-FFF2-40B4-BE49-F238E27FC236}">
                  <a16:creationId xmlns:a16="http://schemas.microsoft.com/office/drawing/2014/main" xmlns="" id="{0C528A17-D3E6-4463-8942-C4991C05B0C1}"/>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xmlns="" id="{299B74AA-0D92-4B16-A6FE-030C4476EF4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29184" y="-555662"/>
              <a:ext cx="524256" cy="60877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Rectangle 35">
            <a:extLst>
              <a:ext uri="{FF2B5EF4-FFF2-40B4-BE49-F238E27FC236}">
                <a16:creationId xmlns:a16="http://schemas.microsoft.com/office/drawing/2014/main" xmlns="" id="{5E2C537D-FECA-4C7F-A65B-F82518B3A1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7348" y="265180"/>
            <a:ext cx="8249304" cy="575157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public class&#10;&#10;Description automatically generated">
            <a:extLst>
              <a:ext uri="{FF2B5EF4-FFF2-40B4-BE49-F238E27FC236}">
                <a16:creationId xmlns:a16="http://schemas.microsoft.com/office/drawing/2014/main" xmlns="" id="{A1897635-6158-2BAB-C759-AB93B66AE844}"/>
              </a:ext>
            </a:extLst>
          </p:cNvPr>
          <p:cNvPicPr>
            <a:picLocks noChangeAspect="1"/>
          </p:cNvPicPr>
          <p:nvPr/>
        </p:nvPicPr>
        <p:blipFill rotWithShape="1">
          <a:blip r:embed="rId2" cstate="print"/>
          <a:srcRect r="7529" b="-2"/>
          <a:stretch/>
        </p:blipFill>
        <p:spPr>
          <a:xfrm>
            <a:off x="628650" y="469664"/>
            <a:ext cx="7886700" cy="5330606"/>
          </a:xfrm>
          <a:prstGeom prst="rect">
            <a:avLst/>
          </a:prstGeom>
        </p:spPr>
      </p:pic>
    </p:spTree>
    <p:extLst>
      <p:ext uri="{BB962C8B-B14F-4D97-AF65-F5344CB8AC3E}">
        <p14:creationId xmlns:p14="http://schemas.microsoft.com/office/powerpoint/2010/main" xmlns="" val="20060063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D5A07B3-C588-2450-49F8-7FD00EACDD1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pPr>
            <a:r>
              <a:rPr lang="en-US" sz="2800" b="1" u="sng" dirty="0">
                <a:solidFill>
                  <a:schemeClr val="bg1"/>
                </a:solidFill>
              </a:rPr>
              <a:t>t</a:t>
            </a:r>
            <a:r>
              <a:rPr lang="en-US" sz="2800" b="1" u="sng" kern="1200" dirty="0">
                <a:solidFill>
                  <a:schemeClr val="bg1"/>
                </a:solidFill>
                <a:latin typeface="+mj-lt"/>
                <a:ea typeface="+mj-ea"/>
                <a:cs typeface="+mj-cs"/>
              </a:rPr>
              <a:t>his and super Keyword in Java</a:t>
            </a:r>
          </a:p>
        </p:txBody>
      </p:sp>
      <p:pic>
        <p:nvPicPr>
          <p:cNvPr id="5" name="Content Placeholder 4" descr="A screenshot of a computer&#10;&#10;Description automatically generated">
            <a:extLst>
              <a:ext uri="{FF2B5EF4-FFF2-40B4-BE49-F238E27FC236}">
                <a16:creationId xmlns:a16="http://schemas.microsoft.com/office/drawing/2014/main" xmlns="" id="{449F51C7-915B-129B-4E69-DE3761C7DB4D}"/>
              </a:ext>
            </a:extLst>
          </p:cNvPr>
          <p:cNvPicPr>
            <a:picLocks noGrp="1" noChangeAspect="1"/>
          </p:cNvPicPr>
          <p:nvPr>
            <p:ph idx="1"/>
          </p:nvPr>
        </p:nvPicPr>
        <p:blipFill>
          <a:blip r:embed="rId2" cstate="print"/>
          <a:stretch>
            <a:fillRect/>
          </a:stretch>
        </p:blipFill>
        <p:spPr>
          <a:xfrm>
            <a:off x="666044" y="1675227"/>
            <a:ext cx="7811910" cy="4394199"/>
          </a:xfrm>
          <a:prstGeom prst="rect">
            <a:avLst/>
          </a:prstGeom>
        </p:spPr>
      </p:pic>
    </p:spTree>
    <p:extLst>
      <p:ext uri="{BB962C8B-B14F-4D97-AF65-F5344CB8AC3E}">
        <p14:creationId xmlns:p14="http://schemas.microsoft.com/office/powerpoint/2010/main" xmlns="" val="852920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332</TotalTime>
  <Words>221</Words>
  <Application>Microsoft Office PowerPoint</Application>
  <PresentationFormat>On-screen Show (4:3)</PresentationFormat>
  <Paragraphs>42</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OOPs (Object-Oriented Programming System) </vt:lpstr>
      <vt:lpstr>OOPS CONCEPTS </vt:lpstr>
      <vt:lpstr>Inheritance</vt:lpstr>
      <vt:lpstr>Inheritance</vt:lpstr>
      <vt:lpstr>Single Level Inheritance</vt:lpstr>
      <vt:lpstr>Slide 7</vt:lpstr>
      <vt:lpstr>Multi-Level Inheritance</vt:lpstr>
      <vt:lpstr>Slide 9</vt:lpstr>
      <vt:lpstr>Hierarchical Inheritance</vt:lpstr>
      <vt:lpstr>Slide 11</vt:lpstr>
      <vt:lpstr>Slide 12</vt:lpstr>
      <vt:lpstr>Hybrid Inheritance </vt:lpstr>
      <vt:lpstr>Slide 14</vt:lpstr>
      <vt:lpstr>Slide 15</vt:lpstr>
      <vt:lpstr>this and super Keyword in Java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9</cp:revision>
  <dcterms:created xsi:type="dcterms:W3CDTF">2022-05-10T14:21:16Z</dcterms:created>
  <dcterms:modified xsi:type="dcterms:W3CDTF">2025-11-26T15:39:58Z</dcterms:modified>
</cp:coreProperties>
</file>