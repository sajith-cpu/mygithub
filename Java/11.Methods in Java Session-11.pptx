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revisionInfo.xml" ContentType="application/vnd.ms-powerpoint.revisioninfo+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6" r:id="rId2"/>
    <p:sldId id="257" r:id="rId3"/>
    <p:sldId id="269" r:id="rId4"/>
    <p:sldId id="270" r:id="rId5"/>
    <p:sldId id="267" r:id="rId6"/>
    <p:sldId id="258" r:id="rId7"/>
    <p:sldId id="259" r:id="rId8"/>
    <p:sldId id="260" r:id="rId9"/>
    <p:sldId id="261" r:id="rId10"/>
    <p:sldId id="262" r:id="rId11"/>
    <p:sldId id="263" r:id="rId12"/>
    <p:sldId id="271" r:id="rId13"/>
    <p:sldId id="268" r:id="rId14"/>
    <p:sldId id="264" r:id="rId15"/>
    <p:sldId id="272"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042145-6D80-4C06-9455-F9C0C3CDDC4A}" v="2" dt="2024-06-08T09:50:50.5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2" d="100"/>
          <a:sy n="82" d="100"/>
        </p:scale>
        <p:origin x="-1474" y="-91"/>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as Tuwani" userId="5d421215-a11f-4a6e-90ca-e8ac2213fab6" providerId="ADAL" clId="{B3042145-6D80-4C06-9455-F9C0C3CDDC4A}"/>
    <pc:docChg chg="custSel addSld modSld">
      <pc:chgData name="Manas Tuwani" userId="5d421215-a11f-4a6e-90ca-e8ac2213fab6" providerId="ADAL" clId="{B3042145-6D80-4C06-9455-F9C0C3CDDC4A}" dt="2024-06-08T09:51:27.271" v="4" actId="26606"/>
      <pc:docMkLst>
        <pc:docMk/>
      </pc:docMkLst>
      <pc:sldChg chg="addSp modSp add mod setBg">
        <pc:chgData name="Manas Tuwani" userId="5d421215-a11f-4a6e-90ca-e8ac2213fab6" providerId="ADAL" clId="{B3042145-6D80-4C06-9455-F9C0C3CDDC4A}" dt="2024-06-08T09:51:18.328" v="3" actId="26606"/>
        <pc:sldMkLst>
          <pc:docMk/>
          <pc:sldMk cId="2110661267" sldId="264"/>
        </pc:sldMkLst>
        <pc:spChg chg="mod">
          <ac:chgData name="Manas Tuwani" userId="5d421215-a11f-4a6e-90ca-e8ac2213fab6" providerId="ADAL" clId="{B3042145-6D80-4C06-9455-F9C0C3CDDC4A}" dt="2024-06-08T09:51:18.328" v="3" actId="26606"/>
          <ac:spMkLst>
            <pc:docMk/>
            <pc:sldMk cId="2110661267" sldId="264"/>
            <ac:spMk id="2" creationId="{00000000-0000-0000-0000-000000000000}"/>
          </ac:spMkLst>
        </pc:spChg>
        <pc:spChg chg="mod">
          <ac:chgData name="Manas Tuwani" userId="5d421215-a11f-4a6e-90ca-e8ac2213fab6" providerId="ADAL" clId="{B3042145-6D80-4C06-9455-F9C0C3CDDC4A}" dt="2024-06-08T09:51:18.328" v="3" actId="26606"/>
          <ac:spMkLst>
            <pc:docMk/>
            <pc:sldMk cId="2110661267" sldId="264"/>
            <ac:spMk id="3" creationId="{00000000-0000-0000-0000-000000000000}"/>
          </ac:spMkLst>
        </pc:spChg>
        <pc:spChg chg="add">
          <ac:chgData name="Manas Tuwani" userId="5d421215-a11f-4a6e-90ca-e8ac2213fab6" providerId="ADAL" clId="{B3042145-6D80-4C06-9455-F9C0C3CDDC4A}" dt="2024-06-08T09:51:18.328" v="3" actId="26606"/>
          <ac:spMkLst>
            <pc:docMk/>
            <pc:sldMk cId="2110661267" sldId="264"/>
            <ac:spMk id="8" creationId="{081EA652-8C6A-4E69-BEB9-170809474553}"/>
          </ac:spMkLst>
        </pc:spChg>
        <pc:spChg chg="add">
          <ac:chgData name="Manas Tuwani" userId="5d421215-a11f-4a6e-90ca-e8ac2213fab6" providerId="ADAL" clId="{B3042145-6D80-4C06-9455-F9C0C3CDDC4A}" dt="2024-06-08T09:51:18.328" v="3" actId="26606"/>
          <ac:spMkLst>
            <pc:docMk/>
            <pc:sldMk cId="2110661267" sldId="264"/>
            <ac:spMk id="10" creationId="{5298780A-33B9-4EA2-8F67-DE68AD62841B}"/>
          </ac:spMkLst>
        </pc:spChg>
        <pc:spChg chg="add">
          <ac:chgData name="Manas Tuwani" userId="5d421215-a11f-4a6e-90ca-e8ac2213fab6" providerId="ADAL" clId="{B3042145-6D80-4C06-9455-F9C0C3CDDC4A}" dt="2024-06-08T09:51:18.328" v="3" actId="26606"/>
          <ac:spMkLst>
            <pc:docMk/>
            <pc:sldMk cId="2110661267" sldId="264"/>
            <ac:spMk id="12" creationId="{7F488E8B-4E1E-4402-8935-D4E6C02615C7}"/>
          </ac:spMkLst>
        </pc:spChg>
      </pc:sldChg>
      <pc:sldChg chg="addSp delSp add mod setBg delDesignElem">
        <pc:chgData name="Manas Tuwani" userId="5d421215-a11f-4a6e-90ca-e8ac2213fab6" providerId="ADAL" clId="{B3042145-6D80-4C06-9455-F9C0C3CDDC4A}" dt="2024-06-08T09:51:27.271" v="4" actId="26606"/>
        <pc:sldMkLst>
          <pc:docMk/>
          <pc:sldMk cId="1228678579" sldId="272"/>
        </pc:sldMkLst>
        <pc:spChg chg="add">
          <ac:chgData name="Manas Tuwani" userId="5d421215-a11f-4a6e-90ca-e8ac2213fab6" providerId="ADAL" clId="{B3042145-6D80-4C06-9455-F9C0C3CDDC4A}" dt="2024-06-08T09:51:27.271" v="4" actId="26606"/>
          <ac:spMkLst>
            <pc:docMk/>
            <pc:sldMk cId="1228678579" sldId="272"/>
            <ac:spMk id="5" creationId="{F3060C83-F051-4F0E-ABAD-AA0DFC48B218}"/>
          </ac:spMkLst>
        </pc:spChg>
        <pc:spChg chg="add">
          <ac:chgData name="Manas Tuwani" userId="5d421215-a11f-4a6e-90ca-e8ac2213fab6" providerId="ADAL" clId="{B3042145-6D80-4C06-9455-F9C0C3CDDC4A}" dt="2024-06-08T09:51:27.271" v="4" actId="26606"/>
          <ac:spMkLst>
            <pc:docMk/>
            <pc:sldMk cId="1228678579" sldId="272"/>
            <ac:spMk id="6" creationId="{83C98ABE-055B-441F-B07E-44F97F083C39}"/>
          </ac:spMkLst>
        </pc:spChg>
        <pc:spChg chg="add">
          <ac:chgData name="Manas Tuwani" userId="5d421215-a11f-4a6e-90ca-e8ac2213fab6" providerId="ADAL" clId="{B3042145-6D80-4C06-9455-F9C0C3CDDC4A}" dt="2024-06-08T09:51:27.271" v="4" actId="26606"/>
          <ac:spMkLst>
            <pc:docMk/>
            <pc:sldMk cId="1228678579" sldId="272"/>
            <ac:spMk id="7" creationId="{29FDB030-9B49-4CED-8CCD-4D99382388AC}"/>
          </ac:spMkLst>
        </pc:spChg>
        <pc:spChg chg="del">
          <ac:chgData name="Manas Tuwani" userId="5d421215-a11f-4a6e-90ca-e8ac2213fab6" providerId="ADAL" clId="{B3042145-6D80-4C06-9455-F9C0C3CDDC4A}" dt="2024-06-08T09:50:50.513" v="2"/>
          <ac:spMkLst>
            <pc:docMk/>
            <pc:sldMk cId="1228678579" sldId="272"/>
            <ac:spMk id="8" creationId="{F3060C83-F051-4F0E-ABAD-AA0DFC48B218}"/>
          </ac:spMkLst>
        </pc:spChg>
        <pc:spChg chg="add">
          <ac:chgData name="Manas Tuwani" userId="5d421215-a11f-4a6e-90ca-e8ac2213fab6" providerId="ADAL" clId="{B3042145-6D80-4C06-9455-F9C0C3CDDC4A}" dt="2024-06-08T09:51:27.271" v="4" actId="26606"/>
          <ac:spMkLst>
            <pc:docMk/>
            <pc:sldMk cId="1228678579" sldId="272"/>
            <ac:spMk id="9" creationId="{3783CA14-24A1-485C-8B30-D6A5D87987AD}"/>
          </ac:spMkLst>
        </pc:spChg>
        <pc:spChg chg="del">
          <ac:chgData name="Manas Tuwani" userId="5d421215-a11f-4a6e-90ca-e8ac2213fab6" providerId="ADAL" clId="{B3042145-6D80-4C06-9455-F9C0C3CDDC4A}" dt="2024-06-08T09:50:50.513" v="2"/>
          <ac:spMkLst>
            <pc:docMk/>
            <pc:sldMk cId="1228678579" sldId="272"/>
            <ac:spMk id="10" creationId="{83C98ABE-055B-441F-B07E-44F97F083C39}"/>
          </ac:spMkLst>
        </pc:spChg>
        <pc:spChg chg="add">
          <ac:chgData name="Manas Tuwani" userId="5d421215-a11f-4a6e-90ca-e8ac2213fab6" providerId="ADAL" clId="{B3042145-6D80-4C06-9455-F9C0C3CDDC4A}" dt="2024-06-08T09:51:27.271" v="4" actId="26606"/>
          <ac:spMkLst>
            <pc:docMk/>
            <pc:sldMk cId="1228678579" sldId="272"/>
            <ac:spMk id="11" creationId="{9A97C86A-04D6-40F7-AE84-31AB43E6A846}"/>
          </ac:spMkLst>
        </pc:spChg>
        <pc:spChg chg="del">
          <ac:chgData name="Manas Tuwani" userId="5d421215-a11f-4a6e-90ca-e8ac2213fab6" providerId="ADAL" clId="{B3042145-6D80-4C06-9455-F9C0C3CDDC4A}" dt="2024-06-08T09:50:50.513" v="2"/>
          <ac:spMkLst>
            <pc:docMk/>
            <pc:sldMk cId="1228678579" sldId="272"/>
            <ac:spMk id="12" creationId="{29FDB030-9B49-4CED-8CCD-4D99382388AC}"/>
          </ac:spMkLst>
        </pc:spChg>
        <pc:spChg chg="add">
          <ac:chgData name="Manas Tuwani" userId="5d421215-a11f-4a6e-90ca-e8ac2213fab6" providerId="ADAL" clId="{B3042145-6D80-4C06-9455-F9C0C3CDDC4A}" dt="2024-06-08T09:51:27.271" v="4" actId="26606"/>
          <ac:spMkLst>
            <pc:docMk/>
            <pc:sldMk cId="1228678579" sldId="272"/>
            <ac:spMk id="13" creationId="{FF9F2414-84E8-453E-B1F3-389FDE8192D9}"/>
          </ac:spMkLst>
        </pc:spChg>
        <pc:spChg chg="del">
          <ac:chgData name="Manas Tuwani" userId="5d421215-a11f-4a6e-90ca-e8ac2213fab6" providerId="ADAL" clId="{B3042145-6D80-4C06-9455-F9C0C3CDDC4A}" dt="2024-06-08T09:50:50.513" v="2"/>
          <ac:spMkLst>
            <pc:docMk/>
            <pc:sldMk cId="1228678579" sldId="272"/>
            <ac:spMk id="14" creationId="{3783CA14-24A1-485C-8B30-D6A5D87987AD}"/>
          </ac:spMkLst>
        </pc:spChg>
        <pc:spChg chg="add">
          <ac:chgData name="Manas Tuwani" userId="5d421215-a11f-4a6e-90ca-e8ac2213fab6" providerId="ADAL" clId="{B3042145-6D80-4C06-9455-F9C0C3CDDC4A}" dt="2024-06-08T09:51:27.271" v="4" actId="26606"/>
          <ac:spMkLst>
            <pc:docMk/>
            <pc:sldMk cId="1228678579" sldId="272"/>
            <ac:spMk id="15" creationId="{3ECA69A1-7536-43AC-85EF-C7106179F5ED}"/>
          </ac:spMkLst>
        </pc:spChg>
        <pc:spChg chg="del">
          <ac:chgData name="Manas Tuwani" userId="5d421215-a11f-4a6e-90ca-e8ac2213fab6" providerId="ADAL" clId="{B3042145-6D80-4C06-9455-F9C0C3CDDC4A}" dt="2024-06-08T09:50:50.513" v="2"/>
          <ac:spMkLst>
            <pc:docMk/>
            <pc:sldMk cId="1228678579" sldId="272"/>
            <ac:spMk id="16" creationId="{9A97C86A-04D6-40F7-AE84-31AB43E6A846}"/>
          </ac:spMkLst>
        </pc:spChg>
        <pc:spChg chg="del">
          <ac:chgData name="Manas Tuwani" userId="5d421215-a11f-4a6e-90ca-e8ac2213fab6" providerId="ADAL" clId="{B3042145-6D80-4C06-9455-F9C0C3CDDC4A}" dt="2024-06-08T09:50:50.513" v="2"/>
          <ac:spMkLst>
            <pc:docMk/>
            <pc:sldMk cId="1228678579" sldId="272"/>
            <ac:spMk id="18" creationId="{FF9F2414-84E8-453E-B1F3-389FDE8192D9}"/>
          </ac:spMkLst>
        </pc:spChg>
        <pc:spChg chg="del">
          <ac:chgData name="Manas Tuwani" userId="5d421215-a11f-4a6e-90ca-e8ac2213fab6" providerId="ADAL" clId="{B3042145-6D80-4C06-9455-F9C0C3CDDC4A}" dt="2024-06-08T09:50:50.513" v="2"/>
          <ac:spMkLst>
            <pc:docMk/>
            <pc:sldMk cId="1228678579" sldId="272"/>
            <ac:spMk id="20" creationId="{3ECA69A1-7536-43AC-85EF-C7106179F5ED}"/>
          </ac:spMkLst>
        </pc:spChg>
      </pc:sldChg>
    </pc:docChg>
  </pc:docChgLst>
  <pc:docChgLst>
    <pc:chgData name="Manas Tuwani" userId="5d421215-a11f-4a6e-90ca-e8ac2213fab6" providerId="ADAL" clId="{B3A5D575-D05E-40C0-ADF3-49A12191DF5F}"/>
    <pc:docChg chg="modSld">
      <pc:chgData name="Manas Tuwani" userId="5d421215-a11f-4a6e-90ca-e8ac2213fab6" providerId="ADAL" clId="{B3A5D575-D05E-40C0-ADF3-49A12191DF5F}" dt="2024-04-09T03:10:06.535" v="16" actId="20577"/>
      <pc:docMkLst>
        <pc:docMk/>
      </pc:docMkLst>
      <pc:sldChg chg="modSp mod">
        <pc:chgData name="Manas Tuwani" userId="5d421215-a11f-4a6e-90ca-e8ac2213fab6" providerId="ADAL" clId="{B3A5D575-D05E-40C0-ADF3-49A12191DF5F}" dt="2024-04-09T03:10:06.535" v="16" actId="20577"/>
        <pc:sldMkLst>
          <pc:docMk/>
          <pc:sldMk cId="2055499584" sldId="268"/>
        </pc:sldMkLst>
        <pc:spChg chg="mod">
          <ac:chgData name="Manas Tuwani" userId="5d421215-a11f-4a6e-90ca-e8ac2213fab6" providerId="ADAL" clId="{B3A5D575-D05E-40C0-ADF3-49A12191DF5F}" dt="2024-04-09T03:10:06.535" v="16" actId="20577"/>
          <ac:spMkLst>
            <pc:docMk/>
            <pc:sldMk cId="2055499584" sldId="268"/>
            <ac:spMk id="3" creationId="{5E172775-1A73-E39D-A1DB-2A0D9B4BA801}"/>
          </ac:spMkLst>
        </pc:spChg>
      </pc:sldChg>
    </pc:docChg>
  </pc:docChgLst>
  <pc:docChgLst>
    <pc:chgData name="Manas Tuwani" userId="5d421215-a11f-4a6e-90ca-e8ac2213fab6" providerId="ADAL" clId="{342F4AA3-39BE-41CD-8612-868A80A41DC7}"/>
    <pc:docChg chg="modSld">
      <pc:chgData name="Manas Tuwani" userId="5d421215-a11f-4a6e-90ca-e8ac2213fab6" providerId="ADAL" clId="{342F4AA3-39BE-41CD-8612-868A80A41DC7}" dt="2023-12-04T14:45:13.660" v="2" actId="20577"/>
      <pc:docMkLst>
        <pc:docMk/>
      </pc:docMkLst>
      <pc:sldChg chg="modSp mod">
        <pc:chgData name="Manas Tuwani" userId="5d421215-a11f-4a6e-90ca-e8ac2213fab6" providerId="ADAL" clId="{342F4AA3-39BE-41CD-8612-868A80A41DC7}" dt="2023-12-04T14:45:13.660" v="2" actId="20577"/>
        <pc:sldMkLst>
          <pc:docMk/>
          <pc:sldMk cId="771508899" sldId="260"/>
        </pc:sldMkLst>
        <pc:spChg chg="mod">
          <ac:chgData name="Manas Tuwani" userId="5d421215-a11f-4a6e-90ca-e8ac2213fab6" providerId="ADAL" clId="{342F4AA3-39BE-41CD-8612-868A80A41DC7}" dt="2023-12-04T14:45:13.660" v="2" actId="20577"/>
          <ac:spMkLst>
            <pc:docMk/>
            <pc:sldMk cId="771508899" sldId="260"/>
            <ac:spMk id="3" creationId="{00000000-0000-0000-0000-000000000000}"/>
          </ac:spMkLst>
        </pc:spChg>
      </pc:sldChg>
    </pc:docChg>
  </pc:docChgLst>
  <pc:docChgLst>
    <pc:chgData name="Manas Tuwani" userId="5d421215-a11f-4a6e-90ca-e8ac2213fab6" providerId="ADAL" clId="{6F855ACD-2673-483C-8EE9-2988A344B0C4}"/>
    <pc:docChg chg="undo custSel addSld modSld">
      <pc:chgData name="Manas Tuwani" userId="5d421215-a11f-4a6e-90ca-e8ac2213fab6" providerId="ADAL" clId="{6F855ACD-2673-483C-8EE9-2988A344B0C4}" dt="2023-02-19T07:22:48.178" v="434" actId="1076"/>
      <pc:docMkLst>
        <pc:docMk/>
      </pc:docMkLst>
      <pc:sldChg chg="addSp modSp mod setBg">
        <pc:chgData name="Manas Tuwani" userId="5d421215-a11f-4a6e-90ca-e8ac2213fab6" providerId="ADAL" clId="{6F855ACD-2673-483C-8EE9-2988A344B0C4}" dt="2023-02-19T07:20:03.885" v="417" actId="255"/>
        <pc:sldMkLst>
          <pc:docMk/>
          <pc:sldMk cId="2212537693" sldId="257"/>
        </pc:sldMkLst>
        <pc:spChg chg="mod">
          <ac:chgData name="Manas Tuwani" userId="5d421215-a11f-4a6e-90ca-e8ac2213fab6" providerId="ADAL" clId="{6F855ACD-2673-483C-8EE9-2988A344B0C4}" dt="2023-02-19T07:19:49.032" v="415" actId="26606"/>
          <ac:spMkLst>
            <pc:docMk/>
            <pc:sldMk cId="2212537693" sldId="257"/>
            <ac:spMk id="2" creationId="{00000000-0000-0000-0000-000000000000}"/>
          </ac:spMkLst>
        </pc:spChg>
        <pc:spChg chg="mod">
          <ac:chgData name="Manas Tuwani" userId="5d421215-a11f-4a6e-90ca-e8ac2213fab6" providerId="ADAL" clId="{6F855ACD-2673-483C-8EE9-2988A344B0C4}" dt="2023-02-19T07:20:03.885" v="417" actId="255"/>
          <ac:spMkLst>
            <pc:docMk/>
            <pc:sldMk cId="2212537693" sldId="257"/>
            <ac:spMk id="3" creationId="{00000000-0000-0000-0000-000000000000}"/>
          </ac:spMkLst>
        </pc:spChg>
        <pc:spChg chg="add">
          <ac:chgData name="Manas Tuwani" userId="5d421215-a11f-4a6e-90ca-e8ac2213fab6" providerId="ADAL" clId="{6F855ACD-2673-483C-8EE9-2988A344B0C4}" dt="2023-02-19T07:19:49.032" v="415" actId="26606"/>
          <ac:spMkLst>
            <pc:docMk/>
            <pc:sldMk cId="2212537693" sldId="257"/>
            <ac:spMk id="8" creationId="{1B15ED52-F352-441B-82BF-E0EA34836D08}"/>
          </ac:spMkLst>
        </pc:spChg>
        <pc:spChg chg="add">
          <ac:chgData name="Manas Tuwani" userId="5d421215-a11f-4a6e-90ca-e8ac2213fab6" providerId="ADAL" clId="{6F855ACD-2673-483C-8EE9-2988A344B0C4}" dt="2023-02-19T07:19:49.032" v="415" actId="26606"/>
          <ac:spMkLst>
            <pc:docMk/>
            <pc:sldMk cId="2212537693" sldId="257"/>
            <ac:spMk id="10" creationId="{3B2E3793-BFE6-45A2-9B7B-E18844431C99}"/>
          </ac:spMkLst>
        </pc:spChg>
        <pc:spChg chg="add">
          <ac:chgData name="Manas Tuwani" userId="5d421215-a11f-4a6e-90ca-e8ac2213fab6" providerId="ADAL" clId="{6F855ACD-2673-483C-8EE9-2988A344B0C4}" dt="2023-02-19T07:19:49.032" v="415" actId="26606"/>
          <ac:spMkLst>
            <pc:docMk/>
            <pc:sldMk cId="2212537693" sldId="257"/>
            <ac:spMk id="12" creationId="{BC4C4868-CB8F-4AF9-9CDB-8108F2C19B67}"/>
          </ac:spMkLst>
        </pc:spChg>
        <pc:spChg chg="add">
          <ac:chgData name="Manas Tuwani" userId="5d421215-a11f-4a6e-90ca-e8ac2213fab6" providerId="ADAL" clId="{6F855ACD-2673-483C-8EE9-2988A344B0C4}" dt="2023-02-19T07:19:49.032" v="415" actId="26606"/>
          <ac:spMkLst>
            <pc:docMk/>
            <pc:sldMk cId="2212537693" sldId="257"/>
            <ac:spMk id="14" creationId="{375E0459-6403-40CD-989D-56A4407CA12E}"/>
          </ac:spMkLst>
        </pc:spChg>
        <pc:spChg chg="add">
          <ac:chgData name="Manas Tuwani" userId="5d421215-a11f-4a6e-90ca-e8ac2213fab6" providerId="ADAL" clId="{6F855ACD-2673-483C-8EE9-2988A344B0C4}" dt="2023-02-19T07:19:49.032" v="415" actId="26606"/>
          <ac:spMkLst>
            <pc:docMk/>
            <pc:sldMk cId="2212537693" sldId="257"/>
            <ac:spMk id="16" creationId="{53E5B1A8-3AC9-4BD1-9BBC-78CA94F2D1BA}"/>
          </ac:spMkLst>
        </pc:spChg>
      </pc:sldChg>
      <pc:sldChg chg="addSp delSp modSp mod setBg">
        <pc:chgData name="Manas Tuwani" userId="5d421215-a11f-4a6e-90ca-e8ac2213fab6" providerId="ADAL" clId="{6F855ACD-2673-483C-8EE9-2988A344B0C4}" dt="2023-02-19T07:21:47.878" v="428" actId="113"/>
        <pc:sldMkLst>
          <pc:docMk/>
          <pc:sldMk cId="5542668" sldId="258"/>
        </pc:sldMkLst>
        <pc:spChg chg="mod">
          <ac:chgData name="Manas Tuwani" userId="5d421215-a11f-4a6e-90ca-e8ac2213fab6" providerId="ADAL" clId="{6F855ACD-2673-483C-8EE9-2988A344B0C4}" dt="2023-02-19T07:21:11.238" v="423" actId="26606"/>
          <ac:spMkLst>
            <pc:docMk/>
            <pc:sldMk cId="5542668" sldId="258"/>
            <ac:spMk id="2" creationId="{00000000-0000-0000-0000-000000000000}"/>
          </ac:spMkLst>
        </pc:spChg>
        <pc:spChg chg="mod">
          <ac:chgData name="Manas Tuwani" userId="5d421215-a11f-4a6e-90ca-e8ac2213fab6" providerId="ADAL" clId="{6F855ACD-2673-483C-8EE9-2988A344B0C4}" dt="2023-02-19T07:21:47.878" v="428" actId="113"/>
          <ac:spMkLst>
            <pc:docMk/>
            <pc:sldMk cId="5542668" sldId="258"/>
            <ac:spMk id="3" creationId="{00000000-0000-0000-0000-000000000000}"/>
          </ac:spMkLst>
        </pc:spChg>
        <pc:spChg chg="add del">
          <ac:chgData name="Manas Tuwani" userId="5d421215-a11f-4a6e-90ca-e8ac2213fab6" providerId="ADAL" clId="{6F855ACD-2673-483C-8EE9-2988A344B0C4}" dt="2023-02-19T07:21:26.235" v="425" actId="26606"/>
          <ac:spMkLst>
            <pc:docMk/>
            <pc:sldMk cId="5542668" sldId="258"/>
            <ac:spMk id="8" creationId="{1B15ED52-F352-441B-82BF-E0EA34836D08}"/>
          </ac:spMkLst>
        </pc:spChg>
        <pc:spChg chg="add del">
          <ac:chgData name="Manas Tuwani" userId="5d421215-a11f-4a6e-90ca-e8ac2213fab6" providerId="ADAL" clId="{6F855ACD-2673-483C-8EE9-2988A344B0C4}" dt="2023-02-19T07:21:26.235" v="425" actId="26606"/>
          <ac:spMkLst>
            <pc:docMk/>
            <pc:sldMk cId="5542668" sldId="258"/>
            <ac:spMk id="10" creationId="{3B2E3793-BFE6-45A2-9B7B-E18844431C99}"/>
          </ac:spMkLst>
        </pc:spChg>
        <pc:spChg chg="add del">
          <ac:chgData name="Manas Tuwani" userId="5d421215-a11f-4a6e-90ca-e8ac2213fab6" providerId="ADAL" clId="{6F855ACD-2673-483C-8EE9-2988A344B0C4}" dt="2023-02-19T07:21:26.235" v="425" actId="26606"/>
          <ac:spMkLst>
            <pc:docMk/>
            <pc:sldMk cId="5542668" sldId="258"/>
            <ac:spMk id="12" creationId="{BC4C4868-CB8F-4AF9-9CDB-8108F2C19B67}"/>
          </ac:spMkLst>
        </pc:spChg>
        <pc:spChg chg="add del">
          <ac:chgData name="Manas Tuwani" userId="5d421215-a11f-4a6e-90ca-e8ac2213fab6" providerId="ADAL" clId="{6F855ACD-2673-483C-8EE9-2988A344B0C4}" dt="2023-02-19T07:21:26.235" v="425" actId="26606"/>
          <ac:spMkLst>
            <pc:docMk/>
            <pc:sldMk cId="5542668" sldId="258"/>
            <ac:spMk id="14" creationId="{375E0459-6403-40CD-989D-56A4407CA12E}"/>
          </ac:spMkLst>
        </pc:spChg>
        <pc:spChg chg="add del">
          <ac:chgData name="Manas Tuwani" userId="5d421215-a11f-4a6e-90ca-e8ac2213fab6" providerId="ADAL" clId="{6F855ACD-2673-483C-8EE9-2988A344B0C4}" dt="2023-02-19T07:21:26.235" v="425" actId="26606"/>
          <ac:spMkLst>
            <pc:docMk/>
            <pc:sldMk cId="5542668" sldId="258"/>
            <ac:spMk id="16" creationId="{53E5B1A8-3AC9-4BD1-9BBC-78CA94F2D1BA}"/>
          </ac:spMkLst>
        </pc:spChg>
        <pc:spChg chg="add">
          <ac:chgData name="Manas Tuwani" userId="5d421215-a11f-4a6e-90ca-e8ac2213fab6" providerId="ADAL" clId="{6F855ACD-2673-483C-8EE9-2988A344B0C4}" dt="2023-02-19T07:21:26.235" v="425" actId="26606"/>
          <ac:spMkLst>
            <pc:docMk/>
            <pc:sldMk cId="5542668" sldId="258"/>
            <ac:spMk id="21" creationId="{1B15ED52-F352-441B-82BF-E0EA34836D08}"/>
          </ac:spMkLst>
        </pc:spChg>
        <pc:spChg chg="add">
          <ac:chgData name="Manas Tuwani" userId="5d421215-a11f-4a6e-90ca-e8ac2213fab6" providerId="ADAL" clId="{6F855ACD-2673-483C-8EE9-2988A344B0C4}" dt="2023-02-19T07:21:26.235" v="425" actId="26606"/>
          <ac:spMkLst>
            <pc:docMk/>
            <pc:sldMk cId="5542668" sldId="258"/>
            <ac:spMk id="23" creationId="{3B2E3793-BFE6-45A2-9B7B-E18844431C99}"/>
          </ac:spMkLst>
        </pc:spChg>
        <pc:spChg chg="add">
          <ac:chgData name="Manas Tuwani" userId="5d421215-a11f-4a6e-90ca-e8ac2213fab6" providerId="ADAL" clId="{6F855ACD-2673-483C-8EE9-2988A344B0C4}" dt="2023-02-19T07:21:26.235" v="425" actId="26606"/>
          <ac:spMkLst>
            <pc:docMk/>
            <pc:sldMk cId="5542668" sldId="258"/>
            <ac:spMk id="25" creationId="{BC4C4868-CB8F-4AF9-9CDB-8108F2C19B67}"/>
          </ac:spMkLst>
        </pc:spChg>
        <pc:spChg chg="add">
          <ac:chgData name="Manas Tuwani" userId="5d421215-a11f-4a6e-90ca-e8ac2213fab6" providerId="ADAL" clId="{6F855ACD-2673-483C-8EE9-2988A344B0C4}" dt="2023-02-19T07:21:26.235" v="425" actId="26606"/>
          <ac:spMkLst>
            <pc:docMk/>
            <pc:sldMk cId="5542668" sldId="258"/>
            <ac:spMk id="27" creationId="{375E0459-6403-40CD-989D-56A4407CA12E}"/>
          </ac:spMkLst>
        </pc:spChg>
        <pc:spChg chg="add">
          <ac:chgData name="Manas Tuwani" userId="5d421215-a11f-4a6e-90ca-e8ac2213fab6" providerId="ADAL" clId="{6F855ACD-2673-483C-8EE9-2988A344B0C4}" dt="2023-02-19T07:21:26.235" v="425" actId="26606"/>
          <ac:spMkLst>
            <pc:docMk/>
            <pc:sldMk cId="5542668" sldId="258"/>
            <ac:spMk id="29" creationId="{53E5B1A8-3AC9-4BD1-9BBC-78CA94F2D1BA}"/>
          </ac:spMkLst>
        </pc:spChg>
      </pc:sldChg>
      <pc:sldChg chg="addSp modSp mod setBg">
        <pc:chgData name="Manas Tuwani" userId="5d421215-a11f-4a6e-90ca-e8ac2213fab6" providerId="ADAL" clId="{6F855ACD-2673-483C-8EE9-2988A344B0C4}" dt="2023-02-19T07:22:13.938" v="431" actId="1076"/>
        <pc:sldMkLst>
          <pc:docMk/>
          <pc:sldMk cId="1349195506" sldId="259"/>
        </pc:sldMkLst>
        <pc:spChg chg="mod">
          <ac:chgData name="Manas Tuwani" userId="5d421215-a11f-4a6e-90ca-e8ac2213fab6" providerId="ADAL" clId="{6F855ACD-2673-483C-8EE9-2988A344B0C4}" dt="2023-02-19T07:22:04.567" v="429" actId="26606"/>
          <ac:spMkLst>
            <pc:docMk/>
            <pc:sldMk cId="1349195506" sldId="259"/>
            <ac:spMk id="2" creationId="{00000000-0000-0000-0000-000000000000}"/>
          </ac:spMkLst>
        </pc:spChg>
        <pc:spChg chg="mod">
          <ac:chgData name="Manas Tuwani" userId="5d421215-a11f-4a6e-90ca-e8ac2213fab6" providerId="ADAL" clId="{6F855ACD-2673-483C-8EE9-2988A344B0C4}" dt="2023-02-19T07:22:13.938" v="431" actId="1076"/>
          <ac:spMkLst>
            <pc:docMk/>
            <pc:sldMk cId="1349195506" sldId="259"/>
            <ac:spMk id="3" creationId="{00000000-0000-0000-0000-000000000000}"/>
          </ac:spMkLst>
        </pc:spChg>
        <pc:spChg chg="add">
          <ac:chgData name="Manas Tuwani" userId="5d421215-a11f-4a6e-90ca-e8ac2213fab6" providerId="ADAL" clId="{6F855ACD-2673-483C-8EE9-2988A344B0C4}" dt="2023-02-19T07:22:04.567" v="429" actId="26606"/>
          <ac:spMkLst>
            <pc:docMk/>
            <pc:sldMk cId="1349195506" sldId="259"/>
            <ac:spMk id="8" creationId="{1B15ED52-F352-441B-82BF-E0EA34836D08}"/>
          </ac:spMkLst>
        </pc:spChg>
        <pc:spChg chg="add">
          <ac:chgData name="Manas Tuwani" userId="5d421215-a11f-4a6e-90ca-e8ac2213fab6" providerId="ADAL" clId="{6F855ACD-2673-483C-8EE9-2988A344B0C4}" dt="2023-02-19T07:22:04.567" v="429" actId="26606"/>
          <ac:spMkLst>
            <pc:docMk/>
            <pc:sldMk cId="1349195506" sldId="259"/>
            <ac:spMk id="10" creationId="{3B2E3793-BFE6-45A2-9B7B-E18844431C99}"/>
          </ac:spMkLst>
        </pc:spChg>
        <pc:spChg chg="add">
          <ac:chgData name="Manas Tuwani" userId="5d421215-a11f-4a6e-90ca-e8ac2213fab6" providerId="ADAL" clId="{6F855ACD-2673-483C-8EE9-2988A344B0C4}" dt="2023-02-19T07:22:04.567" v="429" actId="26606"/>
          <ac:spMkLst>
            <pc:docMk/>
            <pc:sldMk cId="1349195506" sldId="259"/>
            <ac:spMk id="12" creationId="{BC4C4868-CB8F-4AF9-9CDB-8108F2C19B67}"/>
          </ac:spMkLst>
        </pc:spChg>
        <pc:spChg chg="add">
          <ac:chgData name="Manas Tuwani" userId="5d421215-a11f-4a6e-90ca-e8ac2213fab6" providerId="ADAL" clId="{6F855ACD-2673-483C-8EE9-2988A344B0C4}" dt="2023-02-19T07:22:04.567" v="429" actId="26606"/>
          <ac:spMkLst>
            <pc:docMk/>
            <pc:sldMk cId="1349195506" sldId="259"/>
            <ac:spMk id="14" creationId="{375E0459-6403-40CD-989D-56A4407CA12E}"/>
          </ac:spMkLst>
        </pc:spChg>
        <pc:spChg chg="add">
          <ac:chgData name="Manas Tuwani" userId="5d421215-a11f-4a6e-90ca-e8ac2213fab6" providerId="ADAL" clId="{6F855ACD-2673-483C-8EE9-2988A344B0C4}" dt="2023-02-19T07:22:04.567" v="429" actId="26606"/>
          <ac:spMkLst>
            <pc:docMk/>
            <pc:sldMk cId="1349195506" sldId="259"/>
            <ac:spMk id="16" creationId="{53E5B1A8-3AC9-4BD1-9BBC-78CA94F2D1BA}"/>
          </ac:spMkLst>
        </pc:spChg>
      </pc:sldChg>
      <pc:sldChg chg="addSp modSp mod setBg">
        <pc:chgData name="Manas Tuwani" userId="5d421215-a11f-4a6e-90ca-e8ac2213fab6" providerId="ADAL" clId="{6F855ACD-2673-483C-8EE9-2988A344B0C4}" dt="2023-02-19T07:22:48.178" v="434" actId="1076"/>
        <pc:sldMkLst>
          <pc:docMk/>
          <pc:sldMk cId="2364818648" sldId="262"/>
        </pc:sldMkLst>
        <pc:spChg chg="mod">
          <ac:chgData name="Manas Tuwani" userId="5d421215-a11f-4a6e-90ca-e8ac2213fab6" providerId="ADAL" clId="{6F855ACD-2673-483C-8EE9-2988A344B0C4}" dt="2023-02-19T07:22:48.178" v="434" actId="1076"/>
          <ac:spMkLst>
            <pc:docMk/>
            <pc:sldMk cId="2364818648" sldId="262"/>
            <ac:spMk id="2" creationId="{00000000-0000-0000-0000-000000000000}"/>
          </ac:spMkLst>
        </pc:spChg>
        <pc:spChg chg="mod">
          <ac:chgData name="Manas Tuwani" userId="5d421215-a11f-4a6e-90ca-e8ac2213fab6" providerId="ADAL" clId="{6F855ACD-2673-483C-8EE9-2988A344B0C4}" dt="2023-02-19T07:22:38.903" v="433" actId="255"/>
          <ac:spMkLst>
            <pc:docMk/>
            <pc:sldMk cId="2364818648" sldId="262"/>
            <ac:spMk id="3" creationId="{00000000-0000-0000-0000-000000000000}"/>
          </ac:spMkLst>
        </pc:spChg>
        <pc:spChg chg="add">
          <ac:chgData name="Manas Tuwani" userId="5d421215-a11f-4a6e-90ca-e8ac2213fab6" providerId="ADAL" clId="{6F855ACD-2673-483C-8EE9-2988A344B0C4}" dt="2023-02-19T07:22:30.910" v="432" actId="26606"/>
          <ac:spMkLst>
            <pc:docMk/>
            <pc:sldMk cId="2364818648" sldId="262"/>
            <ac:spMk id="8" creationId="{1B15ED52-F352-441B-82BF-E0EA34836D08}"/>
          </ac:spMkLst>
        </pc:spChg>
        <pc:spChg chg="add">
          <ac:chgData name="Manas Tuwani" userId="5d421215-a11f-4a6e-90ca-e8ac2213fab6" providerId="ADAL" clId="{6F855ACD-2673-483C-8EE9-2988A344B0C4}" dt="2023-02-19T07:22:30.910" v="432" actId="26606"/>
          <ac:spMkLst>
            <pc:docMk/>
            <pc:sldMk cId="2364818648" sldId="262"/>
            <ac:spMk id="10" creationId="{3B2E3793-BFE6-45A2-9B7B-E18844431C99}"/>
          </ac:spMkLst>
        </pc:spChg>
        <pc:spChg chg="add">
          <ac:chgData name="Manas Tuwani" userId="5d421215-a11f-4a6e-90ca-e8ac2213fab6" providerId="ADAL" clId="{6F855ACD-2673-483C-8EE9-2988A344B0C4}" dt="2023-02-19T07:22:30.910" v="432" actId="26606"/>
          <ac:spMkLst>
            <pc:docMk/>
            <pc:sldMk cId="2364818648" sldId="262"/>
            <ac:spMk id="12" creationId="{BC4C4868-CB8F-4AF9-9CDB-8108F2C19B67}"/>
          </ac:spMkLst>
        </pc:spChg>
        <pc:spChg chg="add">
          <ac:chgData name="Manas Tuwani" userId="5d421215-a11f-4a6e-90ca-e8ac2213fab6" providerId="ADAL" clId="{6F855ACD-2673-483C-8EE9-2988A344B0C4}" dt="2023-02-19T07:22:30.910" v="432" actId="26606"/>
          <ac:spMkLst>
            <pc:docMk/>
            <pc:sldMk cId="2364818648" sldId="262"/>
            <ac:spMk id="14" creationId="{375E0459-6403-40CD-989D-56A4407CA12E}"/>
          </ac:spMkLst>
        </pc:spChg>
        <pc:spChg chg="add">
          <ac:chgData name="Manas Tuwani" userId="5d421215-a11f-4a6e-90ca-e8ac2213fab6" providerId="ADAL" clId="{6F855ACD-2673-483C-8EE9-2988A344B0C4}" dt="2023-02-19T07:22:30.910" v="432" actId="26606"/>
          <ac:spMkLst>
            <pc:docMk/>
            <pc:sldMk cId="2364818648" sldId="262"/>
            <ac:spMk id="16" creationId="{53E5B1A8-3AC9-4BD1-9BBC-78CA94F2D1BA}"/>
          </ac:spMkLst>
        </pc:spChg>
      </pc:sldChg>
      <pc:sldChg chg="addSp modSp new mod setBg">
        <pc:chgData name="Manas Tuwani" userId="5d421215-a11f-4a6e-90ca-e8ac2213fab6" providerId="ADAL" clId="{6F855ACD-2673-483C-8EE9-2988A344B0C4}" dt="2023-02-19T07:20:55.590" v="422" actId="1076"/>
        <pc:sldMkLst>
          <pc:docMk/>
          <pc:sldMk cId="2588246516" sldId="267"/>
        </pc:sldMkLst>
        <pc:spChg chg="mod">
          <ac:chgData name="Manas Tuwani" userId="5d421215-a11f-4a6e-90ca-e8ac2213fab6" providerId="ADAL" clId="{6F855ACD-2673-483C-8EE9-2988A344B0C4}" dt="2023-02-19T07:20:43.857" v="419" actId="26606"/>
          <ac:spMkLst>
            <pc:docMk/>
            <pc:sldMk cId="2588246516" sldId="267"/>
            <ac:spMk id="2" creationId="{66A1C207-8E8E-0C86-BA37-D666979B22A7}"/>
          </ac:spMkLst>
        </pc:spChg>
        <pc:spChg chg="mod">
          <ac:chgData name="Manas Tuwani" userId="5d421215-a11f-4a6e-90ca-e8ac2213fab6" providerId="ADAL" clId="{6F855ACD-2673-483C-8EE9-2988A344B0C4}" dt="2023-02-19T07:20:55.590" v="422" actId="1076"/>
          <ac:spMkLst>
            <pc:docMk/>
            <pc:sldMk cId="2588246516" sldId="267"/>
            <ac:spMk id="3" creationId="{0BEA9AAE-C218-FAF2-7706-283AB079C7AD}"/>
          </ac:spMkLst>
        </pc:spChg>
        <pc:spChg chg="add">
          <ac:chgData name="Manas Tuwani" userId="5d421215-a11f-4a6e-90ca-e8ac2213fab6" providerId="ADAL" clId="{6F855ACD-2673-483C-8EE9-2988A344B0C4}" dt="2023-02-19T07:20:43.857" v="419" actId="26606"/>
          <ac:spMkLst>
            <pc:docMk/>
            <pc:sldMk cId="2588246516" sldId="267"/>
            <ac:spMk id="8" creationId="{1B15ED52-F352-441B-82BF-E0EA34836D08}"/>
          </ac:spMkLst>
        </pc:spChg>
        <pc:spChg chg="add">
          <ac:chgData name="Manas Tuwani" userId="5d421215-a11f-4a6e-90ca-e8ac2213fab6" providerId="ADAL" clId="{6F855ACD-2673-483C-8EE9-2988A344B0C4}" dt="2023-02-19T07:20:43.857" v="419" actId="26606"/>
          <ac:spMkLst>
            <pc:docMk/>
            <pc:sldMk cId="2588246516" sldId="267"/>
            <ac:spMk id="10" creationId="{3B2E3793-BFE6-45A2-9B7B-E18844431C99}"/>
          </ac:spMkLst>
        </pc:spChg>
        <pc:spChg chg="add">
          <ac:chgData name="Manas Tuwani" userId="5d421215-a11f-4a6e-90ca-e8ac2213fab6" providerId="ADAL" clId="{6F855ACD-2673-483C-8EE9-2988A344B0C4}" dt="2023-02-19T07:20:43.857" v="419" actId="26606"/>
          <ac:spMkLst>
            <pc:docMk/>
            <pc:sldMk cId="2588246516" sldId="267"/>
            <ac:spMk id="12" creationId="{BC4C4868-CB8F-4AF9-9CDB-8108F2C19B67}"/>
          </ac:spMkLst>
        </pc:spChg>
        <pc:spChg chg="add">
          <ac:chgData name="Manas Tuwani" userId="5d421215-a11f-4a6e-90ca-e8ac2213fab6" providerId="ADAL" clId="{6F855ACD-2673-483C-8EE9-2988A344B0C4}" dt="2023-02-19T07:20:43.857" v="419" actId="26606"/>
          <ac:spMkLst>
            <pc:docMk/>
            <pc:sldMk cId="2588246516" sldId="267"/>
            <ac:spMk id="14" creationId="{375E0459-6403-40CD-989D-56A4407CA12E}"/>
          </ac:spMkLst>
        </pc:spChg>
        <pc:spChg chg="add">
          <ac:chgData name="Manas Tuwani" userId="5d421215-a11f-4a6e-90ca-e8ac2213fab6" providerId="ADAL" clId="{6F855ACD-2673-483C-8EE9-2988A344B0C4}" dt="2023-02-19T07:20:43.857" v="419" actId="26606"/>
          <ac:spMkLst>
            <pc:docMk/>
            <pc:sldMk cId="2588246516" sldId="267"/>
            <ac:spMk id="16" creationId="{53E5B1A8-3AC9-4BD1-9BBC-78CA94F2D1BA}"/>
          </ac:spMkLst>
        </pc:spChg>
      </pc:sldChg>
      <pc:sldChg chg="addSp modSp new mod setBg">
        <pc:chgData name="Manas Tuwani" userId="5d421215-a11f-4a6e-90ca-e8ac2213fab6" providerId="ADAL" clId="{6F855ACD-2673-483C-8EE9-2988A344B0C4}" dt="2023-02-19T07:04:09.919" v="308" actId="26606"/>
        <pc:sldMkLst>
          <pc:docMk/>
          <pc:sldMk cId="2055499584" sldId="268"/>
        </pc:sldMkLst>
        <pc:spChg chg="mod">
          <ac:chgData name="Manas Tuwani" userId="5d421215-a11f-4a6e-90ca-e8ac2213fab6" providerId="ADAL" clId="{6F855ACD-2673-483C-8EE9-2988A344B0C4}" dt="2023-02-19T07:04:09.919" v="308" actId="26606"/>
          <ac:spMkLst>
            <pc:docMk/>
            <pc:sldMk cId="2055499584" sldId="268"/>
            <ac:spMk id="2" creationId="{C64DD5A8-AE07-7650-F272-9A3FDA806E7D}"/>
          </ac:spMkLst>
        </pc:spChg>
        <pc:spChg chg="mod">
          <ac:chgData name="Manas Tuwani" userId="5d421215-a11f-4a6e-90ca-e8ac2213fab6" providerId="ADAL" clId="{6F855ACD-2673-483C-8EE9-2988A344B0C4}" dt="2023-02-19T07:04:09.919" v="308" actId="26606"/>
          <ac:spMkLst>
            <pc:docMk/>
            <pc:sldMk cId="2055499584" sldId="268"/>
            <ac:spMk id="3" creationId="{5E172775-1A73-E39D-A1DB-2A0D9B4BA801}"/>
          </ac:spMkLst>
        </pc:spChg>
        <pc:spChg chg="add">
          <ac:chgData name="Manas Tuwani" userId="5d421215-a11f-4a6e-90ca-e8ac2213fab6" providerId="ADAL" clId="{6F855ACD-2673-483C-8EE9-2988A344B0C4}" dt="2023-02-19T07:04:09.919" v="308" actId="26606"/>
          <ac:spMkLst>
            <pc:docMk/>
            <pc:sldMk cId="2055499584" sldId="268"/>
            <ac:spMk id="8" creationId="{DE7FFD28-545C-4C88-A2E7-152FB234C92C}"/>
          </ac:spMkLst>
        </pc:spChg>
      </pc:sldChg>
      <pc:sldChg chg="addSp delSp modSp new mod setBg">
        <pc:chgData name="Manas Tuwani" userId="5d421215-a11f-4a6e-90ca-e8ac2213fab6" providerId="ADAL" clId="{6F855ACD-2673-483C-8EE9-2988A344B0C4}" dt="2023-02-19T07:08:36.475" v="362" actId="14100"/>
        <pc:sldMkLst>
          <pc:docMk/>
          <pc:sldMk cId="2353850844" sldId="269"/>
        </pc:sldMkLst>
        <pc:spChg chg="mod">
          <ac:chgData name="Manas Tuwani" userId="5d421215-a11f-4a6e-90ca-e8ac2213fab6" providerId="ADAL" clId="{6F855ACD-2673-483C-8EE9-2988A344B0C4}" dt="2023-02-19T07:08:13.523" v="359" actId="26606"/>
          <ac:spMkLst>
            <pc:docMk/>
            <pc:sldMk cId="2353850844" sldId="269"/>
            <ac:spMk id="2" creationId="{4FCD9BA3-22FC-BCA9-0D07-66F6639D0942}"/>
          </ac:spMkLst>
        </pc:spChg>
        <pc:spChg chg="mod">
          <ac:chgData name="Manas Tuwani" userId="5d421215-a11f-4a6e-90ca-e8ac2213fab6" providerId="ADAL" clId="{6F855ACD-2673-483C-8EE9-2988A344B0C4}" dt="2023-02-19T07:08:36.475" v="362" actId="14100"/>
          <ac:spMkLst>
            <pc:docMk/>
            <pc:sldMk cId="2353850844" sldId="269"/>
            <ac:spMk id="3" creationId="{108921CC-FA7A-E526-304D-B6E4B7F76DB9}"/>
          </ac:spMkLst>
        </pc:spChg>
        <pc:spChg chg="add del">
          <ac:chgData name="Manas Tuwani" userId="5d421215-a11f-4a6e-90ca-e8ac2213fab6" providerId="ADAL" clId="{6F855ACD-2673-483C-8EE9-2988A344B0C4}" dt="2023-02-19T07:08:13.515" v="358" actId="26606"/>
          <ac:spMkLst>
            <pc:docMk/>
            <pc:sldMk cId="2353850844" sldId="269"/>
            <ac:spMk id="8" creationId="{081EA652-8C6A-4E69-BEB9-170809474553}"/>
          </ac:spMkLst>
        </pc:spChg>
        <pc:spChg chg="add del">
          <ac:chgData name="Manas Tuwani" userId="5d421215-a11f-4a6e-90ca-e8ac2213fab6" providerId="ADAL" clId="{6F855ACD-2673-483C-8EE9-2988A344B0C4}" dt="2023-02-19T07:08:13.515" v="358" actId="26606"/>
          <ac:spMkLst>
            <pc:docMk/>
            <pc:sldMk cId="2353850844" sldId="269"/>
            <ac:spMk id="10" creationId="{5298780A-33B9-4EA2-8F67-DE68AD62841B}"/>
          </ac:spMkLst>
        </pc:spChg>
        <pc:spChg chg="add del">
          <ac:chgData name="Manas Tuwani" userId="5d421215-a11f-4a6e-90ca-e8ac2213fab6" providerId="ADAL" clId="{6F855ACD-2673-483C-8EE9-2988A344B0C4}" dt="2023-02-19T07:08:13.515" v="358" actId="26606"/>
          <ac:spMkLst>
            <pc:docMk/>
            <pc:sldMk cId="2353850844" sldId="269"/>
            <ac:spMk id="12" creationId="{7F488E8B-4E1E-4402-8935-D4E6C02615C7}"/>
          </ac:spMkLst>
        </pc:spChg>
        <pc:spChg chg="add">
          <ac:chgData name="Manas Tuwani" userId="5d421215-a11f-4a6e-90ca-e8ac2213fab6" providerId="ADAL" clId="{6F855ACD-2673-483C-8EE9-2988A344B0C4}" dt="2023-02-19T07:08:13.523" v="359" actId="26606"/>
          <ac:spMkLst>
            <pc:docMk/>
            <pc:sldMk cId="2353850844" sldId="269"/>
            <ac:spMk id="14" creationId="{375E0459-6403-40CD-989D-56A4407CA12E}"/>
          </ac:spMkLst>
        </pc:spChg>
        <pc:spChg chg="add">
          <ac:chgData name="Manas Tuwani" userId="5d421215-a11f-4a6e-90ca-e8ac2213fab6" providerId="ADAL" clId="{6F855ACD-2673-483C-8EE9-2988A344B0C4}" dt="2023-02-19T07:08:13.523" v="359" actId="26606"/>
          <ac:spMkLst>
            <pc:docMk/>
            <pc:sldMk cId="2353850844" sldId="269"/>
            <ac:spMk id="15" creationId="{1B15ED52-F352-441B-82BF-E0EA34836D08}"/>
          </ac:spMkLst>
        </pc:spChg>
        <pc:spChg chg="add">
          <ac:chgData name="Manas Tuwani" userId="5d421215-a11f-4a6e-90ca-e8ac2213fab6" providerId="ADAL" clId="{6F855ACD-2673-483C-8EE9-2988A344B0C4}" dt="2023-02-19T07:08:13.523" v="359" actId="26606"/>
          <ac:spMkLst>
            <pc:docMk/>
            <pc:sldMk cId="2353850844" sldId="269"/>
            <ac:spMk id="16" creationId="{53E5B1A8-3AC9-4BD1-9BBC-78CA94F2D1BA}"/>
          </ac:spMkLst>
        </pc:spChg>
        <pc:spChg chg="add">
          <ac:chgData name="Manas Tuwani" userId="5d421215-a11f-4a6e-90ca-e8ac2213fab6" providerId="ADAL" clId="{6F855ACD-2673-483C-8EE9-2988A344B0C4}" dt="2023-02-19T07:08:13.523" v="359" actId="26606"/>
          <ac:spMkLst>
            <pc:docMk/>
            <pc:sldMk cId="2353850844" sldId="269"/>
            <ac:spMk id="17" creationId="{3B2E3793-BFE6-45A2-9B7B-E18844431C99}"/>
          </ac:spMkLst>
        </pc:spChg>
        <pc:spChg chg="add">
          <ac:chgData name="Manas Tuwani" userId="5d421215-a11f-4a6e-90ca-e8ac2213fab6" providerId="ADAL" clId="{6F855ACD-2673-483C-8EE9-2988A344B0C4}" dt="2023-02-19T07:08:13.523" v="359" actId="26606"/>
          <ac:spMkLst>
            <pc:docMk/>
            <pc:sldMk cId="2353850844" sldId="269"/>
            <ac:spMk id="18" creationId="{BC4C4868-CB8F-4AF9-9CDB-8108F2C19B67}"/>
          </ac:spMkLst>
        </pc:spChg>
      </pc:sldChg>
      <pc:sldChg chg="addSp delSp modSp add mod setBg delDesignElem">
        <pc:chgData name="Manas Tuwani" userId="5d421215-a11f-4a6e-90ca-e8ac2213fab6" providerId="ADAL" clId="{6F855ACD-2673-483C-8EE9-2988A344B0C4}" dt="2023-02-19T07:20:33.275" v="418" actId="255"/>
        <pc:sldMkLst>
          <pc:docMk/>
          <pc:sldMk cId="2344627433" sldId="270"/>
        </pc:sldMkLst>
        <pc:spChg chg="mod">
          <ac:chgData name="Manas Tuwani" userId="5d421215-a11f-4a6e-90ca-e8ac2213fab6" providerId="ADAL" clId="{6F855ACD-2673-483C-8EE9-2988A344B0C4}" dt="2023-02-19T07:09:48.345" v="386" actId="20577"/>
          <ac:spMkLst>
            <pc:docMk/>
            <pc:sldMk cId="2344627433" sldId="270"/>
            <ac:spMk id="2" creationId="{4FCD9BA3-22FC-BCA9-0D07-66F6639D0942}"/>
          </ac:spMkLst>
        </pc:spChg>
        <pc:spChg chg="mod">
          <ac:chgData name="Manas Tuwani" userId="5d421215-a11f-4a6e-90ca-e8ac2213fab6" providerId="ADAL" clId="{6F855ACD-2673-483C-8EE9-2988A344B0C4}" dt="2023-02-19T07:20:33.275" v="418" actId="255"/>
          <ac:spMkLst>
            <pc:docMk/>
            <pc:sldMk cId="2344627433" sldId="270"/>
            <ac:spMk id="3" creationId="{108921CC-FA7A-E526-304D-B6E4B7F76DB9}"/>
          </ac:spMkLst>
        </pc:spChg>
        <pc:spChg chg="add">
          <ac:chgData name="Manas Tuwani" userId="5d421215-a11f-4a6e-90ca-e8ac2213fab6" providerId="ADAL" clId="{6F855ACD-2673-483C-8EE9-2988A344B0C4}" dt="2023-02-19T07:08:52.710" v="365" actId="26606"/>
          <ac:spMkLst>
            <pc:docMk/>
            <pc:sldMk cId="2344627433" sldId="270"/>
            <ac:spMk id="5" creationId="{375E0459-6403-40CD-989D-56A4407CA12E}"/>
          </ac:spMkLst>
        </pc:spChg>
        <pc:spChg chg="add">
          <ac:chgData name="Manas Tuwani" userId="5d421215-a11f-4a6e-90ca-e8ac2213fab6" providerId="ADAL" clId="{6F855ACD-2673-483C-8EE9-2988A344B0C4}" dt="2023-02-19T07:08:52.710" v="365" actId="26606"/>
          <ac:spMkLst>
            <pc:docMk/>
            <pc:sldMk cId="2344627433" sldId="270"/>
            <ac:spMk id="6" creationId="{53E5B1A8-3AC9-4BD1-9BBC-78CA94F2D1BA}"/>
          </ac:spMkLst>
        </pc:spChg>
        <pc:spChg chg="add">
          <ac:chgData name="Manas Tuwani" userId="5d421215-a11f-4a6e-90ca-e8ac2213fab6" providerId="ADAL" clId="{6F855ACD-2673-483C-8EE9-2988A344B0C4}" dt="2023-02-19T07:08:52.710" v="365" actId="26606"/>
          <ac:spMkLst>
            <pc:docMk/>
            <pc:sldMk cId="2344627433" sldId="270"/>
            <ac:spMk id="8" creationId="{1B15ED52-F352-441B-82BF-E0EA34836D08}"/>
          </ac:spMkLst>
        </pc:spChg>
        <pc:spChg chg="add">
          <ac:chgData name="Manas Tuwani" userId="5d421215-a11f-4a6e-90ca-e8ac2213fab6" providerId="ADAL" clId="{6F855ACD-2673-483C-8EE9-2988A344B0C4}" dt="2023-02-19T07:08:52.710" v="365" actId="26606"/>
          <ac:spMkLst>
            <pc:docMk/>
            <pc:sldMk cId="2344627433" sldId="270"/>
            <ac:spMk id="10" creationId="{3B2E3793-BFE6-45A2-9B7B-E18844431C99}"/>
          </ac:spMkLst>
        </pc:spChg>
        <pc:spChg chg="add">
          <ac:chgData name="Manas Tuwani" userId="5d421215-a11f-4a6e-90ca-e8ac2213fab6" providerId="ADAL" clId="{6F855ACD-2673-483C-8EE9-2988A344B0C4}" dt="2023-02-19T07:08:52.710" v="365" actId="26606"/>
          <ac:spMkLst>
            <pc:docMk/>
            <pc:sldMk cId="2344627433" sldId="270"/>
            <ac:spMk id="12" creationId="{BC4C4868-CB8F-4AF9-9CDB-8108F2C19B67}"/>
          </ac:spMkLst>
        </pc:spChg>
        <pc:spChg chg="del">
          <ac:chgData name="Manas Tuwani" userId="5d421215-a11f-4a6e-90ca-e8ac2213fab6" providerId="ADAL" clId="{6F855ACD-2673-483C-8EE9-2988A344B0C4}" dt="2023-02-19T07:08:47.554" v="364"/>
          <ac:spMkLst>
            <pc:docMk/>
            <pc:sldMk cId="2344627433" sldId="270"/>
            <ac:spMk id="14" creationId="{375E0459-6403-40CD-989D-56A4407CA12E}"/>
          </ac:spMkLst>
        </pc:spChg>
        <pc:spChg chg="del">
          <ac:chgData name="Manas Tuwani" userId="5d421215-a11f-4a6e-90ca-e8ac2213fab6" providerId="ADAL" clId="{6F855ACD-2673-483C-8EE9-2988A344B0C4}" dt="2023-02-19T07:08:47.554" v="364"/>
          <ac:spMkLst>
            <pc:docMk/>
            <pc:sldMk cId="2344627433" sldId="270"/>
            <ac:spMk id="15" creationId="{1B15ED52-F352-441B-82BF-E0EA34836D08}"/>
          </ac:spMkLst>
        </pc:spChg>
        <pc:spChg chg="del">
          <ac:chgData name="Manas Tuwani" userId="5d421215-a11f-4a6e-90ca-e8ac2213fab6" providerId="ADAL" clId="{6F855ACD-2673-483C-8EE9-2988A344B0C4}" dt="2023-02-19T07:08:47.554" v="364"/>
          <ac:spMkLst>
            <pc:docMk/>
            <pc:sldMk cId="2344627433" sldId="270"/>
            <ac:spMk id="16" creationId="{53E5B1A8-3AC9-4BD1-9BBC-78CA94F2D1BA}"/>
          </ac:spMkLst>
        </pc:spChg>
        <pc:spChg chg="del">
          <ac:chgData name="Manas Tuwani" userId="5d421215-a11f-4a6e-90ca-e8ac2213fab6" providerId="ADAL" clId="{6F855ACD-2673-483C-8EE9-2988A344B0C4}" dt="2023-02-19T07:08:47.554" v="364"/>
          <ac:spMkLst>
            <pc:docMk/>
            <pc:sldMk cId="2344627433" sldId="270"/>
            <ac:spMk id="17" creationId="{3B2E3793-BFE6-45A2-9B7B-E18844431C99}"/>
          </ac:spMkLst>
        </pc:spChg>
        <pc:spChg chg="del">
          <ac:chgData name="Manas Tuwani" userId="5d421215-a11f-4a6e-90ca-e8ac2213fab6" providerId="ADAL" clId="{6F855ACD-2673-483C-8EE9-2988A344B0C4}" dt="2023-02-19T07:08:47.554" v="364"/>
          <ac:spMkLst>
            <pc:docMk/>
            <pc:sldMk cId="2344627433" sldId="270"/>
            <ac:spMk id="18" creationId="{BC4C4868-CB8F-4AF9-9CDB-8108F2C19B67}"/>
          </ac:spMkLst>
        </pc:spChg>
      </pc:sldChg>
      <pc:sldChg chg="addSp modSp new mod setBg">
        <pc:chgData name="Manas Tuwani" userId="5d421215-a11f-4a6e-90ca-e8ac2213fab6" providerId="ADAL" clId="{6F855ACD-2673-483C-8EE9-2988A344B0C4}" dt="2023-02-19T07:17:54.702" v="414" actId="1076"/>
        <pc:sldMkLst>
          <pc:docMk/>
          <pc:sldMk cId="3582500445" sldId="271"/>
        </pc:sldMkLst>
        <pc:spChg chg="mod">
          <ac:chgData name="Manas Tuwani" userId="5d421215-a11f-4a6e-90ca-e8ac2213fab6" providerId="ADAL" clId="{6F855ACD-2673-483C-8EE9-2988A344B0C4}" dt="2023-02-19T07:15:22.111" v="401" actId="26606"/>
          <ac:spMkLst>
            <pc:docMk/>
            <pc:sldMk cId="3582500445" sldId="271"/>
            <ac:spMk id="2" creationId="{620E9C6C-7D3A-AF94-EAF7-53750A7FBB32}"/>
          </ac:spMkLst>
        </pc:spChg>
        <pc:spChg chg="mod">
          <ac:chgData name="Manas Tuwani" userId="5d421215-a11f-4a6e-90ca-e8ac2213fab6" providerId="ADAL" clId="{6F855ACD-2673-483C-8EE9-2988A344B0C4}" dt="2023-02-19T07:17:47.197" v="412" actId="1076"/>
          <ac:spMkLst>
            <pc:docMk/>
            <pc:sldMk cId="3582500445" sldId="271"/>
            <ac:spMk id="3" creationId="{FC27166C-918F-3D59-0927-0529F10F0DB7}"/>
          </ac:spMkLst>
        </pc:spChg>
        <pc:spChg chg="add">
          <ac:chgData name="Manas Tuwani" userId="5d421215-a11f-4a6e-90ca-e8ac2213fab6" providerId="ADAL" clId="{6F855ACD-2673-483C-8EE9-2988A344B0C4}" dt="2023-02-19T07:15:22.111" v="401" actId="26606"/>
          <ac:spMkLst>
            <pc:docMk/>
            <pc:sldMk cId="3582500445" sldId="271"/>
            <ac:spMk id="8" creationId="{1B15ED52-F352-441B-82BF-E0EA34836D08}"/>
          </ac:spMkLst>
        </pc:spChg>
        <pc:spChg chg="add">
          <ac:chgData name="Manas Tuwani" userId="5d421215-a11f-4a6e-90ca-e8ac2213fab6" providerId="ADAL" clId="{6F855ACD-2673-483C-8EE9-2988A344B0C4}" dt="2023-02-19T07:15:22.111" v="401" actId="26606"/>
          <ac:spMkLst>
            <pc:docMk/>
            <pc:sldMk cId="3582500445" sldId="271"/>
            <ac:spMk id="10" creationId="{3B2E3793-BFE6-45A2-9B7B-E18844431C99}"/>
          </ac:spMkLst>
        </pc:spChg>
        <pc:spChg chg="add">
          <ac:chgData name="Manas Tuwani" userId="5d421215-a11f-4a6e-90ca-e8ac2213fab6" providerId="ADAL" clId="{6F855ACD-2673-483C-8EE9-2988A344B0C4}" dt="2023-02-19T07:15:22.111" v="401" actId="26606"/>
          <ac:spMkLst>
            <pc:docMk/>
            <pc:sldMk cId="3582500445" sldId="271"/>
            <ac:spMk id="12" creationId="{BC4C4868-CB8F-4AF9-9CDB-8108F2C19B67}"/>
          </ac:spMkLst>
        </pc:spChg>
        <pc:spChg chg="add">
          <ac:chgData name="Manas Tuwani" userId="5d421215-a11f-4a6e-90ca-e8ac2213fab6" providerId="ADAL" clId="{6F855ACD-2673-483C-8EE9-2988A344B0C4}" dt="2023-02-19T07:15:22.111" v="401" actId="26606"/>
          <ac:spMkLst>
            <pc:docMk/>
            <pc:sldMk cId="3582500445" sldId="271"/>
            <ac:spMk id="14" creationId="{375E0459-6403-40CD-989D-56A4407CA12E}"/>
          </ac:spMkLst>
        </pc:spChg>
        <pc:spChg chg="add">
          <ac:chgData name="Manas Tuwani" userId="5d421215-a11f-4a6e-90ca-e8ac2213fab6" providerId="ADAL" clId="{6F855ACD-2673-483C-8EE9-2988A344B0C4}" dt="2023-02-19T07:15:22.111" v="401" actId="26606"/>
          <ac:spMkLst>
            <pc:docMk/>
            <pc:sldMk cId="3582500445" sldId="271"/>
            <ac:spMk id="16" creationId="{53E5B1A8-3AC9-4BD1-9BBC-78CA94F2D1BA}"/>
          </ac:spMkLst>
        </pc:spChg>
        <pc:picChg chg="add mod">
          <ac:chgData name="Manas Tuwani" userId="5d421215-a11f-4a6e-90ca-e8ac2213fab6" providerId="ADAL" clId="{6F855ACD-2673-483C-8EE9-2988A344B0C4}" dt="2023-02-19T07:17:54.702" v="414" actId="1076"/>
          <ac:picMkLst>
            <pc:docMk/>
            <pc:sldMk cId="3582500445" sldId="271"/>
            <ac:picMk id="5" creationId="{133B99F2-9B19-88F3-9C23-098276FF5FFA}"/>
          </ac:picMkLst>
        </pc:picChg>
      </pc:sldChg>
    </pc:docChg>
  </pc:docChgLst>
  <pc:docChgLst>
    <pc:chgData name="Manas Tuwani" userId="5d421215-a11f-4a6e-90ca-e8ac2213fab6" providerId="ADAL" clId="{F312DC84-31D1-4888-A8C4-3FDBD61653EF}"/>
    <pc:docChg chg="custSel delSld modSld">
      <pc:chgData name="Manas Tuwani" userId="5d421215-a11f-4a6e-90ca-e8ac2213fab6" providerId="ADAL" clId="{F312DC84-31D1-4888-A8C4-3FDBD61653EF}" dt="2022-07-18T15:08:49.314" v="38" actId="47"/>
      <pc:docMkLst>
        <pc:docMk/>
      </pc:docMkLst>
      <pc:sldChg chg="modSp mod">
        <pc:chgData name="Manas Tuwani" userId="5d421215-a11f-4a6e-90ca-e8ac2213fab6" providerId="ADAL" clId="{F312DC84-31D1-4888-A8C4-3FDBD61653EF}" dt="2022-07-18T13:21:28.545" v="28" actId="20577"/>
        <pc:sldMkLst>
          <pc:docMk/>
          <pc:sldMk cId="2212537693" sldId="257"/>
        </pc:sldMkLst>
        <pc:spChg chg="mod">
          <ac:chgData name="Manas Tuwani" userId="5d421215-a11f-4a6e-90ca-e8ac2213fab6" providerId="ADAL" clId="{F312DC84-31D1-4888-A8C4-3FDBD61653EF}" dt="2022-07-18T13:21:28.545" v="28" actId="20577"/>
          <ac:spMkLst>
            <pc:docMk/>
            <pc:sldMk cId="2212537693" sldId="257"/>
            <ac:spMk id="3" creationId="{00000000-0000-0000-0000-000000000000}"/>
          </ac:spMkLst>
        </pc:spChg>
      </pc:sldChg>
      <pc:sldChg chg="modSp mod">
        <pc:chgData name="Manas Tuwani" userId="5d421215-a11f-4a6e-90ca-e8ac2213fab6" providerId="ADAL" clId="{F312DC84-31D1-4888-A8C4-3FDBD61653EF}" dt="2022-07-18T13:18:38.585" v="9" actId="20577"/>
        <pc:sldMkLst>
          <pc:docMk/>
          <pc:sldMk cId="5542668" sldId="258"/>
        </pc:sldMkLst>
        <pc:spChg chg="mod">
          <ac:chgData name="Manas Tuwani" userId="5d421215-a11f-4a6e-90ca-e8ac2213fab6" providerId="ADAL" clId="{F312DC84-31D1-4888-A8C4-3FDBD61653EF}" dt="2022-07-18T13:18:38.585" v="9" actId="20577"/>
          <ac:spMkLst>
            <pc:docMk/>
            <pc:sldMk cId="5542668" sldId="258"/>
            <ac:spMk id="3" creationId="{00000000-0000-0000-0000-000000000000}"/>
          </ac:spMkLst>
        </pc:spChg>
      </pc:sldChg>
      <pc:sldChg chg="modSp mod">
        <pc:chgData name="Manas Tuwani" userId="5d421215-a11f-4a6e-90ca-e8ac2213fab6" providerId="ADAL" clId="{F312DC84-31D1-4888-A8C4-3FDBD61653EF}" dt="2022-07-18T13:19:21.237" v="27" actId="20577"/>
        <pc:sldMkLst>
          <pc:docMk/>
          <pc:sldMk cId="1349195506" sldId="259"/>
        </pc:sldMkLst>
        <pc:spChg chg="mod">
          <ac:chgData name="Manas Tuwani" userId="5d421215-a11f-4a6e-90ca-e8ac2213fab6" providerId="ADAL" clId="{F312DC84-31D1-4888-A8C4-3FDBD61653EF}" dt="2022-07-18T13:19:21.237" v="27" actId="20577"/>
          <ac:spMkLst>
            <pc:docMk/>
            <pc:sldMk cId="1349195506" sldId="259"/>
            <ac:spMk id="3" creationId="{00000000-0000-0000-0000-000000000000}"/>
          </ac:spMkLst>
        </pc:spChg>
      </pc:sldChg>
      <pc:sldChg chg="modSp mod">
        <pc:chgData name="Manas Tuwani" userId="5d421215-a11f-4a6e-90ca-e8ac2213fab6" providerId="ADAL" clId="{F312DC84-31D1-4888-A8C4-3FDBD61653EF}" dt="2022-07-18T13:22:09.517" v="33" actId="255"/>
        <pc:sldMkLst>
          <pc:docMk/>
          <pc:sldMk cId="771508899" sldId="260"/>
        </pc:sldMkLst>
        <pc:spChg chg="mod">
          <ac:chgData name="Manas Tuwani" userId="5d421215-a11f-4a6e-90ca-e8ac2213fab6" providerId="ADAL" clId="{F312DC84-31D1-4888-A8C4-3FDBD61653EF}" dt="2022-07-18T13:22:09.517" v="33" actId="255"/>
          <ac:spMkLst>
            <pc:docMk/>
            <pc:sldMk cId="771508899" sldId="260"/>
            <ac:spMk id="3" creationId="{00000000-0000-0000-0000-000000000000}"/>
          </ac:spMkLst>
        </pc:spChg>
      </pc:sldChg>
      <pc:sldChg chg="modSp mod">
        <pc:chgData name="Manas Tuwani" userId="5d421215-a11f-4a6e-90ca-e8ac2213fab6" providerId="ADAL" clId="{F312DC84-31D1-4888-A8C4-3FDBD61653EF}" dt="2022-07-18T13:22:26.826" v="36" actId="255"/>
        <pc:sldMkLst>
          <pc:docMk/>
          <pc:sldMk cId="2364818648" sldId="262"/>
        </pc:sldMkLst>
        <pc:spChg chg="mod">
          <ac:chgData name="Manas Tuwani" userId="5d421215-a11f-4a6e-90ca-e8ac2213fab6" providerId="ADAL" clId="{F312DC84-31D1-4888-A8C4-3FDBD61653EF}" dt="2022-07-18T13:22:26.826" v="36" actId="255"/>
          <ac:spMkLst>
            <pc:docMk/>
            <pc:sldMk cId="2364818648" sldId="262"/>
            <ac:spMk id="3" creationId="{00000000-0000-0000-0000-000000000000}"/>
          </ac:spMkLst>
        </pc:spChg>
      </pc:sldChg>
      <pc:sldChg chg="del">
        <pc:chgData name="Manas Tuwani" userId="5d421215-a11f-4a6e-90ca-e8ac2213fab6" providerId="ADAL" clId="{F312DC84-31D1-4888-A8C4-3FDBD61653EF}" dt="2022-07-18T15:08:48.140" v="37" actId="47"/>
        <pc:sldMkLst>
          <pc:docMk/>
          <pc:sldMk cId="2110661267" sldId="264"/>
        </pc:sldMkLst>
      </pc:sldChg>
      <pc:sldChg chg="del">
        <pc:chgData name="Manas Tuwani" userId="5d421215-a11f-4a6e-90ca-e8ac2213fab6" providerId="ADAL" clId="{F312DC84-31D1-4888-A8C4-3FDBD61653EF}" dt="2022-07-18T15:08:49.314" v="38" actId="47"/>
        <pc:sldMkLst>
          <pc:docMk/>
          <pc:sldMk cId="510846851" sldId="265"/>
        </pc:sldMkLst>
      </pc:sldChg>
    </pc:docChg>
  </pc:docChgLst>
  <pc:docChgLst>
    <pc:chgData name="Manas Tuwani" userId="5d421215-a11f-4a6e-90ca-e8ac2213fab6" providerId="ADAL" clId="{0BC587E0-0FDC-43DB-9018-2D732ADC6508}"/>
    <pc:docChg chg="modSld sldOrd">
      <pc:chgData name="Manas Tuwani" userId="5d421215-a11f-4a6e-90ca-e8ac2213fab6" providerId="ADAL" clId="{0BC587E0-0FDC-43DB-9018-2D732ADC6508}" dt="2023-03-20T14:55:16.874" v="1"/>
      <pc:docMkLst>
        <pc:docMk/>
      </pc:docMkLst>
      <pc:sldChg chg="ord">
        <pc:chgData name="Manas Tuwani" userId="5d421215-a11f-4a6e-90ca-e8ac2213fab6" providerId="ADAL" clId="{0BC587E0-0FDC-43DB-9018-2D732ADC6508}" dt="2023-03-20T14:55:16.874" v="1"/>
        <pc:sldMkLst>
          <pc:docMk/>
          <pc:sldMk cId="2055499584" sldId="268"/>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A0D79723-C11F-4558-AF9B-68F48C31B161}" type="datetimeFigureOut">
              <a:rPr lang="en-IN" smtClean="0"/>
              <a:pPr/>
              <a:t>14-04-2025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31ACD69-6A9C-4B9A-863B-BF49B1C67A06}" type="slidenum">
              <a:rPr lang="en-IN" smtClean="0"/>
              <a:pPr/>
              <a:t>‹#›</a:t>
            </a:fld>
            <a:endParaRPr lang="en-IN"/>
          </a:p>
        </p:txBody>
      </p:sp>
    </p:spTree>
    <p:extLst>
      <p:ext uri="{BB962C8B-B14F-4D97-AF65-F5344CB8AC3E}">
        <p14:creationId xmlns:p14="http://schemas.microsoft.com/office/powerpoint/2010/main" xmlns="" val="18342963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0D79723-C11F-4558-AF9B-68F48C31B161}" type="datetimeFigureOut">
              <a:rPr lang="en-IN" smtClean="0"/>
              <a:pPr/>
              <a:t>14-04-2025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31ACD69-6A9C-4B9A-863B-BF49B1C67A06}" type="slidenum">
              <a:rPr lang="en-IN" smtClean="0"/>
              <a:pPr/>
              <a:t>‹#›</a:t>
            </a:fld>
            <a:endParaRPr lang="en-IN"/>
          </a:p>
        </p:txBody>
      </p:sp>
    </p:spTree>
    <p:extLst>
      <p:ext uri="{BB962C8B-B14F-4D97-AF65-F5344CB8AC3E}">
        <p14:creationId xmlns:p14="http://schemas.microsoft.com/office/powerpoint/2010/main" xmlns="" val="42714815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D79723-C11F-4558-AF9B-68F48C31B161}" type="datetimeFigureOut">
              <a:rPr lang="en-IN" smtClean="0"/>
              <a:pPr/>
              <a:t>14-04-2025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31ACD69-6A9C-4B9A-863B-BF49B1C67A06}" type="slidenum">
              <a:rPr lang="en-IN" smtClean="0"/>
              <a:pPr/>
              <a:t>‹#›</a:t>
            </a:fld>
            <a:endParaRPr lang="en-IN"/>
          </a:p>
        </p:txBody>
      </p:sp>
    </p:spTree>
    <p:extLst>
      <p:ext uri="{BB962C8B-B14F-4D97-AF65-F5344CB8AC3E}">
        <p14:creationId xmlns:p14="http://schemas.microsoft.com/office/powerpoint/2010/main" xmlns="" val="7881760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A0D79723-C11F-4558-AF9B-68F48C31B161}" type="datetimeFigureOut">
              <a:rPr lang="en-IN" smtClean="0"/>
              <a:pPr/>
              <a:t>14-04-2025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31ACD69-6A9C-4B9A-863B-BF49B1C67A06}" type="slidenum">
              <a:rPr lang="en-IN" smtClean="0"/>
              <a:pPr/>
              <a:t>‹#›</a:t>
            </a:fld>
            <a:endParaRPr lang="en-IN"/>
          </a:p>
        </p:txBody>
      </p:sp>
    </p:spTree>
    <p:extLst>
      <p:ext uri="{BB962C8B-B14F-4D97-AF65-F5344CB8AC3E}">
        <p14:creationId xmlns:p14="http://schemas.microsoft.com/office/powerpoint/2010/main" xmlns="" val="1996498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A0D79723-C11F-4558-AF9B-68F48C31B161}" type="datetimeFigureOut">
              <a:rPr lang="en-IN" smtClean="0"/>
              <a:pPr/>
              <a:t>14-04-2025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31ACD69-6A9C-4B9A-863B-BF49B1C67A06}" type="slidenum">
              <a:rPr lang="en-IN" smtClean="0"/>
              <a:pPr/>
              <a:t>‹#›</a:t>
            </a:fld>
            <a:endParaRPr lang="en-IN"/>
          </a:p>
        </p:txBody>
      </p:sp>
    </p:spTree>
    <p:extLst>
      <p:ext uri="{BB962C8B-B14F-4D97-AF65-F5344CB8AC3E}">
        <p14:creationId xmlns:p14="http://schemas.microsoft.com/office/powerpoint/2010/main" xmlns="" val="29495630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A0D79723-C11F-4558-AF9B-68F48C31B161}" type="datetimeFigureOut">
              <a:rPr lang="en-IN" smtClean="0"/>
              <a:pPr/>
              <a:t>14-04-2025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31ACD69-6A9C-4B9A-863B-BF49B1C67A06}" type="slidenum">
              <a:rPr lang="en-IN" smtClean="0"/>
              <a:pPr/>
              <a:t>‹#›</a:t>
            </a:fld>
            <a:endParaRPr lang="en-IN"/>
          </a:p>
        </p:txBody>
      </p:sp>
    </p:spTree>
    <p:extLst>
      <p:ext uri="{BB962C8B-B14F-4D97-AF65-F5344CB8AC3E}">
        <p14:creationId xmlns:p14="http://schemas.microsoft.com/office/powerpoint/2010/main" xmlns="" val="4951825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0D79723-C11F-4558-AF9B-68F48C31B161}" type="datetimeFigureOut">
              <a:rPr lang="en-IN" smtClean="0"/>
              <a:pPr/>
              <a:t>14-04-2025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31ACD69-6A9C-4B9A-863B-BF49B1C67A06}" type="slidenum">
              <a:rPr lang="en-IN" smtClean="0"/>
              <a:pPr/>
              <a:t>‹#›</a:t>
            </a:fld>
            <a:endParaRPr lang="en-IN"/>
          </a:p>
        </p:txBody>
      </p:sp>
    </p:spTree>
    <p:extLst>
      <p:ext uri="{BB962C8B-B14F-4D97-AF65-F5344CB8AC3E}">
        <p14:creationId xmlns:p14="http://schemas.microsoft.com/office/powerpoint/2010/main" xmlns="" val="31680646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0D79723-C11F-4558-AF9B-68F48C31B161}" type="datetimeFigureOut">
              <a:rPr lang="en-IN" smtClean="0"/>
              <a:pPr/>
              <a:t>14-04-2025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31ACD69-6A9C-4B9A-863B-BF49B1C67A06}" type="slidenum">
              <a:rPr lang="en-IN" smtClean="0"/>
              <a:pPr/>
              <a:t>‹#›</a:t>
            </a:fld>
            <a:endParaRPr lang="en-IN"/>
          </a:p>
        </p:txBody>
      </p:sp>
    </p:spTree>
    <p:extLst>
      <p:ext uri="{BB962C8B-B14F-4D97-AF65-F5344CB8AC3E}">
        <p14:creationId xmlns:p14="http://schemas.microsoft.com/office/powerpoint/2010/main" xmlns="" val="33952031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0D79723-C11F-4558-AF9B-68F48C31B161}" type="datetimeFigureOut">
              <a:rPr lang="en-IN" smtClean="0"/>
              <a:pPr/>
              <a:t>14-04-2025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31ACD69-6A9C-4B9A-863B-BF49B1C67A06}" type="slidenum">
              <a:rPr lang="en-IN" smtClean="0"/>
              <a:pPr/>
              <a:t>‹#›</a:t>
            </a:fld>
            <a:endParaRPr lang="en-IN"/>
          </a:p>
        </p:txBody>
      </p:sp>
    </p:spTree>
    <p:extLst>
      <p:ext uri="{BB962C8B-B14F-4D97-AF65-F5344CB8AC3E}">
        <p14:creationId xmlns:p14="http://schemas.microsoft.com/office/powerpoint/2010/main" xmlns="" val="2164315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0D79723-C11F-4558-AF9B-68F48C31B161}" type="datetimeFigureOut">
              <a:rPr lang="en-IN" smtClean="0"/>
              <a:pPr/>
              <a:t>14-04-2025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31ACD69-6A9C-4B9A-863B-BF49B1C67A06}" type="slidenum">
              <a:rPr lang="en-IN" smtClean="0"/>
              <a:pPr/>
              <a:t>‹#›</a:t>
            </a:fld>
            <a:endParaRPr lang="en-IN"/>
          </a:p>
        </p:txBody>
      </p:sp>
    </p:spTree>
    <p:extLst>
      <p:ext uri="{BB962C8B-B14F-4D97-AF65-F5344CB8AC3E}">
        <p14:creationId xmlns:p14="http://schemas.microsoft.com/office/powerpoint/2010/main" xmlns="" val="4452586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0D79723-C11F-4558-AF9B-68F48C31B161}" type="datetimeFigureOut">
              <a:rPr lang="en-IN" smtClean="0"/>
              <a:pPr/>
              <a:t>14-04-2025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31ACD69-6A9C-4B9A-863B-BF49B1C67A06}" type="slidenum">
              <a:rPr lang="en-IN" smtClean="0"/>
              <a:pPr/>
              <a:t>‹#›</a:t>
            </a:fld>
            <a:endParaRPr lang="en-IN"/>
          </a:p>
        </p:txBody>
      </p:sp>
    </p:spTree>
    <p:extLst>
      <p:ext uri="{BB962C8B-B14F-4D97-AF65-F5344CB8AC3E}">
        <p14:creationId xmlns:p14="http://schemas.microsoft.com/office/powerpoint/2010/main" xmlns="" val="22463941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D79723-C11F-4558-AF9B-68F48C31B161}" type="datetimeFigureOut">
              <a:rPr lang="en-IN" smtClean="0"/>
              <a:pPr/>
              <a:t>14-04-2025</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31ACD69-6A9C-4B9A-863B-BF49B1C67A06}" type="slidenum">
              <a:rPr lang="en-IN" smtClean="0"/>
              <a:pPr/>
              <a:t>‹#›</a:t>
            </a:fld>
            <a:endParaRPr lang="en-IN"/>
          </a:p>
        </p:txBody>
      </p:sp>
    </p:spTree>
    <p:extLst>
      <p:ext uri="{BB962C8B-B14F-4D97-AF65-F5344CB8AC3E}">
        <p14:creationId xmlns:p14="http://schemas.microsoft.com/office/powerpoint/2010/main" xmlns="" val="38009947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3448" y="0"/>
            <a:ext cx="9147448" cy="6858000"/>
          </a:xfrm>
          <a:prstGeom prst="rect">
            <a:avLst/>
          </a:prstGeom>
        </p:spPr>
      </p:pic>
      <p:sp>
        <p:nvSpPr>
          <p:cNvPr id="5" name="TextBox 4"/>
          <p:cNvSpPr txBox="1"/>
          <p:nvPr/>
        </p:nvSpPr>
        <p:spPr>
          <a:xfrm>
            <a:off x="3697500" y="6121664"/>
            <a:ext cx="2304256" cy="369332"/>
          </a:xfrm>
          <a:prstGeom prst="rect">
            <a:avLst/>
          </a:prstGeom>
          <a:noFill/>
        </p:spPr>
        <p:txBody>
          <a:bodyPr wrap="square" rtlCol="0">
            <a:spAutoFit/>
          </a:bodyPr>
          <a:lstStyle/>
          <a:p>
            <a:r>
              <a:rPr lang="en-IN" b="1" dirty="0">
                <a:solidFill>
                  <a:schemeClr val="bg1"/>
                </a:solidFill>
              </a:rPr>
              <a:t>By: Manas Tuwani</a:t>
            </a:r>
          </a:p>
        </p:txBody>
      </p:sp>
    </p:spTree>
    <p:extLst>
      <p:ext uri="{BB962C8B-B14F-4D97-AF65-F5344CB8AC3E}">
        <p14:creationId xmlns:p14="http://schemas.microsoft.com/office/powerpoint/2010/main" xmlns="" val="217352437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1B15ED52-F352-441B-82BF-E0EA34836D0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xmlns="" id="{3B2E3793-BFE6-45A2-9B7B-E18844431C9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BC4C4868-CB8F-4AF9-9CDB-8108F2C19B6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xmlns="" id="{375E0459-6403-40CD-989D-56A4407CA12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xmlns="" id="{53E5B1A8-3AC9-4BD1-9BBC-78CA94F2D1B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pPr>
              <a:lnSpc>
                <a:spcPct val="90000"/>
              </a:lnSpc>
            </a:pPr>
            <a:r>
              <a:rPr lang="en-IN" sz="3200" b="1" u="sng">
                <a:solidFill>
                  <a:srgbClr val="FFFFFF"/>
                </a:solidFill>
              </a:rPr>
              <a:t>METHODS</a:t>
            </a:r>
            <a:br>
              <a:rPr lang="en-IN" sz="3200" b="1" u="sng">
                <a:solidFill>
                  <a:srgbClr val="FFFFFF"/>
                </a:solidFill>
              </a:rPr>
            </a:br>
            <a:endParaRPr lang="en-IN" sz="3200" b="1" u="sng">
              <a:solidFill>
                <a:srgbClr val="FFFFFF"/>
              </a:solidFill>
            </a:endParaRPr>
          </a:p>
        </p:txBody>
      </p:sp>
      <p:sp>
        <p:nvSpPr>
          <p:cNvPr id="3" name="Content Placeholder 2"/>
          <p:cNvSpPr>
            <a:spLocks noGrp="1"/>
          </p:cNvSpPr>
          <p:nvPr>
            <p:ph idx="1"/>
          </p:nvPr>
        </p:nvSpPr>
        <p:spPr>
          <a:xfrm>
            <a:off x="1028699" y="2132856"/>
            <a:ext cx="7293023" cy="3868699"/>
          </a:xfrm>
        </p:spPr>
        <p:txBody>
          <a:bodyPr anchor="ctr">
            <a:noAutofit/>
          </a:bodyPr>
          <a:lstStyle/>
          <a:p>
            <a:pPr marL="0" indent="0">
              <a:lnSpc>
                <a:spcPct val="90000"/>
              </a:lnSpc>
              <a:buNone/>
            </a:pPr>
            <a:r>
              <a:rPr lang="en-US" sz="1800" dirty="0"/>
              <a:t>A method is a block of code or collection of statements, or a set of code grouped together to perform a certain task or operation. It is used to achieve the reusability of code. </a:t>
            </a:r>
          </a:p>
          <a:p>
            <a:pPr marL="0" indent="0">
              <a:lnSpc>
                <a:spcPct val="90000"/>
              </a:lnSpc>
              <a:buNone/>
            </a:pPr>
            <a:endParaRPr lang="en-US" sz="1800" dirty="0"/>
          </a:p>
          <a:p>
            <a:pPr marL="0" indent="0">
              <a:lnSpc>
                <a:spcPct val="90000"/>
              </a:lnSpc>
              <a:buNone/>
            </a:pPr>
            <a:r>
              <a:rPr lang="en-US" sz="1800" dirty="0"/>
              <a:t>In general, a method is a way to perform some task. Similarly, the method in Java is a collection of instructions that performs a specific task. It provides the reusability of code. We can also easily modify code using methods.</a:t>
            </a:r>
          </a:p>
          <a:p>
            <a:pPr marL="0" indent="0">
              <a:lnSpc>
                <a:spcPct val="90000"/>
              </a:lnSpc>
              <a:buNone/>
            </a:pPr>
            <a:endParaRPr lang="en-IN" sz="1800" dirty="0"/>
          </a:p>
          <a:p>
            <a:pPr marL="0" indent="0">
              <a:lnSpc>
                <a:spcPct val="90000"/>
              </a:lnSpc>
              <a:buNone/>
            </a:pPr>
            <a:r>
              <a:rPr lang="en-IN" sz="1800" dirty="0"/>
              <a:t>If any logic is reusable for multiple times, we are identifying that logic and make it as method or function. Here after whenever we require that logic, instead of writing that logic again and again simply we are calling the methods.</a:t>
            </a:r>
          </a:p>
          <a:p>
            <a:pPr marL="0" indent="0">
              <a:lnSpc>
                <a:spcPct val="90000"/>
              </a:lnSpc>
              <a:buNone/>
            </a:pPr>
            <a:endParaRPr lang="en-IN" sz="1800" dirty="0"/>
          </a:p>
          <a:p>
            <a:pPr marL="0" indent="0">
              <a:lnSpc>
                <a:spcPct val="90000"/>
              </a:lnSpc>
              <a:buNone/>
            </a:pPr>
            <a:r>
              <a:rPr lang="en-IN" sz="1800" b="1" dirty="0"/>
              <a:t>“A group of statements, set of logic which we can reuse for multiple times is called method.”</a:t>
            </a:r>
          </a:p>
        </p:txBody>
      </p:sp>
    </p:spTree>
    <p:extLst>
      <p:ext uri="{BB962C8B-B14F-4D97-AF65-F5344CB8AC3E}">
        <p14:creationId xmlns:p14="http://schemas.microsoft.com/office/powerpoint/2010/main" xmlns="" val="221253769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7">
            <a:extLst>
              <a:ext uri="{FF2B5EF4-FFF2-40B4-BE49-F238E27FC236}">
                <a16:creationId xmlns:a16="http://schemas.microsoft.com/office/drawing/2014/main" xmlns="" id="{1B15ED52-F352-441B-82BF-E0EA34836D0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9">
            <a:extLst>
              <a:ext uri="{FF2B5EF4-FFF2-40B4-BE49-F238E27FC236}">
                <a16:creationId xmlns:a16="http://schemas.microsoft.com/office/drawing/2014/main" xmlns="" id="{3B2E3793-BFE6-45A2-9B7B-E18844431C9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1">
            <a:extLst>
              <a:ext uri="{FF2B5EF4-FFF2-40B4-BE49-F238E27FC236}">
                <a16:creationId xmlns:a16="http://schemas.microsoft.com/office/drawing/2014/main" xmlns="" id="{BC4C4868-CB8F-4AF9-9CDB-8108F2C19B6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xmlns="" id="{375E0459-6403-40CD-989D-56A4407CA12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xmlns="" id="{53E5B1A8-3AC9-4BD1-9BBC-78CA94F2D1B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4FCD9BA3-22FC-BCA9-0D07-66F6639D0942}"/>
              </a:ext>
            </a:extLst>
          </p:cNvPr>
          <p:cNvSpPr>
            <a:spLocks noGrp="1"/>
          </p:cNvSpPr>
          <p:nvPr>
            <p:ph type="title"/>
          </p:nvPr>
        </p:nvSpPr>
        <p:spPr>
          <a:xfrm>
            <a:off x="1028699" y="294538"/>
            <a:ext cx="7421963" cy="1033669"/>
          </a:xfrm>
        </p:spPr>
        <p:txBody>
          <a:bodyPr>
            <a:normAutofit/>
          </a:bodyPr>
          <a:lstStyle/>
          <a:p>
            <a:r>
              <a:rPr lang="en-US" sz="3500">
                <a:solidFill>
                  <a:srgbClr val="FFFFFF"/>
                </a:solidFill>
              </a:rPr>
              <a:t>Predefined Method in Java</a:t>
            </a:r>
            <a:endParaRPr lang="en-IN" sz="3500">
              <a:solidFill>
                <a:srgbClr val="FFFFFF"/>
              </a:solidFill>
            </a:endParaRPr>
          </a:p>
        </p:txBody>
      </p:sp>
      <p:sp>
        <p:nvSpPr>
          <p:cNvPr id="3" name="Content Placeholder 2">
            <a:extLst>
              <a:ext uri="{FF2B5EF4-FFF2-40B4-BE49-F238E27FC236}">
                <a16:creationId xmlns:a16="http://schemas.microsoft.com/office/drawing/2014/main" xmlns="" id="{108921CC-FA7A-E526-304D-B6E4B7F76DB9}"/>
              </a:ext>
            </a:extLst>
          </p:cNvPr>
          <p:cNvSpPr>
            <a:spLocks noGrp="1"/>
          </p:cNvSpPr>
          <p:nvPr>
            <p:ph idx="1"/>
          </p:nvPr>
        </p:nvSpPr>
        <p:spPr>
          <a:xfrm>
            <a:off x="1028699" y="2318197"/>
            <a:ext cx="7503741" cy="3683358"/>
          </a:xfrm>
        </p:spPr>
        <p:txBody>
          <a:bodyPr anchor="ctr">
            <a:normAutofit/>
          </a:bodyPr>
          <a:lstStyle/>
          <a:p>
            <a:pPr marL="0" indent="0">
              <a:buNone/>
            </a:pPr>
            <a:r>
              <a:rPr lang="en-US" sz="2000" dirty="0"/>
              <a:t>In Java, predefined methods are the method that is already defined in the Java class libraries is known as predefined methods. </a:t>
            </a:r>
          </a:p>
          <a:p>
            <a:pPr marL="0" indent="0">
              <a:buNone/>
            </a:pPr>
            <a:endParaRPr lang="en-US" sz="2000" dirty="0"/>
          </a:p>
          <a:p>
            <a:pPr marL="0" indent="0">
              <a:buNone/>
            </a:pPr>
            <a:endParaRPr lang="en-US" sz="2000" dirty="0"/>
          </a:p>
          <a:p>
            <a:pPr marL="0" indent="0">
              <a:buNone/>
            </a:pPr>
            <a:r>
              <a:rPr lang="en-US" sz="2000" dirty="0"/>
              <a:t>It is also known as the standard library method or built-in method. We can directly use these methods just by calling them in the program at any point. Some pre-defined methods are length(), equals(), </a:t>
            </a:r>
            <a:r>
              <a:rPr lang="en-US" sz="2000" dirty="0" err="1"/>
              <a:t>compareTo</a:t>
            </a:r>
            <a:r>
              <a:rPr lang="en-US" sz="2000" dirty="0"/>
              <a:t>(), </a:t>
            </a:r>
            <a:r>
              <a:rPr lang="en-US" sz="2000" dirty="0" err="1"/>
              <a:t>charAt</a:t>
            </a:r>
            <a:r>
              <a:rPr lang="en-US" sz="2000" dirty="0"/>
              <a:t>() etc. </a:t>
            </a:r>
            <a:endParaRPr lang="en-IN" sz="2000" dirty="0"/>
          </a:p>
        </p:txBody>
      </p:sp>
    </p:spTree>
    <p:extLst>
      <p:ext uri="{BB962C8B-B14F-4D97-AF65-F5344CB8AC3E}">
        <p14:creationId xmlns:p14="http://schemas.microsoft.com/office/powerpoint/2010/main" xmlns="" val="235385084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1B15ED52-F352-441B-82BF-E0EA34836D0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xmlns="" id="{3B2E3793-BFE6-45A2-9B7B-E18844431C9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BC4C4868-CB8F-4AF9-9CDB-8108F2C19B6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13">
            <a:extLst>
              <a:ext uri="{FF2B5EF4-FFF2-40B4-BE49-F238E27FC236}">
                <a16:creationId xmlns:a16="http://schemas.microsoft.com/office/drawing/2014/main" xmlns="" id="{375E0459-6403-40CD-989D-56A4407CA12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15">
            <a:extLst>
              <a:ext uri="{FF2B5EF4-FFF2-40B4-BE49-F238E27FC236}">
                <a16:creationId xmlns:a16="http://schemas.microsoft.com/office/drawing/2014/main" xmlns="" id="{53E5B1A8-3AC9-4BD1-9BBC-78CA94F2D1B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4FCD9BA3-22FC-BCA9-0D07-66F6639D0942}"/>
              </a:ext>
            </a:extLst>
          </p:cNvPr>
          <p:cNvSpPr>
            <a:spLocks noGrp="1"/>
          </p:cNvSpPr>
          <p:nvPr>
            <p:ph type="title"/>
          </p:nvPr>
        </p:nvSpPr>
        <p:spPr>
          <a:xfrm>
            <a:off x="1028699" y="294538"/>
            <a:ext cx="7421963" cy="1033669"/>
          </a:xfrm>
        </p:spPr>
        <p:txBody>
          <a:bodyPr>
            <a:normAutofit/>
          </a:bodyPr>
          <a:lstStyle/>
          <a:p>
            <a:r>
              <a:rPr lang="en-US" sz="3500" dirty="0">
                <a:solidFill>
                  <a:srgbClr val="FFFFFF"/>
                </a:solidFill>
              </a:rPr>
              <a:t>User Define Method in Java</a:t>
            </a:r>
            <a:endParaRPr lang="en-IN" sz="3500" dirty="0">
              <a:solidFill>
                <a:srgbClr val="FFFFFF"/>
              </a:solidFill>
            </a:endParaRPr>
          </a:p>
        </p:txBody>
      </p:sp>
      <p:sp>
        <p:nvSpPr>
          <p:cNvPr id="3" name="Content Placeholder 2">
            <a:extLst>
              <a:ext uri="{FF2B5EF4-FFF2-40B4-BE49-F238E27FC236}">
                <a16:creationId xmlns:a16="http://schemas.microsoft.com/office/drawing/2014/main" xmlns="" id="{108921CC-FA7A-E526-304D-B6E4B7F76DB9}"/>
              </a:ext>
            </a:extLst>
          </p:cNvPr>
          <p:cNvSpPr>
            <a:spLocks noGrp="1"/>
          </p:cNvSpPr>
          <p:nvPr>
            <p:ph idx="1"/>
          </p:nvPr>
        </p:nvSpPr>
        <p:spPr>
          <a:xfrm>
            <a:off x="925486" y="2060848"/>
            <a:ext cx="7293023" cy="3683358"/>
          </a:xfrm>
        </p:spPr>
        <p:txBody>
          <a:bodyPr anchor="ctr">
            <a:normAutofit/>
          </a:bodyPr>
          <a:lstStyle/>
          <a:p>
            <a:pPr marL="0" indent="0">
              <a:buNone/>
            </a:pPr>
            <a:r>
              <a:rPr lang="en-US" sz="2000" dirty="0"/>
              <a:t>The method written by the user or programmer is known as a user-defined method. These methods are modified according to the requirement. </a:t>
            </a:r>
          </a:p>
          <a:p>
            <a:pPr marL="0" indent="0">
              <a:buNone/>
            </a:pPr>
            <a:endParaRPr lang="en-US" sz="2000" dirty="0"/>
          </a:p>
          <a:p>
            <a:pPr marL="0" indent="0">
              <a:buNone/>
            </a:pPr>
            <a:endParaRPr lang="en-US" sz="1700" dirty="0"/>
          </a:p>
        </p:txBody>
      </p:sp>
    </p:spTree>
    <p:extLst>
      <p:ext uri="{BB962C8B-B14F-4D97-AF65-F5344CB8AC3E}">
        <p14:creationId xmlns:p14="http://schemas.microsoft.com/office/powerpoint/2010/main" xmlns="" val="234462743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1B15ED52-F352-441B-82BF-E0EA34836D0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xmlns="" id="{3B2E3793-BFE6-45A2-9B7B-E18844431C9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BC4C4868-CB8F-4AF9-9CDB-8108F2C19B6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xmlns="" id="{375E0459-6403-40CD-989D-56A4407CA12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xmlns="" id="{53E5B1A8-3AC9-4BD1-9BBC-78CA94F2D1B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66A1C207-8E8E-0C86-BA37-D666979B22A7}"/>
              </a:ext>
            </a:extLst>
          </p:cNvPr>
          <p:cNvSpPr>
            <a:spLocks noGrp="1"/>
          </p:cNvSpPr>
          <p:nvPr>
            <p:ph type="title"/>
          </p:nvPr>
        </p:nvSpPr>
        <p:spPr>
          <a:xfrm>
            <a:off x="1028699" y="294538"/>
            <a:ext cx="7421963" cy="1033669"/>
          </a:xfrm>
        </p:spPr>
        <p:txBody>
          <a:bodyPr>
            <a:normAutofit/>
          </a:bodyPr>
          <a:lstStyle/>
          <a:p>
            <a:r>
              <a:rPr lang="en-US" sz="3500" b="1" u="sng">
                <a:solidFill>
                  <a:srgbClr val="FFFFFF"/>
                </a:solidFill>
              </a:rPr>
              <a:t>Types of Methods in Java</a:t>
            </a:r>
            <a:endParaRPr lang="en-IN" sz="3500" b="1" u="sng">
              <a:solidFill>
                <a:srgbClr val="FFFFFF"/>
              </a:solidFill>
            </a:endParaRPr>
          </a:p>
        </p:txBody>
      </p:sp>
      <p:sp>
        <p:nvSpPr>
          <p:cNvPr id="3" name="Content Placeholder 2">
            <a:extLst>
              <a:ext uri="{FF2B5EF4-FFF2-40B4-BE49-F238E27FC236}">
                <a16:creationId xmlns:a16="http://schemas.microsoft.com/office/drawing/2014/main" xmlns="" id="{0BEA9AAE-C218-FAF2-7706-283AB079C7AD}"/>
              </a:ext>
            </a:extLst>
          </p:cNvPr>
          <p:cNvSpPr>
            <a:spLocks noGrp="1"/>
          </p:cNvSpPr>
          <p:nvPr>
            <p:ph idx="1"/>
          </p:nvPr>
        </p:nvSpPr>
        <p:spPr>
          <a:xfrm>
            <a:off x="827584" y="1622745"/>
            <a:ext cx="7293023" cy="3683358"/>
          </a:xfrm>
        </p:spPr>
        <p:txBody>
          <a:bodyPr anchor="ctr">
            <a:normAutofit/>
          </a:bodyPr>
          <a:lstStyle/>
          <a:p>
            <a:pPr marL="0" indent="0">
              <a:buNone/>
            </a:pPr>
            <a:endParaRPr lang="en-IN" sz="2000" dirty="0"/>
          </a:p>
          <a:p>
            <a:pPr marL="0" indent="0">
              <a:buNone/>
            </a:pPr>
            <a:r>
              <a:rPr lang="en-IN" sz="2000" dirty="0"/>
              <a:t>There are 2 different methods available in java</a:t>
            </a:r>
          </a:p>
          <a:p>
            <a:pPr marL="0" indent="0">
              <a:buNone/>
            </a:pPr>
            <a:endParaRPr lang="en-IN" sz="2000" dirty="0"/>
          </a:p>
          <a:p>
            <a:pPr marL="0" indent="0">
              <a:buNone/>
            </a:pPr>
            <a:r>
              <a:rPr lang="en-IN" sz="2000" dirty="0"/>
              <a:t>1. Static method</a:t>
            </a:r>
          </a:p>
          <a:p>
            <a:pPr marL="0" indent="0">
              <a:buNone/>
            </a:pPr>
            <a:r>
              <a:rPr lang="en-IN" sz="2000" dirty="0"/>
              <a:t>2. Non-static method</a:t>
            </a:r>
          </a:p>
          <a:p>
            <a:pPr marL="0" indent="0">
              <a:buNone/>
            </a:pPr>
            <a:endParaRPr lang="en-IN" sz="1700" dirty="0"/>
          </a:p>
        </p:txBody>
      </p:sp>
    </p:spTree>
    <p:extLst>
      <p:ext uri="{BB962C8B-B14F-4D97-AF65-F5344CB8AC3E}">
        <p14:creationId xmlns:p14="http://schemas.microsoft.com/office/powerpoint/2010/main" xmlns="" val="258824651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xmlns="" id="{1B15ED52-F352-441B-82BF-E0EA34836D0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xmlns="" id="{3B2E3793-BFE6-45A2-9B7B-E18844431C9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xmlns="" id="{BC4C4868-CB8F-4AF9-9CDB-8108F2C19B6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xmlns="" id="{375E0459-6403-40CD-989D-56A4407CA12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xmlns="" id="{53E5B1A8-3AC9-4BD1-9BBC-78CA94F2D1B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pPr>
              <a:lnSpc>
                <a:spcPct val="90000"/>
              </a:lnSpc>
            </a:pPr>
            <a:r>
              <a:rPr lang="en-IN" sz="3200" b="1" u="sng">
                <a:solidFill>
                  <a:srgbClr val="FFFFFF"/>
                </a:solidFill>
              </a:rPr>
              <a:t>Static Method</a:t>
            </a:r>
            <a:r>
              <a:rPr lang="en-IN" sz="3200" u="sng">
                <a:solidFill>
                  <a:srgbClr val="FFFFFF"/>
                </a:solidFill>
              </a:rPr>
              <a:t/>
            </a:r>
            <a:br>
              <a:rPr lang="en-IN" sz="3200" u="sng">
                <a:solidFill>
                  <a:srgbClr val="FFFFFF"/>
                </a:solidFill>
              </a:rPr>
            </a:br>
            <a:endParaRPr lang="en-IN" sz="3200" u="sng">
              <a:solidFill>
                <a:srgbClr val="FFFFFF"/>
              </a:solidFill>
            </a:endParaRPr>
          </a:p>
        </p:txBody>
      </p:sp>
      <p:sp>
        <p:nvSpPr>
          <p:cNvPr id="3" name="Content Placeholder 2"/>
          <p:cNvSpPr>
            <a:spLocks noGrp="1"/>
          </p:cNvSpPr>
          <p:nvPr>
            <p:ph idx="1"/>
          </p:nvPr>
        </p:nvSpPr>
        <p:spPr>
          <a:xfrm>
            <a:off x="1028699" y="2318197"/>
            <a:ext cx="7071693" cy="3683358"/>
          </a:xfrm>
        </p:spPr>
        <p:txBody>
          <a:bodyPr anchor="ctr">
            <a:normAutofit/>
          </a:bodyPr>
          <a:lstStyle/>
          <a:p>
            <a:pPr marL="0" indent="0">
              <a:buNone/>
            </a:pPr>
            <a:r>
              <a:rPr lang="en-IN" sz="2000" dirty="0"/>
              <a:t>Static methods are creating inside the class and static methods are loading while class is loading and we can access these methods directly within the class, “</a:t>
            </a:r>
            <a:r>
              <a:rPr lang="en-IN" sz="2000" dirty="0" err="1"/>
              <a:t>classname.method</a:t>
            </a:r>
            <a:r>
              <a:rPr lang="en-IN" sz="2000" dirty="0"/>
              <a:t>” name in different class and “</a:t>
            </a:r>
            <a:r>
              <a:rPr lang="en-IN" sz="2000" dirty="0" err="1"/>
              <a:t>classname.methodname</a:t>
            </a:r>
            <a:r>
              <a:rPr lang="en-IN" sz="2000" dirty="0"/>
              <a:t>” in different package.</a:t>
            </a:r>
          </a:p>
          <a:p>
            <a:pPr marL="0" indent="0">
              <a:buNone/>
            </a:pPr>
            <a:endParaRPr lang="en-IN" sz="2000" dirty="0"/>
          </a:p>
          <a:p>
            <a:pPr marL="0" indent="0">
              <a:buNone/>
            </a:pPr>
            <a:endParaRPr lang="en-IN" sz="2000" dirty="0"/>
          </a:p>
          <a:p>
            <a:pPr marL="0" indent="0">
              <a:buNone/>
            </a:pPr>
            <a:r>
              <a:rPr lang="en-IN" sz="2000" b="1" dirty="0"/>
              <a:t>Note: we can declare static method with ‘static’ keyword.</a:t>
            </a:r>
          </a:p>
          <a:p>
            <a:pPr marL="0" indent="0">
              <a:buNone/>
            </a:pPr>
            <a:endParaRPr lang="en-IN" sz="1700" dirty="0"/>
          </a:p>
        </p:txBody>
      </p:sp>
    </p:spTree>
    <p:extLst>
      <p:ext uri="{BB962C8B-B14F-4D97-AF65-F5344CB8AC3E}">
        <p14:creationId xmlns:p14="http://schemas.microsoft.com/office/powerpoint/2010/main" xmlns="" val="554266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1B15ED52-F352-441B-82BF-E0EA34836D0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xmlns="" id="{3B2E3793-BFE6-45A2-9B7B-E18844431C9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BC4C4868-CB8F-4AF9-9CDB-8108F2C19B6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xmlns="" id="{375E0459-6403-40CD-989D-56A4407CA12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xmlns="" id="{53E5B1A8-3AC9-4BD1-9BBC-78CA94F2D1B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r>
              <a:rPr lang="en-IN" sz="3500" b="1" u="sng" dirty="0">
                <a:solidFill>
                  <a:srgbClr val="FFFFFF"/>
                </a:solidFill>
              </a:rPr>
              <a:t>Non-static Methods</a:t>
            </a:r>
          </a:p>
        </p:txBody>
      </p:sp>
      <p:sp>
        <p:nvSpPr>
          <p:cNvPr id="3" name="Content Placeholder 2"/>
          <p:cNvSpPr>
            <a:spLocks noGrp="1"/>
          </p:cNvSpPr>
          <p:nvPr>
            <p:ph idx="1"/>
          </p:nvPr>
        </p:nvSpPr>
        <p:spPr>
          <a:xfrm>
            <a:off x="925486" y="1622745"/>
            <a:ext cx="7293023" cy="3683358"/>
          </a:xfrm>
        </p:spPr>
        <p:txBody>
          <a:bodyPr anchor="ctr">
            <a:normAutofit/>
          </a:bodyPr>
          <a:lstStyle/>
          <a:p>
            <a:pPr marL="0" indent="0">
              <a:buNone/>
            </a:pPr>
            <a:endParaRPr lang="en-IN" sz="1700" dirty="0"/>
          </a:p>
          <a:p>
            <a:pPr marL="0" indent="0">
              <a:buNone/>
            </a:pPr>
            <a:r>
              <a:rPr lang="en-IN" sz="2000" dirty="0"/>
              <a:t>Non-static methods also creating inside  the class and these are loading while object is creating, that’s why non-static methods we can access only by creating the object.</a:t>
            </a:r>
          </a:p>
        </p:txBody>
      </p:sp>
    </p:spTree>
    <p:extLst>
      <p:ext uri="{BB962C8B-B14F-4D97-AF65-F5344CB8AC3E}">
        <p14:creationId xmlns:p14="http://schemas.microsoft.com/office/powerpoint/2010/main" xmlns="" val="134919550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6712"/>
            <a:ext cx="8229600" cy="5760640"/>
          </a:xfrm>
        </p:spPr>
        <p:txBody>
          <a:bodyPr>
            <a:normAutofit/>
          </a:bodyPr>
          <a:lstStyle/>
          <a:p>
            <a:pPr marL="0" indent="0">
              <a:buNone/>
            </a:pPr>
            <a:r>
              <a:rPr lang="en-IN" b="1" u="sng" dirty="0"/>
              <a:t>Note:</a:t>
            </a:r>
          </a:p>
          <a:p>
            <a:pPr marL="0" indent="0">
              <a:buNone/>
            </a:pPr>
            <a:endParaRPr lang="en-IN" b="1" u="sng" dirty="0"/>
          </a:p>
          <a:p>
            <a:pPr>
              <a:buFont typeface="Wingdings" panose="05000000000000000000" pitchFamily="2" charset="2"/>
              <a:buChar char="§"/>
            </a:pPr>
            <a:r>
              <a:rPr lang="en-IN" sz="2800" dirty="0"/>
              <a:t>In one class we can create any number of methods (Both Static and Non-Static) but execution starts only from </a:t>
            </a:r>
            <a:r>
              <a:rPr lang="en-IN" sz="2800"/>
              <a:t>main method</a:t>
            </a:r>
            <a:r>
              <a:rPr lang="en-IN" sz="2800" dirty="0"/>
              <a:t>.</a:t>
            </a:r>
          </a:p>
        </p:txBody>
      </p:sp>
    </p:spTree>
    <p:extLst>
      <p:ext uri="{BB962C8B-B14F-4D97-AF65-F5344CB8AC3E}">
        <p14:creationId xmlns:p14="http://schemas.microsoft.com/office/powerpoint/2010/main" xmlns="" val="77150889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467544" y="692697"/>
            <a:ext cx="8136904" cy="5472608"/>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56010661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1B15ED52-F352-441B-82BF-E0EA34836D0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xmlns="" id="{3B2E3793-BFE6-45A2-9B7B-E18844431C9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BC4C4868-CB8F-4AF9-9CDB-8108F2C19B6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xmlns="" id="{375E0459-6403-40CD-989D-56A4407CA12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xmlns="" id="{53E5B1A8-3AC9-4BD1-9BBC-78CA94F2D1B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45968" y="468460"/>
            <a:ext cx="7421963" cy="1033669"/>
          </a:xfrm>
        </p:spPr>
        <p:txBody>
          <a:bodyPr>
            <a:normAutofit/>
          </a:bodyPr>
          <a:lstStyle/>
          <a:p>
            <a:pPr>
              <a:lnSpc>
                <a:spcPct val="90000"/>
              </a:lnSpc>
            </a:pPr>
            <a:r>
              <a:rPr lang="en-IN" sz="3200" b="1" dirty="0">
                <a:solidFill>
                  <a:srgbClr val="FFFFFF"/>
                </a:solidFill>
              </a:rPr>
              <a:t>Methods with Arguments/Parameters</a:t>
            </a:r>
            <a:br>
              <a:rPr lang="en-IN" sz="3200" b="1" dirty="0">
                <a:solidFill>
                  <a:srgbClr val="FFFFFF"/>
                </a:solidFill>
              </a:rPr>
            </a:br>
            <a:endParaRPr lang="en-IN" sz="3200" b="1" dirty="0">
              <a:solidFill>
                <a:srgbClr val="FFFFFF"/>
              </a:solidFill>
            </a:endParaRPr>
          </a:p>
        </p:txBody>
      </p:sp>
      <p:sp>
        <p:nvSpPr>
          <p:cNvPr id="3" name="Content Placeholder 2"/>
          <p:cNvSpPr>
            <a:spLocks noGrp="1"/>
          </p:cNvSpPr>
          <p:nvPr>
            <p:ph idx="1"/>
          </p:nvPr>
        </p:nvSpPr>
        <p:spPr>
          <a:xfrm>
            <a:off x="1028699" y="2318197"/>
            <a:ext cx="7293023" cy="3683358"/>
          </a:xfrm>
        </p:spPr>
        <p:txBody>
          <a:bodyPr anchor="ctr">
            <a:normAutofit/>
          </a:bodyPr>
          <a:lstStyle/>
          <a:p>
            <a:pPr marL="0" indent="0">
              <a:buNone/>
            </a:pPr>
            <a:r>
              <a:rPr lang="en-IN" sz="2000" dirty="0"/>
              <a:t>Sometimes we need to execute the same methods multiple times with different data. In that case we are creating methods with arguments so that while accessing the methods we can pass the data into methods through arguments.</a:t>
            </a:r>
          </a:p>
          <a:p>
            <a:pPr marL="0" indent="0">
              <a:buNone/>
            </a:pPr>
            <a:endParaRPr lang="en-IN" sz="2000" dirty="0"/>
          </a:p>
          <a:p>
            <a:pPr marL="0" indent="0">
              <a:buNone/>
            </a:pPr>
            <a:endParaRPr lang="en-IN" sz="2000" dirty="0"/>
          </a:p>
          <a:p>
            <a:pPr marL="0" indent="0">
              <a:buNone/>
            </a:pPr>
            <a:r>
              <a:rPr lang="en-IN" sz="2000" u="sng" dirty="0"/>
              <a:t>Note:</a:t>
            </a:r>
          </a:p>
          <a:p>
            <a:pPr marL="0" indent="0">
              <a:buNone/>
            </a:pPr>
            <a:r>
              <a:rPr lang="en-IN" sz="2000" dirty="0"/>
              <a:t>Methods we can create with arguments are either static or non static methods. Only the way we are calling is different from Static to Non Static.</a:t>
            </a:r>
          </a:p>
        </p:txBody>
      </p:sp>
    </p:spTree>
    <p:extLst>
      <p:ext uri="{BB962C8B-B14F-4D97-AF65-F5344CB8AC3E}">
        <p14:creationId xmlns:p14="http://schemas.microsoft.com/office/powerpoint/2010/main" xmlns="" val="236481864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539552" y="692696"/>
            <a:ext cx="7632848" cy="5348781"/>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351423040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1B15ED52-F352-441B-82BF-E0EA34836D0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xmlns="" id="{3B2E3793-BFE6-45A2-9B7B-E18844431C9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BC4C4868-CB8F-4AF9-9CDB-8108F2C19B6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xmlns="" id="{375E0459-6403-40CD-989D-56A4407CA12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xmlns="" id="{53E5B1A8-3AC9-4BD1-9BBC-78CA94F2D1B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620E9C6C-7D3A-AF94-EAF7-53750A7FBB32}"/>
              </a:ext>
            </a:extLst>
          </p:cNvPr>
          <p:cNvSpPr>
            <a:spLocks noGrp="1"/>
          </p:cNvSpPr>
          <p:nvPr>
            <p:ph type="title"/>
          </p:nvPr>
        </p:nvSpPr>
        <p:spPr>
          <a:xfrm>
            <a:off x="1028699" y="294538"/>
            <a:ext cx="7421963" cy="1033669"/>
          </a:xfrm>
        </p:spPr>
        <p:txBody>
          <a:bodyPr>
            <a:normAutofit/>
          </a:bodyPr>
          <a:lstStyle/>
          <a:p>
            <a:r>
              <a:rPr lang="en-US" sz="3500">
                <a:solidFill>
                  <a:srgbClr val="FFFFFF"/>
                </a:solidFill>
              </a:rPr>
              <a:t>Method Declaration</a:t>
            </a:r>
            <a:endParaRPr lang="en-IN" sz="3500">
              <a:solidFill>
                <a:srgbClr val="FFFFFF"/>
              </a:solidFill>
            </a:endParaRPr>
          </a:p>
        </p:txBody>
      </p:sp>
      <p:sp>
        <p:nvSpPr>
          <p:cNvPr id="3" name="Content Placeholder 2">
            <a:extLst>
              <a:ext uri="{FF2B5EF4-FFF2-40B4-BE49-F238E27FC236}">
                <a16:creationId xmlns:a16="http://schemas.microsoft.com/office/drawing/2014/main" xmlns="" id="{FC27166C-918F-3D59-0927-0529F10F0DB7}"/>
              </a:ext>
            </a:extLst>
          </p:cNvPr>
          <p:cNvSpPr>
            <a:spLocks noGrp="1"/>
          </p:cNvSpPr>
          <p:nvPr>
            <p:ph idx="1"/>
          </p:nvPr>
        </p:nvSpPr>
        <p:spPr>
          <a:xfrm>
            <a:off x="611560" y="694137"/>
            <a:ext cx="8187928" cy="3683358"/>
          </a:xfrm>
        </p:spPr>
        <p:txBody>
          <a:bodyPr anchor="ctr">
            <a:normAutofit/>
          </a:bodyPr>
          <a:lstStyle/>
          <a:p>
            <a:pPr marL="0" indent="0">
              <a:buNone/>
            </a:pPr>
            <a:r>
              <a:rPr lang="en-US" sz="2000" dirty="0"/>
              <a:t>The method declaration provides information about method attributes, such as visibility, return-type, name, and arguments. It has six components that are known as method header. </a:t>
            </a:r>
            <a:endParaRPr lang="en-IN" sz="2000" dirty="0"/>
          </a:p>
        </p:txBody>
      </p:sp>
      <p:pic>
        <p:nvPicPr>
          <p:cNvPr id="5" name="Picture 4">
            <a:extLst>
              <a:ext uri="{FF2B5EF4-FFF2-40B4-BE49-F238E27FC236}">
                <a16:creationId xmlns:a16="http://schemas.microsoft.com/office/drawing/2014/main" xmlns="" id="{133B99F2-9B19-88F3-9C23-098276FF5FFA}"/>
              </a:ext>
            </a:extLst>
          </p:cNvPr>
          <p:cNvPicPr>
            <a:picLocks noChangeAspect="1"/>
          </p:cNvPicPr>
          <p:nvPr/>
        </p:nvPicPr>
        <p:blipFill>
          <a:blip r:embed="rId2" cstate="print"/>
          <a:stretch>
            <a:fillRect/>
          </a:stretch>
        </p:blipFill>
        <p:spPr>
          <a:xfrm>
            <a:off x="1331638" y="3474748"/>
            <a:ext cx="6480720" cy="3383252"/>
          </a:xfrm>
          <a:prstGeom prst="rect">
            <a:avLst/>
          </a:prstGeom>
        </p:spPr>
      </p:pic>
    </p:spTree>
    <p:extLst>
      <p:ext uri="{BB962C8B-B14F-4D97-AF65-F5344CB8AC3E}">
        <p14:creationId xmlns:p14="http://schemas.microsoft.com/office/powerpoint/2010/main" xmlns="" val="358250044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xmlns="" id="{DE7FFD28-545C-4C88-A2E7-152FB234C92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191135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C64DD5A8-AE07-7650-F272-9A3FDA806E7D}"/>
              </a:ext>
            </a:extLst>
          </p:cNvPr>
          <p:cNvSpPr>
            <a:spLocks noGrp="1"/>
          </p:cNvSpPr>
          <p:nvPr>
            <p:ph type="title"/>
          </p:nvPr>
        </p:nvSpPr>
        <p:spPr>
          <a:xfrm>
            <a:off x="628650" y="365125"/>
            <a:ext cx="7886700" cy="1325563"/>
          </a:xfrm>
        </p:spPr>
        <p:txBody>
          <a:bodyPr>
            <a:normAutofit/>
          </a:bodyPr>
          <a:lstStyle/>
          <a:p>
            <a:r>
              <a:rPr lang="en-US" sz="4000" b="1">
                <a:solidFill>
                  <a:srgbClr val="FFFFFF"/>
                </a:solidFill>
              </a:rPr>
              <a:t>Advantages of Method/Functions</a:t>
            </a:r>
            <a:endParaRPr lang="en-IN" sz="4000" b="1">
              <a:solidFill>
                <a:srgbClr val="FFFFFF"/>
              </a:solidFill>
            </a:endParaRPr>
          </a:p>
        </p:txBody>
      </p:sp>
      <p:sp>
        <p:nvSpPr>
          <p:cNvPr id="3" name="Content Placeholder 2">
            <a:extLst>
              <a:ext uri="{FF2B5EF4-FFF2-40B4-BE49-F238E27FC236}">
                <a16:creationId xmlns:a16="http://schemas.microsoft.com/office/drawing/2014/main" xmlns="" id="{5E172775-1A73-E39D-A1DB-2A0D9B4BA801}"/>
              </a:ext>
            </a:extLst>
          </p:cNvPr>
          <p:cNvSpPr>
            <a:spLocks noGrp="1"/>
          </p:cNvSpPr>
          <p:nvPr>
            <p:ph idx="1"/>
          </p:nvPr>
        </p:nvSpPr>
        <p:spPr>
          <a:xfrm>
            <a:off x="628650" y="2438400"/>
            <a:ext cx="7886700" cy="3738562"/>
          </a:xfrm>
        </p:spPr>
        <p:txBody>
          <a:bodyPr>
            <a:normAutofit/>
          </a:bodyPr>
          <a:lstStyle/>
          <a:p>
            <a:pPr>
              <a:buFont typeface="Wingdings" panose="05000000000000000000" pitchFamily="2" charset="2"/>
              <a:buChar char="Ø"/>
            </a:pPr>
            <a:r>
              <a:rPr lang="en-US" sz="2300" dirty="0"/>
              <a:t> Code Reusability</a:t>
            </a:r>
          </a:p>
          <a:p>
            <a:pPr>
              <a:buFont typeface="Wingdings" panose="05000000000000000000" pitchFamily="2" charset="2"/>
              <a:buChar char="Ø"/>
            </a:pPr>
            <a:r>
              <a:rPr lang="en-US" sz="2300" dirty="0"/>
              <a:t> Code Optimization</a:t>
            </a:r>
          </a:p>
          <a:p>
            <a:pPr>
              <a:buFont typeface="Wingdings" panose="05000000000000000000" pitchFamily="2" charset="2"/>
              <a:buChar char="Ø"/>
            </a:pPr>
            <a:r>
              <a:rPr lang="en-US" sz="2300" dirty="0"/>
              <a:t>Code Readability</a:t>
            </a:r>
          </a:p>
          <a:p>
            <a:pPr>
              <a:buFont typeface="Wingdings" panose="05000000000000000000" pitchFamily="2" charset="2"/>
              <a:buChar char="Ø"/>
            </a:pPr>
            <a:r>
              <a:rPr lang="en-US" sz="2300" dirty="0"/>
              <a:t> Method are useful in hiding implementation details.</a:t>
            </a:r>
          </a:p>
          <a:p>
            <a:pPr>
              <a:buFont typeface="Wingdings" panose="05000000000000000000" pitchFamily="2" charset="2"/>
              <a:buChar char="Ø"/>
            </a:pPr>
            <a:r>
              <a:rPr lang="en-US" sz="2300" dirty="0"/>
              <a:t> It is easier to edit any program which is written in any programming language.</a:t>
            </a:r>
          </a:p>
        </p:txBody>
      </p:sp>
    </p:spTree>
    <p:extLst>
      <p:ext uri="{BB962C8B-B14F-4D97-AF65-F5344CB8AC3E}">
        <p14:creationId xmlns:p14="http://schemas.microsoft.com/office/powerpoint/2010/main" xmlns="" val="205549958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081EA652-8C6A-4E69-BEB9-17080947455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xmlns="" id="{5298780A-33B9-4EA2-8F67-DE68AD62841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xmlns="" id="{7F488E8B-4E1E-4402-8935-D4E6C02615C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63930" y="1050595"/>
            <a:ext cx="6056111" cy="1618489"/>
          </a:xfrm>
        </p:spPr>
        <p:txBody>
          <a:bodyPr anchor="ctr">
            <a:normAutofit/>
          </a:bodyPr>
          <a:lstStyle/>
          <a:p>
            <a:pPr>
              <a:lnSpc>
                <a:spcPct val="90000"/>
              </a:lnSpc>
            </a:pPr>
            <a:r>
              <a:rPr lang="en-IN" sz="4900" b="1" u="sng"/>
              <a:t>Method Overloading</a:t>
            </a:r>
            <a:r>
              <a:rPr lang="en-IN" sz="4900"/>
              <a:t/>
            </a:r>
            <a:br>
              <a:rPr lang="en-IN" sz="4900"/>
            </a:br>
            <a:endParaRPr lang="en-IN" sz="4900"/>
          </a:p>
        </p:txBody>
      </p:sp>
      <p:sp>
        <p:nvSpPr>
          <p:cNvPr id="3" name="Content Placeholder 2"/>
          <p:cNvSpPr>
            <a:spLocks noGrp="1"/>
          </p:cNvSpPr>
          <p:nvPr>
            <p:ph idx="1"/>
          </p:nvPr>
        </p:nvSpPr>
        <p:spPr>
          <a:xfrm>
            <a:off x="963930" y="2969469"/>
            <a:ext cx="6056111" cy="2800395"/>
          </a:xfrm>
        </p:spPr>
        <p:txBody>
          <a:bodyPr anchor="t">
            <a:normAutofit/>
          </a:bodyPr>
          <a:lstStyle/>
          <a:p>
            <a:pPr marL="0" indent="0">
              <a:lnSpc>
                <a:spcPct val="90000"/>
              </a:lnSpc>
              <a:buNone/>
            </a:pPr>
            <a:r>
              <a:rPr lang="en-IN" sz="2100"/>
              <a:t>Sometimes we are creating same method name with different arguments. When we are calling</a:t>
            </a:r>
          </a:p>
          <a:p>
            <a:pPr marL="0" indent="0">
              <a:lnSpc>
                <a:spcPct val="90000"/>
              </a:lnSpc>
              <a:buNone/>
            </a:pPr>
            <a:r>
              <a:rPr lang="en-IN" sz="2100"/>
              <a:t>method, we can differentiate method based on the arguments.</a:t>
            </a:r>
          </a:p>
          <a:p>
            <a:pPr marL="0" indent="0">
              <a:lnSpc>
                <a:spcPct val="90000"/>
              </a:lnSpc>
              <a:buNone/>
            </a:pPr>
            <a:endParaRPr lang="en-IN" sz="2100"/>
          </a:p>
          <a:p>
            <a:pPr marL="0" indent="0">
              <a:lnSpc>
                <a:spcPct val="90000"/>
              </a:lnSpc>
              <a:buNone/>
            </a:pPr>
            <a:r>
              <a:rPr lang="en-IN" sz="2100"/>
              <a:t>In one class we are creating multiple methods with same name, but different arguments is called Method Overloading</a:t>
            </a:r>
          </a:p>
        </p:txBody>
      </p:sp>
    </p:spTree>
    <p:extLst>
      <p:ext uri="{BB962C8B-B14F-4D97-AF65-F5344CB8AC3E}">
        <p14:creationId xmlns:p14="http://schemas.microsoft.com/office/powerpoint/2010/main" xmlns="" val="211066126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xmlns="" id="{F3060C83-F051-4F0E-ABAD-AA0DFC48B21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reeform: Shape 5">
            <a:extLst>
              <a:ext uri="{FF2B5EF4-FFF2-40B4-BE49-F238E27FC236}">
                <a16:creationId xmlns:a16="http://schemas.microsoft.com/office/drawing/2014/main" xmlns="" id="{83C98ABE-055B-441F-B07E-44F97F083C3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8900000" flipH="1">
            <a:off x="-282117" y="-253670"/>
            <a:ext cx="137072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29FDB030-9B49-4CED-8CCD-4D99382388A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8900000" flipH="1">
            <a:off x="668730" y="422146"/>
            <a:ext cx="484026"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xmlns="" id="{3783CA14-24A1-485C-8B30-D6A5D87987A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8900000" flipH="1">
            <a:off x="7532611" y="655140"/>
            <a:ext cx="515604"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xmlns="" id="{9A97C86A-04D6-40F7-AE84-31AB43E6A84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0800000" flipH="1">
            <a:off x="7017482" y="0"/>
            <a:ext cx="2126518"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Isosceles Triangle 12">
            <a:extLst>
              <a:ext uri="{FF2B5EF4-FFF2-40B4-BE49-F238E27FC236}">
                <a16:creationId xmlns:a16="http://schemas.microsoft.com/office/drawing/2014/main" xmlns="" id="{FF9F2414-84E8-453E-B1F3-389FDE8192D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5982258" y="6115501"/>
            <a:ext cx="1120884"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xmlns="" id="{2C207F3B-455E-1801-1435-904BDB610043}"/>
              </a:ext>
            </a:extLst>
          </p:cNvPr>
          <p:cNvPicPr>
            <a:picLocks noChangeAspect="1"/>
          </p:cNvPicPr>
          <p:nvPr/>
        </p:nvPicPr>
        <p:blipFill>
          <a:blip r:embed="rId2" cstate="print"/>
          <a:stretch>
            <a:fillRect/>
          </a:stretch>
        </p:blipFill>
        <p:spPr>
          <a:xfrm>
            <a:off x="482600" y="1128713"/>
            <a:ext cx="8178799" cy="4600573"/>
          </a:xfrm>
          <a:prstGeom prst="rect">
            <a:avLst/>
          </a:prstGeom>
          <a:ln>
            <a:noFill/>
          </a:ln>
        </p:spPr>
      </p:pic>
      <p:sp>
        <p:nvSpPr>
          <p:cNvPr id="15" name="Isosceles Triangle 14">
            <a:extLst>
              <a:ext uri="{FF2B5EF4-FFF2-40B4-BE49-F238E27FC236}">
                <a16:creationId xmlns:a16="http://schemas.microsoft.com/office/drawing/2014/main" xmlns="" id="{3ECA69A1-7536-43AC-85EF-C7106179F5E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5703060" y="6453143"/>
            <a:ext cx="611177"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122867857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219</TotalTime>
  <Words>576</Words>
  <Application>Microsoft Office PowerPoint</Application>
  <PresentationFormat>On-screen Show (4:3)</PresentationFormat>
  <Paragraphs>52</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Slide 1</vt:lpstr>
      <vt:lpstr>METHODS </vt:lpstr>
      <vt:lpstr>Predefined Method in Java</vt:lpstr>
      <vt:lpstr>User Define Method in Java</vt:lpstr>
      <vt:lpstr>Types of Methods in Java</vt:lpstr>
      <vt:lpstr>Static Method </vt:lpstr>
      <vt:lpstr>Non-static Methods</vt:lpstr>
      <vt:lpstr>Slide 8</vt:lpstr>
      <vt:lpstr>Slide 9</vt:lpstr>
      <vt:lpstr>Methods with Arguments/Parameters </vt:lpstr>
      <vt:lpstr>Slide 11</vt:lpstr>
      <vt:lpstr>Method Declaration</vt:lpstr>
      <vt:lpstr>Advantages of Method/Functions</vt:lpstr>
      <vt:lpstr>Method Overloading </vt:lpstr>
      <vt:lpstr>Slide 15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1403375</dc:creator>
  <cp:lastModifiedBy>Manas Tuwani</cp:lastModifiedBy>
  <cp:revision>7</cp:revision>
  <dcterms:created xsi:type="dcterms:W3CDTF">2022-05-07T16:11:46Z</dcterms:created>
  <dcterms:modified xsi:type="dcterms:W3CDTF">2025-04-14T02:11:16Z</dcterms:modified>
</cp:coreProperties>
</file>