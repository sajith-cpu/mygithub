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7D188A7B-7F15-474F-BA4E-C5B97452B3DA}"/>
    <pc:docChg chg="modSld">
      <pc:chgData name="Manas Tuwani" userId="5d421215-a11f-4a6e-90ca-e8ac2213fab6" providerId="ADAL" clId="{7D188A7B-7F15-474F-BA4E-C5B97452B3DA}" dt="2023-12-11T16:37:18.989" v="4" actId="20577"/>
      <pc:docMkLst>
        <pc:docMk/>
      </pc:docMkLst>
      <pc:sldChg chg="modSp mod">
        <pc:chgData name="Manas Tuwani" userId="5d421215-a11f-4a6e-90ca-e8ac2213fab6" providerId="ADAL" clId="{7D188A7B-7F15-474F-BA4E-C5B97452B3DA}" dt="2023-12-11T16:37:18.989" v="4" actId="20577"/>
        <pc:sldMkLst>
          <pc:docMk/>
          <pc:sldMk cId="3794333634" sldId="259"/>
        </pc:sldMkLst>
        <pc:spChg chg="mod">
          <ac:chgData name="Manas Tuwani" userId="5d421215-a11f-4a6e-90ca-e8ac2213fab6" providerId="ADAL" clId="{7D188A7B-7F15-474F-BA4E-C5B97452B3DA}" dt="2023-12-11T16:37:18.989" v="4" actId="20577"/>
          <ac:spMkLst>
            <pc:docMk/>
            <pc:sldMk cId="3794333634" sldId="259"/>
            <ac:spMk id="3" creationId="{00000000-0000-0000-0000-000000000000}"/>
          </ac:spMkLst>
        </pc:spChg>
      </pc:sldChg>
    </pc:docChg>
  </pc:docChgLst>
  <pc:docChgLst>
    <pc:chgData name="Manas Tuwani" userId="5d421215-a11f-4a6e-90ca-e8ac2213fab6" providerId="ADAL" clId="{234AAD51-AFD7-4F81-A7F9-F8FC35D85626}"/>
    <pc:docChg chg="custSel modSld">
      <pc:chgData name="Manas Tuwani" userId="5d421215-a11f-4a6e-90ca-e8ac2213fab6" providerId="ADAL" clId="{234AAD51-AFD7-4F81-A7F9-F8FC35D85626}" dt="2022-07-14T14:55:41.764" v="74" actId="1076"/>
      <pc:docMkLst>
        <pc:docMk/>
      </pc:docMkLst>
      <pc:sldChg chg="modSp mod">
        <pc:chgData name="Manas Tuwani" userId="5d421215-a11f-4a6e-90ca-e8ac2213fab6" providerId="ADAL" clId="{234AAD51-AFD7-4F81-A7F9-F8FC35D85626}" dt="2022-07-14T14:08:38.153" v="62" actId="113"/>
        <pc:sldMkLst>
          <pc:docMk/>
          <pc:sldMk cId="223979930" sldId="262"/>
        </pc:sldMkLst>
        <pc:spChg chg="mod">
          <ac:chgData name="Manas Tuwani" userId="5d421215-a11f-4a6e-90ca-e8ac2213fab6" providerId="ADAL" clId="{234AAD51-AFD7-4F81-A7F9-F8FC35D85626}" dt="2022-07-14T14:08:38.153" v="62" actId="113"/>
          <ac:spMkLst>
            <pc:docMk/>
            <pc:sldMk cId="223979930" sldId="262"/>
            <ac:spMk id="3" creationId="{00000000-0000-0000-0000-000000000000}"/>
          </ac:spMkLst>
        </pc:spChg>
      </pc:sldChg>
      <pc:sldChg chg="modSp mod">
        <pc:chgData name="Manas Tuwani" userId="5d421215-a11f-4a6e-90ca-e8ac2213fab6" providerId="ADAL" clId="{234AAD51-AFD7-4F81-A7F9-F8FC35D85626}" dt="2022-07-14T14:55:41.764" v="74" actId="1076"/>
        <pc:sldMkLst>
          <pc:docMk/>
          <pc:sldMk cId="2245928826" sldId="266"/>
        </pc:sldMkLst>
        <pc:spChg chg="mod">
          <ac:chgData name="Manas Tuwani" userId="5d421215-a11f-4a6e-90ca-e8ac2213fab6" providerId="ADAL" clId="{234AAD51-AFD7-4F81-A7F9-F8FC35D85626}" dt="2022-07-14T14:55:00.687" v="72" actId="20577"/>
          <ac:spMkLst>
            <pc:docMk/>
            <pc:sldMk cId="2245928826" sldId="266"/>
            <ac:spMk id="3" creationId="{00000000-0000-0000-0000-000000000000}"/>
          </ac:spMkLst>
        </pc:spChg>
        <pc:spChg chg="mod">
          <ac:chgData name="Manas Tuwani" userId="5d421215-a11f-4a6e-90ca-e8ac2213fab6" providerId="ADAL" clId="{234AAD51-AFD7-4F81-A7F9-F8FC35D85626}" dt="2022-07-14T14:55:41.764" v="74" actId="1076"/>
          <ac:spMkLst>
            <pc:docMk/>
            <pc:sldMk cId="2245928826" sldId="266"/>
            <ac:spMk id="4" creationId="{00000000-0000-0000-0000-000000000000}"/>
          </ac:spMkLst>
        </pc:spChg>
      </pc:sldChg>
      <pc:sldChg chg="modSp">
        <pc:chgData name="Manas Tuwani" userId="5d421215-a11f-4a6e-90ca-e8ac2213fab6" providerId="ADAL" clId="{234AAD51-AFD7-4F81-A7F9-F8FC35D85626}" dt="2022-07-14T14:53:39.648" v="64" actId="1036"/>
        <pc:sldMkLst>
          <pc:docMk/>
          <pc:sldMk cId="2446974809" sldId="267"/>
        </pc:sldMkLst>
        <pc:picChg chg="mod">
          <ac:chgData name="Manas Tuwani" userId="5d421215-a11f-4a6e-90ca-e8ac2213fab6" providerId="ADAL" clId="{234AAD51-AFD7-4F81-A7F9-F8FC35D85626}" dt="2022-07-14T14:53:39.648" v="64" actId="1036"/>
          <ac:picMkLst>
            <pc:docMk/>
            <pc:sldMk cId="2446974809" sldId="267"/>
            <ac:picMk id="5122" creationId="{00000000-0000-0000-0000-000000000000}"/>
          </ac:picMkLst>
        </pc:picChg>
      </pc:sldChg>
    </pc:docChg>
  </pc:docChgLst>
  <pc:docChgLst>
    <pc:chgData name="Manas Tuwani" userId="5d421215-a11f-4a6e-90ca-e8ac2213fab6" providerId="ADAL" clId="{F05F88D9-24E4-41F9-AED5-169A9C50F558}"/>
    <pc:docChg chg="modSld">
      <pc:chgData name="Manas Tuwani" userId="5d421215-a11f-4a6e-90ca-e8ac2213fab6" providerId="ADAL" clId="{F05F88D9-24E4-41F9-AED5-169A9C50F558}" dt="2023-02-18T11:14:02.048" v="19" actId="20577"/>
      <pc:docMkLst>
        <pc:docMk/>
      </pc:docMkLst>
      <pc:sldChg chg="modSp mod">
        <pc:chgData name="Manas Tuwani" userId="5d421215-a11f-4a6e-90ca-e8ac2213fab6" providerId="ADAL" clId="{F05F88D9-24E4-41F9-AED5-169A9C50F558}" dt="2023-02-18T11:14:02.048" v="19" actId="20577"/>
        <pc:sldMkLst>
          <pc:docMk/>
          <pc:sldMk cId="2245928826" sldId="266"/>
        </pc:sldMkLst>
        <pc:spChg chg="mod">
          <ac:chgData name="Manas Tuwani" userId="5d421215-a11f-4a6e-90ca-e8ac2213fab6" providerId="ADAL" clId="{F05F88D9-24E4-41F9-AED5-169A9C50F558}" dt="2023-02-18T11:14:02.048" v="19" actId="20577"/>
          <ac:spMkLst>
            <pc:docMk/>
            <pc:sldMk cId="2245928826" sldId="26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330516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2126229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1547945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105210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2207705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3865923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151437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971930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1885365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2071023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A8AB14-24B4-4C5D-BAA3-956CA1A69C1B}"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197369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A8AB14-24B4-4C5D-BAA3-956CA1A69C1B}" type="datetimeFigureOut">
              <a:rPr lang="en-IN" smtClean="0"/>
              <a:pPr/>
              <a:t>07-11-2025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4841E-2788-498F-B588-BBA9ED5B82F2}" type="slidenum">
              <a:rPr lang="en-IN" smtClean="0"/>
              <a:pPr/>
              <a:t>‹#›</a:t>
            </a:fld>
            <a:endParaRPr lang="en-IN"/>
          </a:p>
        </p:txBody>
      </p:sp>
    </p:spTree>
    <p:extLst>
      <p:ext uri="{BB962C8B-B14F-4D97-AF65-F5344CB8AC3E}">
        <p14:creationId xmlns="" xmlns:p14="http://schemas.microsoft.com/office/powerpoint/2010/main" val="4135687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 xmlns:p14="http://schemas.microsoft.com/office/powerpoint/2010/main" val="31499483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VARIABLES IN JAVA</a:t>
            </a:r>
            <a:br>
              <a:rPr lang="en-IN" b="1" u="sng" dirty="0"/>
            </a:br>
            <a:endParaRPr lang="en-IN" b="1" u="sng" dirty="0"/>
          </a:p>
        </p:txBody>
      </p:sp>
      <p:sp>
        <p:nvSpPr>
          <p:cNvPr id="3" name="Content Placeholder 2"/>
          <p:cNvSpPr>
            <a:spLocks noGrp="1"/>
          </p:cNvSpPr>
          <p:nvPr>
            <p:ph idx="1"/>
          </p:nvPr>
        </p:nvSpPr>
        <p:spPr>
          <a:xfrm>
            <a:off x="457200" y="1268760"/>
            <a:ext cx="8229600" cy="4857403"/>
          </a:xfrm>
        </p:spPr>
        <p:txBody>
          <a:bodyPr>
            <a:normAutofit/>
          </a:bodyPr>
          <a:lstStyle/>
          <a:p>
            <a:pPr marL="0" indent="0">
              <a:buNone/>
            </a:pPr>
            <a:r>
              <a:rPr lang="en-IN" sz="2800" dirty="0"/>
              <a:t>We are using variables to store the values which we can reuse them for multiple times. There are 3 different types of variables available in java.</a:t>
            </a:r>
          </a:p>
          <a:p>
            <a:pPr marL="0" indent="0">
              <a:buNone/>
            </a:pPr>
            <a:endParaRPr lang="en-IN" sz="2800" dirty="0"/>
          </a:p>
          <a:p>
            <a:pPr marL="0" indent="0">
              <a:buNone/>
            </a:pPr>
            <a:r>
              <a:rPr lang="en-IN" sz="2800" dirty="0"/>
              <a:t>1. Local variables</a:t>
            </a:r>
          </a:p>
          <a:p>
            <a:pPr marL="0" indent="0">
              <a:buNone/>
            </a:pPr>
            <a:r>
              <a:rPr lang="en-IN" sz="2800" dirty="0"/>
              <a:t>2. Static variables</a:t>
            </a:r>
          </a:p>
          <a:p>
            <a:pPr marL="0" indent="0">
              <a:buNone/>
            </a:pPr>
            <a:r>
              <a:rPr lang="en-IN" sz="2800" dirty="0"/>
              <a:t>3. Non-static variables</a:t>
            </a:r>
            <a:r>
              <a:rPr lang="en-IN" sz="2800"/>
              <a:t>/ Instance </a:t>
            </a:r>
            <a:r>
              <a:rPr lang="en-IN" sz="2800" dirty="0"/>
              <a:t>variables</a:t>
            </a:r>
          </a:p>
        </p:txBody>
      </p:sp>
    </p:spTree>
    <p:extLst>
      <p:ext uri="{BB962C8B-B14F-4D97-AF65-F5344CB8AC3E}">
        <p14:creationId xmlns="" xmlns:p14="http://schemas.microsoft.com/office/powerpoint/2010/main" val="37943336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t>Local Variables</a:t>
            </a:r>
          </a:p>
        </p:txBody>
      </p:sp>
      <p:sp>
        <p:nvSpPr>
          <p:cNvPr id="3" name="Content Placeholder 2"/>
          <p:cNvSpPr>
            <a:spLocks noGrp="1"/>
          </p:cNvSpPr>
          <p:nvPr>
            <p:ph idx="1"/>
          </p:nvPr>
        </p:nvSpPr>
        <p:spPr/>
        <p:txBody>
          <a:bodyPr>
            <a:normAutofit/>
          </a:bodyPr>
          <a:lstStyle/>
          <a:p>
            <a:pPr marL="0" indent="0">
              <a:buNone/>
            </a:pPr>
            <a:r>
              <a:rPr lang="en-IN" sz="2800" dirty="0"/>
              <a:t>Local variables are the variables which we are creating inside the method/block and the scope of the local variable is only within the method. That means when we close the method, automatically the usage of the local variable also will be closed.</a:t>
            </a:r>
          </a:p>
        </p:txBody>
      </p:sp>
    </p:spTree>
    <p:extLst>
      <p:ext uri="{BB962C8B-B14F-4D97-AF65-F5344CB8AC3E}">
        <p14:creationId xmlns="" xmlns:p14="http://schemas.microsoft.com/office/powerpoint/2010/main" val="1965408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7544" y="476673"/>
            <a:ext cx="8496944" cy="638132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990522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a:t>Static Variables</a:t>
            </a:r>
            <a:r>
              <a:rPr lang="en-IN" dirty="0"/>
              <a:t/>
            </a:r>
            <a:br>
              <a:rPr lang="en-IN" dirty="0"/>
            </a:br>
            <a:endParaRPr lang="en-IN" dirty="0"/>
          </a:p>
        </p:txBody>
      </p:sp>
      <p:sp>
        <p:nvSpPr>
          <p:cNvPr id="3" name="Content Placeholder 2"/>
          <p:cNvSpPr>
            <a:spLocks noGrp="1"/>
          </p:cNvSpPr>
          <p:nvPr>
            <p:ph idx="1"/>
          </p:nvPr>
        </p:nvSpPr>
        <p:spPr>
          <a:xfrm>
            <a:off x="457200" y="1196752"/>
            <a:ext cx="8229600" cy="4929411"/>
          </a:xfrm>
        </p:spPr>
        <p:txBody>
          <a:bodyPr>
            <a:normAutofit lnSpcReduction="10000"/>
          </a:bodyPr>
          <a:lstStyle/>
          <a:p>
            <a:pPr marL="0" indent="0">
              <a:buNone/>
            </a:pPr>
            <a:r>
              <a:rPr lang="en-IN" sz="2800" dirty="0"/>
              <a:t>Static variables are the variables which we are creating inside the class and these variables are loading while class is loading.</a:t>
            </a:r>
          </a:p>
          <a:p>
            <a:pPr marL="0" indent="0">
              <a:buNone/>
            </a:pPr>
            <a:r>
              <a:rPr lang="en-IN" sz="2800" dirty="0"/>
              <a:t> These static variables we can access directly within the same class, Classname.Variable name in different class, Class name. Variable name in different package but make sure that variable should be public and import statements are required.</a:t>
            </a:r>
          </a:p>
          <a:p>
            <a:pPr marL="0" indent="0">
              <a:buNone/>
            </a:pPr>
            <a:endParaRPr lang="en-IN" sz="2800" dirty="0"/>
          </a:p>
          <a:p>
            <a:pPr marL="0" indent="0">
              <a:buNone/>
            </a:pPr>
            <a:r>
              <a:rPr lang="en-IN" sz="2800" dirty="0"/>
              <a:t>Note: We will declare static variable with </a:t>
            </a:r>
            <a:r>
              <a:rPr lang="en-IN" sz="2800" b="1" dirty="0"/>
              <a:t>Static</a:t>
            </a:r>
            <a:r>
              <a:rPr lang="en-IN" sz="2800" dirty="0"/>
              <a:t> keyword</a:t>
            </a:r>
          </a:p>
          <a:p>
            <a:pPr marL="0" indent="0">
              <a:buNone/>
            </a:pPr>
            <a:endParaRPr lang="en-IN" sz="2800" dirty="0"/>
          </a:p>
        </p:txBody>
      </p:sp>
    </p:spTree>
    <p:extLst>
      <p:ext uri="{BB962C8B-B14F-4D97-AF65-F5344CB8AC3E}">
        <p14:creationId xmlns="" xmlns:p14="http://schemas.microsoft.com/office/powerpoint/2010/main" val="223979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23528" y="692696"/>
            <a:ext cx="8352928" cy="525658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1924273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51520" y="476672"/>
            <a:ext cx="8568952" cy="590465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65015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95536" y="332656"/>
            <a:ext cx="8496944" cy="583264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8454761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u="sng" dirty="0" err="1"/>
              <a:t>NonStatic</a:t>
            </a:r>
            <a:r>
              <a:rPr lang="en-IN" b="1" u="sng" dirty="0"/>
              <a:t> Variables</a:t>
            </a:r>
            <a:r>
              <a:rPr lang="en-IN" dirty="0"/>
              <a:t/>
            </a:r>
            <a:br>
              <a:rPr lang="en-IN" dirty="0"/>
            </a:br>
            <a:endParaRPr lang="en-IN" dirty="0"/>
          </a:p>
        </p:txBody>
      </p:sp>
      <p:sp>
        <p:nvSpPr>
          <p:cNvPr id="3" name="Content Placeholder 2"/>
          <p:cNvSpPr>
            <a:spLocks noGrp="1"/>
          </p:cNvSpPr>
          <p:nvPr>
            <p:ph idx="1"/>
          </p:nvPr>
        </p:nvSpPr>
        <p:spPr>
          <a:xfrm>
            <a:off x="457200" y="1124744"/>
            <a:ext cx="8229600" cy="5001419"/>
          </a:xfrm>
        </p:spPr>
        <p:txBody>
          <a:bodyPr>
            <a:normAutofit/>
          </a:bodyPr>
          <a:lstStyle/>
          <a:p>
            <a:pPr marL="0" indent="0">
              <a:buNone/>
            </a:pPr>
            <a:r>
              <a:rPr lang="en-IN" sz="2800" dirty="0" err="1"/>
              <a:t>NonStatic</a:t>
            </a:r>
            <a:r>
              <a:rPr lang="en-IN" sz="2800" dirty="0"/>
              <a:t> variables are creating inside the class and these variables are loading while object creating. We can access non-static variables anywhere with the help of object.</a:t>
            </a:r>
          </a:p>
          <a:p>
            <a:pPr marL="0" indent="0">
              <a:buNone/>
            </a:pPr>
            <a:endParaRPr lang="en-IN" sz="2800" dirty="0"/>
          </a:p>
          <a:p>
            <a:pPr marL="0" indent="0">
              <a:buNone/>
            </a:pPr>
            <a:r>
              <a:rPr lang="en-IN" sz="2800" dirty="0"/>
              <a:t>             Syntax for creating Object: </a:t>
            </a:r>
          </a:p>
          <a:p>
            <a:pPr marL="0" indent="0">
              <a:buNone/>
            </a:pPr>
            <a:r>
              <a:rPr lang="en-IN" sz="2800" b="1" dirty="0"/>
              <a:t>            </a:t>
            </a:r>
            <a:r>
              <a:rPr lang="en-IN" sz="2800" b="1" dirty="0" err="1"/>
              <a:t>Classname</a:t>
            </a:r>
            <a:r>
              <a:rPr lang="en-IN" sz="2800" b="1" dirty="0"/>
              <a:t> </a:t>
            </a:r>
            <a:r>
              <a:rPr lang="en-IN" sz="2800" b="1" dirty="0" err="1"/>
              <a:t>objectname</a:t>
            </a:r>
            <a:r>
              <a:rPr lang="en-IN" sz="2800" b="1" dirty="0"/>
              <a:t> = new </a:t>
            </a:r>
            <a:r>
              <a:rPr lang="en-IN" sz="2800" b="1" dirty="0" err="1"/>
              <a:t>Classname</a:t>
            </a:r>
            <a:r>
              <a:rPr lang="en-IN" sz="2800" b="1" dirty="0"/>
              <a:t>();</a:t>
            </a:r>
            <a:endParaRPr lang="en-IN" sz="2800" dirty="0"/>
          </a:p>
          <a:p>
            <a:pPr marL="0" indent="0">
              <a:buNone/>
            </a:pPr>
            <a:r>
              <a:rPr lang="en-IN" sz="2800" dirty="0"/>
              <a:t>            </a:t>
            </a:r>
            <a:r>
              <a:rPr lang="en-IN" sz="2800" b="1" dirty="0"/>
              <a:t>Classname objectname = new Constructor();</a:t>
            </a:r>
          </a:p>
        </p:txBody>
      </p:sp>
      <p:sp>
        <p:nvSpPr>
          <p:cNvPr id="4" name="Rounded Rectangle 3"/>
          <p:cNvSpPr/>
          <p:nvPr/>
        </p:nvSpPr>
        <p:spPr>
          <a:xfrm>
            <a:off x="971600" y="3140968"/>
            <a:ext cx="7344816" cy="230425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 xmlns:p14="http://schemas.microsoft.com/office/powerpoint/2010/main" val="2245928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87524" y="836712"/>
            <a:ext cx="8568952" cy="532859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446974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1560" y="692696"/>
            <a:ext cx="7992887" cy="54006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677882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7544" y="404664"/>
            <a:ext cx="8136904" cy="612068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6158026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Commenting in Java</a:t>
            </a:r>
          </a:p>
        </p:txBody>
      </p:sp>
      <p:sp>
        <p:nvSpPr>
          <p:cNvPr id="3" name="Content Placeholder 2"/>
          <p:cNvSpPr>
            <a:spLocks noGrp="1"/>
          </p:cNvSpPr>
          <p:nvPr>
            <p:ph idx="1"/>
          </p:nvPr>
        </p:nvSpPr>
        <p:spPr/>
        <p:txBody>
          <a:bodyPr>
            <a:normAutofit/>
          </a:bodyPr>
          <a:lstStyle/>
          <a:p>
            <a:pPr marL="0" indent="0">
              <a:buNone/>
            </a:pPr>
            <a:r>
              <a:rPr lang="en-IN" sz="2800" dirty="0"/>
              <a:t>We are using commenting not to execute specific lines of the code in a java program and to provide additional information in a java program.</a:t>
            </a:r>
          </a:p>
          <a:p>
            <a:pPr marL="0" indent="0">
              <a:buNone/>
            </a:pPr>
            <a:endParaRPr lang="en-IN" sz="2800" dirty="0"/>
          </a:p>
          <a:p>
            <a:pPr marL="0" indent="0">
              <a:buNone/>
            </a:pPr>
            <a:r>
              <a:rPr lang="en-IN" sz="2800" dirty="0"/>
              <a:t>For applying commenting for single line of the code we are using “//”</a:t>
            </a:r>
          </a:p>
          <a:p>
            <a:pPr marL="0" indent="0">
              <a:buNone/>
            </a:pPr>
            <a:endParaRPr lang="en-IN" sz="2800" dirty="0"/>
          </a:p>
          <a:p>
            <a:pPr marL="0" indent="0">
              <a:buNone/>
            </a:pPr>
            <a:r>
              <a:rPr lang="en-IN" sz="2800" dirty="0"/>
              <a:t>For applying commenting for group of statements “/* */”</a:t>
            </a:r>
          </a:p>
        </p:txBody>
      </p:sp>
    </p:spTree>
    <p:extLst>
      <p:ext uri="{BB962C8B-B14F-4D97-AF65-F5344CB8AC3E}">
        <p14:creationId xmlns="" xmlns:p14="http://schemas.microsoft.com/office/powerpoint/2010/main" val="39159114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TotalTime>
  <Words>273</Words>
  <Application>Microsoft Office PowerPoint</Application>
  <PresentationFormat>On-screen Show (4:3)</PresentationFormat>
  <Paragraphs>26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VARIABLES IN JAVA </vt:lpstr>
      <vt:lpstr>Local Variables</vt:lpstr>
      <vt:lpstr>Slide 4</vt:lpstr>
      <vt:lpstr>Static Variables </vt:lpstr>
      <vt:lpstr>Slide 6</vt:lpstr>
      <vt:lpstr>Slide 7</vt:lpstr>
      <vt:lpstr>Slide 8</vt:lpstr>
      <vt:lpstr>NonStatic Variables </vt:lpstr>
      <vt:lpstr>Slide 10</vt:lpstr>
      <vt:lpstr>Slide 11</vt:lpstr>
      <vt:lpstr>Slide 12</vt:lpstr>
      <vt:lpstr>Commenting in Java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10</cp:revision>
  <dcterms:created xsi:type="dcterms:W3CDTF">2022-05-07T10:44:51Z</dcterms:created>
  <dcterms:modified xsi:type="dcterms:W3CDTF">2025-11-07T15:51:13Z</dcterms:modified>
</cp:coreProperties>
</file>