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7" r:id="rId3"/>
    <p:sldId id="258" r:id="rId4"/>
    <p:sldId id="259" r:id="rId5"/>
    <p:sldId id="270" r:id="rId6"/>
    <p:sldId id="282" r:id="rId7"/>
    <p:sldId id="260" r:id="rId8"/>
    <p:sldId id="280" r:id="rId9"/>
    <p:sldId id="261" r:id="rId10"/>
    <p:sldId id="266" r:id="rId11"/>
    <p:sldId id="268" r:id="rId12"/>
    <p:sldId id="262" r:id="rId13"/>
    <p:sldId id="263" r:id="rId14"/>
    <p:sldId id="264" r:id="rId15"/>
    <p:sldId id="267" r:id="rId16"/>
    <p:sldId id="269" r:id="rId17"/>
    <p:sldId id="271" r:id="rId18"/>
    <p:sldId id="272" r:id="rId19"/>
    <p:sldId id="273" r:id="rId20"/>
    <p:sldId id="275" r:id="rId21"/>
    <p:sldId id="274" r:id="rId22"/>
    <p:sldId id="276" r:id="rId23"/>
    <p:sldId id="277" r:id="rId24"/>
    <p:sldId id="279" r:id="rId25"/>
    <p:sldId id="281" r:id="rId26"/>
    <p:sldId id="27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F48521A7-D8D3-4A83-8142-CFD839AAF1CE}"/>
    <pc:docChg chg="custSel addSld modSld">
      <pc:chgData name="Manas Tuwani" userId="5d421215-a11f-4a6e-90ca-e8ac2213fab6" providerId="ADAL" clId="{F48521A7-D8D3-4A83-8142-CFD839AAF1CE}" dt="2024-05-29T02:21:34.471" v="7" actId="1076"/>
      <pc:docMkLst>
        <pc:docMk/>
      </pc:docMkLst>
      <pc:sldChg chg="addSp delSp modSp add mod">
        <pc:chgData name="Manas Tuwani" userId="5d421215-a11f-4a6e-90ca-e8ac2213fab6" providerId="ADAL" clId="{F48521A7-D8D3-4A83-8142-CFD839AAF1CE}" dt="2024-05-29T02:21:34.471" v="7" actId="1076"/>
        <pc:sldMkLst>
          <pc:docMk/>
          <pc:sldMk cId="3383443027" sldId="281"/>
        </pc:sldMkLst>
        <pc:spChg chg="mod">
          <ac:chgData name="Manas Tuwani" userId="5d421215-a11f-4a6e-90ca-e8ac2213fab6" providerId="ADAL" clId="{F48521A7-D8D3-4A83-8142-CFD839AAF1CE}" dt="2024-05-29T02:21:23.453" v="4" actId="20577"/>
          <ac:spMkLst>
            <pc:docMk/>
            <pc:sldMk cId="3383443027" sldId="281"/>
            <ac:spMk id="2" creationId="{89CC4811-D5E3-468D-12D9-05A849991CDF}"/>
          </ac:spMkLst>
        </pc:spChg>
        <pc:spChg chg="add del mod">
          <ac:chgData name="Manas Tuwani" userId="5d421215-a11f-4a6e-90ca-e8ac2213fab6" providerId="ADAL" clId="{F48521A7-D8D3-4A83-8142-CFD839AAF1CE}" dt="2024-05-29T02:21:18.598" v="3" actId="22"/>
          <ac:spMkLst>
            <pc:docMk/>
            <pc:sldMk cId="3383443027" sldId="281"/>
            <ac:spMk id="4" creationId="{232970C0-020E-C8D7-F165-1BF3D7C28A90}"/>
          </ac:spMkLst>
        </pc:spChg>
        <pc:picChg chg="del">
          <ac:chgData name="Manas Tuwani" userId="5d421215-a11f-4a6e-90ca-e8ac2213fab6" providerId="ADAL" clId="{F48521A7-D8D3-4A83-8142-CFD839AAF1CE}" dt="2024-05-29T02:21:15.412" v="1" actId="478"/>
          <ac:picMkLst>
            <pc:docMk/>
            <pc:sldMk cId="3383443027" sldId="281"/>
            <ac:picMk id="5" creationId="{C84E6F4B-0630-CB56-75CE-33F7C88267A9}"/>
          </ac:picMkLst>
        </pc:picChg>
        <pc:picChg chg="add mod ord">
          <ac:chgData name="Manas Tuwani" userId="5d421215-a11f-4a6e-90ca-e8ac2213fab6" providerId="ADAL" clId="{F48521A7-D8D3-4A83-8142-CFD839AAF1CE}" dt="2024-05-29T02:21:34.471" v="7" actId="1076"/>
          <ac:picMkLst>
            <pc:docMk/>
            <pc:sldMk cId="3383443027" sldId="281"/>
            <ac:picMk id="7" creationId="{02518EEC-FFB1-987E-2359-479974FE4731}"/>
          </ac:picMkLst>
        </pc:picChg>
      </pc:sldChg>
    </pc:docChg>
  </pc:docChgLst>
  <pc:docChgLst>
    <pc:chgData name="Manas Tuwani" userId="5d421215-a11f-4a6e-90ca-e8ac2213fab6" providerId="ADAL" clId="{FDA8F782-3F9B-4F70-A9AA-000A4C58D39D}"/>
    <pc:docChg chg="undo custSel addSld modSld">
      <pc:chgData name="Manas Tuwani" userId="5d421215-a11f-4a6e-90ca-e8ac2213fab6" providerId="ADAL" clId="{FDA8F782-3F9B-4F70-A9AA-000A4C58D39D}" dt="2024-01-22T13:42:50.031" v="845" actId="255"/>
      <pc:docMkLst>
        <pc:docMk/>
      </pc:docMkLst>
      <pc:sldChg chg="addSp modSp mod setBg">
        <pc:chgData name="Manas Tuwani" userId="5d421215-a11f-4a6e-90ca-e8ac2213fab6" providerId="ADAL" clId="{FDA8F782-3F9B-4F70-A9AA-000A4C58D39D}" dt="2024-01-22T11:49:50.437" v="250" actId="255"/>
        <pc:sldMkLst>
          <pc:docMk/>
          <pc:sldMk cId="2544708939" sldId="267"/>
        </pc:sldMkLst>
        <pc:spChg chg="mod">
          <ac:chgData name="Manas Tuwani" userId="5d421215-a11f-4a6e-90ca-e8ac2213fab6" providerId="ADAL" clId="{FDA8F782-3F9B-4F70-A9AA-000A4C58D39D}" dt="2024-01-22T11:48:57.036" v="239" actId="26606"/>
          <ac:spMkLst>
            <pc:docMk/>
            <pc:sldMk cId="2544708939" sldId="267"/>
            <ac:spMk id="2" creationId="{9C4697FC-CB54-08CD-17AD-901E70D1C5F4}"/>
          </ac:spMkLst>
        </pc:spChg>
        <pc:spChg chg="mod">
          <ac:chgData name="Manas Tuwani" userId="5d421215-a11f-4a6e-90ca-e8ac2213fab6" providerId="ADAL" clId="{FDA8F782-3F9B-4F70-A9AA-000A4C58D39D}" dt="2024-01-22T11:49:50.437" v="250" actId="255"/>
          <ac:spMkLst>
            <pc:docMk/>
            <pc:sldMk cId="2544708939" sldId="267"/>
            <ac:spMk id="3" creationId="{CAC7A212-4339-8032-6C36-E1F5F90943FA}"/>
          </ac:spMkLst>
        </pc:spChg>
        <pc:spChg chg="mod">
          <ac:chgData name="Manas Tuwani" userId="5d421215-a11f-4a6e-90ca-e8ac2213fab6" providerId="ADAL" clId="{FDA8F782-3F9B-4F70-A9AA-000A4C58D39D}" dt="2024-01-22T11:49:41.927" v="249" actId="14100"/>
          <ac:spMkLst>
            <pc:docMk/>
            <pc:sldMk cId="2544708939" sldId="267"/>
            <ac:spMk id="4" creationId="{74B4BA6F-C802-A0AB-B165-3AF59DAD57D4}"/>
          </ac:spMkLst>
        </pc:spChg>
        <pc:spChg chg="add">
          <ac:chgData name="Manas Tuwani" userId="5d421215-a11f-4a6e-90ca-e8ac2213fab6" providerId="ADAL" clId="{FDA8F782-3F9B-4F70-A9AA-000A4C58D39D}" dt="2024-01-22T11:48:57.036" v="239" actId="26606"/>
          <ac:spMkLst>
            <pc:docMk/>
            <pc:sldMk cId="2544708939" sldId="267"/>
            <ac:spMk id="10" creationId="{53B021B3-DE93-4AB7-8A18-CF5F1CED88B8}"/>
          </ac:spMkLst>
        </pc:spChg>
        <pc:spChg chg="add">
          <ac:chgData name="Manas Tuwani" userId="5d421215-a11f-4a6e-90ca-e8ac2213fab6" providerId="ADAL" clId="{FDA8F782-3F9B-4F70-A9AA-000A4C58D39D}" dt="2024-01-22T11:48:57.036" v="239" actId="26606"/>
          <ac:spMkLst>
            <pc:docMk/>
            <pc:sldMk cId="2544708939" sldId="267"/>
            <ac:spMk id="12" creationId="{52D502E5-F6B4-4D58-B4AE-FC466FF15EE8}"/>
          </ac:spMkLst>
        </pc:spChg>
        <pc:spChg chg="add">
          <ac:chgData name="Manas Tuwani" userId="5d421215-a11f-4a6e-90ca-e8ac2213fab6" providerId="ADAL" clId="{FDA8F782-3F9B-4F70-A9AA-000A4C58D39D}" dt="2024-01-22T11:48:57.036" v="239" actId="26606"/>
          <ac:spMkLst>
            <pc:docMk/>
            <pc:sldMk cId="2544708939" sldId="267"/>
            <ac:spMk id="14" creationId="{9DECDBF4-02B6-4BB4-B65B-B8107AD6A9E8}"/>
          </ac:spMkLst>
        </pc:spChg>
      </pc:sldChg>
      <pc:sldChg chg="modSp mod">
        <pc:chgData name="Manas Tuwani" userId="5d421215-a11f-4a6e-90ca-e8ac2213fab6" providerId="ADAL" clId="{FDA8F782-3F9B-4F70-A9AA-000A4C58D39D}" dt="2024-01-18T13:02:14.596" v="0" actId="1076"/>
        <pc:sldMkLst>
          <pc:docMk/>
          <pc:sldMk cId="1837055348" sldId="268"/>
        </pc:sldMkLst>
        <pc:picChg chg="mod">
          <ac:chgData name="Manas Tuwani" userId="5d421215-a11f-4a6e-90ca-e8ac2213fab6" providerId="ADAL" clId="{FDA8F782-3F9B-4F70-A9AA-000A4C58D39D}" dt="2024-01-18T13:02:14.596" v="0" actId="1076"/>
          <ac:picMkLst>
            <pc:docMk/>
            <pc:sldMk cId="1837055348" sldId="268"/>
            <ac:picMk id="3" creationId="{FCD77657-9BE7-C586-BAB5-88249CE03EA5}"/>
          </ac:picMkLst>
        </pc:picChg>
      </pc:sldChg>
      <pc:sldChg chg="addSp modSp new mod setBg">
        <pc:chgData name="Manas Tuwani" userId="5d421215-a11f-4a6e-90ca-e8ac2213fab6" providerId="ADAL" clId="{FDA8F782-3F9B-4F70-A9AA-000A4C58D39D}" dt="2024-01-22T11:51:44.704" v="255" actId="1076"/>
        <pc:sldMkLst>
          <pc:docMk/>
          <pc:sldMk cId="2101985667" sldId="271"/>
        </pc:sldMkLst>
        <pc:spChg chg="mod">
          <ac:chgData name="Manas Tuwani" userId="5d421215-a11f-4a6e-90ca-e8ac2213fab6" providerId="ADAL" clId="{FDA8F782-3F9B-4F70-A9AA-000A4C58D39D}" dt="2024-01-22T11:48:25.619" v="233" actId="26606"/>
          <ac:spMkLst>
            <pc:docMk/>
            <pc:sldMk cId="2101985667" sldId="271"/>
            <ac:spMk id="2" creationId="{E4CBBF17-8FDE-0475-1F79-D2C46EF3297A}"/>
          </ac:spMkLst>
        </pc:spChg>
        <pc:spChg chg="mod">
          <ac:chgData name="Manas Tuwani" userId="5d421215-a11f-4a6e-90ca-e8ac2213fab6" providerId="ADAL" clId="{FDA8F782-3F9B-4F70-A9AA-000A4C58D39D}" dt="2024-01-22T11:51:35.196" v="254" actId="207"/>
          <ac:spMkLst>
            <pc:docMk/>
            <pc:sldMk cId="2101985667" sldId="271"/>
            <ac:spMk id="3" creationId="{E0F70729-2DAB-BDD8-D242-58E8D5C5A96B}"/>
          </ac:spMkLst>
        </pc:spChg>
        <pc:spChg chg="add mod">
          <ac:chgData name="Manas Tuwani" userId="5d421215-a11f-4a6e-90ca-e8ac2213fab6" providerId="ADAL" clId="{FDA8F782-3F9B-4F70-A9AA-000A4C58D39D}" dt="2024-01-22T11:51:44.704" v="255" actId="1076"/>
          <ac:spMkLst>
            <pc:docMk/>
            <pc:sldMk cId="2101985667" sldId="271"/>
            <ac:spMk id="4" creationId="{D7970DFD-6979-A2F4-AA58-F0A79D70FFFD}"/>
          </ac:spMkLst>
        </pc:spChg>
        <pc:spChg chg="add">
          <ac:chgData name="Manas Tuwani" userId="5d421215-a11f-4a6e-90ca-e8ac2213fab6" providerId="ADAL" clId="{FDA8F782-3F9B-4F70-A9AA-000A4C58D39D}" dt="2024-01-22T11:48:25.619" v="233" actId="26606"/>
          <ac:spMkLst>
            <pc:docMk/>
            <pc:sldMk cId="2101985667" sldId="271"/>
            <ac:spMk id="10" creationId="{53B021B3-DE93-4AB7-8A18-CF5F1CED88B8}"/>
          </ac:spMkLst>
        </pc:spChg>
        <pc:spChg chg="add">
          <ac:chgData name="Manas Tuwani" userId="5d421215-a11f-4a6e-90ca-e8ac2213fab6" providerId="ADAL" clId="{FDA8F782-3F9B-4F70-A9AA-000A4C58D39D}" dt="2024-01-22T11:48:25.619" v="233" actId="26606"/>
          <ac:spMkLst>
            <pc:docMk/>
            <pc:sldMk cId="2101985667" sldId="271"/>
            <ac:spMk id="12" creationId="{52D502E5-F6B4-4D58-B4AE-FC466FF15EE8}"/>
          </ac:spMkLst>
        </pc:spChg>
        <pc:spChg chg="add">
          <ac:chgData name="Manas Tuwani" userId="5d421215-a11f-4a6e-90ca-e8ac2213fab6" providerId="ADAL" clId="{FDA8F782-3F9B-4F70-A9AA-000A4C58D39D}" dt="2024-01-22T11:48:25.619" v="233" actId="26606"/>
          <ac:spMkLst>
            <pc:docMk/>
            <pc:sldMk cId="2101985667" sldId="271"/>
            <ac:spMk id="14" creationId="{9DECDBF4-02B6-4BB4-B65B-B8107AD6A9E8}"/>
          </ac:spMkLst>
        </pc:spChg>
      </pc:sldChg>
      <pc:sldChg chg="addSp modSp new mod setBg">
        <pc:chgData name="Manas Tuwani" userId="5d421215-a11f-4a6e-90ca-e8ac2213fab6" providerId="ADAL" clId="{FDA8F782-3F9B-4F70-A9AA-000A4C58D39D}" dt="2024-01-22T11:46:17.147" v="197" actId="26606"/>
        <pc:sldMkLst>
          <pc:docMk/>
          <pc:sldMk cId="4201170021" sldId="272"/>
        </pc:sldMkLst>
        <pc:spChg chg="add">
          <ac:chgData name="Manas Tuwani" userId="5d421215-a11f-4a6e-90ca-e8ac2213fab6" providerId="ADAL" clId="{FDA8F782-3F9B-4F70-A9AA-000A4C58D39D}" dt="2024-01-22T11:46:17.147" v="197" actId="26606"/>
          <ac:spMkLst>
            <pc:docMk/>
            <pc:sldMk cId="4201170021" sldId="272"/>
            <ac:spMk id="8" creationId="{F3060C83-F051-4F0E-ABAD-AA0DFC48B218}"/>
          </ac:spMkLst>
        </pc:spChg>
        <pc:spChg chg="add">
          <ac:chgData name="Manas Tuwani" userId="5d421215-a11f-4a6e-90ca-e8ac2213fab6" providerId="ADAL" clId="{FDA8F782-3F9B-4F70-A9AA-000A4C58D39D}" dt="2024-01-22T11:46:17.147" v="197" actId="26606"/>
          <ac:spMkLst>
            <pc:docMk/>
            <pc:sldMk cId="4201170021" sldId="272"/>
            <ac:spMk id="10" creationId="{83C98ABE-055B-441F-B07E-44F97F083C39}"/>
          </ac:spMkLst>
        </pc:spChg>
        <pc:spChg chg="add">
          <ac:chgData name="Manas Tuwani" userId="5d421215-a11f-4a6e-90ca-e8ac2213fab6" providerId="ADAL" clId="{FDA8F782-3F9B-4F70-A9AA-000A4C58D39D}" dt="2024-01-22T11:46:17.147" v="197" actId="26606"/>
          <ac:spMkLst>
            <pc:docMk/>
            <pc:sldMk cId="4201170021" sldId="272"/>
            <ac:spMk id="12" creationId="{29FDB030-9B49-4CED-8CCD-4D99382388AC}"/>
          </ac:spMkLst>
        </pc:spChg>
        <pc:spChg chg="add">
          <ac:chgData name="Manas Tuwani" userId="5d421215-a11f-4a6e-90ca-e8ac2213fab6" providerId="ADAL" clId="{FDA8F782-3F9B-4F70-A9AA-000A4C58D39D}" dt="2024-01-22T11:46:17.147" v="197" actId="26606"/>
          <ac:spMkLst>
            <pc:docMk/>
            <pc:sldMk cId="4201170021" sldId="272"/>
            <ac:spMk id="14" creationId="{3783CA14-24A1-485C-8B30-D6A5D87987AD}"/>
          </ac:spMkLst>
        </pc:spChg>
        <pc:spChg chg="add">
          <ac:chgData name="Manas Tuwani" userId="5d421215-a11f-4a6e-90ca-e8ac2213fab6" providerId="ADAL" clId="{FDA8F782-3F9B-4F70-A9AA-000A4C58D39D}" dt="2024-01-22T11:46:17.147" v="197" actId="26606"/>
          <ac:spMkLst>
            <pc:docMk/>
            <pc:sldMk cId="4201170021" sldId="272"/>
            <ac:spMk id="16" creationId="{9A97C86A-04D6-40F7-AE84-31AB43E6A846}"/>
          </ac:spMkLst>
        </pc:spChg>
        <pc:spChg chg="add">
          <ac:chgData name="Manas Tuwani" userId="5d421215-a11f-4a6e-90ca-e8ac2213fab6" providerId="ADAL" clId="{FDA8F782-3F9B-4F70-A9AA-000A4C58D39D}" dt="2024-01-22T11:46:17.147" v="197" actId="26606"/>
          <ac:spMkLst>
            <pc:docMk/>
            <pc:sldMk cId="4201170021" sldId="272"/>
            <ac:spMk id="18" creationId="{FF9F2414-84E8-453E-B1F3-389FDE8192D9}"/>
          </ac:spMkLst>
        </pc:spChg>
        <pc:spChg chg="add">
          <ac:chgData name="Manas Tuwani" userId="5d421215-a11f-4a6e-90ca-e8ac2213fab6" providerId="ADAL" clId="{FDA8F782-3F9B-4F70-A9AA-000A4C58D39D}" dt="2024-01-22T11:46:17.147" v="197" actId="26606"/>
          <ac:spMkLst>
            <pc:docMk/>
            <pc:sldMk cId="4201170021" sldId="272"/>
            <ac:spMk id="20" creationId="{3ECA69A1-7536-43AC-85EF-C7106179F5ED}"/>
          </ac:spMkLst>
        </pc:spChg>
        <pc:picChg chg="add mod">
          <ac:chgData name="Manas Tuwani" userId="5d421215-a11f-4a6e-90ca-e8ac2213fab6" providerId="ADAL" clId="{FDA8F782-3F9B-4F70-A9AA-000A4C58D39D}" dt="2024-01-22T11:46:17.147" v="197" actId="26606"/>
          <ac:picMkLst>
            <pc:docMk/>
            <pc:sldMk cId="4201170021" sldId="272"/>
            <ac:picMk id="3" creationId="{4BB7B625-7200-A1CD-5AC0-BF5A678444C9}"/>
          </ac:picMkLst>
        </pc:picChg>
      </pc:sldChg>
      <pc:sldChg chg="addSp modSp new mod setBg">
        <pc:chgData name="Manas Tuwani" userId="5d421215-a11f-4a6e-90ca-e8ac2213fab6" providerId="ADAL" clId="{FDA8F782-3F9B-4F70-A9AA-000A4C58D39D}" dt="2024-01-22T11:46:24.922" v="198" actId="26606"/>
        <pc:sldMkLst>
          <pc:docMk/>
          <pc:sldMk cId="981712378" sldId="273"/>
        </pc:sldMkLst>
        <pc:spChg chg="add">
          <ac:chgData name="Manas Tuwani" userId="5d421215-a11f-4a6e-90ca-e8ac2213fab6" providerId="ADAL" clId="{FDA8F782-3F9B-4F70-A9AA-000A4C58D39D}" dt="2024-01-22T11:46:24.922" v="198" actId="26606"/>
          <ac:spMkLst>
            <pc:docMk/>
            <pc:sldMk cId="981712378" sldId="273"/>
            <ac:spMk id="8" creationId="{86FF76B9-219D-4469-AF87-0236D29032F1}"/>
          </ac:spMkLst>
        </pc:spChg>
        <pc:spChg chg="add">
          <ac:chgData name="Manas Tuwani" userId="5d421215-a11f-4a6e-90ca-e8ac2213fab6" providerId="ADAL" clId="{FDA8F782-3F9B-4F70-A9AA-000A4C58D39D}" dt="2024-01-22T11:46:24.922" v="198" actId="26606"/>
          <ac:spMkLst>
            <pc:docMk/>
            <pc:sldMk cId="981712378" sldId="273"/>
            <ac:spMk id="14" creationId="{2E80C965-DB6D-4F81-9E9E-B027384D0BD6}"/>
          </ac:spMkLst>
        </pc:spChg>
        <pc:spChg chg="add">
          <ac:chgData name="Manas Tuwani" userId="5d421215-a11f-4a6e-90ca-e8ac2213fab6" providerId="ADAL" clId="{FDA8F782-3F9B-4F70-A9AA-000A4C58D39D}" dt="2024-01-22T11:46:24.922" v="198" actId="26606"/>
          <ac:spMkLst>
            <pc:docMk/>
            <pc:sldMk cId="981712378" sldId="273"/>
            <ac:spMk id="16" creationId="{633C5E46-DAC5-4661-9C87-22B08E2A512F}"/>
          </ac:spMkLst>
        </pc:spChg>
        <pc:grpChg chg="add">
          <ac:chgData name="Manas Tuwani" userId="5d421215-a11f-4a6e-90ca-e8ac2213fab6" providerId="ADAL" clId="{FDA8F782-3F9B-4F70-A9AA-000A4C58D39D}" dt="2024-01-22T11:46:24.922" v="198" actId="26606"/>
          <ac:grpSpMkLst>
            <pc:docMk/>
            <pc:sldMk cId="981712378" sldId="273"/>
            <ac:grpSpMk id="10" creationId="{DB88BD78-87E1-424D-B479-C37D8E41B12E}"/>
          </ac:grpSpMkLst>
        </pc:grpChg>
        <pc:picChg chg="add mod">
          <ac:chgData name="Manas Tuwani" userId="5d421215-a11f-4a6e-90ca-e8ac2213fab6" providerId="ADAL" clId="{FDA8F782-3F9B-4F70-A9AA-000A4C58D39D}" dt="2024-01-22T11:46:24.922" v="198" actId="26606"/>
          <ac:picMkLst>
            <pc:docMk/>
            <pc:sldMk cId="981712378" sldId="273"/>
            <ac:picMk id="3" creationId="{6E655913-68FD-D8A1-5942-D6E7B07086A1}"/>
          </ac:picMkLst>
        </pc:picChg>
      </pc:sldChg>
      <pc:sldChg chg="addSp modSp new mod">
        <pc:chgData name="Manas Tuwani" userId="5d421215-a11f-4a6e-90ca-e8ac2213fab6" providerId="ADAL" clId="{FDA8F782-3F9B-4F70-A9AA-000A4C58D39D}" dt="2024-01-22T13:25:59.188" v="517" actId="14100"/>
        <pc:sldMkLst>
          <pc:docMk/>
          <pc:sldMk cId="1338161149" sldId="274"/>
        </pc:sldMkLst>
        <pc:spChg chg="mod">
          <ac:chgData name="Manas Tuwani" userId="5d421215-a11f-4a6e-90ca-e8ac2213fab6" providerId="ADAL" clId="{FDA8F782-3F9B-4F70-A9AA-000A4C58D39D}" dt="2024-01-22T13:25:47.219" v="513" actId="1076"/>
          <ac:spMkLst>
            <pc:docMk/>
            <pc:sldMk cId="1338161149" sldId="274"/>
            <ac:spMk id="2" creationId="{33F51330-6C42-A159-5A08-E431404A7207}"/>
          </ac:spMkLst>
        </pc:spChg>
        <pc:spChg chg="mod">
          <ac:chgData name="Manas Tuwani" userId="5d421215-a11f-4a6e-90ca-e8ac2213fab6" providerId="ADAL" clId="{FDA8F782-3F9B-4F70-A9AA-000A4C58D39D}" dt="2024-01-22T13:25:50.191" v="514" actId="14100"/>
          <ac:spMkLst>
            <pc:docMk/>
            <pc:sldMk cId="1338161149" sldId="274"/>
            <ac:spMk id="3" creationId="{192B215F-5405-D3BF-F302-FB0B7CA17438}"/>
          </ac:spMkLst>
        </pc:spChg>
        <pc:picChg chg="add mod">
          <ac:chgData name="Manas Tuwani" userId="5d421215-a11f-4a6e-90ca-e8ac2213fab6" providerId="ADAL" clId="{FDA8F782-3F9B-4F70-A9AA-000A4C58D39D}" dt="2024-01-22T13:25:59.188" v="517" actId="14100"/>
          <ac:picMkLst>
            <pc:docMk/>
            <pc:sldMk cId="1338161149" sldId="274"/>
            <ac:picMk id="5" creationId="{95FA1FB9-5D4B-921A-3DCC-DB9E56F40747}"/>
          </ac:picMkLst>
        </pc:picChg>
      </pc:sldChg>
      <pc:sldChg chg="delSp modSp new mod">
        <pc:chgData name="Manas Tuwani" userId="5d421215-a11f-4a6e-90ca-e8ac2213fab6" providerId="ADAL" clId="{FDA8F782-3F9B-4F70-A9AA-000A4C58D39D}" dt="2024-01-22T13:08:04.037" v="401" actId="1076"/>
        <pc:sldMkLst>
          <pc:docMk/>
          <pc:sldMk cId="2150858473" sldId="275"/>
        </pc:sldMkLst>
        <pc:spChg chg="del">
          <ac:chgData name="Manas Tuwani" userId="5d421215-a11f-4a6e-90ca-e8ac2213fab6" providerId="ADAL" clId="{FDA8F782-3F9B-4F70-A9AA-000A4C58D39D}" dt="2024-01-22T12:59:40.609" v="276" actId="478"/>
          <ac:spMkLst>
            <pc:docMk/>
            <pc:sldMk cId="2150858473" sldId="275"/>
            <ac:spMk id="2" creationId="{DB0050A3-2C3E-25B2-31FD-3F325A88CF2A}"/>
          </ac:spMkLst>
        </pc:spChg>
        <pc:spChg chg="mod">
          <ac:chgData name="Manas Tuwani" userId="5d421215-a11f-4a6e-90ca-e8ac2213fab6" providerId="ADAL" clId="{FDA8F782-3F9B-4F70-A9AA-000A4C58D39D}" dt="2024-01-22T13:08:04.037" v="401" actId="1076"/>
          <ac:spMkLst>
            <pc:docMk/>
            <pc:sldMk cId="2150858473" sldId="275"/>
            <ac:spMk id="3" creationId="{54602273-A506-9043-8A1C-BF21EC764BBE}"/>
          </ac:spMkLst>
        </pc:spChg>
      </pc:sldChg>
      <pc:sldChg chg="addSp delSp modSp new mod">
        <pc:chgData name="Manas Tuwani" userId="5d421215-a11f-4a6e-90ca-e8ac2213fab6" providerId="ADAL" clId="{FDA8F782-3F9B-4F70-A9AA-000A4C58D39D}" dt="2024-01-22T13:28:49.253" v="539" actId="22"/>
        <pc:sldMkLst>
          <pc:docMk/>
          <pc:sldMk cId="3484006937" sldId="276"/>
        </pc:sldMkLst>
        <pc:spChg chg="mod">
          <ac:chgData name="Manas Tuwani" userId="5d421215-a11f-4a6e-90ca-e8ac2213fab6" providerId="ADAL" clId="{FDA8F782-3F9B-4F70-A9AA-000A4C58D39D}" dt="2024-01-22T13:26:52.177" v="537" actId="255"/>
          <ac:spMkLst>
            <pc:docMk/>
            <pc:sldMk cId="3484006937" sldId="276"/>
            <ac:spMk id="2" creationId="{926200D0-918C-DDF8-784B-3C8407A4C3BC}"/>
          </ac:spMkLst>
        </pc:spChg>
        <pc:spChg chg="del mod">
          <ac:chgData name="Manas Tuwani" userId="5d421215-a11f-4a6e-90ca-e8ac2213fab6" providerId="ADAL" clId="{FDA8F782-3F9B-4F70-A9AA-000A4C58D39D}" dt="2024-01-22T13:28:49.253" v="539" actId="22"/>
          <ac:spMkLst>
            <pc:docMk/>
            <pc:sldMk cId="3484006937" sldId="276"/>
            <ac:spMk id="3" creationId="{A6469273-7BD5-DD1E-8794-F55A4C969C62}"/>
          </ac:spMkLst>
        </pc:spChg>
        <pc:picChg chg="add mod ord">
          <ac:chgData name="Manas Tuwani" userId="5d421215-a11f-4a6e-90ca-e8ac2213fab6" providerId="ADAL" clId="{FDA8F782-3F9B-4F70-A9AA-000A4C58D39D}" dt="2024-01-22T13:28:49.253" v="539" actId="22"/>
          <ac:picMkLst>
            <pc:docMk/>
            <pc:sldMk cId="3484006937" sldId="276"/>
            <ac:picMk id="5" creationId="{DFFDE461-2062-D518-B626-6A8FF8B36BF6}"/>
          </ac:picMkLst>
        </pc:picChg>
      </pc:sldChg>
      <pc:sldChg chg="addSp delSp modSp add mod">
        <pc:chgData name="Manas Tuwani" userId="5d421215-a11f-4a6e-90ca-e8ac2213fab6" providerId="ADAL" clId="{FDA8F782-3F9B-4F70-A9AA-000A4C58D39D}" dt="2024-01-22T13:30:34.975" v="553" actId="22"/>
        <pc:sldMkLst>
          <pc:docMk/>
          <pc:sldMk cId="3237494811" sldId="277"/>
        </pc:sldMkLst>
        <pc:spChg chg="mod">
          <ac:chgData name="Manas Tuwani" userId="5d421215-a11f-4a6e-90ca-e8ac2213fab6" providerId="ADAL" clId="{FDA8F782-3F9B-4F70-A9AA-000A4C58D39D}" dt="2024-01-22T13:29:11.398" v="545" actId="20577"/>
          <ac:spMkLst>
            <pc:docMk/>
            <pc:sldMk cId="3237494811" sldId="277"/>
            <ac:spMk id="2" creationId="{926200D0-918C-DDF8-784B-3C8407A4C3BC}"/>
          </ac:spMkLst>
        </pc:spChg>
        <pc:spChg chg="add del mod">
          <ac:chgData name="Manas Tuwani" userId="5d421215-a11f-4a6e-90ca-e8ac2213fab6" providerId="ADAL" clId="{FDA8F782-3F9B-4F70-A9AA-000A4C58D39D}" dt="2024-01-22T13:30:34.975" v="553" actId="22"/>
          <ac:spMkLst>
            <pc:docMk/>
            <pc:sldMk cId="3237494811" sldId="277"/>
            <ac:spMk id="9" creationId="{25D6272E-293D-64AD-D540-CC911F7651B4}"/>
          </ac:spMkLst>
        </pc:spChg>
        <pc:picChg chg="add del">
          <ac:chgData name="Manas Tuwani" userId="5d421215-a11f-4a6e-90ca-e8ac2213fab6" providerId="ADAL" clId="{FDA8F782-3F9B-4F70-A9AA-000A4C58D39D}" dt="2024-01-22T13:30:22.645" v="547" actId="478"/>
          <ac:picMkLst>
            <pc:docMk/>
            <pc:sldMk cId="3237494811" sldId="277"/>
            <ac:picMk id="4" creationId="{1E39C1FD-2C81-7418-5409-5C5E327EBB54}"/>
          </ac:picMkLst>
        </pc:picChg>
        <pc:picChg chg="del">
          <ac:chgData name="Manas Tuwani" userId="5d421215-a11f-4a6e-90ca-e8ac2213fab6" providerId="ADAL" clId="{FDA8F782-3F9B-4F70-A9AA-000A4C58D39D}" dt="2024-01-22T13:30:32.819" v="552" actId="478"/>
          <ac:picMkLst>
            <pc:docMk/>
            <pc:sldMk cId="3237494811" sldId="277"/>
            <ac:picMk id="5" creationId="{DFFDE461-2062-D518-B626-6A8FF8B36BF6}"/>
          </ac:picMkLst>
        </pc:picChg>
        <pc:picChg chg="add del mod">
          <ac:chgData name="Manas Tuwani" userId="5d421215-a11f-4a6e-90ca-e8ac2213fab6" providerId="ADAL" clId="{FDA8F782-3F9B-4F70-A9AA-000A4C58D39D}" dt="2024-01-22T13:30:30.586" v="551" actId="478"/>
          <ac:picMkLst>
            <pc:docMk/>
            <pc:sldMk cId="3237494811" sldId="277"/>
            <ac:picMk id="7" creationId="{8600C623-026F-D303-518D-CDBFB609DCF9}"/>
          </ac:picMkLst>
        </pc:picChg>
        <pc:picChg chg="add mod ord">
          <ac:chgData name="Manas Tuwani" userId="5d421215-a11f-4a6e-90ca-e8ac2213fab6" providerId="ADAL" clId="{FDA8F782-3F9B-4F70-A9AA-000A4C58D39D}" dt="2024-01-22T13:30:34.975" v="553" actId="22"/>
          <ac:picMkLst>
            <pc:docMk/>
            <pc:sldMk cId="3237494811" sldId="277"/>
            <ac:picMk id="11" creationId="{32347B85-C179-3203-FECE-B6536785A538}"/>
          </ac:picMkLst>
        </pc:picChg>
      </pc:sldChg>
      <pc:sldChg chg="addSp delSp modSp new mod">
        <pc:chgData name="Manas Tuwani" userId="5d421215-a11f-4a6e-90ca-e8ac2213fab6" providerId="ADAL" clId="{FDA8F782-3F9B-4F70-A9AA-000A4C58D39D}" dt="2024-01-22T13:33:17.219" v="569" actId="27636"/>
        <pc:sldMkLst>
          <pc:docMk/>
          <pc:sldMk cId="1795933245" sldId="278"/>
        </pc:sldMkLst>
        <pc:spChg chg="mod">
          <ac:chgData name="Manas Tuwani" userId="5d421215-a11f-4a6e-90ca-e8ac2213fab6" providerId="ADAL" clId="{FDA8F782-3F9B-4F70-A9AA-000A4C58D39D}" dt="2024-01-22T13:33:17.219" v="569" actId="27636"/>
          <ac:spMkLst>
            <pc:docMk/>
            <pc:sldMk cId="1795933245" sldId="278"/>
            <ac:spMk id="2" creationId="{89CC4811-D5E3-468D-12D9-05A849991CDF}"/>
          </ac:spMkLst>
        </pc:spChg>
        <pc:spChg chg="del mod">
          <ac:chgData name="Manas Tuwani" userId="5d421215-a11f-4a6e-90ca-e8ac2213fab6" providerId="ADAL" clId="{FDA8F782-3F9B-4F70-A9AA-000A4C58D39D}" dt="2024-01-22T13:32:56.759" v="556" actId="22"/>
          <ac:spMkLst>
            <pc:docMk/>
            <pc:sldMk cId="1795933245" sldId="278"/>
            <ac:spMk id="3" creationId="{E94543CB-5440-484C-3FD8-324E9DC398AD}"/>
          </ac:spMkLst>
        </pc:spChg>
        <pc:picChg chg="add mod ord">
          <ac:chgData name="Manas Tuwani" userId="5d421215-a11f-4a6e-90ca-e8ac2213fab6" providerId="ADAL" clId="{FDA8F782-3F9B-4F70-A9AA-000A4C58D39D}" dt="2024-01-22T13:32:56.759" v="556" actId="22"/>
          <ac:picMkLst>
            <pc:docMk/>
            <pc:sldMk cId="1795933245" sldId="278"/>
            <ac:picMk id="5" creationId="{C84E6F4B-0630-CB56-75CE-33F7C88267A9}"/>
          </ac:picMkLst>
        </pc:picChg>
      </pc:sldChg>
      <pc:sldChg chg="addSp delSp modSp new mod">
        <pc:chgData name="Manas Tuwani" userId="5d421215-a11f-4a6e-90ca-e8ac2213fab6" providerId="ADAL" clId="{FDA8F782-3F9B-4F70-A9AA-000A4C58D39D}" dt="2024-01-22T13:42:50.031" v="845" actId="255"/>
        <pc:sldMkLst>
          <pc:docMk/>
          <pc:sldMk cId="3097333172" sldId="279"/>
        </pc:sldMkLst>
        <pc:spChg chg="mod">
          <ac:chgData name="Manas Tuwani" userId="5d421215-a11f-4a6e-90ca-e8ac2213fab6" providerId="ADAL" clId="{FDA8F782-3F9B-4F70-A9AA-000A4C58D39D}" dt="2024-01-22T13:42:50.031" v="845" actId="255"/>
          <ac:spMkLst>
            <pc:docMk/>
            <pc:sldMk cId="3097333172" sldId="279"/>
            <ac:spMk id="2" creationId="{028AC335-1FE8-7105-69A9-AD148A00DF8A}"/>
          </ac:spMkLst>
        </pc:spChg>
        <pc:spChg chg="del mod">
          <ac:chgData name="Manas Tuwani" userId="5d421215-a11f-4a6e-90ca-e8ac2213fab6" providerId="ADAL" clId="{FDA8F782-3F9B-4F70-A9AA-000A4C58D39D}" dt="2024-01-22T13:37:11.348" v="590" actId="22"/>
          <ac:spMkLst>
            <pc:docMk/>
            <pc:sldMk cId="3097333172" sldId="279"/>
            <ac:spMk id="3" creationId="{1FE2734D-3CE4-A16E-0BC0-1CA114522975}"/>
          </ac:spMkLst>
        </pc:spChg>
        <pc:spChg chg="add mod">
          <ac:chgData name="Manas Tuwani" userId="5d421215-a11f-4a6e-90ca-e8ac2213fab6" providerId="ADAL" clId="{FDA8F782-3F9B-4F70-A9AA-000A4C58D39D}" dt="2024-01-22T13:42:31.246" v="844" actId="1076"/>
          <ac:spMkLst>
            <pc:docMk/>
            <pc:sldMk cId="3097333172" sldId="279"/>
            <ac:spMk id="7" creationId="{A27E6A1A-E188-EB3A-C882-DFC6C8EC1456}"/>
          </ac:spMkLst>
        </pc:spChg>
        <pc:picChg chg="add del mod ord">
          <ac:chgData name="Manas Tuwani" userId="5d421215-a11f-4a6e-90ca-e8ac2213fab6" providerId="ADAL" clId="{FDA8F782-3F9B-4F70-A9AA-000A4C58D39D}" dt="2024-01-22T13:38:17.853" v="592" actId="478"/>
          <ac:picMkLst>
            <pc:docMk/>
            <pc:sldMk cId="3097333172" sldId="279"/>
            <ac:picMk id="5" creationId="{9A514693-2DBA-7AEC-9DA4-878DA3A2C050}"/>
          </ac:picMkLst>
        </pc:picChg>
        <pc:picChg chg="add del mod">
          <ac:chgData name="Manas Tuwani" userId="5d421215-a11f-4a6e-90ca-e8ac2213fab6" providerId="ADAL" clId="{FDA8F782-3F9B-4F70-A9AA-000A4C58D39D}" dt="2024-01-22T13:39:32.641" v="685" actId="478"/>
          <ac:picMkLst>
            <pc:docMk/>
            <pc:sldMk cId="3097333172" sldId="279"/>
            <ac:picMk id="9" creationId="{6E6A2E3F-3E75-3D53-F8B6-453CC3B33320}"/>
          </ac:picMkLst>
        </pc:picChg>
        <pc:picChg chg="add mod">
          <ac:chgData name="Manas Tuwani" userId="5d421215-a11f-4a6e-90ca-e8ac2213fab6" providerId="ADAL" clId="{FDA8F782-3F9B-4F70-A9AA-000A4C58D39D}" dt="2024-01-22T13:42:18.228" v="842" actId="1076"/>
          <ac:picMkLst>
            <pc:docMk/>
            <pc:sldMk cId="3097333172" sldId="279"/>
            <ac:picMk id="11" creationId="{74BD85E4-9D67-0EF1-C713-0EB619EBE6E1}"/>
          </ac:picMkLst>
        </pc:picChg>
      </pc:sldChg>
    </pc:docChg>
  </pc:docChgLst>
  <pc:docChgLst>
    <pc:chgData name="Manas Tuwani" userId="5d421215-a11f-4a6e-90ca-e8ac2213fab6" providerId="ADAL" clId="{B20DD41A-4F9A-4EF4-B4E8-BAD639518744}"/>
    <pc:docChg chg="custSel addSld modSld">
      <pc:chgData name="Manas Tuwani" userId="5d421215-a11f-4a6e-90ca-e8ac2213fab6" providerId="ADAL" clId="{B20DD41A-4F9A-4EF4-B4E8-BAD639518744}" dt="2022-12-21T15:45:15.870" v="4" actId="962"/>
      <pc:docMkLst>
        <pc:docMk/>
      </pc:docMkLst>
      <pc:sldChg chg="addSp modSp new mod setBg">
        <pc:chgData name="Manas Tuwani" userId="5d421215-a11f-4a6e-90ca-e8ac2213fab6" providerId="ADAL" clId="{B20DD41A-4F9A-4EF4-B4E8-BAD639518744}" dt="2022-12-21T15:45:15.870" v="4" actId="962"/>
        <pc:sldMkLst>
          <pc:docMk/>
          <pc:sldMk cId="1837055348" sldId="268"/>
        </pc:sldMkLst>
        <pc:spChg chg="add">
          <ac:chgData name="Manas Tuwani" userId="5d421215-a11f-4a6e-90ca-e8ac2213fab6" providerId="ADAL" clId="{B20DD41A-4F9A-4EF4-B4E8-BAD639518744}" dt="2022-12-21T15:45:10.664" v="2" actId="26606"/>
          <ac:spMkLst>
            <pc:docMk/>
            <pc:sldMk cId="1837055348" sldId="268"/>
            <ac:spMk id="8" creationId="{F3060C83-F051-4F0E-ABAD-AA0DFC48B218}"/>
          </ac:spMkLst>
        </pc:spChg>
        <pc:spChg chg="add">
          <ac:chgData name="Manas Tuwani" userId="5d421215-a11f-4a6e-90ca-e8ac2213fab6" providerId="ADAL" clId="{B20DD41A-4F9A-4EF4-B4E8-BAD639518744}" dt="2022-12-21T15:45:10.664" v="2" actId="26606"/>
          <ac:spMkLst>
            <pc:docMk/>
            <pc:sldMk cId="1837055348" sldId="268"/>
            <ac:spMk id="10" creationId="{83C98ABE-055B-441F-B07E-44F97F083C39}"/>
          </ac:spMkLst>
        </pc:spChg>
        <pc:spChg chg="add">
          <ac:chgData name="Manas Tuwani" userId="5d421215-a11f-4a6e-90ca-e8ac2213fab6" providerId="ADAL" clId="{B20DD41A-4F9A-4EF4-B4E8-BAD639518744}" dt="2022-12-21T15:45:10.664" v="2" actId="26606"/>
          <ac:spMkLst>
            <pc:docMk/>
            <pc:sldMk cId="1837055348" sldId="268"/>
            <ac:spMk id="12" creationId="{29FDB030-9B49-4CED-8CCD-4D99382388AC}"/>
          </ac:spMkLst>
        </pc:spChg>
        <pc:spChg chg="add">
          <ac:chgData name="Manas Tuwani" userId="5d421215-a11f-4a6e-90ca-e8ac2213fab6" providerId="ADAL" clId="{B20DD41A-4F9A-4EF4-B4E8-BAD639518744}" dt="2022-12-21T15:45:10.664" v="2" actId="26606"/>
          <ac:spMkLst>
            <pc:docMk/>
            <pc:sldMk cId="1837055348" sldId="268"/>
            <ac:spMk id="14" creationId="{3783CA14-24A1-485C-8B30-D6A5D87987AD}"/>
          </ac:spMkLst>
        </pc:spChg>
        <pc:spChg chg="add">
          <ac:chgData name="Manas Tuwani" userId="5d421215-a11f-4a6e-90ca-e8ac2213fab6" providerId="ADAL" clId="{B20DD41A-4F9A-4EF4-B4E8-BAD639518744}" dt="2022-12-21T15:45:10.664" v="2" actId="26606"/>
          <ac:spMkLst>
            <pc:docMk/>
            <pc:sldMk cId="1837055348" sldId="268"/>
            <ac:spMk id="16" creationId="{9A97C86A-04D6-40F7-AE84-31AB43E6A846}"/>
          </ac:spMkLst>
        </pc:spChg>
        <pc:spChg chg="add">
          <ac:chgData name="Manas Tuwani" userId="5d421215-a11f-4a6e-90ca-e8ac2213fab6" providerId="ADAL" clId="{B20DD41A-4F9A-4EF4-B4E8-BAD639518744}" dt="2022-12-21T15:45:10.664" v="2" actId="26606"/>
          <ac:spMkLst>
            <pc:docMk/>
            <pc:sldMk cId="1837055348" sldId="268"/>
            <ac:spMk id="18" creationId="{FF9F2414-84E8-453E-B1F3-389FDE8192D9}"/>
          </ac:spMkLst>
        </pc:spChg>
        <pc:spChg chg="add">
          <ac:chgData name="Manas Tuwani" userId="5d421215-a11f-4a6e-90ca-e8ac2213fab6" providerId="ADAL" clId="{B20DD41A-4F9A-4EF4-B4E8-BAD639518744}" dt="2022-12-21T15:45:10.664" v="2" actId="26606"/>
          <ac:spMkLst>
            <pc:docMk/>
            <pc:sldMk cId="1837055348" sldId="268"/>
            <ac:spMk id="20" creationId="{3ECA69A1-7536-43AC-85EF-C7106179F5ED}"/>
          </ac:spMkLst>
        </pc:spChg>
        <pc:picChg chg="add mod">
          <ac:chgData name="Manas Tuwani" userId="5d421215-a11f-4a6e-90ca-e8ac2213fab6" providerId="ADAL" clId="{B20DD41A-4F9A-4EF4-B4E8-BAD639518744}" dt="2022-12-21T15:45:15.870" v="4" actId="962"/>
          <ac:picMkLst>
            <pc:docMk/>
            <pc:sldMk cId="1837055348" sldId="268"/>
            <ac:picMk id="3" creationId="{FCD77657-9BE7-C586-BAB5-88249CE03EA5}"/>
          </ac:picMkLst>
        </pc:picChg>
      </pc:sldChg>
    </pc:docChg>
  </pc:docChgLst>
  <pc:docChgLst>
    <pc:chgData name="Manas Tuwani" userId="5d421215-a11f-4a6e-90ca-e8ac2213fab6" providerId="ADAL" clId="{8DB98403-664D-4E06-B875-A01A51FF456E}"/>
    <pc:docChg chg="custSel addSld modSld">
      <pc:chgData name="Manas Tuwani" userId="5d421215-a11f-4a6e-90ca-e8ac2213fab6" providerId="ADAL" clId="{8DB98403-664D-4E06-B875-A01A51FF456E}" dt="2024-03-28T02:53:09.058" v="3" actId="27614"/>
      <pc:docMkLst>
        <pc:docMk/>
      </pc:docMkLst>
      <pc:sldChg chg="addSp modSp new mod setBg">
        <pc:chgData name="Manas Tuwani" userId="5d421215-a11f-4a6e-90ca-e8ac2213fab6" providerId="ADAL" clId="{8DB98403-664D-4E06-B875-A01A51FF456E}" dt="2024-03-28T02:53:09.058" v="3" actId="27614"/>
        <pc:sldMkLst>
          <pc:docMk/>
          <pc:sldMk cId="1605994578" sldId="280"/>
        </pc:sldMkLst>
        <pc:spChg chg="add">
          <ac:chgData name="Manas Tuwani" userId="5d421215-a11f-4a6e-90ca-e8ac2213fab6" providerId="ADAL" clId="{8DB98403-664D-4E06-B875-A01A51FF456E}" dt="2024-03-28T02:53:05.888" v="2" actId="26606"/>
          <ac:spMkLst>
            <pc:docMk/>
            <pc:sldMk cId="1605994578" sldId="280"/>
            <ac:spMk id="8" creationId="{F3060C83-F051-4F0E-ABAD-AA0DFC48B218}"/>
          </ac:spMkLst>
        </pc:spChg>
        <pc:spChg chg="add">
          <ac:chgData name="Manas Tuwani" userId="5d421215-a11f-4a6e-90ca-e8ac2213fab6" providerId="ADAL" clId="{8DB98403-664D-4E06-B875-A01A51FF456E}" dt="2024-03-28T02:53:05.888" v="2" actId="26606"/>
          <ac:spMkLst>
            <pc:docMk/>
            <pc:sldMk cId="1605994578" sldId="280"/>
            <ac:spMk id="10" creationId="{83C98ABE-055B-441F-B07E-44F97F083C39}"/>
          </ac:spMkLst>
        </pc:spChg>
        <pc:spChg chg="add">
          <ac:chgData name="Manas Tuwani" userId="5d421215-a11f-4a6e-90ca-e8ac2213fab6" providerId="ADAL" clId="{8DB98403-664D-4E06-B875-A01A51FF456E}" dt="2024-03-28T02:53:05.888" v="2" actId="26606"/>
          <ac:spMkLst>
            <pc:docMk/>
            <pc:sldMk cId="1605994578" sldId="280"/>
            <ac:spMk id="12" creationId="{29FDB030-9B49-4CED-8CCD-4D99382388AC}"/>
          </ac:spMkLst>
        </pc:spChg>
        <pc:spChg chg="add">
          <ac:chgData name="Manas Tuwani" userId="5d421215-a11f-4a6e-90ca-e8ac2213fab6" providerId="ADAL" clId="{8DB98403-664D-4E06-B875-A01A51FF456E}" dt="2024-03-28T02:53:05.888" v="2" actId="26606"/>
          <ac:spMkLst>
            <pc:docMk/>
            <pc:sldMk cId="1605994578" sldId="280"/>
            <ac:spMk id="14" creationId="{3783CA14-24A1-485C-8B30-D6A5D87987AD}"/>
          </ac:spMkLst>
        </pc:spChg>
        <pc:spChg chg="add">
          <ac:chgData name="Manas Tuwani" userId="5d421215-a11f-4a6e-90ca-e8ac2213fab6" providerId="ADAL" clId="{8DB98403-664D-4E06-B875-A01A51FF456E}" dt="2024-03-28T02:53:05.888" v="2" actId="26606"/>
          <ac:spMkLst>
            <pc:docMk/>
            <pc:sldMk cId="1605994578" sldId="280"/>
            <ac:spMk id="16" creationId="{9A97C86A-04D6-40F7-AE84-31AB43E6A846}"/>
          </ac:spMkLst>
        </pc:spChg>
        <pc:spChg chg="add">
          <ac:chgData name="Manas Tuwani" userId="5d421215-a11f-4a6e-90ca-e8ac2213fab6" providerId="ADAL" clId="{8DB98403-664D-4E06-B875-A01A51FF456E}" dt="2024-03-28T02:53:05.888" v="2" actId="26606"/>
          <ac:spMkLst>
            <pc:docMk/>
            <pc:sldMk cId="1605994578" sldId="280"/>
            <ac:spMk id="18" creationId="{FF9F2414-84E8-453E-B1F3-389FDE8192D9}"/>
          </ac:spMkLst>
        </pc:spChg>
        <pc:spChg chg="add">
          <ac:chgData name="Manas Tuwani" userId="5d421215-a11f-4a6e-90ca-e8ac2213fab6" providerId="ADAL" clId="{8DB98403-664D-4E06-B875-A01A51FF456E}" dt="2024-03-28T02:53:05.888" v="2" actId="26606"/>
          <ac:spMkLst>
            <pc:docMk/>
            <pc:sldMk cId="1605994578" sldId="280"/>
            <ac:spMk id="20" creationId="{3ECA69A1-7536-43AC-85EF-C7106179F5ED}"/>
          </ac:spMkLst>
        </pc:spChg>
        <pc:picChg chg="add mod">
          <ac:chgData name="Manas Tuwani" userId="5d421215-a11f-4a6e-90ca-e8ac2213fab6" providerId="ADAL" clId="{8DB98403-664D-4E06-B875-A01A51FF456E}" dt="2024-03-28T02:53:09.058" v="3" actId="27614"/>
          <ac:picMkLst>
            <pc:docMk/>
            <pc:sldMk cId="1605994578" sldId="280"/>
            <ac:picMk id="3" creationId="{2A8208DA-BEC0-722B-0322-1AFA5DB88BFD}"/>
          </ac:picMkLst>
        </pc:picChg>
      </pc:sldChg>
    </pc:docChg>
  </pc:docChgLst>
  <pc:docChgLst>
    <pc:chgData name="Manas Tuwani" userId="5d421215-a11f-4a6e-90ca-e8ac2213fab6" providerId="ADAL" clId="{B3CCF7C8-D1C8-4E29-93D5-8264D96AC06E}"/>
    <pc:docChg chg="undo custSel addSld modSld">
      <pc:chgData name="Manas Tuwani" userId="5d421215-a11f-4a6e-90ca-e8ac2213fab6" providerId="ADAL" clId="{B3CCF7C8-D1C8-4E29-93D5-8264D96AC06E}" dt="2022-07-10T06:39:41.305" v="103" actId="20577"/>
      <pc:docMkLst>
        <pc:docMk/>
      </pc:docMkLst>
      <pc:sldChg chg="addSp modSp mod">
        <pc:chgData name="Manas Tuwani" userId="5d421215-a11f-4a6e-90ca-e8ac2213fab6" providerId="ADAL" clId="{B3CCF7C8-D1C8-4E29-93D5-8264D96AC06E}" dt="2022-07-10T06:39:41.305" v="103" actId="20577"/>
        <pc:sldMkLst>
          <pc:docMk/>
          <pc:sldMk cId="2592350766" sldId="262"/>
        </pc:sldMkLst>
        <pc:spChg chg="mod">
          <ac:chgData name="Manas Tuwani" userId="5d421215-a11f-4a6e-90ca-e8ac2213fab6" providerId="ADAL" clId="{B3CCF7C8-D1C8-4E29-93D5-8264D96AC06E}" dt="2022-07-10T06:39:41.305" v="103" actId="20577"/>
          <ac:spMkLst>
            <pc:docMk/>
            <pc:sldMk cId="2592350766" sldId="262"/>
            <ac:spMk id="3" creationId="{00000000-0000-0000-0000-000000000000}"/>
          </ac:spMkLst>
        </pc:spChg>
        <pc:spChg chg="mod">
          <ac:chgData name="Manas Tuwani" userId="5d421215-a11f-4a6e-90ca-e8ac2213fab6" providerId="ADAL" clId="{B3CCF7C8-D1C8-4E29-93D5-8264D96AC06E}" dt="2022-07-10T06:38:24.628" v="96" actId="14100"/>
          <ac:spMkLst>
            <pc:docMk/>
            <pc:sldMk cId="2592350766" sldId="262"/>
            <ac:spMk id="4" creationId="{00000000-0000-0000-0000-000000000000}"/>
          </ac:spMkLst>
        </pc:spChg>
        <pc:spChg chg="add mod">
          <ac:chgData name="Manas Tuwani" userId="5d421215-a11f-4a6e-90ca-e8ac2213fab6" providerId="ADAL" clId="{B3CCF7C8-D1C8-4E29-93D5-8264D96AC06E}" dt="2022-07-10T05:05:54.390" v="47" actId="571"/>
          <ac:spMkLst>
            <pc:docMk/>
            <pc:sldMk cId="2592350766" sldId="262"/>
            <ac:spMk id="5" creationId="{E25342B8-EC48-A923-B9BE-145A841B48E8}"/>
          </ac:spMkLst>
        </pc:spChg>
      </pc:sldChg>
      <pc:sldChg chg="addSp modSp new mod">
        <pc:chgData name="Manas Tuwani" userId="5d421215-a11f-4a6e-90ca-e8ac2213fab6" providerId="ADAL" clId="{B3CCF7C8-D1C8-4E29-93D5-8264D96AC06E}" dt="2022-07-10T05:03:11.484" v="32" actId="113"/>
        <pc:sldMkLst>
          <pc:docMk/>
          <pc:sldMk cId="1811490535" sldId="266"/>
        </pc:sldMkLst>
        <pc:spChg chg="mod">
          <ac:chgData name="Manas Tuwani" userId="5d421215-a11f-4a6e-90ca-e8ac2213fab6" providerId="ADAL" clId="{B3CCF7C8-D1C8-4E29-93D5-8264D96AC06E}" dt="2022-07-10T05:01:17.975" v="17" actId="20577"/>
          <ac:spMkLst>
            <pc:docMk/>
            <pc:sldMk cId="1811490535" sldId="266"/>
            <ac:spMk id="2" creationId="{C452EEC0-F7AA-56C5-65B3-DE2D581437DE}"/>
          </ac:spMkLst>
        </pc:spChg>
        <pc:spChg chg="mod">
          <ac:chgData name="Manas Tuwani" userId="5d421215-a11f-4a6e-90ca-e8ac2213fab6" providerId="ADAL" clId="{B3CCF7C8-D1C8-4E29-93D5-8264D96AC06E}" dt="2022-07-10T05:01:44.400" v="19"/>
          <ac:spMkLst>
            <pc:docMk/>
            <pc:sldMk cId="1811490535" sldId="266"/>
            <ac:spMk id="3" creationId="{48B90AF6-DE15-74A0-08CD-FAC2F597C404}"/>
          </ac:spMkLst>
        </pc:spChg>
        <pc:spChg chg="add mod">
          <ac:chgData name="Manas Tuwani" userId="5d421215-a11f-4a6e-90ca-e8ac2213fab6" providerId="ADAL" clId="{B3CCF7C8-D1C8-4E29-93D5-8264D96AC06E}" dt="2022-07-10T05:03:11.484" v="32" actId="113"/>
          <ac:spMkLst>
            <pc:docMk/>
            <pc:sldMk cId="1811490535" sldId="266"/>
            <ac:spMk id="5" creationId="{6B9152EB-3073-2FE5-CD7E-B3B3B0C1D0D0}"/>
          </ac:spMkLst>
        </pc:spChg>
        <pc:spChg chg="add mod">
          <ac:chgData name="Manas Tuwani" userId="5d421215-a11f-4a6e-90ca-e8ac2213fab6" providerId="ADAL" clId="{B3CCF7C8-D1C8-4E29-93D5-8264D96AC06E}" dt="2022-07-10T05:03:02.637" v="31" actId="207"/>
          <ac:spMkLst>
            <pc:docMk/>
            <pc:sldMk cId="1811490535" sldId="266"/>
            <ac:spMk id="6" creationId="{FA96E31E-593F-7FA1-40FD-09D6100E2915}"/>
          </ac:spMkLst>
        </pc:spChg>
      </pc:sldChg>
      <pc:sldChg chg="addSp modSp new mod">
        <pc:chgData name="Manas Tuwani" userId="5d421215-a11f-4a6e-90ca-e8ac2213fab6" providerId="ADAL" clId="{B3CCF7C8-D1C8-4E29-93D5-8264D96AC06E}" dt="2022-07-10T05:07:51.533" v="74" actId="207"/>
        <pc:sldMkLst>
          <pc:docMk/>
          <pc:sldMk cId="2544708939" sldId="267"/>
        </pc:sldMkLst>
        <pc:spChg chg="mod">
          <ac:chgData name="Manas Tuwani" userId="5d421215-a11f-4a6e-90ca-e8ac2213fab6" providerId="ADAL" clId="{B3CCF7C8-D1C8-4E29-93D5-8264D96AC06E}" dt="2022-07-10T05:04:57.732" v="35" actId="27636"/>
          <ac:spMkLst>
            <pc:docMk/>
            <pc:sldMk cId="2544708939" sldId="267"/>
            <ac:spMk id="2" creationId="{9C4697FC-CB54-08CD-17AD-901E70D1C5F4}"/>
          </ac:spMkLst>
        </pc:spChg>
        <pc:spChg chg="mod">
          <ac:chgData name="Manas Tuwani" userId="5d421215-a11f-4a6e-90ca-e8ac2213fab6" providerId="ADAL" clId="{B3CCF7C8-D1C8-4E29-93D5-8264D96AC06E}" dt="2022-07-10T05:07:51.533" v="74" actId="207"/>
          <ac:spMkLst>
            <pc:docMk/>
            <pc:sldMk cId="2544708939" sldId="267"/>
            <ac:spMk id="3" creationId="{CAC7A212-4339-8032-6C36-E1F5F90943FA}"/>
          </ac:spMkLst>
        </pc:spChg>
        <pc:spChg chg="add mod">
          <ac:chgData name="Manas Tuwani" userId="5d421215-a11f-4a6e-90ca-e8ac2213fab6" providerId="ADAL" clId="{B3CCF7C8-D1C8-4E29-93D5-8264D96AC06E}" dt="2022-07-10T05:07:30.894" v="69" actId="14100"/>
          <ac:spMkLst>
            <pc:docMk/>
            <pc:sldMk cId="2544708939" sldId="267"/>
            <ac:spMk id="4" creationId="{74B4BA6F-C802-A0AB-B165-3AF59DAD57D4}"/>
          </ac:spMkLst>
        </pc:spChg>
      </pc:sldChg>
    </pc:docChg>
  </pc:docChgLst>
  <pc:docChgLst>
    <pc:chgData name="Manas Tuwani" userId="5d421215-a11f-4a6e-90ca-e8ac2213fab6" providerId="ADAL" clId="{9E16C9C8-B8BF-421E-ABDE-009D3EA5D9C6}"/>
    <pc:docChg chg="custSel addSld modSld">
      <pc:chgData name="Manas Tuwani" userId="5d421215-a11f-4a6e-90ca-e8ac2213fab6" providerId="ADAL" clId="{9E16C9C8-B8BF-421E-ABDE-009D3EA5D9C6}" dt="2023-03-16T02:40:08.741" v="3" actId="27614"/>
      <pc:docMkLst>
        <pc:docMk/>
      </pc:docMkLst>
      <pc:sldChg chg="addSp modSp new mod setBg">
        <pc:chgData name="Manas Tuwani" userId="5d421215-a11f-4a6e-90ca-e8ac2213fab6" providerId="ADAL" clId="{9E16C9C8-B8BF-421E-ABDE-009D3EA5D9C6}" dt="2023-03-16T02:40:08.741" v="3" actId="27614"/>
        <pc:sldMkLst>
          <pc:docMk/>
          <pc:sldMk cId="2059925399" sldId="269"/>
        </pc:sldMkLst>
        <pc:spChg chg="add">
          <ac:chgData name="Manas Tuwani" userId="5d421215-a11f-4a6e-90ca-e8ac2213fab6" providerId="ADAL" clId="{9E16C9C8-B8BF-421E-ABDE-009D3EA5D9C6}" dt="2023-03-16T02:40:05.769" v="2" actId="26606"/>
          <ac:spMkLst>
            <pc:docMk/>
            <pc:sldMk cId="2059925399" sldId="269"/>
            <ac:spMk id="8" creationId="{F3060C83-F051-4F0E-ABAD-AA0DFC48B218}"/>
          </ac:spMkLst>
        </pc:spChg>
        <pc:spChg chg="add">
          <ac:chgData name="Manas Tuwani" userId="5d421215-a11f-4a6e-90ca-e8ac2213fab6" providerId="ADAL" clId="{9E16C9C8-B8BF-421E-ABDE-009D3EA5D9C6}" dt="2023-03-16T02:40:05.769" v="2" actId="26606"/>
          <ac:spMkLst>
            <pc:docMk/>
            <pc:sldMk cId="2059925399" sldId="269"/>
            <ac:spMk id="10" creationId="{83C98ABE-055B-441F-B07E-44F97F083C39}"/>
          </ac:spMkLst>
        </pc:spChg>
        <pc:spChg chg="add">
          <ac:chgData name="Manas Tuwani" userId="5d421215-a11f-4a6e-90ca-e8ac2213fab6" providerId="ADAL" clId="{9E16C9C8-B8BF-421E-ABDE-009D3EA5D9C6}" dt="2023-03-16T02:40:05.769" v="2" actId="26606"/>
          <ac:spMkLst>
            <pc:docMk/>
            <pc:sldMk cId="2059925399" sldId="269"/>
            <ac:spMk id="12" creationId="{29FDB030-9B49-4CED-8CCD-4D99382388AC}"/>
          </ac:spMkLst>
        </pc:spChg>
        <pc:spChg chg="add">
          <ac:chgData name="Manas Tuwani" userId="5d421215-a11f-4a6e-90ca-e8ac2213fab6" providerId="ADAL" clId="{9E16C9C8-B8BF-421E-ABDE-009D3EA5D9C6}" dt="2023-03-16T02:40:05.769" v="2" actId="26606"/>
          <ac:spMkLst>
            <pc:docMk/>
            <pc:sldMk cId="2059925399" sldId="269"/>
            <ac:spMk id="14" creationId="{3783CA14-24A1-485C-8B30-D6A5D87987AD}"/>
          </ac:spMkLst>
        </pc:spChg>
        <pc:spChg chg="add">
          <ac:chgData name="Manas Tuwani" userId="5d421215-a11f-4a6e-90ca-e8ac2213fab6" providerId="ADAL" clId="{9E16C9C8-B8BF-421E-ABDE-009D3EA5D9C6}" dt="2023-03-16T02:40:05.769" v="2" actId="26606"/>
          <ac:spMkLst>
            <pc:docMk/>
            <pc:sldMk cId="2059925399" sldId="269"/>
            <ac:spMk id="16" creationId="{9A97C86A-04D6-40F7-AE84-31AB43E6A846}"/>
          </ac:spMkLst>
        </pc:spChg>
        <pc:spChg chg="add">
          <ac:chgData name="Manas Tuwani" userId="5d421215-a11f-4a6e-90ca-e8ac2213fab6" providerId="ADAL" clId="{9E16C9C8-B8BF-421E-ABDE-009D3EA5D9C6}" dt="2023-03-16T02:40:05.769" v="2" actId="26606"/>
          <ac:spMkLst>
            <pc:docMk/>
            <pc:sldMk cId="2059925399" sldId="269"/>
            <ac:spMk id="18" creationId="{FF9F2414-84E8-453E-B1F3-389FDE8192D9}"/>
          </ac:spMkLst>
        </pc:spChg>
        <pc:spChg chg="add">
          <ac:chgData name="Manas Tuwani" userId="5d421215-a11f-4a6e-90ca-e8ac2213fab6" providerId="ADAL" clId="{9E16C9C8-B8BF-421E-ABDE-009D3EA5D9C6}" dt="2023-03-16T02:40:05.769" v="2" actId="26606"/>
          <ac:spMkLst>
            <pc:docMk/>
            <pc:sldMk cId="2059925399" sldId="269"/>
            <ac:spMk id="20" creationId="{3ECA69A1-7536-43AC-85EF-C7106179F5ED}"/>
          </ac:spMkLst>
        </pc:spChg>
        <pc:picChg chg="add mod">
          <ac:chgData name="Manas Tuwani" userId="5d421215-a11f-4a6e-90ca-e8ac2213fab6" providerId="ADAL" clId="{9E16C9C8-B8BF-421E-ABDE-009D3EA5D9C6}" dt="2023-03-16T02:40:08.741" v="3" actId="27614"/>
          <ac:picMkLst>
            <pc:docMk/>
            <pc:sldMk cId="2059925399" sldId="269"/>
            <ac:picMk id="3" creationId="{61B5462F-78BA-5A31-79A5-2DED5A647734}"/>
          </ac:picMkLst>
        </pc:picChg>
      </pc:sldChg>
    </pc:docChg>
  </pc:docChgLst>
  <pc:docChgLst>
    <pc:chgData name="Manas Tuwani" userId="5d421215-a11f-4a6e-90ca-e8ac2213fab6" providerId="ADAL" clId="{9A50D079-053F-4C9A-BB02-1DEEC251E3CC}"/>
    <pc:docChg chg="custSel modSld">
      <pc:chgData name="Manas Tuwani" userId="5d421215-a11f-4a6e-90ca-e8ac2213fab6" providerId="ADAL" clId="{9A50D079-053F-4C9A-BB02-1DEEC251E3CC}" dt="2022-11-01T13:15:59.527" v="4" actId="27636"/>
      <pc:docMkLst>
        <pc:docMk/>
      </pc:docMkLst>
      <pc:sldChg chg="addSp modSp mod">
        <pc:chgData name="Manas Tuwani" userId="5d421215-a11f-4a6e-90ca-e8ac2213fab6" providerId="ADAL" clId="{9A50D079-053F-4C9A-BB02-1DEEC251E3CC}" dt="2022-11-01T13:15:59.527" v="4" actId="27636"/>
        <pc:sldMkLst>
          <pc:docMk/>
          <pc:sldMk cId="1131015289" sldId="263"/>
        </pc:sldMkLst>
        <pc:spChg chg="mod">
          <ac:chgData name="Manas Tuwani" userId="5d421215-a11f-4a6e-90ca-e8ac2213fab6" providerId="ADAL" clId="{9A50D079-053F-4C9A-BB02-1DEEC251E3CC}" dt="2022-11-01T13:15:59.527" v="4" actId="27636"/>
          <ac:spMkLst>
            <pc:docMk/>
            <pc:sldMk cId="1131015289" sldId="263"/>
            <ac:spMk id="3" creationId="{00000000-0000-0000-0000-000000000000}"/>
          </ac:spMkLst>
        </pc:spChg>
        <pc:spChg chg="add mod">
          <ac:chgData name="Manas Tuwani" userId="5d421215-a11f-4a6e-90ca-e8ac2213fab6" providerId="ADAL" clId="{9A50D079-053F-4C9A-BB02-1DEEC251E3CC}" dt="2022-11-01T13:15:46.903" v="2" actId="207"/>
          <ac:spMkLst>
            <pc:docMk/>
            <pc:sldMk cId="1131015289" sldId="263"/>
            <ac:spMk id="4" creationId="{065F8645-48DB-CE2E-C383-6851136DEBC9}"/>
          </ac:spMkLst>
        </pc:spChg>
      </pc:sldChg>
    </pc:docChg>
  </pc:docChgLst>
  <pc:docChgLst>
    <pc:chgData name="Manas Tuwani" userId="5d421215-a11f-4a6e-90ca-e8ac2213fab6" providerId="ADAL" clId="{D9B38AAE-99CF-4DAD-8D57-0ED70935DB8C}"/>
    <pc:docChg chg="addSld modSld">
      <pc:chgData name="Manas Tuwani" userId="5d421215-a11f-4a6e-90ca-e8ac2213fab6" providerId="ADAL" clId="{D9B38AAE-99CF-4DAD-8D57-0ED70935DB8C}" dt="2023-06-07T03:20:49.955" v="11" actId="115"/>
      <pc:docMkLst>
        <pc:docMk/>
      </pc:docMkLst>
      <pc:sldChg chg="addSp delSp modSp new mod">
        <pc:chgData name="Manas Tuwani" userId="5d421215-a11f-4a6e-90ca-e8ac2213fab6" providerId="ADAL" clId="{D9B38AAE-99CF-4DAD-8D57-0ED70935DB8C}" dt="2023-06-07T03:20:49.955" v="11" actId="115"/>
        <pc:sldMkLst>
          <pc:docMk/>
          <pc:sldMk cId="3664898271" sldId="270"/>
        </pc:sldMkLst>
        <pc:spChg chg="mod">
          <ac:chgData name="Manas Tuwani" userId="5d421215-a11f-4a6e-90ca-e8ac2213fab6" providerId="ADAL" clId="{D9B38AAE-99CF-4DAD-8D57-0ED70935DB8C}" dt="2023-06-07T03:20:49.955" v="11" actId="115"/>
          <ac:spMkLst>
            <pc:docMk/>
            <pc:sldMk cId="3664898271" sldId="270"/>
            <ac:spMk id="2" creationId="{B7ED6CC3-F282-FB2E-9009-B3A695837E03}"/>
          </ac:spMkLst>
        </pc:spChg>
        <pc:spChg chg="del">
          <ac:chgData name="Manas Tuwani" userId="5d421215-a11f-4a6e-90ca-e8ac2213fab6" providerId="ADAL" clId="{D9B38AAE-99CF-4DAD-8D57-0ED70935DB8C}" dt="2023-06-07T03:20:27.067" v="8" actId="22"/>
          <ac:spMkLst>
            <pc:docMk/>
            <pc:sldMk cId="3664898271" sldId="270"/>
            <ac:spMk id="3" creationId="{0FE0C151-73A6-F861-53FE-F3D30D4EE8B4}"/>
          </ac:spMkLst>
        </pc:spChg>
        <pc:picChg chg="add mod ord">
          <ac:chgData name="Manas Tuwani" userId="5d421215-a11f-4a6e-90ca-e8ac2213fab6" providerId="ADAL" clId="{D9B38AAE-99CF-4DAD-8D57-0ED70935DB8C}" dt="2023-06-07T03:20:27.067" v="8" actId="22"/>
          <ac:picMkLst>
            <pc:docMk/>
            <pc:sldMk cId="3664898271" sldId="270"/>
            <ac:picMk id="5" creationId="{0543C01D-9572-1606-8BA2-040A16612205}"/>
          </ac:picMkLst>
        </pc:picChg>
      </pc:sldChg>
    </pc:docChg>
  </pc:docChgLst>
  <pc:docChgLst>
    <pc:chgData name="Manas Tuwani" userId="5d421215-a11f-4a6e-90ca-e8ac2213fab6" providerId="ADAL" clId="{F422D30B-ECC3-46CA-A258-C03CBA107DE2}"/>
    <pc:docChg chg="undo custSel modSld">
      <pc:chgData name="Manas Tuwani" userId="5d421215-a11f-4a6e-90ca-e8ac2213fab6" providerId="ADAL" clId="{F422D30B-ECC3-46CA-A258-C03CBA107DE2}" dt="2024-03-05T14:49:45.049" v="24" actId="20577"/>
      <pc:docMkLst>
        <pc:docMk/>
      </pc:docMkLst>
      <pc:sldChg chg="modSp mod">
        <pc:chgData name="Manas Tuwani" userId="5d421215-a11f-4a6e-90ca-e8ac2213fab6" providerId="ADAL" clId="{F422D30B-ECC3-46CA-A258-C03CBA107DE2}" dt="2024-03-04T14:35:35.572" v="19" actId="20577"/>
        <pc:sldMkLst>
          <pc:docMk/>
          <pc:sldMk cId="536565350" sldId="257"/>
        </pc:sldMkLst>
        <pc:spChg chg="mod">
          <ac:chgData name="Manas Tuwani" userId="5d421215-a11f-4a6e-90ca-e8ac2213fab6" providerId="ADAL" clId="{F422D30B-ECC3-46CA-A258-C03CBA107DE2}" dt="2024-03-04T14:35:35.572" v="19" actId="20577"/>
          <ac:spMkLst>
            <pc:docMk/>
            <pc:sldMk cId="536565350" sldId="257"/>
            <ac:spMk id="3" creationId="{00000000-0000-0000-0000-000000000000}"/>
          </ac:spMkLst>
        </pc:spChg>
      </pc:sldChg>
      <pc:sldChg chg="modSp mod">
        <pc:chgData name="Manas Tuwani" userId="5d421215-a11f-4a6e-90ca-e8ac2213fab6" providerId="ADAL" clId="{F422D30B-ECC3-46CA-A258-C03CBA107DE2}" dt="2024-03-05T14:49:45.049" v="24" actId="20577"/>
        <pc:sldMkLst>
          <pc:docMk/>
          <pc:sldMk cId="2592350766" sldId="262"/>
        </pc:sldMkLst>
        <pc:spChg chg="mod">
          <ac:chgData name="Manas Tuwani" userId="5d421215-a11f-4a6e-90ca-e8ac2213fab6" providerId="ADAL" clId="{F422D30B-ECC3-46CA-A258-C03CBA107DE2}" dt="2024-03-05T14:49:45.049" v="24" actId="20577"/>
          <ac:spMkLst>
            <pc:docMk/>
            <pc:sldMk cId="2592350766" sldId="262"/>
            <ac:spMk id="3" creationId="{00000000-0000-0000-0000-000000000000}"/>
          </ac:spMkLst>
        </pc:spChg>
      </pc:sldChg>
    </pc:docChg>
  </pc:docChgLst>
  <pc:docChgLst>
    <pc:chgData name="Manas Tuwani" userId="5d421215-a11f-4a6e-90ca-e8ac2213fab6" providerId="ADAL" clId="{D0515337-D82B-4A87-ADA9-19580BDBA48B}"/>
    <pc:docChg chg="custSel modSld">
      <pc:chgData name="Manas Tuwani" userId="5d421215-a11f-4a6e-90ca-e8ac2213fab6" providerId="ADAL" clId="{D0515337-D82B-4A87-ADA9-19580BDBA48B}" dt="2024-09-02T16:11:23.625" v="5" actId="20577"/>
      <pc:docMkLst>
        <pc:docMk/>
      </pc:docMkLst>
      <pc:sldChg chg="modSp mod">
        <pc:chgData name="Manas Tuwani" userId="5d421215-a11f-4a6e-90ca-e8ac2213fab6" providerId="ADAL" clId="{D0515337-D82B-4A87-ADA9-19580BDBA48B}" dt="2024-09-02T16:11:23.625" v="5" actId="20577"/>
        <pc:sldMkLst>
          <pc:docMk/>
          <pc:sldMk cId="2592350766" sldId="262"/>
        </pc:sldMkLst>
        <pc:spChg chg="mod">
          <ac:chgData name="Manas Tuwani" userId="5d421215-a11f-4a6e-90ca-e8ac2213fab6" providerId="ADAL" clId="{D0515337-D82B-4A87-ADA9-19580BDBA48B}" dt="2024-09-02T16:11:23.625" v="5" actId="20577"/>
          <ac:spMkLst>
            <pc:docMk/>
            <pc:sldMk cId="2592350766" sldId="26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2714575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633807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412005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4093656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347858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2265197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117115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2636137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959181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3721284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182E80-8791-402D-B187-238CFEAEC6D0}" type="datetimeFigureOut">
              <a:rPr lang="en-IN" smtClean="0"/>
              <a:pPr/>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353950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182E80-8791-402D-B187-238CFEAEC6D0}" type="datetimeFigureOut">
              <a:rPr lang="en-IN" smtClean="0"/>
              <a:pPr/>
              <a:t>31-10-2025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C5196-54D8-4CB5-B21D-2DD42ACF6346}" type="slidenum">
              <a:rPr lang="en-IN" smtClean="0"/>
              <a:pPr/>
              <a:t>‹#›</a:t>
            </a:fld>
            <a:endParaRPr lang="en-IN"/>
          </a:p>
        </p:txBody>
      </p:sp>
    </p:spTree>
    <p:extLst>
      <p:ext uri="{BB962C8B-B14F-4D97-AF65-F5344CB8AC3E}">
        <p14:creationId xmlns:p14="http://schemas.microsoft.com/office/powerpoint/2010/main" xmlns="" val="1344448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a:t>
            </a:r>
            <a:r>
              <a:rPr lang="en-IN" b="1" dirty="0" err="1">
                <a:solidFill>
                  <a:schemeClr val="bg1"/>
                </a:solidFill>
              </a:rPr>
              <a:t>Manas</a:t>
            </a:r>
            <a:r>
              <a:rPr lang="en-IN" b="1" dirty="0">
                <a:solidFill>
                  <a:schemeClr val="bg1"/>
                </a:solidFill>
              </a:rPr>
              <a:t> </a:t>
            </a:r>
            <a:r>
              <a:rPr lang="en-IN" b="1" dirty="0" err="1">
                <a:solidFill>
                  <a:schemeClr val="bg1"/>
                </a:solidFill>
              </a:rPr>
              <a:t>Tuwani</a:t>
            </a:r>
            <a:endParaRPr lang="en-IN" b="1" dirty="0">
              <a:solidFill>
                <a:schemeClr val="bg1"/>
              </a:solidFill>
            </a:endParaRPr>
          </a:p>
        </p:txBody>
      </p:sp>
    </p:spTree>
    <p:extLst>
      <p:ext uri="{BB962C8B-B14F-4D97-AF65-F5344CB8AC3E}">
        <p14:creationId xmlns:p14="http://schemas.microsoft.com/office/powerpoint/2010/main" xmlns="" val="42492279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LOOPING STATEMENTS</a:t>
            </a:r>
            <a:r>
              <a:rPr lang="en-IN" dirty="0"/>
              <a:t/>
            </a:r>
            <a:br>
              <a:rPr lang="en-IN" dirty="0"/>
            </a:br>
            <a:endParaRPr lang="en-IN" dirty="0"/>
          </a:p>
        </p:txBody>
      </p:sp>
      <p:sp>
        <p:nvSpPr>
          <p:cNvPr id="3" name="Content Placeholder 2"/>
          <p:cNvSpPr>
            <a:spLocks noGrp="1"/>
          </p:cNvSpPr>
          <p:nvPr>
            <p:ph idx="1"/>
          </p:nvPr>
        </p:nvSpPr>
        <p:spPr>
          <a:xfrm>
            <a:off x="457200" y="692696"/>
            <a:ext cx="8229600" cy="5904656"/>
          </a:xfrm>
        </p:spPr>
        <p:txBody>
          <a:bodyPr>
            <a:normAutofit fontScale="92500" lnSpcReduction="20000"/>
          </a:bodyPr>
          <a:lstStyle/>
          <a:p>
            <a:endParaRPr lang="en-IN" dirty="0"/>
          </a:p>
          <a:p>
            <a:pPr marL="0" indent="0">
              <a:buNone/>
            </a:pPr>
            <a:r>
              <a:rPr lang="en-IN" dirty="0"/>
              <a:t>We are using looping statements to execute same lines of code for multiple times in a java program. By default, when we execute program, it will execute only for one time. If we want to execute for multiple times, that is possible with the help of looping statements.</a:t>
            </a:r>
          </a:p>
          <a:p>
            <a:pPr marL="0" indent="0">
              <a:buNone/>
            </a:pPr>
            <a:endParaRPr lang="en-IN" dirty="0"/>
          </a:p>
          <a:p>
            <a:pPr marL="0" indent="0">
              <a:buNone/>
            </a:pPr>
            <a:r>
              <a:rPr lang="en-IN" dirty="0"/>
              <a:t>We are using 4 different looping statements in java</a:t>
            </a:r>
          </a:p>
          <a:p>
            <a:pPr marL="0" indent="0">
              <a:buNone/>
            </a:pPr>
            <a:r>
              <a:rPr lang="en-IN" dirty="0"/>
              <a:t>1. For loop</a:t>
            </a:r>
          </a:p>
          <a:p>
            <a:pPr marL="0" indent="0">
              <a:buNone/>
            </a:pPr>
            <a:r>
              <a:rPr lang="en-IN" dirty="0"/>
              <a:t>2. Nested for loop</a:t>
            </a:r>
          </a:p>
          <a:p>
            <a:pPr marL="0" indent="0">
              <a:buNone/>
            </a:pPr>
            <a:r>
              <a:rPr lang="en-IN" dirty="0"/>
              <a:t>3. While loop</a:t>
            </a:r>
          </a:p>
          <a:p>
            <a:pPr marL="0" indent="0">
              <a:buNone/>
            </a:pPr>
            <a:r>
              <a:rPr lang="en-IN" dirty="0"/>
              <a:t>4. </a:t>
            </a:r>
            <a:r>
              <a:rPr lang="en-IN"/>
              <a:t>do-while loop</a:t>
            </a:r>
            <a:endParaRPr lang="en-IN" dirty="0"/>
          </a:p>
        </p:txBody>
      </p:sp>
    </p:spTree>
    <p:extLst>
      <p:ext uri="{BB962C8B-B14F-4D97-AF65-F5344CB8AC3E}">
        <p14:creationId xmlns:p14="http://schemas.microsoft.com/office/powerpoint/2010/main" xmlns="" val="5365653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For Loop</a:t>
            </a:r>
          </a:p>
        </p:txBody>
      </p:sp>
      <p:sp>
        <p:nvSpPr>
          <p:cNvPr id="3" name="Content Placeholder 2"/>
          <p:cNvSpPr>
            <a:spLocks noGrp="1"/>
          </p:cNvSpPr>
          <p:nvPr>
            <p:ph idx="1"/>
          </p:nvPr>
        </p:nvSpPr>
        <p:spPr/>
        <p:txBody>
          <a:bodyPr>
            <a:normAutofit fontScale="92500" lnSpcReduction="10000"/>
          </a:bodyPr>
          <a:lstStyle/>
          <a:p>
            <a:pPr marL="0" indent="0">
              <a:buNone/>
            </a:pPr>
            <a:r>
              <a:rPr lang="en-IN" dirty="0"/>
              <a:t>We are using for loop to execute same lines of the code for specific number of times.</a:t>
            </a:r>
          </a:p>
          <a:p>
            <a:pPr marL="0" indent="0">
              <a:buNone/>
            </a:pPr>
            <a:endParaRPr lang="en-IN" dirty="0"/>
          </a:p>
          <a:p>
            <a:pPr marL="0" indent="0">
              <a:buNone/>
            </a:pPr>
            <a:r>
              <a:rPr lang="en-IN" dirty="0"/>
              <a:t>Syntax:</a:t>
            </a:r>
          </a:p>
          <a:p>
            <a:pPr marL="0" indent="0">
              <a:buNone/>
            </a:pPr>
            <a:endParaRPr lang="en-IN" dirty="0"/>
          </a:p>
          <a:p>
            <a:pPr marL="0" indent="0">
              <a:buNone/>
            </a:pPr>
            <a:r>
              <a:rPr lang="en-IN" dirty="0"/>
              <a:t>for (initialization; condition;         increment/decrement) {</a:t>
            </a:r>
          </a:p>
          <a:p>
            <a:pPr marL="0" indent="0">
              <a:buNone/>
            </a:pPr>
            <a:r>
              <a:rPr lang="en-IN" dirty="0"/>
              <a:t>Statements;</a:t>
            </a:r>
          </a:p>
          <a:p>
            <a:pPr marL="0" indent="0">
              <a:buNone/>
            </a:pPr>
            <a:r>
              <a:rPr lang="en-IN" dirty="0"/>
              <a:t>}</a:t>
            </a:r>
          </a:p>
        </p:txBody>
      </p:sp>
      <p:sp>
        <p:nvSpPr>
          <p:cNvPr id="4" name="Rectangle 3"/>
          <p:cNvSpPr/>
          <p:nvPr/>
        </p:nvSpPr>
        <p:spPr>
          <a:xfrm>
            <a:off x="323528" y="3717032"/>
            <a:ext cx="5400600" cy="25922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15628962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332656"/>
            <a:ext cx="8568952" cy="626469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228328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ED6CC3-F282-FB2E-9009-B3A695837E03}"/>
              </a:ext>
            </a:extLst>
          </p:cNvPr>
          <p:cNvSpPr>
            <a:spLocks noGrp="1"/>
          </p:cNvSpPr>
          <p:nvPr>
            <p:ph type="title"/>
          </p:nvPr>
        </p:nvSpPr>
        <p:spPr/>
        <p:txBody>
          <a:bodyPr>
            <a:normAutofit/>
          </a:bodyPr>
          <a:lstStyle/>
          <a:p>
            <a:pPr algn="l"/>
            <a:r>
              <a:rPr lang="en-US" sz="3600" u="sng" dirty="0"/>
              <a:t>Table</a:t>
            </a:r>
            <a:endParaRPr lang="en-IN" sz="3600" u="sng" dirty="0"/>
          </a:p>
        </p:txBody>
      </p:sp>
      <p:pic>
        <p:nvPicPr>
          <p:cNvPr id="5" name="Content Placeholder 4">
            <a:extLst>
              <a:ext uri="{FF2B5EF4-FFF2-40B4-BE49-F238E27FC236}">
                <a16:creationId xmlns:a16="http://schemas.microsoft.com/office/drawing/2014/main" xmlns="" id="{0543C01D-9572-1606-8BA2-040A16612205}"/>
              </a:ext>
            </a:extLst>
          </p:cNvPr>
          <p:cNvPicPr>
            <a:picLocks noGrp="1" noChangeAspect="1"/>
          </p:cNvPicPr>
          <p:nvPr>
            <p:ph idx="1"/>
          </p:nvPr>
        </p:nvPicPr>
        <p:blipFill>
          <a:blip r:embed="rId2" cstate="print"/>
          <a:stretch>
            <a:fillRect/>
          </a:stretch>
        </p:blipFill>
        <p:spPr>
          <a:xfrm>
            <a:off x="548922" y="1600200"/>
            <a:ext cx="8046156" cy="4525963"/>
          </a:xfrm>
        </p:spPr>
      </p:pic>
    </p:spTree>
    <p:extLst>
      <p:ext uri="{BB962C8B-B14F-4D97-AF65-F5344CB8AC3E}">
        <p14:creationId xmlns:p14="http://schemas.microsoft.com/office/powerpoint/2010/main" xmlns="" val="36648982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95536" y="764704"/>
            <a:ext cx="8401489" cy="547260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Nested for loop</a:t>
            </a:r>
            <a:br>
              <a:rPr lang="en-IN" b="1" dirty="0"/>
            </a:br>
            <a:endParaRPr lang="en-IN" b="1" dirty="0"/>
          </a:p>
        </p:txBody>
      </p:sp>
      <p:sp>
        <p:nvSpPr>
          <p:cNvPr id="3" name="Content Placeholder 2"/>
          <p:cNvSpPr>
            <a:spLocks noGrp="1"/>
          </p:cNvSpPr>
          <p:nvPr>
            <p:ph idx="1"/>
          </p:nvPr>
        </p:nvSpPr>
        <p:spPr>
          <a:xfrm>
            <a:off x="457200" y="1124744"/>
            <a:ext cx="8229600" cy="5400600"/>
          </a:xfrm>
        </p:spPr>
        <p:txBody>
          <a:bodyPr>
            <a:normAutofit fontScale="85000" lnSpcReduction="10000"/>
          </a:bodyPr>
          <a:lstStyle/>
          <a:p>
            <a:pPr marL="0" indent="0">
              <a:buNone/>
            </a:pPr>
            <a:r>
              <a:rPr lang="en-IN" dirty="0"/>
              <a:t>In nested for loop we are inserting one for loop inside another for loop. Execution starts always from main loop, it goes to sub loop, complete the sub loop all the iterations then it comes back to main loop.</a:t>
            </a:r>
          </a:p>
          <a:p>
            <a:pPr marL="0" indent="0">
              <a:buNone/>
            </a:pPr>
            <a:endParaRPr lang="en-IN" dirty="0"/>
          </a:p>
          <a:p>
            <a:pPr marL="0" indent="0">
              <a:buNone/>
            </a:pPr>
            <a:r>
              <a:rPr lang="en-IN" dirty="0"/>
              <a:t>Syntax:</a:t>
            </a:r>
          </a:p>
          <a:p>
            <a:pPr marL="0" indent="0">
              <a:buNone/>
            </a:pPr>
            <a:endParaRPr lang="en-IN" dirty="0"/>
          </a:p>
          <a:p>
            <a:pPr marL="0" indent="0">
              <a:buNone/>
            </a:pPr>
            <a:r>
              <a:rPr lang="en-IN" dirty="0"/>
              <a:t>For (Initialization; Condition; Increment/Decrement) {</a:t>
            </a:r>
          </a:p>
          <a:p>
            <a:pPr marL="0" indent="0">
              <a:buNone/>
            </a:pPr>
            <a:r>
              <a:rPr lang="en-IN" dirty="0"/>
              <a:t>For (Initialization; Condition; Increment/Decrement) {</a:t>
            </a:r>
          </a:p>
          <a:p>
            <a:pPr marL="0" indent="0">
              <a:buNone/>
            </a:pPr>
            <a:r>
              <a:rPr lang="en-IN" dirty="0"/>
              <a:t>For (Initialization; Condition; Increment/Decrement) {</a:t>
            </a:r>
          </a:p>
          <a:p>
            <a:pPr marL="0" indent="0">
              <a:buNone/>
            </a:pPr>
            <a:r>
              <a:rPr lang="en-IN" dirty="0"/>
              <a:t>Statements;</a:t>
            </a:r>
          </a:p>
          <a:p>
            <a:pPr marL="0" indent="0">
              <a:buNone/>
            </a:pPr>
            <a:r>
              <a:rPr lang="en-IN" dirty="0"/>
              <a:t>} } }</a:t>
            </a:r>
          </a:p>
        </p:txBody>
      </p:sp>
      <p:sp>
        <p:nvSpPr>
          <p:cNvPr id="4" name="Rectangle 3"/>
          <p:cNvSpPr/>
          <p:nvPr/>
        </p:nvSpPr>
        <p:spPr>
          <a:xfrm>
            <a:off x="395536" y="3789040"/>
            <a:ext cx="8280920" cy="2664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6321387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xmlns="" id="{2A8208DA-BEC0-722B-0322-1AFA5DB88BFD}"/>
              </a:ext>
            </a:extLst>
          </p:cNvPr>
          <p:cNvPicPr>
            <a:picLocks noChangeAspect="1"/>
          </p:cNvPicPr>
          <p:nvPr/>
        </p:nvPicPr>
        <p:blipFill>
          <a:blip r:embed="rId2" cstate="print"/>
          <a:stretch>
            <a:fillRect/>
          </a:stretch>
        </p:blipFill>
        <p:spPr>
          <a:xfrm>
            <a:off x="482600" y="1547875"/>
            <a:ext cx="8178799" cy="3762248"/>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605994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8928992" cy="640871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3946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52EEC0-F7AA-56C5-65B3-DE2D581437DE}"/>
              </a:ext>
            </a:extLst>
          </p:cNvPr>
          <p:cNvSpPr>
            <a:spLocks noGrp="1"/>
          </p:cNvSpPr>
          <p:nvPr>
            <p:ph type="title"/>
          </p:nvPr>
        </p:nvSpPr>
        <p:spPr/>
        <p:txBody>
          <a:bodyPr/>
          <a:lstStyle/>
          <a:p>
            <a:r>
              <a:rPr lang="en-US" dirty="0"/>
              <a:t>Infinite For Loop</a:t>
            </a:r>
            <a:endParaRPr lang="en-IN" dirty="0"/>
          </a:p>
        </p:txBody>
      </p:sp>
      <p:sp>
        <p:nvSpPr>
          <p:cNvPr id="3" name="Content Placeholder 2">
            <a:extLst>
              <a:ext uri="{FF2B5EF4-FFF2-40B4-BE49-F238E27FC236}">
                <a16:creationId xmlns:a16="http://schemas.microsoft.com/office/drawing/2014/main" xmlns="" id="{48B90AF6-DE15-74A0-08CD-FAC2F597C404}"/>
              </a:ext>
            </a:extLst>
          </p:cNvPr>
          <p:cNvSpPr>
            <a:spLocks noGrp="1"/>
          </p:cNvSpPr>
          <p:nvPr>
            <p:ph idx="1"/>
          </p:nvPr>
        </p:nvSpPr>
        <p:spPr/>
        <p:txBody>
          <a:bodyPr/>
          <a:lstStyle/>
          <a:p>
            <a:pPr marL="0" indent="0">
              <a:buNone/>
            </a:pPr>
            <a:r>
              <a:rPr lang="en-US" b="0" i="0" dirty="0">
                <a:solidFill>
                  <a:srgbClr val="333333"/>
                </a:solidFill>
                <a:effectLst/>
                <a:latin typeface="inter-regular"/>
              </a:rPr>
              <a:t>If we use double semicolon in for loop, it will be executed infinite times.</a:t>
            </a:r>
            <a:endParaRPr lang="en-IN" dirty="0"/>
          </a:p>
        </p:txBody>
      </p:sp>
      <p:sp>
        <p:nvSpPr>
          <p:cNvPr id="5" name="TextBox 4">
            <a:extLst>
              <a:ext uri="{FF2B5EF4-FFF2-40B4-BE49-F238E27FC236}">
                <a16:creationId xmlns:a16="http://schemas.microsoft.com/office/drawing/2014/main" xmlns="" id="{6B9152EB-3073-2FE5-CD7E-B3B3B0C1D0D0}"/>
              </a:ext>
            </a:extLst>
          </p:cNvPr>
          <p:cNvSpPr txBox="1"/>
          <p:nvPr/>
        </p:nvSpPr>
        <p:spPr>
          <a:xfrm>
            <a:off x="755576" y="3429000"/>
            <a:ext cx="4572000" cy="1477328"/>
          </a:xfrm>
          <a:prstGeom prst="rect">
            <a:avLst/>
          </a:prstGeom>
          <a:noFill/>
        </p:spPr>
        <p:txBody>
          <a:bodyPr wrap="square">
            <a:spAutoFit/>
          </a:bodyPr>
          <a:lstStyle/>
          <a:p>
            <a:pPr marL="0" indent="0">
              <a:buNone/>
            </a:pPr>
            <a:r>
              <a:rPr lang="en-IN" b="1" dirty="0"/>
              <a:t>Syntax:</a:t>
            </a:r>
          </a:p>
          <a:p>
            <a:pPr marL="0" indent="0">
              <a:buNone/>
            </a:pPr>
            <a:endParaRPr lang="en-IN" b="1" dirty="0"/>
          </a:p>
          <a:p>
            <a:pPr marL="0" indent="0">
              <a:buNone/>
            </a:pPr>
            <a:r>
              <a:rPr lang="en-IN" b="1" dirty="0"/>
              <a:t>for ( ; ; ) {</a:t>
            </a:r>
          </a:p>
          <a:p>
            <a:pPr marL="0" indent="0">
              <a:buNone/>
            </a:pPr>
            <a:r>
              <a:rPr lang="en-IN" b="1" dirty="0"/>
              <a:t>Statements;</a:t>
            </a:r>
          </a:p>
          <a:p>
            <a:pPr marL="0" indent="0">
              <a:buNone/>
            </a:pPr>
            <a:r>
              <a:rPr lang="en-IN" b="1" dirty="0"/>
              <a:t>}</a:t>
            </a:r>
          </a:p>
        </p:txBody>
      </p:sp>
      <p:sp>
        <p:nvSpPr>
          <p:cNvPr id="6" name="Rectangle 5">
            <a:extLst>
              <a:ext uri="{FF2B5EF4-FFF2-40B4-BE49-F238E27FC236}">
                <a16:creationId xmlns:a16="http://schemas.microsoft.com/office/drawing/2014/main" xmlns="" id="{FA96E31E-593F-7FA1-40FD-09D6100E2915}"/>
              </a:ext>
            </a:extLst>
          </p:cNvPr>
          <p:cNvSpPr/>
          <p:nvPr/>
        </p:nvSpPr>
        <p:spPr>
          <a:xfrm>
            <a:off x="611560" y="3356992"/>
            <a:ext cx="3888432" cy="1656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1811490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 text, application&#10;&#10;Description automatically generated">
            <a:extLst>
              <a:ext uri="{FF2B5EF4-FFF2-40B4-BE49-F238E27FC236}">
                <a16:creationId xmlns:a16="http://schemas.microsoft.com/office/drawing/2014/main" xmlns="" id="{FCD77657-9BE7-C586-BAB5-88249CE03EA5}"/>
              </a:ext>
            </a:extLst>
          </p:cNvPr>
          <p:cNvPicPr>
            <a:picLocks noChangeAspect="1"/>
          </p:cNvPicPr>
          <p:nvPr/>
        </p:nvPicPr>
        <p:blipFill>
          <a:blip r:embed="rId2" cstate="print"/>
          <a:stretch>
            <a:fillRect/>
          </a:stretch>
        </p:blipFill>
        <p:spPr>
          <a:xfrm>
            <a:off x="482600" y="1123844"/>
            <a:ext cx="8178799" cy="4600573"/>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83705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792088"/>
          </a:xfrm>
        </p:spPr>
        <p:txBody>
          <a:bodyPr>
            <a:normAutofit fontScale="90000"/>
          </a:bodyPr>
          <a:lstStyle/>
          <a:p>
            <a:r>
              <a:rPr lang="en-IN" b="1" dirty="0"/>
              <a:t>While loop</a:t>
            </a:r>
            <a:br>
              <a:rPr lang="en-IN" b="1" dirty="0"/>
            </a:br>
            <a:endParaRPr lang="en-IN" b="1" dirty="0"/>
          </a:p>
        </p:txBody>
      </p:sp>
      <p:sp>
        <p:nvSpPr>
          <p:cNvPr id="3" name="Content Placeholder 2"/>
          <p:cNvSpPr>
            <a:spLocks noGrp="1"/>
          </p:cNvSpPr>
          <p:nvPr>
            <p:ph idx="1"/>
          </p:nvPr>
        </p:nvSpPr>
        <p:spPr>
          <a:xfrm>
            <a:off x="251520" y="1600200"/>
            <a:ext cx="9073008" cy="4525963"/>
          </a:xfrm>
        </p:spPr>
        <p:txBody>
          <a:bodyPr>
            <a:normAutofit fontScale="92500"/>
          </a:bodyPr>
          <a:lstStyle/>
          <a:p>
            <a:pPr marL="0" indent="0">
              <a:buNone/>
            </a:pPr>
            <a:r>
              <a:rPr lang="en-IN" dirty="0"/>
              <a:t>We are using while loop to execute the same lines of the code for multiple times until the condition is satisfied.</a:t>
            </a:r>
          </a:p>
          <a:p>
            <a:pPr marL="0" indent="0">
              <a:buNone/>
            </a:pPr>
            <a:endParaRPr lang="en-IN" dirty="0"/>
          </a:p>
          <a:p>
            <a:pPr marL="0" indent="0">
              <a:buNone/>
            </a:pPr>
            <a:r>
              <a:rPr lang="en-IN" dirty="0"/>
              <a:t>Syntax:</a:t>
            </a:r>
          </a:p>
          <a:p>
            <a:pPr marL="0" indent="0">
              <a:buNone/>
            </a:pPr>
            <a:endParaRPr lang="en-IN" dirty="0"/>
          </a:p>
          <a:p>
            <a:pPr marL="0" indent="0">
              <a:buNone/>
            </a:pPr>
            <a:r>
              <a:rPr lang="en-IN" dirty="0"/>
              <a:t>While (condition) {</a:t>
            </a:r>
          </a:p>
          <a:p>
            <a:pPr marL="0" indent="0">
              <a:buNone/>
            </a:pPr>
            <a:r>
              <a:rPr lang="en-IN" dirty="0"/>
              <a:t>Statements; </a:t>
            </a:r>
          </a:p>
          <a:p>
            <a:pPr marL="0" indent="0">
              <a:buNone/>
            </a:pPr>
            <a:r>
              <a:rPr lang="en-IN" dirty="0"/>
              <a:t>Increment/decrement ; }</a:t>
            </a:r>
          </a:p>
        </p:txBody>
      </p:sp>
      <p:sp>
        <p:nvSpPr>
          <p:cNvPr id="4" name="Rectangle 3"/>
          <p:cNvSpPr/>
          <p:nvPr/>
        </p:nvSpPr>
        <p:spPr>
          <a:xfrm>
            <a:off x="179512" y="4077072"/>
            <a:ext cx="5760640"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2592350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1620" y="1316015"/>
            <a:ext cx="6840760" cy="4401205"/>
          </a:xfrm>
          <a:prstGeom prst="rect">
            <a:avLst/>
          </a:prstGeom>
        </p:spPr>
        <p:txBody>
          <a:bodyPr wrap="square">
            <a:spAutoFit/>
          </a:bodyPr>
          <a:lstStyle/>
          <a:p>
            <a:r>
              <a:rPr lang="en-IN" sz="2000" dirty="0"/>
              <a:t>package </a:t>
            </a:r>
            <a:r>
              <a:rPr lang="en-IN" sz="2000" dirty="0" err="1"/>
              <a:t>whileloop</a:t>
            </a:r>
            <a:r>
              <a:rPr lang="en-IN" sz="2000" dirty="0"/>
              <a:t>;</a:t>
            </a:r>
          </a:p>
          <a:p>
            <a:endParaRPr lang="en-IN" sz="2000" dirty="0"/>
          </a:p>
          <a:p>
            <a:r>
              <a:rPr lang="en-IN" sz="2000" dirty="0"/>
              <a:t>public class </a:t>
            </a:r>
            <a:r>
              <a:rPr lang="en-IN" sz="2000" dirty="0" err="1"/>
              <a:t>While_Loop</a:t>
            </a:r>
            <a:r>
              <a:rPr lang="en-IN" sz="2000" dirty="0"/>
              <a:t> {</a:t>
            </a:r>
          </a:p>
          <a:p>
            <a:endParaRPr lang="en-IN" sz="2000" dirty="0"/>
          </a:p>
          <a:p>
            <a:r>
              <a:rPr lang="en-IN" sz="2000" dirty="0"/>
              <a:t>public static void main(String[] </a:t>
            </a:r>
            <a:r>
              <a:rPr lang="en-IN" sz="2000" dirty="0" err="1"/>
              <a:t>args</a:t>
            </a:r>
            <a:r>
              <a:rPr lang="en-IN" sz="2000" dirty="0"/>
              <a:t>) {</a:t>
            </a:r>
          </a:p>
          <a:p>
            <a:endParaRPr lang="en-IN" sz="2000" dirty="0"/>
          </a:p>
          <a:p>
            <a:r>
              <a:rPr lang="en-IN" sz="2000" dirty="0" err="1"/>
              <a:t>int</a:t>
            </a:r>
            <a:r>
              <a:rPr lang="en-IN" sz="2000" dirty="0"/>
              <a:t> n =1;</a:t>
            </a:r>
          </a:p>
          <a:p>
            <a:r>
              <a:rPr lang="en-IN" sz="2000" dirty="0"/>
              <a:t>while(n&lt;10)</a:t>
            </a:r>
          </a:p>
          <a:p>
            <a:r>
              <a:rPr lang="en-IN" sz="2000" dirty="0"/>
              <a:t>{</a:t>
            </a:r>
          </a:p>
          <a:p>
            <a:r>
              <a:rPr lang="en-IN" sz="2000" dirty="0"/>
              <a:t>       </a:t>
            </a:r>
            <a:r>
              <a:rPr lang="en-IN" sz="2000" dirty="0" err="1"/>
              <a:t>System.</a:t>
            </a:r>
            <a:r>
              <a:rPr lang="en-IN" sz="2000" i="1" dirty="0" err="1"/>
              <a:t>out.println</a:t>
            </a:r>
            <a:r>
              <a:rPr lang="en-IN" sz="2000" i="1" dirty="0"/>
              <a:t>("n is "+n);</a:t>
            </a:r>
          </a:p>
          <a:p>
            <a:r>
              <a:rPr lang="en-IN" sz="2000" dirty="0"/>
              <a:t>       n++;</a:t>
            </a:r>
          </a:p>
          <a:p>
            <a:r>
              <a:rPr lang="en-IN" sz="2000" dirty="0"/>
              <a:t>}</a:t>
            </a:r>
          </a:p>
          <a:p>
            <a:r>
              <a:rPr lang="en-IN" sz="2000" dirty="0"/>
              <a:t>}</a:t>
            </a:r>
          </a:p>
          <a:p>
            <a:r>
              <a:rPr lang="en-IN" sz="2000" dirty="0"/>
              <a:t>}</a:t>
            </a:r>
          </a:p>
        </p:txBody>
      </p:sp>
      <p:sp>
        <p:nvSpPr>
          <p:cNvPr id="3" name="Title 1"/>
          <p:cNvSpPr txBox="1">
            <a:spLocks/>
          </p:cNvSpPr>
          <p:nvPr/>
        </p:nvSpPr>
        <p:spPr>
          <a:xfrm>
            <a:off x="457200" y="476672"/>
            <a:ext cx="8229600" cy="792088"/>
          </a:xfrm>
          <a:prstGeom prst="rect">
            <a:avLst/>
          </a:prstGeom>
        </p:spPr>
        <p:txBody>
          <a:bodyPr>
            <a:normAutofit fontScale="5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5300" b="1" dirty="0"/>
              <a:t>While loop</a:t>
            </a:r>
            <a:r>
              <a:rPr lang="en-IN" b="1" dirty="0"/>
              <a:t/>
            </a:r>
            <a:br>
              <a:rPr lang="en-IN" b="1" dirty="0"/>
            </a:br>
            <a:endParaRPr lang="en-IN" b="1" dirty="0"/>
          </a:p>
        </p:txBody>
      </p:sp>
      <p:sp>
        <p:nvSpPr>
          <p:cNvPr id="4" name="Rectangle 3">
            <a:extLst>
              <a:ext uri="{FF2B5EF4-FFF2-40B4-BE49-F238E27FC236}">
                <a16:creationId xmlns:a16="http://schemas.microsoft.com/office/drawing/2014/main" xmlns="" id="{065F8645-48DB-CE2E-C383-6851136DEBC9}"/>
              </a:ext>
            </a:extLst>
          </p:cNvPr>
          <p:cNvSpPr/>
          <p:nvPr/>
        </p:nvSpPr>
        <p:spPr>
          <a:xfrm>
            <a:off x="395536" y="260648"/>
            <a:ext cx="8291264" cy="59766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xmlns="" val="1131015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332656"/>
            <a:ext cx="7848872" cy="65253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75715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53B021B3-DE93-4AB7-8A18-CF5F1CED88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C4697FC-CB54-08CD-17AD-901E70D1C5F4}"/>
              </a:ext>
            </a:extLst>
          </p:cNvPr>
          <p:cNvSpPr>
            <a:spLocks noGrp="1"/>
          </p:cNvSpPr>
          <p:nvPr>
            <p:ph type="title"/>
          </p:nvPr>
        </p:nvSpPr>
        <p:spPr>
          <a:xfrm>
            <a:off x="630936" y="256032"/>
            <a:ext cx="7879842" cy="1014984"/>
          </a:xfrm>
        </p:spPr>
        <p:txBody>
          <a:bodyPr anchor="b">
            <a:normAutofit/>
          </a:bodyPr>
          <a:lstStyle/>
          <a:p>
            <a:pPr>
              <a:lnSpc>
                <a:spcPct val="90000"/>
              </a:lnSpc>
            </a:pPr>
            <a:r>
              <a:rPr lang="en-IN" sz="3100" b="0" i="0">
                <a:effectLst/>
                <a:latin typeface="erdana"/>
              </a:rPr>
              <a:t>Infinite While Loop</a:t>
            </a:r>
            <a:br>
              <a:rPr lang="en-IN" sz="3100" b="0" i="0">
                <a:effectLst/>
                <a:latin typeface="erdana"/>
              </a:rPr>
            </a:br>
            <a:endParaRPr lang="en-IN" sz="3100"/>
          </a:p>
        </p:txBody>
      </p:sp>
      <p:sp>
        <p:nvSpPr>
          <p:cNvPr id="12" name="Rectangle 11">
            <a:extLst>
              <a:ext uri="{FF2B5EF4-FFF2-40B4-BE49-F238E27FC236}">
                <a16:creationId xmlns:a16="http://schemas.microsoft.com/office/drawing/2014/main" xmlns="" id="{52D502E5-F6B4-4D58-B4AE-FC466FF15E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xmlns="" id="{9DECDBF4-02B6-4BB4-B65B-B8107AD6A9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xmlns="" id="{CAC7A212-4339-8032-6C36-E1F5F90943FA}"/>
              </a:ext>
            </a:extLst>
          </p:cNvPr>
          <p:cNvSpPr>
            <a:spLocks/>
          </p:cNvSpPr>
          <p:nvPr/>
        </p:nvSpPr>
        <p:spPr>
          <a:xfrm>
            <a:off x="628650" y="1936337"/>
            <a:ext cx="7886700" cy="4337381"/>
          </a:xfrm>
          <a:prstGeom prst="rect">
            <a:avLst/>
          </a:prstGeom>
        </p:spPr>
        <p:txBody>
          <a:bodyPr/>
          <a:lstStyle/>
          <a:p>
            <a:pPr defTabSz="868680">
              <a:spcAft>
                <a:spcPts val="600"/>
              </a:spcAft>
            </a:pPr>
            <a:r>
              <a:rPr lang="en-US" sz="2000" kern="1200" dirty="0">
                <a:solidFill>
                  <a:srgbClr val="333333"/>
                </a:solidFill>
                <a:latin typeface="inter-regular"/>
                <a:ea typeface="+mn-ea"/>
                <a:cs typeface="+mn-cs"/>
              </a:rPr>
              <a:t>We can also create infinite while loop by passing</a:t>
            </a:r>
            <a:r>
              <a:rPr lang="en-US" sz="2000" b="1" kern="1200" dirty="0">
                <a:solidFill>
                  <a:srgbClr val="333333"/>
                </a:solidFill>
                <a:latin typeface="inter-regular"/>
                <a:ea typeface="+mn-ea"/>
                <a:cs typeface="+mn-cs"/>
              </a:rPr>
              <a:t> true </a:t>
            </a:r>
            <a:r>
              <a:rPr lang="en-US" sz="2000" kern="1200" dirty="0">
                <a:solidFill>
                  <a:srgbClr val="333333"/>
                </a:solidFill>
                <a:latin typeface="inter-regular"/>
                <a:ea typeface="+mn-ea"/>
                <a:cs typeface="+mn-cs"/>
              </a:rPr>
              <a:t>as the test condition.</a:t>
            </a:r>
          </a:p>
          <a:p>
            <a:pPr defTabSz="868680">
              <a:spcAft>
                <a:spcPts val="600"/>
              </a:spcAft>
            </a:pPr>
            <a:endParaRPr lang="en-US" sz="1710" kern="1200" dirty="0">
              <a:solidFill>
                <a:srgbClr val="333333"/>
              </a:solidFill>
              <a:latin typeface="inter-regular"/>
              <a:ea typeface="+mn-ea"/>
              <a:cs typeface="+mn-cs"/>
            </a:endParaRPr>
          </a:p>
          <a:p>
            <a:pPr defTabSz="868680">
              <a:spcAft>
                <a:spcPts val="600"/>
              </a:spcAft>
            </a:pPr>
            <a:endParaRPr lang="en-US" sz="1710" dirty="0">
              <a:solidFill>
                <a:srgbClr val="333333"/>
              </a:solidFill>
              <a:latin typeface="inter-regular"/>
            </a:endParaRPr>
          </a:p>
          <a:p>
            <a:pPr defTabSz="868680">
              <a:spcAft>
                <a:spcPts val="600"/>
              </a:spcAft>
            </a:pPr>
            <a:endParaRPr lang="en-US" sz="1710" kern="1200" dirty="0">
              <a:solidFill>
                <a:srgbClr val="333333"/>
              </a:solidFill>
              <a:latin typeface="inter-regular"/>
              <a:ea typeface="+mn-ea"/>
              <a:cs typeface="+mn-cs"/>
            </a:endParaRPr>
          </a:p>
          <a:p>
            <a:pPr defTabSz="868680">
              <a:spcAft>
                <a:spcPts val="600"/>
              </a:spcAft>
            </a:pPr>
            <a:endParaRPr lang="en-US" sz="1710" kern="1200" dirty="0">
              <a:solidFill>
                <a:srgbClr val="333333"/>
              </a:solidFill>
              <a:latin typeface="inter-regular"/>
              <a:ea typeface="+mn-ea"/>
              <a:cs typeface="+mn-cs"/>
            </a:endParaRPr>
          </a:p>
          <a:p>
            <a:pPr defTabSz="868680">
              <a:spcAft>
                <a:spcPts val="600"/>
              </a:spcAft>
            </a:pPr>
            <a:r>
              <a:rPr lang="en-IN" kern="1200" dirty="0">
                <a:solidFill>
                  <a:schemeClr val="tx1"/>
                </a:solidFill>
                <a:latin typeface="+mn-lt"/>
                <a:ea typeface="+mn-ea"/>
                <a:cs typeface="+mn-cs"/>
              </a:rPr>
              <a:t>  While (true) {</a:t>
            </a:r>
          </a:p>
          <a:p>
            <a:pPr defTabSz="868680">
              <a:spcAft>
                <a:spcPts val="600"/>
              </a:spcAft>
            </a:pPr>
            <a:r>
              <a:rPr lang="en-IN" kern="1200" dirty="0">
                <a:solidFill>
                  <a:schemeClr val="tx1"/>
                </a:solidFill>
                <a:latin typeface="inter-regular"/>
                <a:ea typeface="+mn-ea"/>
                <a:cs typeface="+mn-cs"/>
              </a:rPr>
              <a:t>    SOP("Infinitive While Loop");  </a:t>
            </a:r>
          </a:p>
          <a:p>
            <a:pPr defTabSz="868680">
              <a:spcAft>
                <a:spcPts val="600"/>
              </a:spcAft>
            </a:pPr>
            <a:r>
              <a:rPr lang="en-IN" kern="1200" dirty="0">
                <a:solidFill>
                  <a:schemeClr val="tx1"/>
                </a:solidFill>
                <a:latin typeface="+mn-lt"/>
                <a:ea typeface="+mn-ea"/>
                <a:cs typeface="+mn-cs"/>
              </a:rPr>
              <a:t>   }</a:t>
            </a:r>
          </a:p>
          <a:p>
            <a:pPr marL="0" indent="0">
              <a:spcAft>
                <a:spcPts val="600"/>
              </a:spcAft>
              <a:buNone/>
            </a:pPr>
            <a:endParaRPr lang="en-IN" dirty="0"/>
          </a:p>
        </p:txBody>
      </p:sp>
      <p:sp>
        <p:nvSpPr>
          <p:cNvPr id="4" name="Rectangle 3">
            <a:extLst>
              <a:ext uri="{FF2B5EF4-FFF2-40B4-BE49-F238E27FC236}">
                <a16:creationId xmlns:a16="http://schemas.microsoft.com/office/drawing/2014/main" xmlns="" id="{74B4BA6F-C802-A0AB-B165-3AF59DAD57D4}"/>
              </a:ext>
            </a:extLst>
          </p:cNvPr>
          <p:cNvSpPr/>
          <p:nvPr/>
        </p:nvSpPr>
        <p:spPr>
          <a:xfrm>
            <a:off x="707571" y="3584326"/>
            <a:ext cx="4512501" cy="17354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2544708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 text, application&#10;&#10;Description automatically generated with medium confidence">
            <a:extLst>
              <a:ext uri="{FF2B5EF4-FFF2-40B4-BE49-F238E27FC236}">
                <a16:creationId xmlns:a16="http://schemas.microsoft.com/office/drawing/2014/main" xmlns="" id="{61B5462F-78BA-5A31-79A5-2DED5A647734}"/>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059925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53B021B3-DE93-4AB7-8A18-CF5F1CED88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4CBBF17-8FDE-0475-1F79-D2C46EF3297A}"/>
              </a:ext>
            </a:extLst>
          </p:cNvPr>
          <p:cNvSpPr>
            <a:spLocks noGrp="1"/>
          </p:cNvSpPr>
          <p:nvPr>
            <p:ph type="title"/>
          </p:nvPr>
        </p:nvSpPr>
        <p:spPr>
          <a:xfrm>
            <a:off x="630936" y="256032"/>
            <a:ext cx="7879842" cy="1014984"/>
          </a:xfrm>
        </p:spPr>
        <p:txBody>
          <a:bodyPr anchor="b">
            <a:normAutofit/>
          </a:bodyPr>
          <a:lstStyle/>
          <a:p>
            <a:r>
              <a:rPr lang="en-US" b="1"/>
              <a:t>Do while Loop</a:t>
            </a:r>
            <a:endParaRPr lang="en-IN" b="1"/>
          </a:p>
        </p:txBody>
      </p:sp>
      <p:sp>
        <p:nvSpPr>
          <p:cNvPr id="12" name="Rectangle 11">
            <a:extLst>
              <a:ext uri="{FF2B5EF4-FFF2-40B4-BE49-F238E27FC236}">
                <a16:creationId xmlns:a16="http://schemas.microsoft.com/office/drawing/2014/main" xmlns="" id="{52D502E5-F6B4-4D58-B4AE-FC466FF15E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xmlns="" id="{9DECDBF4-02B6-4BB4-B65B-B8107AD6A9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xmlns="" id="{E0F70729-2DAB-BDD8-D242-58E8D5C5A96B}"/>
              </a:ext>
            </a:extLst>
          </p:cNvPr>
          <p:cNvSpPr>
            <a:spLocks/>
          </p:cNvSpPr>
          <p:nvPr/>
        </p:nvSpPr>
        <p:spPr>
          <a:xfrm>
            <a:off x="629210" y="1936491"/>
            <a:ext cx="7886140" cy="4337073"/>
          </a:xfrm>
          <a:prstGeom prst="rect">
            <a:avLst/>
          </a:prstGeom>
        </p:spPr>
        <p:txBody>
          <a:bodyPr/>
          <a:lstStyle/>
          <a:p>
            <a:pPr defTabSz="868680">
              <a:spcAft>
                <a:spcPts val="600"/>
              </a:spcAft>
            </a:pPr>
            <a:r>
              <a:rPr lang="en-US" sz="1900" kern="1200" dirty="0">
                <a:solidFill>
                  <a:schemeClr val="tx1"/>
                </a:solidFill>
                <a:latin typeface="+mn-lt"/>
                <a:ea typeface="+mn-ea"/>
                <a:cs typeface="+mn-cs"/>
              </a:rPr>
              <a:t>Do-while loop is similar to while loop except the fact that it guaranteed to execute at least once.</a:t>
            </a:r>
          </a:p>
          <a:p>
            <a:pPr defTabSz="868680">
              <a:spcAft>
                <a:spcPts val="600"/>
              </a:spcAft>
            </a:pPr>
            <a:r>
              <a:rPr lang="en-US" sz="2000" b="0" i="0" dirty="0">
                <a:effectLst/>
              </a:rPr>
              <a:t>Note: The do block is executed at least once, even if the condition is false.</a:t>
            </a:r>
          </a:p>
          <a:p>
            <a:pPr defTabSz="868680">
              <a:spcAft>
                <a:spcPts val="600"/>
              </a:spcAft>
            </a:pPr>
            <a:endParaRPr lang="en-US" sz="1900" kern="1200" dirty="0">
              <a:solidFill>
                <a:schemeClr val="tx1"/>
              </a:solidFill>
              <a:latin typeface="+mn-lt"/>
              <a:ea typeface="+mn-ea"/>
              <a:cs typeface="+mn-cs"/>
            </a:endParaRPr>
          </a:p>
          <a:p>
            <a:pPr defTabSz="868680">
              <a:spcAft>
                <a:spcPts val="600"/>
              </a:spcAft>
            </a:pPr>
            <a:endParaRPr lang="en-US" sz="1710" kern="1200" dirty="0">
              <a:solidFill>
                <a:schemeClr val="tx1"/>
              </a:solidFill>
              <a:latin typeface="+mn-lt"/>
              <a:ea typeface="+mn-ea"/>
              <a:cs typeface="+mn-cs"/>
            </a:endParaRPr>
          </a:p>
          <a:p>
            <a:pPr defTabSz="868680">
              <a:spcAft>
                <a:spcPts val="600"/>
              </a:spcAft>
            </a:pPr>
            <a:r>
              <a:rPr lang="en-US" sz="2280" b="1" u="sng" kern="1200" dirty="0">
                <a:solidFill>
                  <a:schemeClr val="tx1"/>
                </a:solidFill>
                <a:latin typeface="+mn-lt"/>
                <a:ea typeface="+mn-ea"/>
                <a:cs typeface="+mn-cs"/>
              </a:rPr>
              <a:t>Syntax:</a:t>
            </a:r>
          </a:p>
          <a:p>
            <a:pPr defTabSz="868680">
              <a:spcAft>
                <a:spcPts val="600"/>
              </a:spcAft>
            </a:pPr>
            <a:endParaRPr lang="en-US" sz="1045" kern="1200" dirty="0">
              <a:solidFill>
                <a:schemeClr val="tx1"/>
              </a:solidFill>
              <a:latin typeface="+mn-lt"/>
              <a:ea typeface="+mn-ea"/>
              <a:cs typeface="+mn-cs"/>
            </a:endParaRPr>
          </a:p>
          <a:p>
            <a:pPr defTabSz="868680">
              <a:spcAft>
                <a:spcPts val="600"/>
              </a:spcAft>
            </a:pPr>
            <a:r>
              <a:rPr lang="en-IN" sz="2280" kern="1200" dirty="0">
                <a:solidFill>
                  <a:schemeClr val="tx1"/>
                </a:solidFill>
                <a:latin typeface="+mn-lt"/>
                <a:ea typeface="+mn-ea"/>
                <a:cs typeface="+mn-cs"/>
              </a:rPr>
              <a:t>do {</a:t>
            </a:r>
          </a:p>
          <a:p>
            <a:pPr defTabSz="868680">
              <a:spcAft>
                <a:spcPts val="600"/>
              </a:spcAft>
            </a:pPr>
            <a:r>
              <a:rPr lang="en-IN" sz="1710" kern="1200" dirty="0">
                <a:solidFill>
                  <a:schemeClr val="tx1"/>
                </a:solidFill>
                <a:latin typeface="+mn-lt"/>
                <a:ea typeface="+mn-ea"/>
                <a:cs typeface="+mn-cs"/>
              </a:rPr>
              <a:t>-----------// Code //-------</a:t>
            </a:r>
          </a:p>
          <a:p>
            <a:pPr defTabSz="868680">
              <a:spcAft>
                <a:spcPts val="600"/>
              </a:spcAft>
            </a:pPr>
            <a:r>
              <a:rPr lang="en-IN" sz="2280" kern="1200" dirty="0">
                <a:solidFill>
                  <a:schemeClr val="tx1"/>
                </a:solidFill>
                <a:latin typeface="+mn-lt"/>
                <a:ea typeface="+mn-ea"/>
                <a:cs typeface="+mn-cs"/>
              </a:rPr>
              <a:t>}</a:t>
            </a:r>
          </a:p>
          <a:p>
            <a:pPr defTabSz="868680">
              <a:spcAft>
                <a:spcPts val="600"/>
              </a:spcAft>
            </a:pPr>
            <a:r>
              <a:rPr lang="en-IN" sz="2280" kern="1200" dirty="0">
                <a:solidFill>
                  <a:schemeClr val="tx1"/>
                </a:solidFill>
                <a:latin typeface="+mn-lt"/>
                <a:ea typeface="+mn-ea"/>
                <a:cs typeface="+mn-cs"/>
              </a:rPr>
              <a:t>while(condition);</a:t>
            </a:r>
            <a:endParaRPr lang="en-US" sz="2400" dirty="0"/>
          </a:p>
        </p:txBody>
      </p:sp>
      <p:sp>
        <p:nvSpPr>
          <p:cNvPr id="4" name="Rectangle 3">
            <a:extLst>
              <a:ext uri="{FF2B5EF4-FFF2-40B4-BE49-F238E27FC236}">
                <a16:creationId xmlns:a16="http://schemas.microsoft.com/office/drawing/2014/main" xmlns="" id="{D7970DFD-6979-A2F4-AA58-F0A79D70FFFD}"/>
              </a:ext>
            </a:extLst>
          </p:cNvPr>
          <p:cNvSpPr/>
          <p:nvPr/>
        </p:nvSpPr>
        <p:spPr>
          <a:xfrm>
            <a:off x="628650" y="4341348"/>
            <a:ext cx="4752528" cy="17642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2101985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4BB7B625-7200-A1CD-5AC0-BF5A678444C9}"/>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201170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86FF76B9-219D-4469-AF87-0236D2903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xmlns="" id="{DB88BD78-87E1-424D-B479-C37D8E41B12E}"/>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flipH="1">
            <a:off x="8223477" y="2358"/>
            <a:ext cx="1407490" cy="1766008"/>
            <a:chOff x="-648769" y="2358"/>
            <a:chExt cx="1876653" cy="1766008"/>
          </a:xfrm>
        </p:grpSpPr>
        <p:sp>
          <p:nvSpPr>
            <p:cNvPr id="11" name="Freeform: Shape 10">
              <a:extLst>
                <a:ext uri="{FF2B5EF4-FFF2-40B4-BE49-F238E27FC236}">
                  <a16:creationId xmlns:a16="http://schemas.microsoft.com/office/drawing/2014/main" xmlns="" id="{C05EB894-9410-4B20-95E4-7A25101AB89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166E38B6-B050-4340-8E8F-3A971DADC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2E80C965-DB6D-4F81-9E9E-B027384D0B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700000">
            <a:off x="1972226" y="6114337"/>
            <a:ext cx="645368"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xmlns="" id="{633C5E46-DAC5-4661-9C87-22B08E2A5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07577" y="5721108"/>
            <a:ext cx="1696473"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6E655913-68FD-D8A1-5942-D6E7B07086A1}"/>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Tree>
    <p:extLst>
      <p:ext uri="{BB962C8B-B14F-4D97-AF65-F5344CB8AC3E}">
        <p14:creationId xmlns:p14="http://schemas.microsoft.com/office/powerpoint/2010/main" xmlns="" val="981712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54602273-A506-9043-8A1C-BF21EC764BBE}"/>
              </a:ext>
            </a:extLst>
          </p:cNvPr>
          <p:cNvSpPr>
            <a:spLocks noGrp="1"/>
          </p:cNvSpPr>
          <p:nvPr>
            <p:ph type="body" idx="1"/>
          </p:nvPr>
        </p:nvSpPr>
        <p:spPr>
          <a:xfrm>
            <a:off x="683568" y="2678906"/>
            <a:ext cx="8098159" cy="1500187"/>
          </a:xfrm>
        </p:spPr>
        <p:txBody>
          <a:bodyPr>
            <a:noAutofit/>
          </a:bodyPr>
          <a:lstStyle/>
          <a:p>
            <a:r>
              <a:rPr lang="en-US" sz="2800" b="1" u="sng" dirty="0">
                <a:solidFill>
                  <a:schemeClr val="tx1">
                    <a:lumMod val="75000"/>
                    <a:lumOff val="25000"/>
                  </a:schemeClr>
                </a:solidFill>
              </a:rPr>
              <a:t>Note:</a:t>
            </a:r>
          </a:p>
          <a:p>
            <a:endParaRPr lang="en-US" sz="900" dirty="0">
              <a:solidFill>
                <a:schemeClr val="tx1">
                  <a:lumMod val="75000"/>
                  <a:lumOff val="25000"/>
                </a:schemeClr>
              </a:solidFill>
            </a:endParaRPr>
          </a:p>
          <a:p>
            <a:r>
              <a:rPr lang="en-US" sz="2800" b="1" dirty="0">
                <a:solidFill>
                  <a:schemeClr val="tx1">
                    <a:lumMod val="75000"/>
                    <a:lumOff val="25000"/>
                  </a:schemeClr>
                </a:solidFill>
              </a:rPr>
              <a:t>While:  </a:t>
            </a:r>
            <a:r>
              <a:rPr lang="en-US" sz="2800" dirty="0">
                <a:solidFill>
                  <a:schemeClr val="tx1">
                    <a:lumMod val="75000"/>
                    <a:lumOff val="25000"/>
                  </a:schemeClr>
                </a:solidFill>
              </a:rPr>
              <a:t>Check the condition and execute the code</a:t>
            </a:r>
          </a:p>
          <a:p>
            <a:r>
              <a:rPr lang="en-US" sz="2800" b="1" dirty="0">
                <a:solidFill>
                  <a:schemeClr val="tx1">
                    <a:lumMod val="75000"/>
                    <a:lumOff val="25000"/>
                  </a:schemeClr>
                </a:solidFill>
              </a:rPr>
              <a:t>Do-while:  </a:t>
            </a:r>
            <a:r>
              <a:rPr lang="en-US" sz="2800" dirty="0">
                <a:solidFill>
                  <a:schemeClr val="tx1">
                    <a:lumMod val="75000"/>
                    <a:lumOff val="25000"/>
                  </a:schemeClr>
                </a:solidFill>
              </a:rPr>
              <a:t>Execute the code than check the condition</a:t>
            </a:r>
            <a:endParaRPr lang="en-IN" sz="2800" dirty="0">
              <a:solidFill>
                <a:schemeClr val="tx1">
                  <a:lumMod val="75000"/>
                  <a:lumOff val="25000"/>
                </a:schemeClr>
              </a:solidFill>
            </a:endParaRPr>
          </a:p>
        </p:txBody>
      </p:sp>
    </p:spTree>
    <p:extLst>
      <p:ext uri="{BB962C8B-B14F-4D97-AF65-F5344CB8AC3E}">
        <p14:creationId xmlns:p14="http://schemas.microsoft.com/office/powerpoint/2010/main" xmlns="" val="2150858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F51330-6C42-A159-5A08-E431404A7207}"/>
              </a:ext>
            </a:extLst>
          </p:cNvPr>
          <p:cNvSpPr>
            <a:spLocks noGrp="1"/>
          </p:cNvSpPr>
          <p:nvPr>
            <p:ph type="title"/>
          </p:nvPr>
        </p:nvSpPr>
        <p:spPr>
          <a:xfrm>
            <a:off x="428134" y="21719"/>
            <a:ext cx="8229600" cy="1143000"/>
          </a:xfrm>
        </p:spPr>
        <p:txBody>
          <a:bodyPr>
            <a:normAutofit/>
          </a:bodyPr>
          <a:lstStyle/>
          <a:p>
            <a:r>
              <a:rPr lang="en-US" sz="3200" b="1" dirty="0"/>
              <a:t>Break Statement</a:t>
            </a:r>
            <a:endParaRPr lang="en-IN" sz="3200" b="1" dirty="0"/>
          </a:p>
        </p:txBody>
      </p:sp>
      <p:sp>
        <p:nvSpPr>
          <p:cNvPr id="3" name="Content Placeholder 2">
            <a:extLst>
              <a:ext uri="{FF2B5EF4-FFF2-40B4-BE49-F238E27FC236}">
                <a16:creationId xmlns:a16="http://schemas.microsoft.com/office/drawing/2014/main" xmlns="" id="{192B215F-5405-D3BF-F302-FB0B7CA17438}"/>
              </a:ext>
            </a:extLst>
          </p:cNvPr>
          <p:cNvSpPr>
            <a:spLocks noGrp="1"/>
          </p:cNvSpPr>
          <p:nvPr>
            <p:ph idx="1"/>
          </p:nvPr>
        </p:nvSpPr>
        <p:spPr>
          <a:xfrm>
            <a:off x="457200" y="1052736"/>
            <a:ext cx="8229600" cy="5530626"/>
          </a:xfrm>
        </p:spPr>
        <p:txBody>
          <a:bodyPr>
            <a:normAutofit/>
          </a:bodyPr>
          <a:lstStyle/>
          <a:p>
            <a:pPr marL="0" indent="0">
              <a:buNone/>
            </a:pPr>
            <a:r>
              <a:rPr lang="en-US" sz="2000" dirty="0"/>
              <a:t>The break statement is used to exit the loop irrespective of whether the condition is true or false.</a:t>
            </a:r>
          </a:p>
          <a:p>
            <a:pPr marL="0" indent="0">
              <a:buNone/>
            </a:pPr>
            <a:r>
              <a:rPr lang="en-US" sz="2000" b="0" i="0" dirty="0">
                <a:solidFill>
                  <a:srgbClr val="333333"/>
                </a:solidFill>
                <a:effectLst/>
                <a:latin typeface="inter-regular"/>
              </a:rPr>
              <a:t>The break statement is used inside loops or switch statement. </a:t>
            </a:r>
            <a:endParaRPr lang="en-IN" sz="2000" dirty="0"/>
          </a:p>
        </p:txBody>
      </p:sp>
      <p:pic>
        <p:nvPicPr>
          <p:cNvPr id="5" name="Picture 4">
            <a:extLst>
              <a:ext uri="{FF2B5EF4-FFF2-40B4-BE49-F238E27FC236}">
                <a16:creationId xmlns:a16="http://schemas.microsoft.com/office/drawing/2014/main" xmlns="" id="{95FA1FB9-5D4B-921A-3DCC-DB9E56F40747}"/>
              </a:ext>
            </a:extLst>
          </p:cNvPr>
          <p:cNvPicPr>
            <a:picLocks noChangeAspect="1"/>
          </p:cNvPicPr>
          <p:nvPr/>
        </p:nvPicPr>
        <p:blipFill>
          <a:blip r:embed="rId2" cstate="print"/>
          <a:stretch>
            <a:fillRect/>
          </a:stretch>
        </p:blipFill>
        <p:spPr>
          <a:xfrm>
            <a:off x="539552" y="2195736"/>
            <a:ext cx="7776864" cy="4545632"/>
          </a:xfrm>
          <a:prstGeom prst="rect">
            <a:avLst/>
          </a:prstGeom>
        </p:spPr>
      </p:pic>
    </p:spTree>
    <p:extLst>
      <p:ext uri="{BB962C8B-B14F-4D97-AF65-F5344CB8AC3E}">
        <p14:creationId xmlns:p14="http://schemas.microsoft.com/office/powerpoint/2010/main" xmlns="" val="1338161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6200D0-918C-DDF8-784B-3C8407A4C3BC}"/>
              </a:ext>
            </a:extLst>
          </p:cNvPr>
          <p:cNvSpPr>
            <a:spLocks noGrp="1"/>
          </p:cNvSpPr>
          <p:nvPr>
            <p:ph type="title"/>
          </p:nvPr>
        </p:nvSpPr>
        <p:spPr>
          <a:xfrm>
            <a:off x="470492" y="-22056"/>
            <a:ext cx="8229600" cy="1143000"/>
          </a:xfrm>
        </p:spPr>
        <p:txBody>
          <a:bodyPr>
            <a:normAutofit/>
          </a:bodyPr>
          <a:lstStyle/>
          <a:p>
            <a:r>
              <a:rPr lang="en-US" sz="3600" b="1" dirty="0"/>
              <a:t>Break Statement with while loop</a:t>
            </a:r>
            <a:endParaRPr lang="en-IN" sz="3600" dirty="0"/>
          </a:p>
        </p:txBody>
      </p:sp>
      <p:pic>
        <p:nvPicPr>
          <p:cNvPr id="5" name="Content Placeholder 4">
            <a:extLst>
              <a:ext uri="{FF2B5EF4-FFF2-40B4-BE49-F238E27FC236}">
                <a16:creationId xmlns:a16="http://schemas.microsoft.com/office/drawing/2014/main" xmlns="" id="{DFFDE461-2062-D518-B626-6A8FF8B36BF6}"/>
              </a:ext>
            </a:extLst>
          </p:cNvPr>
          <p:cNvPicPr>
            <a:picLocks noGrp="1" noChangeAspect="1"/>
          </p:cNvPicPr>
          <p:nvPr>
            <p:ph idx="1"/>
          </p:nvPr>
        </p:nvPicPr>
        <p:blipFill>
          <a:blip r:embed="rId2" cstate="print"/>
          <a:stretch>
            <a:fillRect/>
          </a:stretch>
        </p:blipFill>
        <p:spPr>
          <a:xfrm>
            <a:off x="548922" y="1600200"/>
            <a:ext cx="8046156" cy="4525963"/>
          </a:xfrm>
        </p:spPr>
      </p:pic>
    </p:spTree>
    <p:extLst>
      <p:ext uri="{BB962C8B-B14F-4D97-AF65-F5344CB8AC3E}">
        <p14:creationId xmlns:p14="http://schemas.microsoft.com/office/powerpoint/2010/main" xmlns="" val="3484006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6200D0-918C-DDF8-784B-3C8407A4C3BC}"/>
              </a:ext>
            </a:extLst>
          </p:cNvPr>
          <p:cNvSpPr>
            <a:spLocks noGrp="1"/>
          </p:cNvSpPr>
          <p:nvPr>
            <p:ph type="title"/>
          </p:nvPr>
        </p:nvSpPr>
        <p:spPr>
          <a:xfrm>
            <a:off x="470492" y="-22056"/>
            <a:ext cx="8229600" cy="1143000"/>
          </a:xfrm>
        </p:spPr>
        <p:txBody>
          <a:bodyPr>
            <a:normAutofit/>
          </a:bodyPr>
          <a:lstStyle/>
          <a:p>
            <a:r>
              <a:rPr lang="en-US" sz="3600" b="1" dirty="0"/>
              <a:t>Break Statement with do-while loop</a:t>
            </a:r>
            <a:endParaRPr lang="en-IN" sz="3600" dirty="0"/>
          </a:p>
        </p:txBody>
      </p:sp>
      <p:pic>
        <p:nvPicPr>
          <p:cNvPr id="11" name="Content Placeholder 10">
            <a:extLst>
              <a:ext uri="{FF2B5EF4-FFF2-40B4-BE49-F238E27FC236}">
                <a16:creationId xmlns:a16="http://schemas.microsoft.com/office/drawing/2014/main" xmlns="" id="{32347B85-C179-3203-FECE-B6536785A538}"/>
              </a:ext>
            </a:extLst>
          </p:cNvPr>
          <p:cNvPicPr>
            <a:picLocks noGrp="1" noChangeAspect="1"/>
          </p:cNvPicPr>
          <p:nvPr>
            <p:ph idx="1"/>
          </p:nvPr>
        </p:nvPicPr>
        <p:blipFill>
          <a:blip r:embed="rId2" cstate="print"/>
          <a:stretch>
            <a:fillRect/>
          </a:stretch>
        </p:blipFill>
        <p:spPr>
          <a:xfrm>
            <a:off x="548922" y="1600200"/>
            <a:ext cx="8046156" cy="4525963"/>
          </a:xfrm>
        </p:spPr>
      </p:pic>
    </p:spTree>
    <p:extLst>
      <p:ext uri="{BB962C8B-B14F-4D97-AF65-F5344CB8AC3E}">
        <p14:creationId xmlns:p14="http://schemas.microsoft.com/office/powerpoint/2010/main" xmlns="" val="3237494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8AC335-1FE8-7105-69A9-AD148A00DF8A}"/>
              </a:ext>
            </a:extLst>
          </p:cNvPr>
          <p:cNvSpPr>
            <a:spLocks noGrp="1"/>
          </p:cNvSpPr>
          <p:nvPr>
            <p:ph type="title"/>
          </p:nvPr>
        </p:nvSpPr>
        <p:spPr>
          <a:xfrm>
            <a:off x="457200" y="0"/>
            <a:ext cx="8229600" cy="1143000"/>
          </a:xfrm>
        </p:spPr>
        <p:txBody>
          <a:bodyPr>
            <a:normAutofit/>
          </a:bodyPr>
          <a:lstStyle/>
          <a:p>
            <a:r>
              <a:rPr lang="en-US" sz="3200" b="1" dirty="0"/>
              <a:t>Continue Statement</a:t>
            </a:r>
            <a:endParaRPr lang="en-IN" sz="3200" b="1" dirty="0"/>
          </a:p>
        </p:txBody>
      </p:sp>
      <p:sp>
        <p:nvSpPr>
          <p:cNvPr id="7" name="Content Placeholder 6">
            <a:extLst>
              <a:ext uri="{FF2B5EF4-FFF2-40B4-BE49-F238E27FC236}">
                <a16:creationId xmlns:a16="http://schemas.microsoft.com/office/drawing/2014/main" xmlns="" id="{A27E6A1A-E188-EB3A-C882-DFC6C8EC1456}"/>
              </a:ext>
            </a:extLst>
          </p:cNvPr>
          <p:cNvSpPr>
            <a:spLocks noGrp="1"/>
          </p:cNvSpPr>
          <p:nvPr>
            <p:ph idx="1"/>
          </p:nvPr>
        </p:nvSpPr>
        <p:spPr>
          <a:xfrm>
            <a:off x="287524" y="980728"/>
            <a:ext cx="8568952" cy="4525963"/>
          </a:xfrm>
        </p:spPr>
        <p:txBody>
          <a:bodyPr/>
          <a:lstStyle/>
          <a:p>
            <a:pPr marL="0" indent="0">
              <a:buNone/>
            </a:pPr>
            <a:r>
              <a:rPr lang="en-US" sz="1600" dirty="0"/>
              <a:t>The Continue statement is used to immediately move to the next iteration of the loop. The control is taken to the next iteration.</a:t>
            </a:r>
          </a:p>
          <a:p>
            <a:pPr marL="0" indent="0">
              <a:buNone/>
            </a:pPr>
            <a:r>
              <a:rPr lang="en-US" sz="1600" dirty="0"/>
              <a:t>Thus, skipping everything below ‘continue’ inside the loop for the iteration</a:t>
            </a:r>
          </a:p>
          <a:p>
            <a:pPr marL="0" indent="0">
              <a:buNone/>
            </a:pPr>
            <a:endParaRPr lang="en-US" sz="2400" dirty="0"/>
          </a:p>
          <a:p>
            <a:pPr marL="0" indent="0">
              <a:buNone/>
            </a:pPr>
            <a:endParaRPr lang="en-US" sz="2400" dirty="0"/>
          </a:p>
          <a:p>
            <a:pPr marL="0" indent="0">
              <a:buNone/>
            </a:pPr>
            <a:endParaRPr lang="en-IN" dirty="0"/>
          </a:p>
        </p:txBody>
      </p:sp>
      <p:pic>
        <p:nvPicPr>
          <p:cNvPr id="11" name="Picture 10">
            <a:extLst>
              <a:ext uri="{FF2B5EF4-FFF2-40B4-BE49-F238E27FC236}">
                <a16:creationId xmlns:a16="http://schemas.microsoft.com/office/drawing/2014/main" xmlns="" id="{74BD85E4-9D67-0EF1-C713-0EB619EBE6E1}"/>
              </a:ext>
            </a:extLst>
          </p:cNvPr>
          <p:cNvPicPr>
            <a:picLocks noChangeAspect="1"/>
          </p:cNvPicPr>
          <p:nvPr/>
        </p:nvPicPr>
        <p:blipFill>
          <a:blip r:embed="rId2" cstate="print"/>
          <a:stretch>
            <a:fillRect/>
          </a:stretch>
        </p:blipFill>
        <p:spPr>
          <a:xfrm>
            <a:off x="611560" y="1961456"/>
            <a:ext cx="7653736" cy="4525963"/>
          </a:xfrm>
          <a:prstGeom prst="rect">
            <a:avLst/>
          </a:prstGeom>
        </p:spPr>
      </p:pic>
    </p:spTree>
    <p:extLst>
      <p:ext uri="{BB962C8B-B14F-4D97-AF65-F5344CB8AC3E}">
        <p14:creationId xmlns:p14="http://schemas.microsoft.com/office/powerpoint/2010/main" xmlns="" val="3097333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CC4811-D5E3-468D-12D9-05A849991CDF}"/>
              </a:ext>
            </a:extLst>
          </p:cNvPr>
          <p:cNvSpPr>
            <a:spLocks noGrp="1"/>
          </p:cNvSpPr>
          <p:nvPr>
            <p:ph type="title"/>
          </p:nvPr>
        </p:nvSpPr>
        <p:spPr/>
        <p:txBody>
          <a:bodyPr>
            <a:normAutofit/>
          </a:bodyPr>
          <a:lstStyle/>
          <a:p>
            <a:r>
              <a:rPr lang="en-US" sz="3600" b="1" dirty="0"/>
              <a:t>Continue Statement with while loop</a:t>
            </a:r>
            <a:endParaRPr lang="en-IN" sz="3600" dirty="0"/>
          </a:p>
        </p:txBody>
      </p:sp>
      <p:pic>
        <p:nvPicPr>
          <p:cNvPr id="7" name="Content Placeholder 6">
            <a:extLst>
              <a:ext uri="{FF2B5EF4-FFF2-40B4-BE49-F238E27FC236}">
                <a16:creationId xmlns:a16="http://schemas.microsoft.com/office/drawing/2014/main" xmlns="" id="{02518EEC-FFB1-987E-2359-479974FE4731}"/>
              </a:ext>
            </a:extLst>
          </p:cNvPr>
          <p:cNvPicPr>
            <a:picLocks noGrp="1" noChangeAspect="1"/>
          </p:cNvPicPr>
          <p:nvPr>
            <p:ph idx="1"/>
          </p:nvPr>
        </p:nvPicPr>
        <p:blipFill>
          <a:blip r:embed="rId2" cstate="print"/>
          <a:stretch>
            <a:fillRect/>
          </a:stretch>
        </p:blipFill>
        <p:spPr>
          <a:xfrm>
            <a:off x="683568" y="1844824"/>
            <a:ext cx="8003232" cy="4477266"/>
          </a:xfrm>
        </p:spPr>
      </p:pic>
    </p:spTree>
    <p:extLst>
      <p:ext uri="{BB962C8B-B14F-4D97-AF65-F5344CB8AC3E}">
        <p14:creationId xmlns:p14="http://schemas.microsoft.com/office/powerpoint/2010/main" xmlns="" val="3383443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CC4811-D5E3-468D-12D9-05A849991CDF}"/>
              </a:ext>
            </a:extLst>
          </p:cNvPr>
          <p:cNvSpPr>
            <a:spLocks noGrp="1"/>
          </p:cNvSpPr>
          <p:nvPr>
            <p:ph type="title"/>
          </p:nvPr>
        </p:nvSpPr>
        <p:spPr/>
        <p:txBody>
          <a:bodyPr>
            <a:normAutofit/>
          </a:bodyPr>
          <a:lstStyle/>
          <a:p>
            <a:r>
              <a:rPr lang="en-US" sz="3600" b="1" dirty="0"/>
              <a:t>Continue Statement with do-while loop</a:t>
            </a:r>
            <a:endParaRPr lang="en-IN" sz="3600" dirty="0"/>
          </a:p>
        </p:txBody>
      </p:sp>
      <p:pic>
        <p:nvPicPr>
          <p:cNvPr id="5" name="Content Placeholder 4">
            <a:extLst>
              <a:ext uri="{FF2B5EF4-FFF2-40B4-BE49-F238E27FC236}">
                <a16:creationId xmlns:a16="http://schemas.microsoft.com/office/drawing/2014/main" xmlns="" id="{C84E6F4B-0630-CB56-75CE-33F7C88267A9}"/>
              </a:ext>
            </a:extLst>
          </p:cNvPr>
          <p:cNvPicPr>
            <a:picLocks noGrp="1" noChangeAspect="1"/>
          </p:cNvPicPr>
          <p:nvPr>
            <p:ph idx="1"/>
          </p:nvPr>
        </p:nvPicPr>
        <p:blipFill>
          <a:blip r:embed="rId2" cstate="print"/>
          <a:stretch>
            <a:fillRect/>
          </a:stretch>
        </p:blipFill>
        <p:spPr>
          <a:xfrm>
            <a:off x="548922" y="1600200"/>
            <a:ext cx="8046156" cy="4525963"/>
          </a:xfrm>
        </p:spPr>
      </p:pic>
    </p:spTree>
    <p:extLst>
      <p:ext uri="{BB962C8B-B14F-4D97-AF65-F5344CB8AC3E}">
        <p14:creationId xmlns:p14="http://schemas.microsoft.com/office/powerpoint/2010/main" xmlns="" val="1795933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481</Words>
  <Application>Microsoft Office PowerPoint</Application>
  <PresentationFormat>On-screen Show (4:3)</PresentationFormat>
  <Paragraphs>94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Slide 1</vt:lpstr>
      <vt:lpstr>LOOPING STATEMENTS </vt:lpstr>
      <vt:lpstr>For Loop</vt:lpstr>
      <vt:lpstr>Slide 4</vt:lpstr>
      <vt:lpstr>Table</vt:lpstr>
      <vt:lpstr>Slide 6</vt:lpstr>
      <vt:lpstr>Nested for loop </vt:lpstr>
      <vt:lpstr>Slide 8</vt:lpstr>
      <vt:lpstr>Slide 9</vt:lpstr>
      <vt:lpstr>Infinite For Loop</vt:lpstr>
      <vt:lpstr>Slide 11</vt:lpstr>
      <vt:lpstr>While loop </vt:lpstr>
      <vt:lpstr>Slide 13</vt:lpstr>
      <vt:lpstr>Slide 14</vt:lpstr>
      <vt:lpstr>Infinite While Loop </vt:lpstr>
      <vt:lpstr>Slide 16</vt:lpstr>
      <vt:lpstr>Do while Loop</vt:lpstr>
      <vt:lpstr>Slide 18</vt:lpstr>
      <vt:lpstr>Slide 19</vt:lpstr>
      <vt:lpstr>Slide 20</vt:lpstr>
      <vt:lpstr>Break Statement</vt:lpstr>
      <vt:lpstr>Break Statement with while loop</vt:lpstr>
      <vt:lpstr>Break Statement with do-while loop</vt:lpstr>
      <vt:lpstr>Continue Statement</vt:lpstr>
      <vt:lpstr>Continue Statement with while loop</vt:lpstr>
      <vt:lpstr>Continue Statement with do-while loop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10</cp:revision>
  <dcterms:created xsi:type="dcterms:W3CDTF">2022-05-05T15:41:40Z</dcterms:created>
  <dcterms:modified xsi:type="dcterms:W3CDTF">2025-10-31T15:53:24Z</dcterms:modified>
</cp:coreProperties>
</file>