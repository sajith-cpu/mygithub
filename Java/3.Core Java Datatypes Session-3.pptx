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1" r:id="rId2"/>
    <p:sldId id="266" r:id="rId3"/>
    <p:sldId id="287" r:id="rId4"/>
    <p:sldId id="286" r:id="rId5"/>
    <p:sldId id="273" r:id="rId6"/>
    <p:sldId id="274" r:id="rId7"/>
    <p:sldId id="275" r:id="rId8"/>
    <p:sldId id="276" r:id="rId9"/>
    <p:sldId id="278" r:id="rId10"/>
    <p:sldId id="277" r:id="rId11"/>
    <p:sldId id="279" r:id="rId12"/>
    <p:sldId id="280" r:id="rId13"/>
    <p:sldId id="272" r:id="rId14"/>
    <p:sldId id="267" r:id="rId15"/>
    <p:sldId id="268" r:id="rId16"/>
    <p:sldId id="26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E1CDAE66-A1A4-4323-8B69-5AE28D08A8EF}"/>
    <pc:docChg chg="undo custSel modSld sldOrd">
      <pc:chgData name="Manas Tuwani" userId="5d421215-a11f-4a6e-90ca-e8ac2213fab6" providerId="ADAL" clId="{E1CDAE66-A1A4-4323-8B69-5AE28D08A8EF}" dt="2023-06-06T14:17:24.670" v="120"/>
      <pc:docMkLst>
        <pc:docMk/>
      </pc:docMkLst>
      <pc:sldChg chg="modSp mod">
        <pc:chgData name="Manas Tuwani" userId="5d421215-a11f-4a6e-90ca-e8ac2213fab6" providerId="ADAL" clId="{E1CDAE66-A1A4-4323-8B69-5AE28D08A8EF}" dt="2023-06-05T02:33:40.255" v="1" actId="1076"/>
        <pc:sldMkLst>
          <pc:docMk/>
          <pc:sldMk cId="1944894695" sldId="273"/>
        </pc:sldMkLst>
        <pc:spChg chg="mod">
          <ac:chgData name="Manas Tuwani" userId="5d421215-a11f-4a6e-90ca-e8ac2213fab6" providerId="ADAL" clId="{E1CDAE66-A1A4-4323-8B69-5AE28D08A8EF}" dt="2023-06-05T02:33:40.255" v="1" actId="1076"/>
          <ac:spMkLst>
            <pc:docMk/>
            <pc:sldMk cId="1944894695" sldId="273"/>
            <ac:spMk id="3" creationId="{FA1DAF09-47BA-3490-7853-F97EA447CA54}"/>
          </ac:spMkLst>
        </pc:spChg>
      </pc:sldChg>
      <pc:sldChg chg="modSp mod">
        <pc:chgData name="Manas Tuwani" userId="5d421215-a11f-4a6e-90ca-e8ac2213fab6" providerId="ADAL" clId="{E1CDAE66-A1A4-4323-8B69-5AE28D08A8EF}" dt="2023-06-05T02:33:56.005" v="10" actId="20577"/>
        <pc:sldMkLst>
          <pc:docMk/>
          <pc:sldMk cId="1261170100" sldId="275"/>
        </pc:sldMkLst>
        <pc:spChg chg="mod">
          <ac:chgData name="Manas Tuwani" userId="5d421215-a11f-4a6e-90ca-e8ac2213fab6" providerId="ADAL" clId="{E1CDAE66-A1A4-4323-8B69-5AE28D08A8EF}" dt="2023-06-05T02:33:56.005" v="10" actId="20577"/>
          <ac:spMkLst>
            <pc:docMk/>
            <pc:sldMk cId="1261170100" sldId="275"/>
            <ac:spMk id="3" creationId="{159CC7A8-A0AA-5BAE-0637-0776B07B7F81}"/>
          </ac:spMkLst>
        </pc:spChg>
      </pc:sldChg>
      <pc:sldChg chg="modSp mod">
        <pc:chgData name="Manas Tuwani" userId="5d421215-a11f-4a6e-90ca-e8ac2213fab6" providerId="ADAL" clId="{E1CDAE66-A1A4-4323-8B69-5AE28D08A8EF}" dt="2023-06-06T14:12:45.942" v="37" actId="20577"/>
        <pc:sldMkLst>
          <pc:docMk/>
          <pc:sldMk cId="3361980526" sldId="278"/>
        </pc:sldMkLst>
        <pc:spChg chg="mod">
          <ac:chgData name="Manas Tuwani" userId="5d421215-a11f-4a6e-90ca-e8ac2213fab6" providerId="ADAL" clId="{E1CDAE66-A1A4-4323-8B69-5AE28D08A8EF}" dt="2023-06-06T14:12:45.942" v="37" actId="20577"/>
          <ac:spMkLst>
            <pc:docMk/>
            <pc:sldMk cId="3361980526" sldId="278"/>
            <ac:spMk id="3" creationId="{CA2632C4-976D-88DE-058D-623F82CACC2B}"/>
          </ac:spMkLst>
        </pc:spChg>
      </pc:sldChg>
      <pc:sldChg chg="modSp mod">
        <pc:chgData name="Manas Tuwani" userId="5d421215-a11f-4a6e-90ca-e8ac2213fab6" providerId="ADAL" clId="{E1CDAE66-A1A4-4323-8B69-5AE28D08A8EF}" dt="2023-06-06T14:13:16.772" v="69" actId="20577"/>
        <pc:sldMkLst>
          <pc:docMk/>
          <pc:sldMk cId="3274978546" sldId="279"/>
        </pc:sldMkLst>
        <pc:spChg chg="mod">
          <ac:chgData name="Manas Tuwani" userId="5d421215-a11f-4a6e-90ca-e8ac2213fab6" providerId="ADAL" clId="{E1CDAE66-A1A4-4323-8B69-5AE28D08A8EF}" dt="2023-06-06T14:13:16.772" v="69" actId="20577"/>
          <ac:spMkLst>
            <pc:docMk/>
            <pc:sldMk cId="3274978546" sldId="279"/>
            <ac:spMk id="3" creationId="{BF970F37-A256-F60D-E855-EBA9F3C9D0F1}"/>
          </ac:spMkLst>
        </pc:spChg>
      </pc:sldChg>
      <pc:sldChg chg="modSp mod ord">
        <pc:chgData name="Manas Tuwani" userId="5d421215-a11f-4a6e-90ca-e8ac2213fab6" providerId="ADAL" clId="{E1CDAE66-A1A4-4323-8B69-5AE28D08A8EF}" dt="2023-06-06T14:17:24.670" v="120"/>
        <pc:sldMkLst>
          <pc:docMk/>
          <pc:sldMk cId="315011973" sldId="280"/>
        </pc:sldMkLst>
        <pc:spChg chg="mod">
          <ac:chgData name="Manas Tuwani" userId="5d421215-a11f-4a6e-90ca-e8ac2213fab6" providerId="ADAL" clId="{E1CDAE66-A1A4-4323-8B69-5AE28D08A8EF}" dt="2023-06-06T14:15:50.881" v="118" actId="20577"/>
          <ac:spMkLst>
            <pc:docMk/>
            <pc:sldMk cId="315011973" sldId="280"/>
            <ac:spMk id="3" creationId="{EE4E3D74-0C12-DC8C-9E3F-8E70C9D6E81D}"/>
          </ac:spMkLst>
        </pc:spChg>
      </pc:sldChg>
      <pc:sldChg chg="modSp mod">
        <pc:chgData name="Manas Tuwani" userId="5d421215-a11f-4a6e-90ca-e8ac2213fab6" providerId="ADAL" clId="{E1CDAE66-A1A4-4323-8B69-5AE28D08A8EF}" dt="2023-06-06T13:59:26.543" v="35" actId="20577"/>
        <pc:sldMkLst>
          <pc:docMk/>
          <pc:sldMk cId="2554197639" sldId="286"/>
        </pc:sldMkLst>
        <pc:spChg chg="mod">
          <ac:chgData name="Manas Tuwani" userId="5d421215-a11f-4a6e-90ca-e8ac2213fab6" providerId="ADAL" clId="{E1CDAE66-A1A4-4323-8B69-5AE28D08A8EF}" dt="2023-06-06T13:59:26.543" v="35" actId="20577"/>
          <ac:spMkLst>
            <pc:docMk/>
            <pc:sldMk cId="2554197639" sldId="286"/>
            <ac:spMk id="3" creationId="{03D88F2E-D28C-8870-44E3-496A9CF53D82}"/>
          </ac:spMkLst>
        </pc:spChg>
      </pc:sldChg>
      <pc:sldChg chg="addSp delSp mod">
        <pc:chgData name="Manas Tuwani" userId="5d421215-a11f-4a6e-90ca-e8ac2213fab6" providerId="ADAL" clId="{E1CDAE66-A1A4-4323-8B69-5AE28D08A8EF}" dt="2023-06-05T13:19:49.407" v="16" actId="9405"/>
        <pc:sldMkLst>
          <pc:docMk/>
          <pc:sldMk cId="853249725" sldId="287"/>
        </pc:sldMkLst>
        <pc:inkChg chg="add del">
          <ac:chgData name="Manas Tuwani" userId="5d421215-a11f-4a6e-90ca-e8ac2213fab6" providerId="ADAL" clId="{E1CDAE66-A1A4-4323-8B69-5AE28D08A8EF}" dt="2023-06-05T13:19:45.246" v="14" actId="9405"/>
          <ac:inkMkLst>
            <pc:docMk/>
            <pc:sldMk cId="853249725" sldId="287"/>
            <ac:inkMk id="3" creationId="{901E43FD-6C96-B6AF-438D-51678593D7B5}"/>
          </ac:inkMkLst>
        </pc:inkChg>
        <pc:inkChg chg="add del">
          <ac:chgData name="Manas Tuwani" userId="5d421215-a11f-4a6e-90ca-e8ac2213fab6" providerId="ADAL" clId="{E1CDAE66-A1A4-4323-8B69-5AE28D08A8EF}" dt="2023-06-05T13:19:44.686" v="13" actId="9405"/>
          <ac:inkMkLst>
            <pc:docMk/>
            <pc:sldMk cId="853249725" sldId="287"/>
            <ac:inkMk id="4" creationId="{F52E8A44-A764-3D5A-DA14-36C6EFF88120}"/>
          </ac:inkMkLst>
        </pc:inkChg>
        <pc:inkChg chg="add del">
          <ac:chgData name="Manas Tuwani" userId="5d421215-a11f-4a6e-90ca-e8ac2213fab6" providerId="ADAL" clId="{E1CDAE66-A1A4-4323-8B69-5AE28D08A8EF}" dt="2023-06-05T13:19:49.407" v="16" actId="9405"/>
          <ac:inkMkLst>
            <pc:docMk/>
            <pc:sldMk cId="853249725" sldId="287"/>
            <ac:inkMk id="6" creationId="{AF6FC3C4-4F46-0527-E3AD-084BDA01C343}"/>
          </ac:inkMkLst>
        </pc:inkChg>
      </pc:sldChg>
    </pc:docChg>
  </pc:docChgLst>
  <pc:docChgLst>
    <pc:chgData name="Manas Tuwani" userId="5d421215-a11f-4a6e-90ca-e8ac2213fab6" providerId="ADAL" clId="{EBA56BD6-EB1B-4F89-93E5-C716A76DF14D}"/>
    <pc:docChg chg="undo custSel addSld delSld modSld">
      <pc:chgData name="Manas Tuwani" userId="5d421215-a11f-4a6e-90ca-e8ac2213fab6" providerId="ADAL" clId="{EBA56BD6-EB1B-4F89-93E5-C716A76DF14D}" dt="2022-07-07T14:16:18.146" v="551" actId="20577"/>
      <pc:docMkLst>
        <pc:docMk/>
      </pc:docMkLst>
      <pc:sldChg chg="del">
        <pc:chgData name="Manas Tuwani" userId="5d421215-a11f-4a6e-90ca-e8ac2213fab6" providerId="ADAL" clId="{EBA56BD6-EB1B-4F89-93E5-C716A76DF14D}" dt="2022-07-07T06:38:54.861" v="0" actId="47"/>
        <pc:sldMkLst>
          <pc:docMk/>
          <pc:sldMk cId="2923233977" sldId="257"/>
        </pc:sldMkLst>
      </pc:sldChg>
      <pc:sldChg chg="del">
        <pc:chgData name="Manas Tuwani" userId="5d421215-a11f-4a6e-90ca-e8ac2213fab6" providerId="ADAL" clId="{EBA56BD6-EB1B-4F89-93E5-C716A76DF14D}" dt="2022-07-07T06:38:57.520" v="3" actId="47"/>
        <pc:sldMkLst>
          <pc:docMk/>
          <pc:sldMk cId="2434401836" sldId="258"/>
        </pc:sldMkLst>
      </pc:sldChg>
      <pc:sldChg chg="modSp mod">
        <pc:chgData name="Manas Tuwani" userId="5d421215-a11f-4a6e-90ca-e8ac2213fab6" providerId="ADAL" clId="{EBA56BD6-EB1B-4F89-93E5-C716A76DF14D}" dt="2022-07-07T13:48:07.805" v="481" actId="20577"/>
        <pc:sldMkLst>
          <pc:docMk/>
          <pc:sldMk cId="3233675117" sldId="260"/>
        </pc:sldMkLst>
        <pc:spChg chg="mod">
          <ac:chgData name="Manas Tuwani" userId="5d421215-a11f-4a6e-90ca-e8ac2213fab6" providerId="ADAL" clId="{EBA56BD6-EB1B-4F89-93E5-C716A76DF14D}" dt="2022-07-07T13:48:07.805" v="481" actId="20577"/>
          <ac:spMkLst>
            <pc:docMk/>
            <pc:sldMk cId="3233675117" sldId="260"/>
            <ac:spMk id="3" creationId="{00000000-0000-0000-0000-000000000000}"/>
          </ac:spMkLst>
        </pc:spChg>
      </pc:sldChg>
      <pc:sldChg chg="modSp mod">
        <pc:chgData name="Manas Tuwani" userId="5d421215-a11f-4a6e-90ca-e8ac2213fab6" providerId="ADAL" clId="{EBA56BD6-EB1B-4F89-93E5-C716A76DF14D}" dt="2022-07-07T13:50:28.408" v="492" actId="20577"/>
        <pc:sldMkLst>
          <pc:docMk/>
          <pc:sldMk cId="3857878002" sldId="261"/>
        </pc:sldMkLst>
        <pc:spChg chg="mod">
          <ac:chgData name="Manas Tuwani" userId="5d421215-a11f-4a6e-90ca-e8ac2213fab6" providerId="ADAL" clId="{EBA56BD6-EB1B-4F89-93E5-C716A76DF14D}" dt="2022-07-07T13:50:28.408" v="492" actId="20577"/>
          <ac:spMkLst>
            <pc:docMk/>
            <pc:sldMk cId="3857878002" sldId="261"/>
            <ac:spMk id="3" creationId="{00000000-0000-0000-0000-000000000000}"/>
          </ac:spMkLst>
        </pc:spChg>
      </pc:sldChg>
      <pc:sldChg chg="modSp mod">
        <pc:chgData name="Manas Tuwani" userId="5d421215-a11f-4a6e-90ca-e8ac2213fab6" providerId="ADAL" clId="{EBA56BD6-EB1B-4F89-93E5-C716A76DF14D}" dt="2022-07-07T13:59:47.732" v="549" actId="20577"/>
        <pc:sldMkLst>
          <pc:docMk/>
          <pc:sldMk cId="3315453777" sldId="263"/>
        </pc:sldMkLst>
        <pc:spChg chg="mod">
          <ac:chgData name="Manas Tuwani" userId="5d421215-a11f-4a6e-90ca-e8ac2213fab6" providerId="ADAL" clId="{EBA56BD6-EB1B-4F89-93E5-C716A76DF14D}" dt="2022-07-07T13:59:47.732" v="549" actId="20577"/>
          <ac:spMkLst>
            <pc:docMk/>
            <pc:sldMk cId="3315453777" sldId="263"/>
            <ac:spMk id="3" creationId="{00000000-0000-0000-0000-000000000000}"/>
          </ac:spMkLst>
        </pc:spChg>
      </pc:sldChg>
      <pc:sldChg chg="modSp mod">
        <pc:chgData name="Manas Tuwani" userId="5d421215-a11f-4a6e-90ca-e8ac2213fab6" providerId="ADAL" clId="{EBA56BD6-EB1B-4F89-93E5-C716A76DF14D}" dt="2022-07-07T14:16:18.146" v="551" actId="20577"/>
        <pc:sldMkLst>
          <pc:docMk/>
          <pc:sldMk cId="2740143841" sldId="265"/>
        </pc:sldMkLst>
        <pc:spChg chg="mod">
          <ac:chgData name="Manas Tuwani" userId="5d421215-a11f-4a6e-90ca-e8ac2213fab6" providerId="ADAL" clId="{EBA56BD6-EB1B-4F89-93E5-C716A76DF14D}" dt="2022-07-07T14:16:18.146" v="551" actId="20577"/>
          <ac:spMkLst>
            <pc:docMk/>
            <pc:sldMk cId="2740143841" sldId="265"/>
            <ac:spMk id="3" creationId="{00000000-0000-0000-0000-000000000000}"/>
          </ac:spMkLst>
        </pc:spChg>
      </pc:sldChg>
      <pc:sldChg chg="modSp mod">
        <pc:chgData name="Manas Tuwani" userId="5d421215-a11f-4a6e-90ca-e8ac2213fab6" providerId="ADAL" clId="{EBA56BD6-EB1B-4F89-93E5-C716A76DF14D}" dt="2022-07-07T07:15:51.325" v="30" actId="20577"/>
        <pc:sldMkLst>
          <pc:docMk/>
          <pc:sldMk cId="588203998" sldId="266"/>
        </pc:sldMkLst>
        <pc:spChg chg="mod">
          <ac:chgData name="Manas Tuwani" userId="5d421215-a11f-4a6e-90ca-e8ac2213fab6" providerId="ADAL" clId="{EBA56BD6-EB1B-4F89-93E5-C716A76DF14D}" dt="2022-07-07T07:15:51.325" v="30" actId="20577"/>
          <ac:spMkLst>
            <pc:docMk/>
            <pc:sldMk cId="588203998" sldId="266"/>
            <ac:spMk id="3" creationId="{00000000-0000-0000-0000-000000000000}"/>
          </ac:spMkLst>
        </pc:spChg>
      </pc:sldChg>
      <pc:sldChg chg="addSp delSp modSp mod setBg">
        <pc:chgData name="Manas Tuwani" userId="5d421215-a11f-4a6e-90ca-e8ac2213fab6" providerId="ADAL" clId="{EBA56BD6-EB1B-4F89-93E5-C716A76DF14D}" dt="2022-07-07T07:16:46.067" v="37" actId="26606"/>
        <pc:sldMkLst>
          <pc:docMk/>
          <pc:sldMk cId="3662734403" sldId="267"/>
        </pc:sldMkLst>
        <pc:spChg chg="mod">
          <ac:chgData name="Manas Tuwani" userId="5d421215-a11f-4a6e-90ca-e8ac2213fab6" providerId="ADAL" clId="{EBA56BD6-EB1B-4F89-93E5-C716A76DF14D}" dt="2022-07-07T07:16:46.042" v="36" actId="26606"/>
          <ac:spMkLst>
            <pc:docMk/>
            <pc:sldMk cId="3662734403" sldId="267"/>
            <ac:spMk id="2" creationId="{00000000-0000-0000-0000-000000000000}"/>
          </ac:spMkLst>
        </pc:spChg>
        <pc:spChg chg="add del">
          <ac:chgData name="Manas Tuwani" userId="5d421215-a11f-4a6e-90ca-e8ac2213fab6" providerId="ADAL" clId="{EBA56BD6-EB1B-4F89-93E5-C716A76DF14D}" dt="2022-07-07T07:16:46.067" v="37" actId="26606"/>
          <ac:spMkLst>
            <pc:docMk/>
            <pc:sldMk cId="3662734403" sldId="267"/>
            <ac:spMk id="3" creationId="{00000000-0000-0000-0000-000000000000}"/>
          </ac:spMkLst>
        </pc:spChg>
        <pc:spChg chg="add del">
          <ac:chgData name="Manas Tuwani" userId="5d421215-a11f-4a6e-90ca-e8ac2213fab6" providerId="ADAL" clId="{EBA56BD6-EB1B-4F89-93E5-C716A76DF14D}" dt="2022-07-07T07:16:34.953" v="32" actId="26606"/>
          <ac:spMkLst>
            <pc:docMk/>
            <pc:sldMk cId="3662734403" sldId="267"/>
            <ac:spMk id="9" creationId="{AE2B703B-46F9-481A-A605-82E2A828C4FA}"/>
          </ac:spMkLst>
        </pc:spChg>
        <pc:spChg chg="add del">
          <ac:chgData name="Manas Tuwani" userId="5d421215-a11f-4a6e-90ca-e8ac2213fab6" providerId="ADAL" clId="{EBA56BD6-EB1B-4F89-93E5-C716A76DF14D}" dt="2022-07-07T07:16:46.042" v="36" actId="26606"/>
          <ac:spMkLst>
            <pc:docMk/>
            <pc:sldMk cId="3662734403" sldId="267"/>
            <ac:spMk id="10" creationId="{AFA67CD3-AB4E-4A7A-BEB8-53C445D8C44E}"/>
          </ac:spMkLst>
        </pc:spChg>
        <pc:spChg chg="add del">
          <ac:chgData name="Manas Tuwani" userId="5d421215-a11f-4a6e-90ca-e8ac2213fab6" providerId="ADAL" clId="{EBA56BD6-EB1B-4F89-93E5-C716A76DF14D}" dt="2022-07-07T07:16:34.953" v="32" actId="26606"/>
          <ac:spMkLst>
            <pc:docMk/>
            <pc:sldMk cId="3662734403" sldId="267"/>
            <ac:spMk id="11" creationId="{F13BE4D7-0C3D-4906-B230-A1C5B4665CCF}"/>
          </ac:spMkLst>
        </pc:spChg>
        <pc:spChg chg="add del">
          <ac:chgData name="Manas Tuwani" userId="5d421215-a11f-4a6e-90ca-e8ac2213fab6" providerId="ADAL" clId="{EBA56BD6-EB1B-4F89-93E5-C716A76DF14D}" dt="2022-07-07T07:16:38.891" v="34" actId="26606"/>
          <ac:spMkLst>
            <pc:docMk/>
            <pc:sldMk cId="3662734403" sldId="267"/>
            <ac:spMk id="13" creationId="{00000000-0000-0000-0000-000000000000}"/>
          </ac:spMkLst>
        </pc:spChg>
        <pc:spChg chg="add del">
          <ac:chgData name="Manas Tuwani" userId="5d421215-a11f-4a6e-90ca-e8ac2213fab6" providerId="ADAL" clId="{EBA56BD6-EB1B-4F89-93E5-C716A76DF14D}" dt="2022-07-07T07:16:46.042" v="36" actId="26606"/>
          <ac:spMkLst>
            <pc:docMk/>
            <pc:sldMk cId="3662734403" sldId="267"/>
            <ac:spMk id="17" creationId="{339C8D78-A644-462F-B674-F440635E5353}"/>
          </ac:spMkLst>
        </pc:spChg>
        <pc:spChg chg="add del">
          <ac:chgData name="Manas Tuwani" userId="5d421215-a11f-4a6e-90ca-e8ac2213fab6" providerId="ADAL" clId="{EBA56BD6-EB1B-4F89-93E5-C716A76DF14D}" dt="2022-07-07T07:16:46.042" v="36" actId="26606"/>
          <ac:spMkLst>
            <pc:docMk/>
            <pc:sldMk cId="3662734403" sldId="267"/>
            <ac:spMk id="18" creationId="{00000000-0000-0000-0000-000000000000}"/>
          </ac:spMkLst>
        </pc:spChg>
        <pc:graphicFrameChg chg="add del">
          <ac:chgData name="Manas Tuwani" userId="5d421215-a11f-4a6e-90ca-e8ac2213fab6" providerId="ADAL" clId="{EBA56BD6-EB1B-4F89-93E5-C716A76DF14D}" dt="2022-07-07T07:16:34.953" v="32" actId="26606"/>
          <ac:graphicFrameMkLst>
            <pc:docMk/>
            <pc:sldMk cId="3662734403" sldId="267"/>
            <ac:graphicFrameMk id="5" creationId="{FE469434-E6BB-05CA-DE27-A22D80AB1BB1}"/>
          </ac:graphicFrameMkLst>
        </pc:graphicFrameChg>
        <pc:graphicFrameChg chg="add">
          <ac:chgData name="Manas Tuwani" userId="5d421215-a11f-4a6e-90ca-e8ac2213fab6" providerId="ADAL" clId="{EBA56BD6-EB1B-4F89-93E5-C716A76DF14D}" dt="2022-07-07T07:16:46.067" v="37" actId="26606"/>
          <ac:graphicFrameMkLst>
            <pc:docMk/>
            <pc:sldMk cId="3662734403" sldId="267"/>
            <ac:graphicFrameMk id="20" creationId="{35265EC1-E851-AE46-2803-415AA87BB012}"/>
          </ac:graphicFrameMkLst>
        </pc:graphicFrameChg>
        <pc:picChg chg="add del">
          <ac:chgData name="Manas Tuwani" userId="5d421215-a11f-4a6e-90ca-e8ac2213fab6" providerId="ADAL" clId="{EBA56BD6-EB1B-4F89-93E5-C716A76DF14D}" dt="2022-07-07T07:16:46.042" v="36" actId="26606"/>
          <ac:picMkLst>
            <pc:docMk/>
            <pc:sldMk cId="3662734403" sldId="267"/>
            <ac:picMk id="7" creationId="{8AF138FD-CEC9-1B9F-2BF9-622C00F64CDD}"/>
          </ac:picMkLst>
        </pc:picChg>
        <pc:picChg chg="add del">
          <ac:chgData name="Manas Tuwani" userId="5d421215-a11f-4a6e-90ca-e8ac2213fab6" providerId="ADAL" clId="{EBA56BD6-EB1B-4F89-93E5-C716A76DF14D}" dt="2022-07-07T07:16:46.042" v="36" actId="26606"/>
          <ac:picMkLst>
            <pc:docMk/>
            <pc:sldMk cId="3662734403" sldId="267"/>
            <ac:picMk id="12" creationId="{07CF545F-9C2E-4446-97CD-AD92990C2B68}"/>
          </ac:picMkLst>
        </pc:picChg>
        <pc:picChg chg="add del">
          <ac:chgData name="Manas Tuwani" userId="5d421215-a11f-4a6e-90ca-e8ac2213fab6" providerId="ADAL" clId="{EBA56BD6-EB1B-4F89-93E5-C716A76DF14D}" dt="2022-07-07T07:16:38.891" v="34" actId="26606"/>
          <ac:picMkLst>
            <pc:docMk/>
            <pc:sldMk cId="3662734403" sldId="267"/>
            <ac:picMk id="14" creationId="{1D191DCB-0CCC-1E8C-605F-CB02661F3FF1}"/>
          </ac:picMkLst>
        </pc:picChg>
        <pc:cxnChg chg="add del">
          <ac:chgData name="Manas Tuwani" userId="5d421215-a11f-4a6e-90ca-e8ac2213fab6" providerId="ADAL" clId="{EBA56BD6-EB1B-4F89-93E5-C716A76DF14D}" dt="2022-07-07T07:16:38.891" v="34" actId="26606"/>
          <ac:cxnSpMkLst>
            <pc:docMk/>
            <pc:sldMk cId="3662734403" sldId="267"/>
            <ac:cxnSpMk id="15" creationId="{A7F400EE-A8A5-48AF-B4D6-291B52C6F0B0}"/>
          </ac:cxnSpMkLst>
        </pc:cxnChg>
      </pc:sldChg>
      <pc:sldChg chg="addSp delSp modSp new mod setBg">
        <pc:chgData name="Manas Tuwani" userId="5d421215-a11f-4a6e-90ca-e8ac2213fab6" providerId="ADAL" clId="{EBA56BD6-EB1B-4F89-93E5-C716A76DF14D}" dt="2022-07-07T07:14:46.463" v="23" actId="26606"/>
        <pc:sldMkLst>
          <pc:docMk/>
          <pc:sldMk cId="1462956679" sldId="272"/>
        </pc:sldMkLst>
        <pc:spChg chg="add del">
          <ac:chgData name="Manas Tuwani" userId="5d421215-a11f-4a6e-90ca-e8ac2213fab6" providerId="ADAL" clId="{EBA56BD6-EB1B-4F89-93E5-C716A76DF14D}" dt="2022-07-07T07:14:38.594" v="18" actId="26606"/>
          <ac:spMkLst>
            <pc:docMk/>
            <pc:sldMk cId="1462956679" sldId="272"/>
            <ac:spMk id="8" creationId="{A2509F26-B5DC-4BA7-B476-4CB044237A2E}"/>
          </ac:spMkLst>
        </pc:spChg>
        <pc:spChg chg="add del">
          <ac:chgData name="Manas Tuwani" userId="5d421215-a11f-4a6e-90ca-e8ac2213fab6" providerId="ADAL" clId="{EBA56BD6-EB1B-4F89-93E5-C716A76DF14D}" dt="2022-07-07T07:14:38.594" v="18" actId="26606"/>
          <ac:spMkLst>
            <pc:docMk/>
            <pc:sldMk cId="1462956679" sldId="272"/>
            <ac:spMk id="10" creationId="{DB103EB1-B135-4526-B883-33228FC27FF1}"/>
          </ac:spMkLst>
        </pc:spChg>
        <pc:spChg chg="add del">
          <ac:chgData name="Manas Tuwani" userId="5d421215-a11f-4a6e-90ca-e8ac2213fab6" providerId="ADAL" clId="{EBA56BD6-EB1B-4F89-93E5-C716A76DF14D}" dt="2022-07-07T07:14:42.589" v="20" actId="26606"/>
          <ac:spMkLst>
            <pc:docMk/>
            <pc:sldMk cId="1462956679" sldId="272"/>
            <ac:spMk id="12" creationId="{A5D2A5D1-BA0D-47D3-B051-DA7743C46E28}"/>
          </ac:spMkLst>
        </pc:spChg>
        <pc:spChg chg="add del">
          <ac:chgData name="Manas Tuwani" userId="5d421215-a11f-4a6e-90ca-e8ac2213fab6" providerId="ADAL" clId="{EBA56BD6-EB1B-4F89-93E5-C716A76DF14D}" dt="2022-07-07T07:14:42.589" v="20" actId="26606"/>
          <ac:spMkLst>
            <pc:docMk/>
            <pc:sldMk cId="1462956679" sldId="272"/>
            <ac:spMk id="13" creationId="{2D2B266D-3625-4584-A5C3-7D3F672CFF30}"/>
          </ac:spMkLst>
        </pc:spChg>
        <pc:spChg chg="add del">
          <ac:chgData name="Manas Tuwani" userId="5d421215-a11f-4a6e-90ca-e8ac2213fab6" providerId="ADAL" clId="{EBA56BD6-EB1B-4F89-93E5-C716A76DF14D}" dt="2022-07-07T07:14:42.589" v="20" actId="26606"/>
          <ac:spMkLst>
            <pc:docMk/>
            <pc:sldMk cId="1462956679" sldId="272"/>
            <ac:spMk id="14" creationId="{C463B99A-73EE-4FBB-B7C4-F9F9BCC25C65}"/>
          </ac:spMkLst>
        </pc:spChg>
        <pc:spChg chg="add del">
          <ac:chgData name="Manas Tuwani" userId="5d421215-a11f-4a6e-90ca-e8ac2213fab6" providerId="ADAL" clId="{EBA56BD6-EB1B-4F89-93E5-C716A76DF14D}" dt="2022-07-07T07:14:46.458" v="22" actId="26606"/>
          <ac:spMkLst>
            <pc:docMk/>
            <pc:sldMk cId="1462956679" sldId="272"/>
            <ac:spMk id="16" creationId="{9A97C86A-04D6-40F7-AE84-31AB43E6A846}"/>
          </ac:spMkLst>
        </pc:spChg>
        <pc:spChg chg="add del">
          <ac:chgData name="Manas Tuwani" userId="5d421215-a11f-4a6e-90ca-e8ac2213fab6" providerId="ADAL" clId="{EBA56BD6-EB1B-4F89-93E5-C716A76DF14D}" dt="2022-07-07T07:14:46.458" v="22" actId="26606"/>
          <ac:spMkLst>
            <pc:docMk/>
            <pc:sldMk cId="1462956679" sldId="272"/>
            <ac:spMk id="17" creationId="{F3060C83-F051-4F0E-ABAD-AA0DFC48B218}"/>
          </ac:spMkLst>
        </pc:spChg>
        <pc:spChg chg="add del">
          <ac:chgData name="Manas Tuwani" userId="5d421215-a11f-4a6e-90ca-e8ac2213fab6" providerId="ADAL" clId="{EBA56BD6-EB1B-4F89-93E5-C716A76DF14D}" dt="2022-07-07T07:14:46.458" v="22" actId="26606"/>
          <ac:spMkLst>
            <pc:docMk/>
            <pc:sldMk cId="1462956679" sldId="272"/>
            <ac:spMk id="18" creationId="{FF9F2414-84E8-453E-B1F3-389FDE8192D9}"/>
          </ac:spMkLst>
        </pc:spChg>
        <pc:spChg chg="add del">
          <ac:chgData name="Manas Tuwani" userId="5d421215-a11f-4a6e-90ca-e8ac2213fab6" providerId="ADAL" clId="{EBA56BD6-EB1B-4F89-93E5-C716A76DF14D}" dt="2022-07-07T07:14:46.458" v="22" actId="26606"/>
          <ac:spMkLst>
            <pc:docMk/>
            <pc:sldMk cId="1462956679" sldId="272"/>
            <ac:spMk id="19" creationId="{83C98ABE-055B-441F-B07E-44F97F083C39}"/>
          </ac:spMkLst>
        </pc:spChg>
        <pc:spChg chg="add del">
          <ac:chgData name="Manas Tuwani" userId="5d421215-a11f-4a6e-90ca-e8ac2213fab6" providerId="ADAL" clId="{EBA56BD6-EB1B-4F89-93E5-C716A76DF14D}" dt="2022-07-07T07:14:46.458" v="22" actId="26606"/>
          <ac:spMkLst>
            <pc:docMk/>
            <pc:sldMk cId="1462956679" sldId="272"/>
            <ac:spMk id="20" creationId="{3ECA69A1-7536-43AC-85EF-C7106179F5ED}"/>
          </ac:spMkLst>
        </pc:spChg>
        <pc:spChg chg="add del">
          <ac:chgData name="Manas Tuwani" userId="5d421215-a11f-4a6e-90ca-e8ac2213fab6" providerId="ADAL" clId="{EBA56BD6-EB1B-4F89-93E5-C716A76DF14D}" dt="2022-07-07T07:14:46.458" v="22" actId="26606"/>
          <ac:spMkLst>
            <pc:docMk/>
            <pc:sldMk cId="1462956679" sldId="272"/>
            <ac:spMk id="21" creationId="{29FDB030-9B49-4CED-8CCD-4D99382388AC}"/>
          </ac:spMkLst>
        </pc:spChg>
        <pc:spChg chg="add del">
          <ac:chgData name="Manas Tuwani" userId="5d421215-a11f-4a6e-90ca-e8ac2213fab6" providerId="ADAL" clId="{EBA56BD6-EB1B-4F89-93E5-C716A76DF14D}" dt="2022-07-07T07:14:46.458" v="22" actId="26606"/>
          <ac:spMkLst>
            <pc:docMk/>
            <pc:sldMk cId="1462956679" sldId="272"/>
            <ac:spMk id="22" creationId="{3783CA14-24A1-485C-8B30-D6A5D87987AD}"/>
          </ac:spMkLst>
        </pc:spChg>
        <pc:spChg chg="add">
          <ac:chgData name="Manas Tuwani" userId="5d421215-a11f-4a6e-90ca-e8ac2213fab6" providerId="ADAL" clId="{EBA56BD6-EB1B-4F89-93E5-C716A76DF14D}" dt="2022-07-07T07:14:46.463" v="23" actId="26606"/>
          <ac:spMkLst>
            <pc:docMk/>
            <pc:sldMk cId="1462956679" sldId="272"/>
            <ac:spMk id="24" creationId="{DA2E7C1E-2B5A-4BBA-AE51-1CD8C19309D7}"/>
          </ac:spMkLst>
        </pc:spChg>
        <pc:spChg chg="add">
          <ac:chgData name="Manas Tuwani" userId="5d421215-a11f-4a6e-90ca-e8ac2213fab6" providerId="ADAL" clId="{EBA56BD6-EB1B-4F89-93E5-C716A76DF14D}" dt="2022-07-07T07:14:46.463" v="23" actId="26606"/>
          <ac:spMkLst>
            <pc:docMk/>
            <pc:sldMk cId="1462956679" sldId="272"/>
            <ac:spMk id="25" creationId="{43DF76B1-5174-4FAF-9D19-FFEE98426836}"/>
          </ac:spMkLst>
        </pc:spChg>
        <pc:picChg chg="add mod">
          <ac:chgData name="Manas Tuwani" userId="5d421215-a11f-4a6e-90ca-e8ac2213fab6" providerId="ADAL" clId="{EBA56BD6-EB1B-4F89-93E5-C716A76DF14D}" dt="2022-07-07T07:14:46.463" v="23" actId="26606"/>
          <ac:picMkLst>
            <pc:docMk/>
            <pc:sldMk cId="1462956679" sldId="272"/>
            <ac:picMk id="3" creationId="{FA59B30A-AC7A-48CF-5691-22B426945D0A}"/>
          </ac:picMkLst>
        </pc:picChg>
      </pc:sldChg>
      <pc:sldChg chg="del">
        <pc:chgData name="Manas Tuwani" userId="5d421215-a11f-4a6e-90ca-e8ac2213fab6" providerId="ADAL" clId="{EBA56BD6-EB1B-4F89-93E5-C716A76DF14D}" dt="2022-07-07T06:38:55.657" v="1" actId="47"/>
        <pc:sldMkLst>
          <pc:docMk/>
          <pc:sldMk cId="1916078131" sldId="272"/>
        </pc:sldMkLst>
      </pc:sldChg>
      <pc:sldChg chg="del">
        <pc:chgData name="Manas Tuwani" userId="5d421215-a11f-4a6e-90ca-e8ac2213fab6" providerId="ADAL" clId="{EBA56BD6-EB1B-4F89-93E5-C716A76DF14D}" dt="2022-07-07T06:38:56.560" v="2" actId="47"/>
        <pc:sldMkLst>
          <pc:docMk/>
          <pc:sldMk cId="1440144967" sldId="273"/>
        </pc:sldMkLst>
      </pc:sldChg>
      <pc:sldChg chg="modSp new mod">
        <pc:chgData name="Manas Tuwani" userId="5d421215-a11f-4a6e-90ca-e8ac2213fab6" providerId="ADAL" clId="{EBA56BD6-EB1B-4F89-93E5-C716A76DF14D}" dt="2022-07-07T07:20:20.233" v="61" actId="20577"/>
        <pc:sldMkLst>
          <pc:docMk/>
          <pc:sldMk cId="1944894695" sldId="273"/>
        </pc:sldMkLst>
        <pc:spChg chg="mod">
          <ac:chgData name="Manas Tuwani" userId="5d421215-a11f-4a6e-90ca-e8ac2213fab6" providerId="ADAL" clId="{EBA56BD6-EB1B-4F89-93E5-C716A76DF14D}" dt="2022-07-07T07:19:12.719" v="45" actId="27636"/>
          <ac:spMkLst>
            <pc:docMk/>
            <pc:sldMk cId="1944894695" sldId="273"/>
            <ac:spMk id="2" creationId="{149D71BF-E127-C1F0-3F23-4A496228D0DE}"/>
          </ac:spMkLst>
        </pc:spChg>
        <pc:spChg chg="mod">
          <ac:chgData name="Manas Tuwani" userId="5d421215-a11f-4a6e-90ca-e8ac2213fab6" providerId="ADAL" clId="{EBA56BD6-EB1B-4F89-93E5-C716A76DF14D}" dt="2022-07-07T07:20:20.233" v="61" actId="20577"/>
          <ac:spMkLst>
            <pc:docMk/>
            <pc:sldMk cId="1944894695" sldId="273"/>
            <ac:spMk id="3" creationId="{FA1DAF09-47BA-3490-7853-F97EA447CA54}"/>
          </ac:spMkLst>
        </pc:spChg>
      </pc:sldChg>
      <pc:sldChg chg="del">
        <pc:chgData name="Manas Tuwani" userId="5d421215-a11f-4a6e-90ca-e8ac2213fab6" providerId="ADAL" clId="{EBA56BD6-EB1B-4F89-93E5-C716A76DF14D}" dt="2022-07-07T06:38:59.313" v="4" actId="47"/>
        <pc:sldMkLst>
          <pc:docMk/>
          <pc:sldMk cId="448858513" sldId="274"/>
        </pc:sldMkLst>
      </pc:sldChg>
      <pc:sldChg chg="modSp new mod">
        <pc:chgData name="Manas Tuwani" userId="5d421215-a11f-4a6e-90ca-e8ac2213fab6" providerId="ADAL" clId="{EBA56BD6-EB1B-4F89-93E5-C716A76DF14D}" dt="2022-07-07T07:21:37.055" v="76" actId="113"/>
        <pc:sldMkLst>
          <pc:docMk/>
          <pc:sldMk cId="2313847924" sldId="274"/>
        </pc:sldMkLst>
        <pc:spChg chg="mod">
          <ac:chgData name="Manas Tuwani" userId="5d421215-a11f-4a6e-90ca-e8ac2213fab6" providerId="ADAL" clId="{EBA56BD6-EB1B-4F89-93E5-C716A76DF14D}" dt="2022-07-07T07:21:03.239" v="68" actId="27636"/>
          <ac:spMkLst>
            <pc:docMk/>
            <pc:sldMk cId="2313847924" sldId="274"/>
            <ac:spMk id="2" creationId="{06CC52B9-716B-EBB3-F41E-D7191DB506C5}"/>
          </ac:spMkLst>
        </pc:spChg>
        <pc:spChg chg="mod">
          <ac:chgData name="Manas Tuwani" userId="5d421215-a11f-4a6e-90ca-e8ac2213fab6" providerId="ADAL" clId="{EBA56BD6-EB1B-4F89-93E5-C716A76DF14D}" dt="2022-07-07T07:21:37.055" v="76" actId="113"/>
          <ac:spMkLst>
            <pc:docMk/>
            <pc:sldMk cId="2313847924" sldId="274"/>
            <ac:spMk id="3" creationId="{CD1F68E4-07F9-CBA7-9430-07DB8C858F81}"/>
          </ac:spMkLst>
        </pc:spChg>
      </pc:sldChg>
      <pc:sldChg chg="modSp new mod">
        <pc:chgData name="Manas Tuwani" userId="5d421215-a11f-4a6e-90ca-e8ac2213fab6" providerId="ADAL" clId="{EBA56BD6-EB1B-4F89-93E5-C716A76DF14D}" dt="2022-07-07T07:28:25.814" v="108" actId="20577"/>
        <pc:sldMkLst>
          <pc:docMk/>
          <pc:sldMk cId="1261170100" sldId="275"/>
        </pc:sldMkLst>
        <pc:spChg chg="mod">
          <ac:chgData name="Manas Tuwani" userId="5d421215-a11f-4a6e-90ca-e8ac2213fab6" providerId="ADAL" clId="{EBA56BD6-EB1B-4F89-93E5-C716A76DF14D}" dt="2022-07-07T07:23:04.149" v="89" actId="27636"/>
          <ac:spMkLst>
            <pc:docMk/>
            <pc:sldMk cId="1261170100" sldId="275"/>
            <ac:spMk id="2" creationId="{59160A9C-D71D-1D75-7EA9-25ED1A47AFF0}"/>
          </ac:spMkLst>
        </pc:spChg>
        <pc:spChg chg="mod">
          <ac:chgData name="Manas Tuwani" userId="5d421215-a11f-4a6e-90ca-e8ac2213fab6" providerId="ADAL" clId="{EBA56BD6-EB1B-4F89-93E5-C716A76DF14D}" dt="2022-07-07T07:28:25.814" v="108" actId="20577"/>
          <ac:spMkLst>
            <pc:docMk/>
            <pc:sldMk cId="1261170100" sldId="275"/>
            <ac:spMk id="3" creationId="{159CC7A8-A0AA-5BAE-0637-0776B07B7F81}"/>
          </ac:spMkLst>
        </pc:spChg>
      </pc:sldChg>
      <pc:sldChg chg="modSp new mod">
        <pc:chgData name="Manas Tuwani" userId="5d421215-a11f-4a6e-90ca-e8ac2213fab6" providerId="ADAL" clId="{EBA56BD6-EB1B-4F89-93E5-C716A76DF14D}" dt="2022-07-07T07:30:25.483" v="140" actId="5793"/>
        <pc:sldMkLst>
          <pc:docMk/>
          <pc:sldMk cId="851810249" sldId="276"/>
        </pc:sldMkLst>
        <pc:spChg chg="mod">
          <ac:chgData name="Manas Tuwani" userId="5d421215-a11f-4a6e-90ca-e8ac2213fab6" providerId="ADAL" clId="{EBA56BD6-EB1B-4F89-93E5-C716A76DF14D}" dt="2022-07-07T07:28:59.147" v="118" actId="27636"/>
          <ac:spMkLst>
            <pc:docMk/>
            <pc:sldMk cId="851810249" sldId="276"/>
            <ac:spMk id="2" creationId="{1426F803-4A34-5B9A-B93C-7CEEFCAD5588}"/>
          </ac:spMkLst>
        </pc:spChg>
        <pc:spChg chg="mod">
          <ac:chgData name="Manas Tuwani" userId="5d421215-a11f-4a6e-90ca-e8ac2213fab6" providerId="ADAL" clId="{EBA56BD6-EB1B-4F89-93E5-C716A76DF14D}" dt="2022-07-07T07:30:25.483" v="140" actId="5793"/>
          <ac:spMkLst>
            <pc:docMk/>
            <pc:sldMk cId="851810249" sldId="276"/>
            <ac:spMk id="3" creationId="{80794E94-7E7B-5783-527F-ECB6313A42DD}"/>
          </ac:spMkLst>
        </pc:spChg>
      </pc:sldChg>
      <pc:sldChg chg="modSp new mod">
        <pc:chgData name="Manas Tuwani" userId="5d421215-a11f-4a6e-90ca-e8ac2213fab6" providerId="ADAL" clId="{EBA56BD6-EB1B-4F89-93E5-C716A76DF14D}" dt="2022-07-07T07:33:16.725" v="187" actId="20577"/>
        <pc:sldMkLst>
          <pc:docMk/>
          <pc:sldMk cId="2967680306" sldId="277"/>
        </pc:sldMkLst>
        <pc:spChg chg="mod">
          <ac:chgData name="Manas Tuwani" userId="5d421215-a11f-4a6e-90ca-e8ac2213fab6" providerId="ADAL" clId="{EBA56BD6-EB1B-4F89-93E5-C716A76DF14D}" dt="2022-07-07T07:31:41.342" v="149" actId="27636"/>
          <ac:spMkLst>
            <pc:docMk/>
            <pc:sldMk cId="2967680306" sldId="277"/>
            <ac:spMk id="2" creationId="{D3601571-2A93-DAB6-384B-14B45FA2E81E}"/>
          </ac:spMkLst>
        </pc:spChg>
        <pc:spChg chg="mod">
          <ac:chgData name="Manas Tuwani" userId="5d421215-a11f-4a6e-90ca-e8ac2213fab6" providerId="ADAL" clId="{EBA56BD6-EB1B-4F89-93E5-C716A76DF14D}" dt="2022-07-07T07:33:16.725" v="187" actId="20577"/>
          <ac:spMkLst>
            <pc:docMk/>
            <pc:sldMk cId="2967680306" sldId="277"/>
            <ac:spMk id="3" creationId="{03BDD1DA-7680-3C25-EF46-2FCFE332569A}"/>
          </ac:spMkLst>
        </pc:spChg>
      </pc:sldChg>
      <pc:sldChg chg="modSp new mod">
        <pc:chgData name="Manas Tuwani" userId="5d421215-a11f-4a6e-90ca-e8ac2213fab6" providerId="ADAL" clId="{EBA56BD6-EB1B-4F89-93E5-C716A76DF14D}" dt="2022-07-07T07:35:05.693" v="213" actId="27636"/>
        <pc:sldMkLst>
          <pc:docMk/>
          <pc:sldMk cId="3361980526" sldId="278"/>
        </pc:sldMkLst>
        <pc:spChg chg="mod">
          <ac:chgData name="Manas Tuwani" userId="5d421215-a11f-4a6e-90ca-e8ac2213fab6" providerId="ADAL" clId="{EBA56BD6-EB1B-4F89-93E5-C716A76DF14D}" dt="2022-07-07T07:34:13.089" v="204" actId="27636"/>
          <ac:spMkLst>
            <pc:docMk/>
            <pc:sldMk cId="3361980526" sldId="278"/>
            <ac:spMk id="2" creationId="{361AABBF-9072-7C37-9D78-C84BAA1F7BC8}"/>
          </ac:spMkLst>
        </pc:spChg>
        <pc:spChg chg="mod">
          <ac:chgData name="Manas Tuwani" userId="5d421215-a11f-4a6e-90ca-e8ac2213fab6" providerId="ADAL" clId="{EBA56BD6-EB1B-4F89-93E5-C716A76DF14D}" dt="2022-07-07T07:35:05.693" v="213" actId="27636"/>
          <ac:spMkLst>
            <pc:docMk/>
            <pc:sldMk cId="3361980526" sldId="278"/>
            <ac:spMk id="3" creationId="{CA2632C4-976D-88DE-058D-623F82CACC2B}"/>
          </ac:spMkLst>
        </pc:spChg>
      </pc:sldChg>
      <pc:sldChg chg="modSp new mod">
        <pc:chgData name="Manas Tuwani" userId="5d421215-a11f-4a6e-90ca-e8ac2213fab6" providerId="ADAL" clId="{EBA56BD6-EB1B-4F89-93E5-C716A76DF14D}" dt="2022-07-07T07:37:29.630" v="240" actId="20577"/>
        <pc:sldMkLst>
          <pc:docMk/>
          <pc:sldMk cId="3274978546" sldId="279"/>
        </pc:sldMkLst>
        <pc:spChg chg="mod">
          <ac:chgData name="Manas Tuwani" userId="5d421215-a11f-4a6e-90ca-e8ac2213fab6" providerId="ADAL" clId="{EBA56BD6-EB1B-4F89-93E5-C716A76DF14D}" dt="2022-07-07T07:36:35.985" v="220" actId="27636"/>
          <ac:spMkLst>
            <pc:docMk/>
            <pc:sldMk cId="3274978546" sldId="279"/>
            <ac:spMk id="2" creationId="{941C244A-2340-0372-9B38-458312A71643}"/>
          </ac:spMkLst>
        </pc:spChg>
        <pc:spChg chg="mod">
          <ac:chgData name="Manas Tuwani" userId="5d421215-a11f-4a6e-90ca-e8ac2213fab6" providerId="ADAL" clId="{EBA56BD6-EB1B-4F89-93E5-C716A76DF14D}" dt="2022-07-07T07:37:29.630" v="240" actId="20577"/>
          <ac:spMkLst>
            <pc:docMk/>
            <pc:sldMk cId="3274978546" sldId="279"/>
            <ac:spMk id="3" creationId="{BF970F37-A256-F60D-E855-EBA9F3C9D0F1}"/>
          </ac:spMkLst>
        </pc:spChg>
      </pc:sldChg>
      <pc:sldChg chg="modSp new mod">
        <pc:chgData name="Manas Tuwani" userId="5d421215-a11f-4a6e-90ca-e8ac2213fab6" providerId="ADAL" clId="{EBA56BD6-EB1B-4F89-93E5-C716A76DF14D}" dt="2022-07-07T07:38:54.074" v="261" actId="27636"/>
        <pc:sldMkLst>
          <pc:docMk/>
          <pc:sldMk cId="315011973" sldId="280"/>
        </pc:sldMkLst>
        <pc:spChg chg="mod">
          <ac:chgData name="Manas Tuwani" userId="5d421215-a11f-4a6e-90ca-e8ac2213fab6" providerId="ADAL" clId="{EBA56BD6-EB1B-4F89-93E5-C716A76DF14D}" dt="2022-07-07T07:38:54.074" v="261" actId="27636"/>
          <ac:spMkLst>
            <pc:docMk/>
            <pc:sldMk cId="315011973" sldId="280"/>
            <ac:spMk id="2" creationId="{DDB8F144-9887-564B-EA44-BEFBEFEE981E}"/>
          </ac:spMkLst>
        </pc:spChg>
        <pc:spChg chg="mod">
          <ac:chgData name="Manas Tuwani" userId="5d421215-a11f-4a6e-90ca-e8ac2213fab6" providerId="ADAL" clId="{EBA56BD6-EB1B-4F89-93E5-C716A76DF14D}" dt="2022-07-07T07:38:51.881" v="259" actId="20577"/>
          <ac:spMkLst>
            <pc:docMk/>
            <pc:sldMk cId="315011973" sldId="280"/>
            <ac:spMk id="3" creationId="{EE4E3D74-0C12-DC8C-9E3F-8E70C9D6E81D}"/>
          </ac:spMkLst>
        </pc:spChg>
      </pc:sldChg>
      <pc:sldChg chg="modSp new mod">
        <pc:chgData name="Manas Tuwani" userId="5d421215-a11f-4a6e-90ca-e8ac2213fab6" providerId="ADAL" clId="{EBA56BD6-EB1B-4F89-93E5-C716A76DF14D}" dt="2022-07-07T10:37:54.770" v="377" actId="20577"/>
        <pc:sldMkLst>
          <pc:docMk/>
          <pc:sldMk cId="1278486213" sldId="281"/>
        </pc:sldMkLst>
        <pc:spChg chg="mod">
          <ac:chgData name="Manas Tuwani" userId="5d421215-a11f-4a6e-90ca-e8ac2213fab6" providerId="ADAL" clId="{EBA56BD6-EB1B-4F89-93E5-C716A76DF14D}" dt="2022-07-07T10:25:02.658" v="270" actId="1076"/>
          <ac:spMkLst>
            <pc:docMk/>
            <pc:sldMk cId="1278486213" sldId="281"/>
            <ac:spMk id="2" creationId="{AE86FCCA-A1EA-CF49-BFBB-51A20DDF2561}"/>
          </ac:spMkLst>
        </pc:spChg>
        <pc:spChg chg="mod">
          <ac:chgData name="Manas Tuwani" userId="5d421215-a11f-4a6e-90ca-e8ac2213fab6" providerId="ADAL" clId="{EBA56BD6-EB1B-4F89-93E5-C716A76DF14D}" dt="2022-07-07T10:37:54.770" v="377" actId="20577"/>
          <ac:spMkLst>
            <pc:docMk/>
            <pc:sldMk cId="1278486213" sldId="281"/>
            <ac:spMk id="3" creationId="{EBC73975-4FC6-B235-4CBB-C7B11702A3FD}"/>
          </ac:spMkLst>
        </pc:spChg>
      </pc:sldChg>
      <pc:sldChg chg="modSp new mod">
        <pc:chgData name="Manas Tuwani" userId="5d421215-a11f-4a6e-90ca-e8ac2213fab6" providerId="ADAL" clId="{EBA56BD6-EB1B-4F89-93E5-C716A76DF14D}" dt="2022-07-07T10:35:48.408" v="370" actId="20577"/>
        <pc:sldMkLst>
          <pc:docMk/>
          <pc:sldMk cId="3520883273" sldId="282"/>
        </pc:sldMkLst>
        <pc:spChg chg="mod">
          <ac:chgData name="Manas Tuwani" userId="5d421215-a11f-4a6e-90ca-e8ac2213fab6" providerId="ADAL" clId="{EBA56BD6-EB1B-4F89-93E5-C716A76DF14D}" dt="2022-07-07T10:32:46.702" v="345" actId="20577"/>
          <ac:spMkLst>
            <pc:docMk/>
            <pc:sldMk cId="3520883273" sldId="282"/>
            <ac:spMk id="2" creationId="{77E23DB0-A323-8A6E-DFB4-9BF7DA3E63D5}"/>
          </ac:spMkLst>
        </pc:spChg>
        <pc:spChg chg="mod">
          <ac:chgData name="Manas Tuwani" userId="5d421215-a11f-4a6e-90ca-e8ac2213fab6" providerId="ADAL" clId="{EBA56BD6-EB1B-4F89-93E5-C716A76DF14D}" dt="2022-07-07T10:35:48.408" v="370" actId="20577"/>
          <ac:spMkLst>
            <pc:docMk/>
            <pc:sldMk cId="3520883273" sldId="282"/>
            <ac:spMk id="3" creationId="{949C3AC9-1996-44DC-C9EB-C040A876A1BF}"/>
          </ac:spMkLst>
        </pc:spChg>
      </pc:sldChg>
      <pc:sldChg chg="modSp add mod">
        <pc:chgData name="Manas Tuwani" userId="5d421215-a11f-4a6e-90ca-e8ac2213fab6" providerId="ADAL" clId="{EBA56BD6-EB1B-4F89-93E5-C716A76DF14D}" dt="2022-07-07T10:35:37.571" v="369" actId="20577"/>
        <pc:sldMkLst>
          <pc:docMk/>
          <pc:sldMk cId="495810922" sldId="283"/>
        </pc:sldMkLst>
        <pc:spChg chg="mod">
          <ac:chgData name="Manas Tuwani" userId="5d421215-a11f-4a6e-90ca-e8ac2213fab6" providerId="ADAL" clId="{EBA56BD6-EB1B-4F89-93E5-C716A76DF14D}" dt="2022-07-07T10:35:37.571" v="369" actId="20577"/>
          <ac:spMkLst>
            <pc:docMk/>
            <pc:sldMk cId="495810922" sldId="283"/>
            <ac:spMk id="3" creationId="{949C3AC9-1996-44DC-C9EB-C040A876A1BF}"/>
          </ac:spMkLst>
        </pc:spChg>
      </pc:sldChg>
    </pc:docChg>
  </pc:docChgLst>
  <pc:docChgLst>
    <pc:chgData name="Manas Tuwani" userId="5d421215-a11f-4a6e-90ca-e8ac2213fab6" providerId="ADAL" clId="{E6F6844B-D12E-44FB-8956-46EB535A2B2D}"/>
    <pc:docChg chg="undo redo custSel addSld delSld modSld sldOrd">
      <pc:chgData name="Manas Tuwani" userId="5d421215-a11f-4a6e-90ca-e8ac2213fab6" providerId="ADAL" clId="{E6F6844B-D12E-44FB-8956-46EB535A2B2D}" dt="2023-02-22T16:12:34.018" v="226" actId="27636"/>
      <pc:docMkLst>
        <pc:docMk/>
      </pc:docMkLst>
      <pc:sldChg chg="modSp mod">
        <pc:chgData name="Manas Tuwani" userId="5d421215-a11f-4a6e-90ca-e8ac2213fab6" providerId="ADAL" clId="{E6F6844B-D12E-44FB-8956-46EB535A2B2D}" dt="2023-02-11T10:52:44.548" v="0"/>
        <pc:sldMkLst>
          <pc:docMk/>
          <pc:sldMk cId="3233675117" sldId="260"/>
        </pc:sldMkLst>
        <pc:spChg chg="mod">
          <ac:chgData name="Manas Tuwani" userId="5d421215-a11f-4a6e-90ca-e8ac2213fab6" providerId="ADAL" clId="{E6F6844B-D12E-44FB-8956-46EB535A2B2D}" dt="2023-02-11T10:52:44.548" v="0"/>
          <ac:spMkLst>
            <pc:docMk/>
            <pc:sldMk cId="3233675117" sldId="260"/>
            <ac:spMk id="3" creationId="{00000000-0000-0000-0000-000000000000}"/>
          </ac:spMkLst>
        </pc:spChg>
      </pc:sldChg>
      <pc:sldChg chg="modSp mod">
        <pc:chgData name="Manas Tuwani" userId="5d421215-a11f-4a6e-90ca-e8ac2213fab6" providerId="ADAL" clId="{E6F6844B-D12E-44FB-8956-46EB535A2B2D}" dt="2023-02-22T16:12:34.018" v="226" actId="27636"/>
        <pc:sldMkLst>
          <pc:docMk/>
          <pc:sldMk cId="588203998" sldId="266"/>
        </pc:sldMkLst>
        <pc:spChg chg="mod">
          <ac:chgData name="Manas Tuwani" userId="5d421215-a11f-4a6e-90ca-e8ac2213fab6" providerId="ADAL" clId="{E6F6844B-D12E-44FB-8956-46EB535A2B2D}" dt="2023-02-22T16:12:34.018" v="226" actId="27636"/>
          <ac:spMkLst>
            <pc:docMk/>
            <pc:sldMk cId="588203998" sldId="266"/>
            <ac:spMk id="2" creationId="{00000000-0000-0000-0000-000000000000}"/>
          </ac:spMkLst>
        </pc:spChg>
        <pc:spChg chg="mod">
          <ac:chgData name="Manas Tuwani" userId="5d421215-a11f-4a6e-90ca-e8ac2213fab6" providerId="ADAL" clId="{E6F6844B-D12E-44FB-8956-46EB535A2B2D}" dt="2023-02-22T16:06:24.315" v="163" actId="14100"/>
          <ac:spMkLst>
            <pc:docMk/>
            <pc:sldMk cId="588203998" sldId="266"/>
            <ac:spMk id="3" creationId="{00000000-0000-0000-0000-000000000000}"/>
          </ac:spMkLst>
        </pc:spChg>
      </pc:sldChg>
      <pc:sldChg chg="modSp mod">
        <pc:chgData name="Manas Tuwani" userId="5d421215-a11f-4a6e-90ca-e8ac2213fab6" providerId="ADAL" clId="{E6F6844B-D12E-44FB-8956-46EB535A2B2D}" dt="2023-02-11T11:11:28.671" v="20" actId="20577"/>
        <pc:sldMkLst>
          <pc:docMk/>
          <pc:sldMk cId="2313847924" sldId="274"/>
        </pc:sldMkLst>
        <pc:spChg chg="mod">
          <ac:chgData name="Manas Tuwani" userId="5d421215-a11f-4a6e-90ca-e8ac2213fab6" providerId="ADAL" clId="{E6F6844B-D12E-44FB-8956-46EB535A2B2D}" dt="2023-02-11T11:11:28.671" v="20" actId="20577"/>
          <ac:spMkLst>
            <pc:docMk/>
            <pc:sldMk cId="2313847924" sldId="274"/>
            <ac:spMk id="3" creationId="{CD1F68E4-07F9-CBA7-9430-07DB8C858F81}"/>
          </ac:spMkLst>
        </pc:spChg>
      </pc:sldChg>
      <pc:sldChg chg="addSp delSp add del setBg delDesignElem">
        <pc:chgData name="Manas Tuwani" userId="5d421215-a11f-4a6e-90ca-e8ac2213fab6" providerId="ADAL" clId="{E6F6844B-D12E-44FB-8956-46EB535A2B2D}" dt="2023-02-22T16:06:08.005" v="154"/>
        <pc:sldMkLst>
          <pc:docMk/>
          <pc:sldMk cId="606845232" sldId="286"/>
        </pc:sldMkLst>
        <pc:spChg chg="add del">
          <ac:chgData name="Manas Tuwani" userId="5d421215-a11f-4a6e-90ca-e8ac2213fab6" providerId="ADAL" clId="{E6F6844B-D12E-44FB-8956-46EB535A2B2D}" dt="2023-02-22T16:06:08.005" v="154"/>
          <ac:spMkLst>
            <pc:docMk/>
            <pc:sldMk cId="606845232" sldId="286"/>
            <ac:spMk id="8" creationId="{1B15ED52-F352-441B-82BF-E0EA34836D08}"/>
          </ac:spMkLst>
        </pc:spChg>
        <pc:spChg chg="add del">
          <ac:chgData name="Manas Tuwani" userId="5d421215-a11f-4a6e-90ca-e8ac2213fab6" providerId="ADAL" clId="{E6F6844B-D12E-44FB-8956-46EB535A2B2D}" dt="2023-02-22T16:06:08.005" v="154"/>
          <ac:spMkLst>
            <pc:docMk/>
            <pc:sldMk cId="606845232" sldId="286"/>
            <ac:spMk id="10" creationId="{3B2E3793-BFE6-45A2-9B7B-E18844431C99}"/>
          </ac:spMkLst>
        </pc:spChg>
        <pc:spChg chg="add del">
          <ac:chgData name="Manas Tuwani" userId="5d421215-a11f-4a6e-90ca-e8ac2213fab6" providerId="ADAL" clId="{E6F6844B-D12E-44FB-8956-46EB535A2B2D}" dt="2023-02-22T16:06:08.005" v="154"/>
          <ac:spMkLst>
            <pc:docMk/>
            <pc:sldMk cId="606845232" sldId="286"/>
            <ac:spMk id="12" creationId="{BC4C4868-CB8F-4AF9-9CDB-8108F2C19B67}"/>
          </ac:spMkLst>
        </pc:spChg>
        <pc:spChg chg="add del">
          <ac:chgData name="Manas Tuwani" userId="5d421215-a11f-4a6e-90ca-e8ac2213fab6" providerId="ADAL" clId="{E6F6844B-D12E-44FB-8956-46EB535A2B2D}" dt="2023-02-22T16:06:08.005" v="154"/>
          <ac:spMkLst>
            <pc:docMk/>
            <pc:sldMk cId="606845232" sldId="286"/>
            <ac:spMk id="14" creationId="{375E0459-6403-40CD-989D-56A4407CA12E}"/>
          </ac:spMkLst>
        </pc:spChg>
        <pc:spChg chg="add del">
          <ac:chgData name="Manas Tuwani" userId="5d421215-a11f-4a6e-90ca-e8ac2213fab6" providerId="ADAL" clId="{E6F6844B-D12E-44FB-8956-46EB535A2B2D}" dt="2023-02-22T16:06:08.005" v="154"/>
          <ac:spMkLst>
            <pc:docMk/>
            <pc:sldMk cId="606845232" sldId="286"/>
            <ac:spMk id="16" creationId="{53E5B1A8-3AC9-4BD1-9BBC-78CA94F2D1BA}"/>
          </ac:spMkLst>
        </pc:spChg>
      </pc:sldChg>
      <pc:sldChg chg="addSp modSp new mod setBg">
        <pc:chgData name="Manas Tuwani" userId="5d421215-a11f-4a6e-90ca-e8ac2213fab6" providerId="ADAL" clId="{E6F6844B-D12E-44FB-8956-46EB535A2B2D}" dt="2023-02-22T16:07:39.956" v="194" actId="27636"/>
        <pc:sldMkLst>
          <pc:docMk/>
          <pc:sldMk cId="2554197639" sldId="286"/>
        </pc:sldMkLst>
        <pc:spChg chg="mod">
          <ac:chgData name="Manas Tuwani" userId="5d421215-a11f-4a6e-90ca-e8ac2213fab6" providerId="ADAL" clId="{E6F6844B-D12E-44FB-8956-46EB535A2B2D}" dt="2023-02-22T16:07:13.115" v="189" actId="120"/>
          <ac:spMkLst>
            <pc:docMk/>
            <pc:sldMk cId="2554197639" sldId="286"/>
            <ac:spMk id="2" creationId="{22DE02DB-C1A3-4630-18C9-C9F2B7000421}"/>
          </ac:spMkLst>
        </pc:spChg>
        <pc:spChg chg="mod">
          <ac:chgData name="Manas Tuwani" userId="5d421215-a11f-4a6e-90ca-e8ac2213fab6" providerId="ADAL" clId="{E6F6844B-D12E-44FB-8956-46EB535A2B2D}" dt="2023-02-22T16:07:39.956" v="194" actId="27636"/>
          <ac:spMkLst>
            <pc:docMk/>
            <pc:sldMk cId="2554197639" sldId="286"/>
            <ac:spMk id="3" creationId="{03D88F2E-D28C-8870-44E3-496A9CF53D82}"/>
          </ac:spMkLst>
        </pc:spChg>
        <pc:spChg chg="add">
          <ac:chgData name="Manas Tuwani" userId="5d421215-a11f-4a6e-90ca-e8ac2213fab6" providerId="ADAL" clId="{E6F6844B-D12E-44FB-8956-46EB535A2B2D}" dt="2023-02-22T16:06:57.645" v="168" actId="26606"/>
          <ac:spMkLst>
            <pc:docMk/>
            <pc:sldMk cId="2554197639" sldId="286"/>
            <ac:spMk id="8" creationId="{1B15ED52-F352-441B-82BF-E0EA34836D08}"/>
          </ac:spMkLst>
        </pc:spChg>
        <pc:spChg chg="add">
          <ac:chgData name="Manas Tuwani" userId="5d421215-a11f-4a6e-90ca-e8ac2213fab6" providerId="ADAL" clId="{E6F6844B-D12E-44FB-8956-46EB535A2B2D}" dt="2023-02-22T16:06:57.645" v="168" actId="26606"/>
          <ac:spMkLst>
            <pc:docMk/>
            <pc:sldMk cId="2554197639" sldId="286"/>
            <ac:spMk id="10" creationId="{3B2E3793-BFE6-45A2-9B7B-E18844431C99}"/>
          </ac:spMkLst>
        </pc:spChg>
        <pc:spChg chg="add">
          <ac:chgData name="Manas Tuwani" userId="5d421215-a11f-4a6e-90ca-e8ac2213fab6" providerId="ADAL" clId="{E6F6844B-D12E-44FB-8956-46EB535A2B2D}" dt="2023-02-22T16:06:57.645" v="168" actId="26606"/>
          <ac:spMkLst>
            <pc:docMk/>
            <pc:sldMk cId="2554197639" sldId="286"/>
            <ac:spMk id="12" creationId="{BC4C4868-CB8F-4AF9-9CDB-8108F2C19B67}"/>
          </ac:spMkLst>
        </pc:spChg>
        <pc:spChg chg="add">
          <ac:chgData name="Manas Tuwani" userId="5d421215-a11f-4a6e-90ca-e8ac2213fab6" providerId="ADAL" clId="{E6F6844B-D12E-44FB-8956-46EB535A2B2D}" dt="2023-02-22T16:06:57.645" v="168" actId="26606"/>
          <ac:spMkLst>
            <pc:docMk/>
            <pc:sldMk cId="2554197639" sldId="286"/>
            <ac:spMk id="14" creationId="{375E0459-6403-40CD-989D-56A4407CA12E}"/>
          </ac:spMkLst>
        </pc:spChg>
        <pc:spChg chg="add">
          <ac:chgData name="Manas Tuwani" userId="5d421215-a11f-4a6e-90ca-e8ac2213fab6" providerId="ADAL" clId="{E6F6844B-D12E-44FB-8956-46EB535A2B2D}" dt="2023-02-22T16:06:57.645" v="168" actId="26606"/>
          <ac:spMkLst>
            <pc:docMk/>
            <pc:sldMk cId="2554197639" sldId="286"/>
            <ac:spMk id="16" creationId="{53E5B1A8-3AC9-4BD1-9BBC-78CA94F2D1BA}"/>
          </ac:spMkLst>
        </pc:spChg>
      </pc:sldChg>
      <pc:sldChg chg="addSp delSp modSp new mod ord setBg">
        <pc:chgData name="Manas Tuwani" userId="5d421215-a11f-4a6e-90ca-e8ac2213fab6" providerId="ADAL" clId="{E6F6844B-D12E-44FB-8956-46EB535A2B2D}" dt="2023-02-22T16:11:42.416" v="224" actId="1076"/>
        <pc:sldMkLst>
          <pc:docMk/>
          <pc:sldMk cId="853249725" sldId="287"/>
        </pc:sldMkLst>
        <pc:spChg chg="mod">
          <ac:chgData name="Manas Tuwani" userId="5d421215-a11f-4a6e-90ca-e8ac2213fab6" providerId="ADAL" clId="{E6F6844B-D12E-44FB-8956-46EB535A2B2D}" dt="2023-02-22T16:11:38.693" v="223" actId="13926"/>
          <ac:spMkLst>
            <pc:docMk/>
            <pc:sldMk cId="853249725" sldId="287"/>
            <ac:spMk id="2" creationId="{D708EEA7-677E-1FAF-FA5F-60A8D3000B94}"/>
          </ac:spMkLst>
        </pc:spChg>
        <pc:spChg chg="del">
          <ac:chgData name="Manas Tuwani" userId="5d421215-a11f-4a6e-90ca-e8ac2213fab6" providerId="ADAL" clId="{E6F6844B-D12E-44FB-8956-46EB535A2B2D}" dt="2023-02-22T16:08:45.037" v="196" actId="22"/>
          <ac:spMkLst>
            <pc:docMk/>
            <pc:sldMk cId="853249725" sldId="287"/>
            <ac:spMk id="3" creationId="{25140B05-3E43-317C-28CB-7C5A8C41BFC6}"/>
          </ac:spMkLst>
        </pc:spChg>
        <pc:spChg chg="add del">
          <ac:chgData name="Manas Tuwani" userId="5d421215-a11f-4a6e-90ca-e8ac2213fab6" providerId="ADAL" clId="{E6F6844B-D12E-44FB-8956-46EB535A2B2D}" dt="2023-02-22T16:09:09.686" v="209" actId="26606"/>
          <ac:spMkLst>
            <pc:docMk/>
            <pc:sldMk cId="853249725" sldId="287"/>
            <ac:spMk id="10" creationId="{A8384FB5-9ADC-4DDC-881B-597D56F5B15D}"/>
          </ac:spMkLst>
        </pc:spChg>
        <pc:spChg chg="add del">
          <ac:chgData name="Manas Tuwani" userId="5d421215-a11f-4a6e-90ca-e8ac2213fab6" providerId="ADAL" clId="{E6F6844B-D12E-44FB-8956-46EB535A2B2D}" dt="2023-02-22T16:09:09.686" v="209" actId="26606"/>
          <ac:spMkLst>
            <pc:docMk/>
            <pc:sldMk cId="853249725" sldId="287"/>
            <ac:spMk id="12" creationId="{91E5A9A7-95C6-4F4F-B00E-C82E07FE62EF}"/>
          </ac:spMkLst>
        </pc:spChg>
        <pc:spChg chg="add del">
          <ac:chgData name="Manas Tuwani" userId="5d421215-a11f-4a6e-90ca-e8ac2213fab6" providerId="ADAL" clId="{E6F6844B-D12E-44FB-8956-46EB535A2B2D}" dt="2023-02-22T16:09:09.686" v="209" actId="26606"/>
          <ac:spMkLst>
            <pc:docMk/>
            <pc:sldMk cId="853249725" sldId="287"/>
            <ac:spMk id="14" creationId="{D07DD2DE-F619-49DD-B5E7-03A290FF4ED1}"/>
          </ac:spMkLst>
        </pc:spChg>
        <pc:spChg chg="add del">
          <ac:chgData name="Manas Tuwani" userId="5d421215-a11f-4a6e-90ca-e8ac2213fab6" providerId="ADAL" clId="{E6F6844B-D12E-44FB-8956-46EB535A2B2D}" dt="2023-02-22T16:09:09.686" v="209" actId="26606"/>
          <ac:spMkLst>
            <pc:docMk/>
            <pc:sldMk cId="853249725" sldId="287"/>
            <ac:spMk id="16" creationId="{85149191-5F60-4A28-AAFF-039F96B0F3EC}"/>
          </ac:spMkLst>
        </pc:spChg>
        <pc:spChg chg="add del">
          <ac:chgData name="Manas Tuwani" userId="5d421215-a11f-4a6e-90ca-e8ac2213fab6" providerId="ADAL" clId="{E6F6844B-D12E-44FB-8956-46EB535A2B2D}" dt="2023-02-22T16:09:09.686" v="209" actId="26606"/>
          <ac:spMkLst>
            <pc:docMk/>
            <pc:sldMk cId="853249725" sldId="287"/>
            <ac:spMk id="18" creationId="{F8260ED5-17F7-4158-B241-D51DD4CF1B7E}"/>
          </ac:spMkLst>
        </pc:spChg>
        <pc:spChg chg="add del">
          <ac:chgData name="Manas Tuwani" userId="5d421215-a11f-4a6e-90ca-e8ac2213fab6" providerId="ADAL" clId="{E6F6844B-D12E-44FB-8956-46EB535A2B2D}" dt="2023-02-22T16:09:23.550" v="211" actId="26606"/>
          <ac:spMkLst>
            <pc:docMk/>
            <pc:sldMk cId="853249725" sldId="287"/>
            <ac:spMk id="20" creationId="{A4AC5506-6312-4701-8D3C-40187889A947}"/>
          </ac:spMkLst>
        </pc:spChg>
        <pc:spChg chg="add del">
          <ac:chgData name="Manas Tuwani" userId="5d421215-a11f-4a6e-90ca-e8ac2213fab6" providerId="ADAL" clId="{E6F6844B-D12E-44FB-8956-46EB535A2B2D}" dt="2023-02-22T16:09:40.084" v="218" actId="26606"/>
          <ac:spMkLst>
            <pc:docMk/>
            <pc:sldMk cId="853249725" sldId="287"/>
            <ac:spMk id="22" creationId="{0ACDB3CA-62BA-4187-A0BD-732DFF710277}"/>
          </ac:spMkLst>
        </pc:spChg>
        <pc:spChg chg="add del">
          <ac:chgData name="Manas Tuwani" userId="5d421215-a11f-4a6e-90ca-e8ac2213fab6" providerId="ADAL" clId="{E6F6844B-D12E-44FB-8956-46EB535A2B2D}" dt="2023-02-22T16:09:40.080" v="217" actId="26606"/>
          <ac:spMkLst>
            <pc:docMk/>
            <pc:sldMk cId="853249725" sldId="287"/>
            <ac:spMk id="27" creationId="{A4AC5506-6312-4701-8D3C-40187889A947}"/>
          </ac:spMkLst>
        </pc:spChg>
        <pc:spChg chg="add">
          <ac:chgData name="Manas Tuwani" userId="5d421215-a11f-4a6e-90ca-e8ac2213fab6" providerId="ADAL" clId="{E6F6844B-D12E-44FB-8956-46EB535A2B2D}" dt="2023-02-22T16:09:40.084" v="218" actId="26606"/>
          <ac:spMkLst>
            <pc:docMk/>
            <pc:sldMk cId="853249725" sldId="287"/>
            <ac:spMk id="29" creationId="{F170E346-B98B-43A6-A4DA-D36FF63284B3}"/>
          </ac:spMkLst>
        </pc:spChg>
        <pc:picChg chg="add mod ord">
          <ac:chgData name="Manas Tuwani" userId="5d421215-a11f-4a6e-90ca-e8ac2213fab6" providerId="ADAL" clId="{E6F6844B-D12E-44FB-8956-46EB535A2B2D}" dt="2023-02-22T16:11:42.416" v="224" actId="1076"/>
          <ac:picMkLst>
            <pc:docMk/>
            <pc:sldMk cId="853249725" sldId="287"/>
            <ac:picMk id="5" creationId="{B9A1D298-257F-CF57-02DA-5008DE0EB41F}"/>
          </ac:picMkLst>
        </pc:picChg>
      </pc:sldChg>
    </pc:docChg>
  </pc:docChgLst>
  <pc:docChgLst>
    <pc:chgData name="Manas Tuwani" userId="5d421215-a11f-4a6e-90ca-e8ac2213fab6" providerId="ADAL" clId="{4E95CA34-B836-483A-9B48-30653B86BD35}"/>
    <pc:docChg chg="modSld">
      <pc:chgData name="Manas Tuwani" userId="5d421215-a11f-4a6e-90ca-e8ac2213fab6" providerId="ADAL" clId="{4E95CA34-B836-483A-9B48-30653B86BD35}" dt="2022-08-21T10:50:32.155" v="3" actId="20577"/>
      <pc:docMkLst>
        <pc:docMk/>
      </pc:docMkLst>
      <pc:sldChg chg="modSp mod">
        <pc:chgData name="Manas Tuwani" userId="5d421215-a11f-4a6e-90ca-e8ac2213fab6" providerId="ADAL" clId="{4E95CA34-B836-483A-9B48-30653B86BD35}" dt="2022-08-21T10:50:32.155" v="3" actId="20577"/>
        <pc:sldMkLst>
          <pc:docMk/>
          <pc:sldMk cId="4046226905" sldId="269"/>
        </pc:sldMkLst>
        <pc:spChg chg="mod">
          <ac:chgData name="Manas Tuwani" userId="5d421215-a11f-4a6e-90ca-e8ac2213fab6" providerId="ADAL" clId="{4E95CA34-B836-483A-9B48-30653B86BD35}" dt="2022-08-21T10:50:32.155" v="3" actId="20577"/>
          <ac:spMkLst>
            <pc:docMk/>
            <pc:sldMk cId="4046226905" sldId="269"/>
            <ac:spMk id="3" creationId="{00000000-0000-0000-0000-000000000000}"/>
          </ac:spMkLst>
        </pc:spChg>
      </pc:sldChg>
    </pc:docChg>
  </pc:docChgLst>
  <pc:docChgLst>
    <pc:chgData name="Manas Tuwani" userId="5d421215-a11f-4a6e-90ca-e8ac2213fab6" providerId="ADAL" clId="{E674A0F8-91B8-416A-AD58-95D0BDBB2185}"/>
    <pc:docChg chg="custSel addSld delSld modSld">
      <pc:chgData name="Manas Tuwani" userId="5d421215-a11f-4a6e-90ca-e8ac2213fab6" providerId="ADAL" clId="{E674A0F8-91B8-416A-AD58-95D0BDBB2185}" dt="2022-07-05T17:12:49.568" v="146" actId="20577"/>
      <pc:docMkLst>
        <pc:docMk/>
      </pc:docMkLst>
      <pc:sldChg chg="modSp new mod">
        <pc:chgData name="Manas Tuwani" userId="5d421215-a11f-4a6e-90ca-e8ac2213fab6" providerId="ADAL" clId="{E674A0F8-91B8-416A-AD58-95D0BDBB2185}" dt="2022-07-05T16:58:58.800" v="23" actId="115"/>
        <pc:sldMkLst>
          <pc:docMk/>
          <pc:sldMk cId="1916078131" sldId="272"/>
        </pc:sldMkLst>
        <pc:spChg chg="mod">
          <ac:chgData name="Manas Tuwani" userId="5d421215-a11f-4a6e-90ca-e8ac2213fab6" providerId="ADAL" clId="{E674A0F8-91B8-416A-AD58-95D0BDBB2185}" dt="2022-07-05T16:58:58.800" v="23" actId="115"/>
          <ac:spMkLst>
            <pc:docMk/>
            <pc:sldMk cId="1916078131" sldId="272"/>
            <ac:spMk id="2" creationId="{3B195E51-6DBF-ACDE-CF68-B5675BE1507B}"/>
          </ac:spMkLst>
        </pc:spChg>
        <pc:spChg chg="mod">
          <ac:chgData name="Manas Tuwani" userId="5d421215-a11f-4a6e-90ca-e8ac2213fab6" providerId="ADAL" clId="{E674A0F8-91B8-416A-AD58-95D0BDBB2185}" dt="2022-07-05T16:58:21.586" v="6" actId="5793"/>
          <ac:spMkLst>
            <pc:docMk/>
            <pc:sldMk cId="1916078131" sldId="272"/>
            <ac:spMk id="3" creationId="{DE505CDF-23C7-4C82-210D-4DA32BE6B535}"/>
          </ac:spMkLst>
        </pc:spChg>
      </pc:sldChg>
      <pc:sldChg chg="modSp new mod">
        <pc:chgData name="Manas Tuwani" userId="5d421215-a11f-4a6e-90ca-e8ac2213fab6" providerId="ADAL" clId="{E674A0F8-91B8-416A-AD58-95D0BDBB2185}" dt="2022-07-05T17:03:06.997" v="43" actId="1076"/>
        <pc:sldMkLst>
          <pc:docMk/>
          <pc:sldMk cId="1440144967" sldId="273"/>
        </pc:sldMkLst>
        <pc:spChg chg="mod">
          <ac:chgData name="Manas Tuwani" userId="5d421215-a11f-4a6e-90ca-e8ac2213fab6" providerId="ADAL" clId="{E674A0F8-91B8-416A-AD58-95D0BDBB2185}" dt="2022-07-05T17:02:58.225" v="42" actId="20577"/>
          <ac:spMkLst>
            <pc:docMk/>
            <pc:sldMk cId="1440144967" sldId="273"/>
            <ac:spMk id="2" creationId="{9F2F95BD-1333-0159-DC7B-9F3BAF85F9F6}"/>
          </ac:spMkLst>
        </pc:spChg>
        <pc:spChg chg="mod">
          <ac:chgData name="Manas Tuwani" userId="5d421215-a11f-4a6e-90ca-e8ac2213fab6" providerId="ADAL" clId="{E674A0F8-91B8-416A-AD58-95D0BDBB2185}" dt="2022-07-05T17:03:06.997" v="43" actId="1076"/>
          <ac:spMkLst>
            <pc:docMk/>
            <pc:sldMk cId="1440144967" sldId="273"/>
            <ac:spMk id="3" creationId="{DE1C1F91-2A6A-CB2C-8B5D-34FDA8A21FB7}"/>
          </ac:spMkLst>
        </pc:spChg>
      </pc:sldChg>
      <pc:sldChg chg="modSp new del mod">
        <pc:chgData name="Manas Tuwani" userId="5d421215-a11f-4a6e-90ca-e8ac2213fab6" providerId="ADAL" clId="{E674A0F8-91B8-416A-AD58-95D0BDBB2185}" dt="2022-07-05T17:02:06.163" v="31" actId="47"/>
        <pc:sldMkLst>
          <pc:docMk/>
          <pc:sldMk cId="2797158716" sldId="273"/>
        </pc:sldMkLst>
        <pc:spChg chg="mod">
          <ac:chgData name="Manas Tuwani" userId="5d421215-a11f-4a6e-90ca-e8ac2213fab6" providerId="ADAL" clId="{E674A0F8-91B8-416A-AD58-95D0BDBB2185}" dt="2022-07-05T17:01:04.277" v="28" actId="115"/>
          <ac:spMkLst>
            <pc:docMk/>
            <pc:sldMk cId="2797158716" sldId="273"/>
            <ac:spMk id="2" creationId="{83F38E40-D880-1B60-050F-083FA1B89403}"/>
          </ac:spMkLst>
        </pc:spChg>
        <pc:spChg chg="mod">
          <ac:chgData name="Manas Tuwani" userId="5d421215-a11f-4a6e-90ca-e8ac2213fab6" providerId="ADAL" clId="{E674A0F8-91B8-416A-AD58-95D0BDBB2185}" dt="2022-07-05T17:01:27.336" v="30"/>
          <ac:spMkLst>
            <pc:docMk/>
            <pc:sldMk cId="2797158716" sldId="273"/>
            <ac:spMk id="3" creationId="{0F71779C-AEA1-D939-71CE-1CA2D52D0AC3}"/>
          </ac:spMkLst>
        </pc:spChg>
      </pc:sldChg>
      <pc:sldChg chg="modSp new mod">
        <pc:chgData name="Manas Tuwani" userId="5d421215-a11f-4a6e-90ca-e8ac2213fab6" providerId="ADAL" clId="{E674A0F8-91B8-416A-AD58-95D0BDBB2185}" dt="2022-07-05T17:12:49.568" v="146" actId="20577"/>
        <pc:sldMkLst>
          <pc:docMk/>
          <pc:sldMk cId="448858513" sldId="274"/>
        </pc:sldMkLst>
        <pc:spChg chg="mod">
          <ac:chgData name="Manas Tuwani" userId="5d421215-a11f-4a6e-90ca-e8ac2213fab6" providerId="ADAL" clId="{E674A0F8-91B8-416A-AD58-95D0BDBB2185}" dt="2022-07-05T17:10:26.578" v="54" actId="115"/>
          <ac:spMkLst>
            <pc:docMk/>
            <pc:sldMk cId="448858513" sldId="274"/>
            <ac:spMk id="2" creationId="{58348266-CE6A-6518-6BA6-005AA7A0776C}"/>
          </ac:spMkLst>
        </pc:spChg>
        <pc:spChg chg="mod">
          <ac:chgData name="Manas Tuwani" userId="5d421215-a11f-4a6e-90ca-e8ac2213fab6" providerId="ADAL" clId="{E674A0F8-91B8-416A-AD58-95D0BDBB2185}" dt="2022-07-05T17:12:49.568" v="146" actId="20577"/>
          <ac:spMkLst>
            <pc:docMk/>
            <pc:sldMk cId="448858513" sldId="274"/>
            <ac:spMk id="3" creationId="{3F5DF917-935E-D56C-E1E5-BE4B43264AC3}"/>
          </ac:spMkLst>
        </pc:spChg>
      </pc:sldChg>
    </pc:docChg>
  </pc:docChgLst>
  <pc:docChgLst>
    <pc:chgData name="Manas Tuwani" userId="5d421215-a11f-4a6e-90ca-e8ac2213fab6" providerId="ADAL" clId="{F40BC6FF-CAFA-480E-8B11-A4669ECB7443}"/>
    <pc:docChg chg="modSld">
      <pc:chgData name="Manas Tuwani" userId="5d421215-a11f-4a6e-90ca-e8ac2213fab6" providerId="ADAL" clId="{F40BC6FF-CAFA-480E-8B11-A4669ECB7443}" dt="2022-07-08T14:08:38.486" v="36" actId="20577"/>
      <pc:docMkLst>
        <pc:docMk/>
      </pc:docMkLst>
      <pc:sldChg chg="modSp mod">
        <pc:chgData name="Manas Tuwani" userId="5d421215-a11f-4a6e-90ca-e8ac2213fab6" providerId="ADAL" clId="{F40BC6FF-CAFA-480E-8B11-A4669ECB7443}" dt="2022-07-08T13:25:14.788" v="24" actId="20577"/>
        <pc:sldMkLst>
          <pc:docMk/>
          <pc:sldMk cId="1261170100" sldId="275"/>
        </pc:sldMkLst>
        <pc:spChg chg="mod">
          <ac:chgData name="Manas Tuwani" userId="5d421215-a11f-4a6e-90ca-e8ac2213fab6" providerId="ADAL" clId="{F40BC6FF-CAFA-480E-8B11-A4669ECB7443}" dt="2022-07-08T13:25:14.788" v="24" actId="20577"/>
          <ac:spMkLst>
            <pc:docMk/>
            <pc:sldMk cId="1261170100" sldId="275"/>
            <ac:spMk id="3" creationId="{159CC7A8-A0AA-5BAE-0637-0776B07B7F81}"/>
          </ac:spMkLst>
        </pc:spChg>
      </pc:sldChg>
      <pc:sldChg chg="modSp mod">
        <pc:chgData name="Manas Tuwani" userId="5d421215-a11f-4a6e-90ca-e8ac2213fab6" providerId="ADAL" clId="{F40BC6FF-CAFA-480E-8B11-A4669ECB7443}" dt="2022-07-08T14:08:38.486" v="36" actId="20577"/>
        <pc:sldMkLst>
          <pc:docMk/>
          <pc:sldMk cId="2967680306" sldId="277"/>
        </pc:sldMkLst>
        <pc:spChg chg="mod">
          <ac:chgData name="Manas Tuwani" userId="5d421215-a11f-4a6e-90ca-e8ac2213fab6" providerId="ADAL" clId="{F40BC6FF-CAFA-480E-8B11-A4669ECB7443}" dt="2022-07-08T14:08:38.486" v="36" actId="20577"/>
          <ac:spMkLst>
            <pc:docMk/>
            <pc:sldMk cId="2967680306" sldId="277"/>
            <ac:spMk id="3" creationId="{03BDD1DA-7680-3C25-EF46-2FCFE332569A}"/>
          </ac:spMkLst>
        </pc:spChg>
      </pc:sldChg>
      <pc:sldChg chg="modSp mod">
        <pc:chgData name="Manas Tuwani" userId="5d421215-a11f-4a6e-90ca-e8ac2213fab6" providerId="ADAL" clId="{F40BC6FF-CAFA-480E-8B11-A4669ECB7443}" dt="2022-07-08T13:54:30.493" v="27" actId="113"/>
        <pc:sldMkLst>
          <pc:docMk/>
          <pc:sldMk cId="3361980526" sldId="278"/>
        </pc:sldMkLst>
        <pc:spChg chg="mod">
          <ac:chgData name="Manas Tuwani" userId="5d421215-a11f-4a6e-90ca-e8ac2213fab6" providerId="ADAL" clId="{F40BC6FF-CAFA-480E-8B11-A4669ECB7443}" dt="2022-07-08T13:54:30.493" v="27" actId="113"/>
          <ac:spMkLst>
            <pc:docMk/>
            <pc:sldMk cId="3361980526" sldId="278"/>
            <ac:spMk id="3" creationId="{CA2632C4-976D-88DE-058D-623F82CACC2B}"/>
          </ac:spMkLst>
        </pc:spChg>
      </pc:sldChg>
      <pc:sldChg chg="modSp mod">
        <pc:chgData name="Manas Tuwani" userId="5d421215-a11f-4a6e-90ca-e8ac2213fab6" providerId="ADAL" clId="{F40BC6FF-CAFA-480E-8B11-A4669ECB7443}" dt="2022-07-08T13:58:56.395" v="34" actId="20577"/>
        <pc:sldMkLst>
          <pc:docMk/>
          <pc:sldMk cId="3274978546" sldId="279"/>
        </pc:sldMkLst>
        <pc:spChg chg="mod">
          <ac:chgData name="Manas Tuwani" userId="5d421215-a11f-4a6e-90ca-e8ac2213fab6" providerId="ADAL" clId="{F40BC6FF-CAFA-480E-8B11-A4669ECB7443}" dt="2022-07-08T13:58:56.395" v="34" actId="20577"/>
          <ac:spMkLst>
            <pc:docMk/>
            <pc:sldMk cId="3274978546" sldId="279"/>
            <ac:spMk id="3" creationId="{BF970F37-A256-F60D-E855-EBA9F3C9D0F1}"/>
          </ac:spMkLst>
        </pc:spChg>
      </pc:sldChg>
    </pc:docChg>
  </pc:docChgLst>
  <pc:docChgLst>
    <pc:chgData name="Manas Tuwani" userId="5d421215-a11f-4a6e-90ca-e8ac2213fab6" providerId="ADAL" clId="{3884683B-8AF0-4DC7-A84D-D1EA61D63D40}"/>
    <pc:docChg chg="custSel addSld modSld">
      <pc:chgData name="Manas Tuwani" userId="5d421215-a11f-4a6e-90ca-e8ac2213fab6" providerId="ADAL" clId="{3884683B-8AF0-4DC7-A84D-D1EA61D63D40}" dt="2022-12-19T15:52:56.246" v="30" actId="20577"/>
      <pc:docMkLst>
        <pc:docMk/>
      </pc:docMkLst>
      <pc:sldChg chg="modSp mod">
        <pc:chgData name="Manas Tuwani" userId="5d421215-a11f-4a6e-90ca-e8ac2213fab6" providerId="ADAL" clId="{3884683B-8AF0-4DC7-A84D-D1EA61D63D40}" dt="2022-12-19T15:52:56.246" v="30" actId="20577"/>
        <pc:sldMkLst>
          <pc:docMk/>
          <pc:sldMk cId="1944894695" sldId="273"/>
        </pc:sldMkLst>
        <pc:spChg chg="mod">
          <ac:chgData name="Manas Tuwani" userId="5d421215-a11f-4a6e-90ca-e8ac2213fab6" providerId="ADAL" clId="{3884683B-8AF0-4DC7-A84D-D1EA61D63D40}" dt="2022-12-19T15:52:56.246" v="30" actId="20577"/>
          <ac:spMkLst>
            <pc:docMk/>
            <pc:sldMk cId="1944894695" sldId="273"/>
            <ac:spMk id="3" creationId="{FA1DAF09-47BA-3490-7853-F97EA447CA54}"/>
          </ac:spMkLst>
        </pc:spChg>
      </pc:sldChg>
      <pc:sldChg chg="addSp modSp new mod setBg">
        <pc:chgData name="Manas Tuwani" userId="5d421215-a11f-4a6e-90ca-e8ac2213fab6" providerId="ADAL" clId="{3884683B-8AF0-4DC7-A84D-D1EA61D63D40}" dt="2022-12-19T15:47:02.193" v="3" actId="27614"/>
        <pc:sldMkLst>
          <pc:docMk/>
          <pc:sldMk cId="2376417893" sldId="285"/>
        </pc:sldMkLst>
        <pc:spChg chg="add">
          <ac:chgData name="Manas Tuwani" userId="5d421215-a11f-4a6e-90ca-e8ac2213fab6" providerId="ADAL" clId="{3884683B-8AF0-4DC7-A84D-D1EA61D63D40}" dt="2022-12-19T15:46:59.030" v="2" actId="26606"/>
          <ac:spMkLst>
            <pc:docMk/>
            <pc:sldMk cId="2376417893" sldId="285"/>
            <ac:spMk id="8" creationId="{F3060C83-F051-4F0E-ABAD-AA0DFC48B218}"/>
          </ac:spMkLst>
        </pc:spChg>
        <pc:spChg chg="add">
          <ac:chgData name="Manas Tuwani" userId="5d421215-a11f-4a6e-90ca-e8ac2213fab6" providerId="ADAL" clId="{3884683B-8AF0-4DC7-A84D-D1EA61D63D40}" dt="2022-12-19T15:46:59.030" v="2" actId="26606"/>
          <ac:spMkLst>
            <pc:docMk/>
            <pc:sldMk cId="2376417893" sldId="285"/>
            <ac:spMk id="10" creationId="{83C98ABE-055B-441F-B07E-44F97F083C39}"/>
          </ac:spMkLst>
        </pc:spChg>
        <pc:spChg chg="add">
          <ac:chgData name="Manas Tuwani" userId="5d421215-a11f-4a6e-90ca-e8ac2213fab6" providerId="ADAL" clId="{3884683B-8AF0-4DC7-A84D-D1EA61D63D40}" dt="2022-12-19T15:46:59.030" v="2" actId="26606"/>
          <ac:spMkLst>
            <pc:docMk/>
            <pc:sldMk cId="2376417893" sldId="285"/>
            <ac:spMk id="12" creationId="{29FDB030-9B49-4CED-8CCD-4D99382388AC}"/>
          </ac:spMkLst>
        </pc:spChg>
        <pc:spChg chg="add">
          <ac:chgData name="Manas Tuwani" userId="5d421215-a11f-4a6e-90ca-e8ac2213fab6" providerId="ADAL" clId="{3884683B-8AF0-4DC7-A84D-D1EA61D63D40}" dt="2022-12-19T15:46:59.030" v="2" actId="26606"/>
          <ac:spMkLst>
            <pc:docMk/>
            <pc:sldMk cId="2376417893" sldId="285"/>
            <ac:spMk id="14" creationId="{3783CA14-24A1-485C-8B30-D6A5D87987AD}"/>
          </ac:spMkLst>
        </pc:spChg>
        <pc:spChg chg="add">
          <ac:chgData name="Manas Tuwani" userId="5d421215-a11f-4a6e-90ca-e8ac2213fab6" providerId="ADAL" clId="{3884683B-8AF0-4DC7-A84D-D1EA61D63D40}" dt="2022-12-19T15:46:59.030" v="2" actId="26606"/>
          <ac:spMkLst>
            <pc:docMk/>
            <pc:sldMk cId="2376417893" sldId="285"/>
            <ac:spMk id="16" creationId="{9A97C86A-04D6-40F7-AE84-31AB43E6A846}"/>
          </ac:spMkLst>
        </pc:spChg>
        <pc:spChg chg="add">
          <ac:chgData name="Manas Tuwani" userId="5d421215-a11f-4a6e-90ca-e8ac2213fab6" providerId="ADAL" clId="{3884683B-8AF0-4DC7-A84D-D1EA61D63D40}" dt="2022-12-19T15:46:59.030" v="2" actId="26606"/>
          <ac:spMkLst>
            <pc:docMk/>
            <pc:sldMk cId="2376417893" sldId="285"/>
            <ac:spMk id="18" creationId="{FF9F2414-84E8-453E-B1F3-389FDE8192D9}"/>
          </ac:spMkLst>
        </pc:spChg>
        <pc:spChg chg="add">
          <ac:chgData name="Manas Tuwani" userId="5d421215-a11f-4a6e-90ca-e8ac2213fab6" providerId="ADAL" clId="{3884683B-8AF0-4DC7-A84D-D1EA61D63D40}" dt="2022-12-19T15:46:59.030" v="2" actId="26606"/>
          <ac:spMkLst>
            <pc:docMk/>
            <pc:sldMk cId="2376417893" sldId="285"/>
            <ac:spMk id="20" creationId="{3ECA69A1-7536-43AC-85EF-C7106179F5ED}"/>
          </ac:spMkLst>
        </pc:spChg>
        <pc:picChg chg="add mod">
          <ac:chgData name="Manas Tuwani" userId="5d421215-a11f-4a6e-90ca-e8ac2213fab6" providerId="ADAL" clId="{3884683B-8AF0-4DC7-A84D-D1EA61D63D40}" dt="2022-12-19T15:47:02.193" v="3" actId="27614"/>
          <ac:picMkLst>
            <pc:docMk/>
            <pc:sldMk cId="2376417893" sldId="285"/>
            <ac:picMk id="3" creationId="{30D1E844-2A15-FBE7-B332-742063F9395A}"/>
          </ac:picMkLst>
        </pc:picChg>
      </pc:sldChg>
    </pc:docChg>
  </pc:docChgLst>
  <pc:docChgLst>
    <pc:chgData name="Manas Tuwani" userId="5d421215-a11f-4a6e-90ca-e8ac2213fab6" providerId="ADAL" clId="{26FBA776-487D-40F1-A548-F9DD6309D32D}"/>
    <pc:docChg chg="undo custSel delSld modSld sldOrd">
      <pc:chgData name="Manas Tuwani" userId="5d421215-a11f-4a6e-90ca-e8ac2213fab6" providerId="ADAL" clId="{26FBA776-487D-40F1-A548-F9DD6309D32D}" dt="2023-12-10T14:07:42.084" v="21" actId="20577"/>
      <pc:docMkLst>
        <pc:docMk/>
      </pc:docMkLst>
      <pc:sldChg chg="del">
        <pc:chgData name="Manas Tuwani" userId="5d421215-a11f-4a6e-90ca-e8ac2213fab6" providerId="ADAL" clId="{26FBA776-487D-40F1-A548-F9DD6309D32D}" dt="2023-11-22T13:53:31.608" v="0" actId="47"/>
        <pc:sldMkLst>
          <pc:docMk/>
          <pc:sldMk cId="3869805717" sldId="259"/>
        </pc:sldMkLst>
      </pc:sldChg>
      <pc:sldChg chg="del">
        <pc:chgData name="Manas Tuwani" userId="5d421215-a11f-4a6e-90ca-e8ac2213fab6" providerId="ADAL" clId="{26FBA776-487D-40F1-A548-F9DD6309D32D}" dt="2023-11-22T13:53:32.203" v="1" actId="47"/>
        <pc:sldMkLst>
          <pc:docMk/>
          <pc:sldMk cId="3233675117" sldId="260"/>
        </pc:sldMkLst>
      </pc:sldChg>
      <pc:sldChg chg="del">
        <pc:chgData name="Manas Tuwani" userId="5d421215-a11f-4a6e-90ca-e8ac2213fab6" providerId="ADAL" clId="{26FBA776-487D-40F1-A548-F9DD6309D32D}" dt="2023-11-22T13:53:32.745" v="2" actId="47"/>
        <pc:sldMkLst>
          <pc:docMk/>
          <pc:sldMk cId="3857878002" sldId="261"/>
        </pc:sldMkLst>
      </pc:sldChg>
      <pc:sldChg chg="del">
        <pc:chgData name="Manas Tuwani" userId="5d421215-a11f-4a6e-90ca-e8ac2213fab6" providerId="ADAL" clId="{26FBA776-487D-40F1-A548-F9DD6309D32D}" dt="2023-11-22T13:53:33.204" v="3" actId="47"/>
        <pc:sldMkLst>
          <pc:docMk/>
          <pc:sldMk cId="2567497966" sldId="262"/>
        </pc:sldMkLst>
      </pc:sldChg>
      <pc:sldChg chg="del">
        <pc:chgData name="Manas Tuwani" userId="5d421215-a11f-4a6e-90ca-e8ac2213fab6" providerId="ADAL" clId="{26FBA776-487D-40F1-A548-F9DD6309D32D}" dt="2023-11-22T13:53:33.824" v="4" actId="47"/>
        <pc:sldMkLst>
          <pc:docMk/>
          <pc:sldMk cId="3315453777" sldId="263"/>
        </pc:sldMkLst>
      </pc:sldChg>
      <pc:sldChg chg="del">
        <pc:chgData name="Manas Tuwani" userId="5d421215-a11f-4a6e-90ca-e8ac2213fab6" providerId="ADAL" clId="{26FBA776-487D-40F1-A548-F9DD6309D32D}" dt="2023-11-22T13:53:36.021" v="7" actId="47"/>
        <pc:sldMkLst>
          <pc:docMk/>
          <pc:sldMk cId="2927155395" sldId="264"/>
        </pc:sldMkLst>
      </pc:sldChg>
      <pc:sldChg chg="del">
        <pc:chgData name="Manas Tuwani" userId="5d421215-a11f-4a6e-90ca-e8ac2213fab6" providerId="ADAL" clId="{26FBA776-487D-40F1-A548-F9DD6309D32D}" dt="2023-11-22T13:53:36.901" v="8" actId="47"/>
        <pc:sldMkLst>
          <pc:docMk/>
          <pc:sldMk cId="2740143841" sldId="265"/>
        </pc:sldMkLst>
      </pc:sldChg>
      <pc:sldChg chg="del">
        <pc:chgData name="Manas Tuwani" userId="5d421215-a11f-4a6e-90ca-e8ac2213fab6" providerId="ADAL" clId="{26FBA776-487D-40F1-A548-F9DD6309D32D}" dt="2023-11-22T13:53:34.587" v="5" actId="47"/>
        <pc:sldMkLst>
          <pc:docMk/>
          <pc:sldMk cId="1278486213" sldId="281"/>
        </pc:sldMkLst>
      </pc:sldChg>
      <pc:sldChg chg="del">
        <pc:chgData name="Manas Tuwani" userId="5d421215-a11f-4a6e-90ca-e8ac2213fab6" providerId="ADAL" clId="{26FBA776-487D-40F1-A548-F9DD6309D32D}" dt="2023-11-22T13:53:37.897" v="9" actId="47"/>
        <pc:sldMkLst>
          <pc:docMk/>
          <pc:sldMk cId="3520883273" sldId="282"/>
        </pc:sldMkLst>
      </pc:sldChg>
      <pc:sldChg chg="del">
        <pc:chgData name="Manas Tuwani" userId="5d421215-a11f-4a6e-90ca-e8ac2213fab6" providerId="ADAL" clId="{26FBA776-487D-40F1-A548-F9DD6309D32D}" dt="2023-11-22T13:53:38.707" v="10" actId="47"/>
        <pc:sldMkLst>
          <pc:docMk/>
          <pc:sldMk cId="495810922" sldId="283"/>
        </pc:sldMkLst>
      </pc:sldChg>
      <pc:sldChg chg="del">
        <pc:chgData name="Manas Tuwani" userId="5d421215-a11f-4a6e-90ca-e8ac2213fab6" providerId="ADAL" clId="{26FBA776-487D-40F1-A548-F9DD6309D32D}" dt="2023-11-22T13:53:39.956" v="11" actId="47"/>
        <pc:sldMkLst>
          <pc:docMk/>
          <pc:sldMk cId="2141545538" sldId="284"/>
        </pc:sldMkLst>
      </pc:sldChg>
      <pc:sldChg chg="del">
        <pc:chgData name="Manas Tuwani" userId="5d421215-a11f-4a6e-90ca-e8ac2213fab6" providerId="ADAL" clId="{26FBA776-487D-40F1-A548-F9DD6309D32D}" dt="2023-11-22T13:53:40.946" v="12" actId="47"/>
        <pc:sldMkLst>
          <pc:docMk/>
          <pc:sldMk cId="2376417893" sldId="285"/>
        </pc:sldMkLst>
      </pc:sldChg>
      <pc:sldChg chg="modSp mod ord">
        <pc:chgData name="Manas Tuwani" userId="5d421215-a11f-4a6e-90ca-e8ac2213fab6" providerId="ADAL" clId="{26FBA776-487D-40F1-A548-F9DD6309D32D}" dt="2023-12-10T14:07:42.084" v="21" actId="20577"/>
        <pc:sldMkLst>
          <pc:docMk/>
          <pc:sldMk cId="2554197639" sldId="286"/>
        </pc:sldMkLst>
        <pc:spChg chg="mod">
          <ac:chgData name="Manas Tuwani" userId="5d421215-a11f-4a6e-90ca-e8ac2213fab6" providerId="ADAL" clId="{26FBA776-487D-40F1-A548-F9DD6309D32D}" dt="2023-12-10T14:07:42.084" v="21" actId="20577"/>
          <ac:spMkLst>
            <pc:docMk/>
            <pc:sldMk cId="2554197639" sldId="286"/>
            <ac:spMk id="3" creationId="{03D88F2E-D28C-8870-44E3-496A9CF53D82}"/>
          </ac:spMkLst>
        </pc:spChg>
      </pc:sldChg>
      <pc:sldChg chg="del">
        <pc:chgData name="Manas Tuwani" userId="5d421215-a11f-4a6e-90ca-e8ac2213fab6" providerId="ADAL" clId="{26FBA776-487D-40F1-A548-F9DD6309D32D}" dt="2023-11-22T13:53:35.318" v="6" actId="47"/>
        <pc:sldMkLst>
          <pc:docMk/>
          <pc:sldMk cId="2521272872" sldId="288"/>
        </pc:sldMkLst>
      </pc:sldChg>
    </pc:docChg>
  </pc:docChgLst>
  <pc:docChgLst>
    <pc:chgData name="Manas Tuwani" userId="5d421215-a11f-4a6e-90ca-e8ac2213fab6" providerId="ADAL" clId="{EB1E6223-86D1-410F-B113-9616E6235B5E}"/>
    <pc:docChg chg="undo redo custSel modSld">
      <pc:chgData name="Manas Tuwani" userId="5d421215-a11f-4a6e-90ca-e8ac2213fab6" providerId="ADAL" clId="{EB1E6223-86D1-410F-B113-9616E6235B5E}" dt="2024-10-24T14:26:23.564" v="54" actId="20577"/>
      <pc:docMkLst>
        <pc:docMk/>
      </pc:docMkLst>
      <pc:sldChg chg="modSp mod">
        <pc:chgData name="Manas Tuwani" userId="5d421215-a11f-4a6e-90ca-e8ac2213fab6" providerId="ADAL" clId="{EB1E6223-86D1-410F-B113-9616E6235B5E}" dt="2024-10-24T14:26:23.564" v="54" actId="20577"/>
        <pc:sldMkLst>
          <pc:docMk/>
          <pc:sldMk cId="2554197639" sldId="286"/>
        </pc:sldMkLst>
        <pc:spChg chg="mod">
          <ac:chgData name="Manas Tuwani" userId="5d421215-a11f-4a6e-90ca-e8ac2213fab6" providerId="ADAL" clId="{EB1E6223-86D1-410F-B113-9616E6235B5E}" dt="2024-10-24T14:26:23.564" v="54" actId="20577"/>
          <ac:spMkLst>
            <pc:docMk/>
            <pc:sldMk cId="2554197639" sldId="286"/>
            <ac:spMk id="3" creationId="{03D88F2E-D28C-8870-44E3-496A9CF53D82}"/>
          </ac:spMkLst>
        </pc:spChg>
      </pc:sldChg>
    </pc:docChg>
  </pc:docChgLst>
  <pc:docChgLst>
    <pc:chgData name="Manas Tuwani" userId="5d421215-a11f-4a6e-90ca-e8ac2213fab6" providerId="ADAL" clId="{8C82171C-3F20-4A11-86FF-FFA3F23B5D93}"/>
    <pc:docChg chg="modSld">
      <pc:chgData name="Manas Tuwani" userId="5d421215-a11f-4a6e-90ca-e8ac2213fab6" providerId="ADAL" clId="{8C82171C-3F20-4A11-86FF-FFA3F23B5D93}" dt="2024-01-18T05:07:04.096" v="0" actId="1076"/>
      <pc:docMkLst>
        <pc:docMk/>
      </pc:docMkLst>
      <pc:sldChg chg="modSp mod">
        <pc:chgData name="Manas Tuwani" userId="5d421215-a11f-4a6e-90ca-e8ac2213fab6" providerId="ADAL" clId="{8C82171C-3F20-4A11-86FF-FFA3F23B5D93}" dt="2024-01-18T05:07:04.096" v="0" actId="1076"/>
        <pc:sldMkLst>
          <pc:docMk/>
          <pc:sldMk cId="3662734403" sldId="267"/>
        </pc:sldMkLst>
        <pc:graphicFrameChg chg="mod">
          <ac:chgData name="Manas Tuwani" userId="5d421215-a11f-4a6e-90ca-e8ac2213fab6" providerId="ADAL" clId="{8C82171C-3F20-4A11-86FF-FFA3F23B5D93}" dt="2024-01-18T05:07:04.096" v="0" actId="1076"/>
          <ac:graphicFrameMkLst>
            <pc:docMk/>
            <pc:sldMk cId="3662734403" sldId="267"/>
            <ac:graphicFrameMk id="20" creationId="{35265EC1-E851-AE46-2803-415AA87BB012}"/>
          </ac:graphicFrameMkLst>
        </pc:graphicFrameChg>
      </pc:sldChg>
    </pc:docChg>
  </pc:docChgLst>
  <pc:docChgLst>
    <pc:chgData name="Manas Tuwani" userId="5d421215-a11f-4a6e-90ca-e8ac2213fab6" providerId="ADAL" clId="{1821256F-4AD7-4D00-96A2-D33828DB804F}"/>
    <pc:docChg chg="undo custSel modSld">
      <pc:chgData name="Manas Tuwani" userId="5d421215-a11f-4a6e-90ca-e8ac2213fab6" providerId="ADAL" clId="{1821256F-4AD7-4D00-96A2-D33828DB804F}" dt="2022-10-28T14:40:43.922" v="73" actId="20577"/>
      <pc:docMkLst>
        <pc:docMk/>
      </pc:docMkLst>
      <pc:sldChg chg="addSp delSp modSp mod setBg">
        <pc:chgData name="Manas Tuwani" userId="5d421215-a11f-4a6e-90ca-e8ac2213fab6" providerId="ADAL" clId="{1821256F-4AD7-4D00-96A2-D33828DB804F}" dt="2022-10-28T12:36:27.432" v="23" actId="26606"/>
        <pc:sldMkLst>
          <pc:docMk/>
          <pc:sldMk cId="3869805717" sldId="259"/>
        </pc:sldMkLst>
        <pc:spChg chg="mod">
          <ac:chgData name="Manas Tuwani" userId="5d421215-a11f-4a6e-90ca-e8ac2213fab6" providerId="ADAL" clId="{1821256F-4AD7-4D00-96A2-D33828DB804F}" dt="2022-10-28T12:36:27.432" v="23" actId="26606"/>
          <ac:spMkLst>
            <pc:docMk/>
            <pc:sldMk cId="3869805717" sldId="259"/>
            <ac:spMk id="2" creationId="{00000000-0000-0000-0000-000000000000}"/>
          </ac:spMkLst>
        </pc:spChg>
        <pc:spChg chg="mod">
          <ac:chgData name="Manas Tuwani" userId="5d421215-a11f-4a6e-90ca-e8ac2213fab6" providerId="ADAL" clId="{1821256F-4AD7-4D00-96A2-D33828DB804F}" dt="2022-10-28T12:36:27.432" v="23" actId="26606"/>
          <ac:spMkLst>
            <pc:docMk/>
            <pc:sldMk cId="3869805717" sldId="259"/>
            <ac:spMk id="3" creationId="{00000000-0000-0000-0000-000000000000}"/>
          </ac:spMkLst>
        </pc:spChg>
        <pc:spChg chg="add del">
          <ac:chgData name="Manas Tuwani" userId="5d421215-a11f-4a6e-90ca-e8ac2213fab6" providerId="ADAL" clId="{1821256F-4AD7-4D00-96A2-D33828DB804F}" dt="2022-10-28T12:36:27.432" v="23" actId="26606"/>
          <ac:spMkLst>
            <pc:docMk/>
            <pc:sldMk cId="3869805717" sldId="259"/>
            <ac:spMk id="8" creationId="{DAF1966E-FD40-4A4A-B61B-C4DF7FA05F06}"/>
          </ac:spMkLst>
        </pc:spChg>
        <pc:spChg chg="add del">
          <ac:chgData name="Manas Tuwani" userId="5d421215-a11f-4a6e-90ca-e8ac2213fab6" providerId="ADAL" clId="{1821256F-4AD7-4D00-96A2-D33828DB804F}" dt="2022-10-28T12:36:27.432" v="23" actId="26606"/>
          <ac:spMkLst>
            <pc:docMk/>
            <pc:sldMk cId="3869805717" sldId="259"/>
            <ac:spMk id="10" creationId="{047BFA19-D45E-416B-A404-7AF2F3F27017}"/>
          </ac:spMkLst>
        </pc:spChg>
        <pc:spChg chg="add del">
          <ac:chgData name="Manas Tuwani" userId="5d421215-a11f-4a6e-90ca-e8ac2213fab6" providerId="ADAL" clId="{1821256F-4AD7-4D00-96A2-D33828DB804F}" dt="2022-10-28T12:36:27.432" v="23" actId="26606"/>
          <ac:spMkLst>
            <pc:docMk/>
            <pc:sldMk cId="3869805717" sldId="259"/>
            <ac:spMk id="12" creationId="{8E0105E7-23DB-4CF2-8258-FF47C7620F6E}"/>
          </ac:spMkLst>
        </pc:spChg>
        <pc:spChg chg="add del">
          <ac:chgData name="Manas Tuwani" userId="5d421215-a11f-4a6e-90ca-e8ac2213fab6" providerId="ADAL" clId="{1821256F-4AD7-4D00-96A2-D33828DB804F}" dt="2022-10-28T12:36:27.432" v="23" actId="26606"/>
          <ac:spMkLst>
            <pc:docMk/>
            <pc:sldMk cId="3869805717" sldId="259"/>
            <ac:spMk id="14" creationId="{074B4F7D-14B2-478B-8BF5-01E4E0C5D263}"/>
          </ac:spMkLst>
        </pc:spChg>
        <pc:spChg chg="add">
          <ac:chgData name="Manas Tuwani" userId="5d421215-a11f-4a6e-90ca-e8ac2213fab6" providerId="ADAL" clId="{1821256F-4AD7-4D00-96A2-D33828DB804F}" dt="2022-10-28T12:36:27.432" v="23" actId="26606"/>
          <ac:spMkLst>
            <pc:docMk/>
            <pc:sldMk cId="3869805717" sldId="259"/>
            <ac:spMk id="19" creationId="{1B15ED52-F352-441B-82BF-E0EA34836D08}"/>
          </ac:spMkLst>
        </pc:spChg>
        <pc:spChg chg="add">
          <ac:chgData name="Manas Tuwani" userId="5d421215-a11f-4a6e-90ca-e8ac2213fab6" providerId="ADAL" clId="{1821256F-4AD7-4D00-96A2-D33828DB804F}" dt="2022-10-28T12:36:27.432" v="23" actId="26606"/>
          <ac:spMkLst>
            <pc:docMk/>
            <pc:sldMk cId="3869805717" sldId="259"/>
            <ac:spMk id="21" creationId="{3B2E3793-BFE6-45A2-9B7B-E18844431C99}"/>
          </ac:spMkLst>
        </pc:spChg>
        <pc:spChg chg="add">
          <ac:chgData name="Manas Tuwani" userId="5d421215-a11f-4a6e-90ca-e8ac2213fab6" providerId="ADAL" clId="{1821256F-4AD7-4D00-96A2-D33828DB804F}" dt="2022-10-28T12:36:27.432" v="23" actId="26606"/>
          <ac:spMkLst>
            <pc:docMk/>
            <pc:sldMk cId="3869805717" sldId="259"/>
            <ac:spMk id="23" creationId="{BC4C4868-CB8F-4AF9-9CDB-8108F2C19B67}"/>
          </ac:spMkLst>
        </pc:spChg>
        <pc:spChg chg="add">
          <ac:chgData name="Manas Tuwani" userId="5d421215-a11f-4a6e-90ca-e8ac2213fab6" providerId="ADAL" clId="{1821256F-4AD7-4D00-96A2-D33828DB804F}" dt="2022-10-28T12:36:27.432" v="23" actId="26606"/>
          <ac:spMkLst>
            <pc:docMk/>
            <pc:sldMk cId="3869805717" sldId="259"/>
            <ac:spMk id="25" creationId="{375E0459-6403-40CD-989D-56A4407CA12E}"/>
          </ac:spMkLst>
        </pc:spChg>
        <pc:spChg chg="add">
          <ac:chgData name="Manas Tuwani" userId="5d421215-a11f-4a6e-90ca-e8ac2213fab6" providerId="ADAL" clId="{1821256F-4AD7-4D00-96A2-D33828DB804F}" dt="2022-10-28T12:36:27.432" v="23" actId="26606"/>
          <ac:spMkLst>
            <pc:docMk/>
            <pc:sldMk cId="3869805717" sldId="259"/>
            <ac:spMk id="27" creationId="{53E5B1A8-3AC9-4BD1-9BBC-78CA94F2D1BA}"/>
          </ac:spMkLst>
        </pc:spChg>
      </pc:sldChg>
      <pc:sldChg chg="addSp delSp modSp mod setBg">
        <pc:chgData name="Manas Tuwani" userId="5d421215-a11f-4a6e-90ca-e8ac2213fab6" providerId="ADAL" clId="{1821256F-4AD7-4D00-96A2-D33828DB804F}" dt="2022-10-28T12:38:14.841" v="57" actId="27636"/>
        <pc:sldMkLst>
          <pc:docMk/>
          <pc:sldMk cId="3233675117" sldId="260"/>
        </pc:sldMkLst>
        <pc:spChg chg="mod">
          <ac:chgData name="Manas Tuwani" userId="5d421215-a11f-4a6e-90ca-e8ac2213fab6" providerId="ADAL" clId="{1821256F-4AD7-4D00-96A2-D33828DB804F}" dt="2022-10-28T12:36:19.775" v="22" actId="26606"/>
          <ac:spMkLst>
            <pc:docMk/>
            <pc:sldMk cId="3233675117" sldId="260"/>
            <ac:spMk id="2" creationId="{00000000-0000-0000-0000-000000000000}"/>
          </ac:spMkLst>
        </pc:spChg>
        <pc:spChg chg="mod">
          <ac:chgData name="Manas Tuwani" userId="5d421215-a11f-4a6e-90ca-e8ac2213fab6" providerId="ADAL" clId="{1821256F-4AD7-4D00-96A2-D33828DB804F}" dt="2022-10-28T12:38:14.841" v="57" actId="27636"/>
          <ac:spMkLst>
            <pc:docMk/>
            <pc:sldMk cId="3233675117" sldId="260"/>
            <ac:spMk id="3" creationId="{00000000-0000-0000-0000-000000000000}"/>
          </ac:spMkLst>
        </pc:spChg>
        <pc:spChg chg="add del">
          <ac:chgData name="Manas Tuwani" userId="5d421215-a11f-4a6e-90ca-e8ac2213fab6" providerId="ADAL" clId="{1821256F-4AD7-4D00-96A2-D33828DB804F}" dt="2022-10-28T12:36:19.775" v="22" actId="26606"/>
          <ac:spMkLst>
            <pc:docMk/>
            <pc:sldMk cId="3233675117" sldId="260"/>
            <ac:spMk id="8" creationId="{70DFC902-7D23-471A-B557-B6B6917D7A0D}"/>
          </ac:spMkLst>
        </pc:spChg>
        <pc:spChg chg="add del">
          <ac:chgData name="Manas Tuwani" userId="5d421215-a11f-4a6e-90ca-e8ac2213fab6" providerId="ADAL" clId="{1821256F-4AD7-4D00-96A2-D33828DB804F}" dt="2022-10-28T12:36:19.775" v="22" actId="26606"/>
          <ac:spMkLst>
            <pc:docMk/>
            <pc:sldMk cId="3233675117" sldId="260"/>
            <ac:spMk id="10" creationId="{A55D5633-D557-4DCA-982C-FF36EB7A1C00}"/>
          </ac:spMkLst>
        </pc:spChg>
        <pc:spChg chg="add del">
          <ac:chgData name="Manas Tuwani" userId="5d421215-a11f-4a6e-90ca-e8ac2213fab6" providerId="ADAL" clId="{1821256F-4AD7-4D00-96A2-D33828DB804F}" dt="2022-10-28T12:36:19.775" v="22" actId="26606"/>
          <ac:spMkLst>
            <pc:docMk/>
            <pc:sldMk cId="3233675117" sldId="260"/>
            <ac:spMk id="12" creationId="{450D3AD2-FA80-415F-A9CE-54D884561CD7}"/>
          </ac:spMkLst>
        </pc:spChg>
        <pc:spChg chg="add">
          <ac:chgData name="Manas Tuwani" userId="5d421215-a11f-4a6e-90ca-e8ac2213fab6" providerId="ADAL" clId="{1821256F-4AD7-4D00-96A2-D33828DB804F}" dt="2022-10-28T12:36:19.775" v="22" actId="26606"/>
          <ac:spMkLst>
            <pc:docMk/>
            <pc:sldMk cId="3233675117" sldId="260"/>
            <ac:spMk id="17" creationId="{1B15ED52-F352-441B-82BF-E0EA34836D08}"/>
          </ac:spMkLst>
        </pc:spChg>
        <pc:spChg chg="add">
          <ac:chgData name="Manas Tuwani" userId="5d421215-a11f-4a6e-90ca-e8ac2213fab6" providerId="ADAL" clId="{1821256F-4AD7-4D00-96A2-D33828DB804F}" dt="2022-10-28T12:36:19.775" v="22" actId="26606"/>
          <ac:spMkLst>
            <pc:docMk/>
            <pc:sldMk cId="3233675117" sldId="260"/>
            <ac:spMk id="19" creationId="{3B2E3793-BFE6-45A2-9B7B-E18844431C99}"/>
          </ac:spMkLst>
        </pc:spChg>
        <pc:spChg chg="add">
          <ac:chgData name="Manas Tuwani" userId="5d421215-a11f-4a6e-90ca-e8ac2213fab6" providerId="ADAL" clId="{1821256F-4AD7-4D00-96A2-D33828DB804F}" dt="2022-10-28T12:36:19.775" v="22" actId="26606"/>
          <ac:spMkLst>
            <pc:docMk/>
            <pc:sldMk cId="3233675117" sldId="260"/>
            <ac:spMk id="21" creationId="{BC4C4868-CB8F-4AF9-9CDB-8108F2C19B67}"/>
          </ac:spMkLst>
        </pc:spChg>
        <pc:spChg chg="add">
          <ac:chgData name="Manas Tuwani" userId="5d421215-a11f-4a6e-90ca-e8ac2213fab6" providerId="ADAL" clId="{1821256F-4AD7-4D00-96A2-D33828DB804F}" dt="2022-10-28T12:36:19.775" v="22" actId="26606"/>
          <ac:spMkLst>
            <pc:docMk/>
            <pc:sldMk cId="3233675117" sldId="260"/>
            <ac:spMk id="23" creationId="{375E0459-6403-40CD-989D-56A4407CA12E}"/>
          </ac:spMkLst>
        </pc:spChg>
        <pc:spChg chg="add">
          <ac:chgData name="Manas Tuwani" userId="5d421215-a11f-4a6e-90ca-e8ac2213fab6" providerId="ADAL" clId="{1821256F-4AD7-4D00-96A2-D33828DB804F}" dt="2022-10-28T12:36:19.775" v="22" actId="26606"/>
          <ac:spMkLst>
            <pc:docMk/>
            <pc:sldMk cId="3233675117" sldId="260"/>
            <ac:spMk id="25" creationId="{53E5B1A8-3AC9-4BD1-9BBC-78CA94F2D1BA}"/>
          </ac:spMkLst>
        </pc:spChg>
      </pc:sldChg>
      <pc:sldChg chg="addSp delSp modSp mod setBg">
        <pc:chgData name="Manas Tuwani" userId="5d421215-a11f-4a6e-90ca-e8ac2213fab6" providerId="ADAL" clId="{1821256F-4AD7-4D00-96A2-D33828DB804F}" dt="2022-10-28T12:36:31.988" v="24" actId="26606"/>
        <pc:sldMkLst>
          <pc:docMk/>
          <pc:sldMk cId="3857878002" sldId="261"/>
        </pc:sldMkLst>
        <pc:spChg chg="mod">
          <ac:chgData name="Manas Tuwani" userId="5d421215-a11f-4a6e-90ca-e8ac2213fab6" providerId="ADAL" clId="{1821256F-4AD7-4D00-96A2-D33828DB804F}" dt="2022-10-28T12:36:31.988" v="24" actId="26606"/>
          <ac:spMkLst>
            <pc:docMk/>
            <pc:sldMk cId="3857878002" sldId="261"/>
            <ac:spMk id="2" creationId="{00000000-0000-0000-0000-000000000000}"/>
          </ac:spMkLst>
        </pc:spChg>
        <pc:spChg chg="mod">
          <ac:chgData name="Manas Tuwani" userId="5d421215-a11f-4a6e-90ca-e8ac2213fab6" providerId="ADAL" clId="{1821256F-4AD7-4D00-96A2-D33828DB804F}" dt="2022-10-28T12:36:31.988" v="24" actId="26606"/>
          <ac:spMkLst>
            <pc:docMk/>
            <pc:sldMk cId="3857878002" sldId="261"/>
            <ac:spMk id="3" creationId="{00000000-0000-0000-0000-000000000000}"/>
          </ac:spMkLst>
        </pc:spChg>
        <pc:spChg chg="add del">
          <ac:chgData name="Manas Tuwani" userId="5d421215-a11f-4a6e-90ca-e8ac2213fab6" providerId="ADAL" clId="{1821256F-4AD7-4D00-96A2-D33828DB804F}" dt="2022-10-28T12:36:31.988" v="24" actId="26606"/>
          <ac:spMkLst>
            <pc:docMk/>
            <pc:sldMk cId="3857878002" sldId="261"/>
            <ac:spMk id="8" creationId="{70DFC902-7D23-471A-B557-B6B6917D7A0D}"/>
          </ac:spMkLst>
        </pc:spChg>
        <pc:spChg chg="add del">
          <ac:chgData name="Manas Tuwani" userId="5d421215-a11f-4a6e-90ca-e8ac2213fab6" providerId="ADAL" clId="{1821256F-4AD7-4D00-96A2-D33828DB804F}" dt="2022-10-28T12:36:31.988" v="24" actId="26606"/>
          <ac:spMkLst>
            <pc:docMk/>
            <pc:sldMk cId="3857878002" sldId="261"/>
            <ac:spMk id="10" creationId="{A55D5633-D557-4DCA-982C-FF36EB7A1C00}"/>
          </ac:spMkLst>
        </pc:spChg>
        <pc:spChg chg="add del">
          <ac:chgData name="Manas Tuwani" userId="5d421215-a11f-4a6e-90ca-e8ac2213fab6" providerId="ADAL" clId="{1821256F-4AD7-4D00-96A2-D33828DB804F}" dt="2022-10-28T12:36:31.988" v="24" actId="26606"/>
          <ac:spMkLst>
            <pc:docMk/>
            <pc:sldMk cId="3857878002" sldId="261"/>
            <ac:spMk id="12" creationId="{450D3AD2-FA80-415F-A9CE-54D884561CD7}"/>
          </ac:spMkLst>
        </pc:spChg>
        <pc:spChg chg="add">
          <ac:chgData name="Manas Tuwani" userId="5d421215-a11f-4a6e-90ca-e8ac2213fab6" providerId="ADAL" clId="{1821256F-4AD7-4D00-96A2-D33828DB804F}" dt="2022-10-28T12:36:31.988" v="24" actId="26606"/>
          <ac:spMkLst>
            <pc:docMk/>
            <pc:sldMk cId="3857878002" sldId="261"/>
            <ac:spMk id="17" creationId="{1B15ED52-F352-441B-82BF-E0EA34836D08}"/>
          </ac:spMkLst>
        </pc:spChg>
        <pc:spChg chg="add">
          <ac:chgData name="Manas Tuwani" userId="5d421215-a11f-4a6e-90ca-e8ac2213fab6" providerId="ADAL" clId="{1821256F-4AD7-4D00-96A2-D33828DB804F}" dt="2022-10-28T12:36:31.988" v="24" actId="26606"/>
          <ac:spMkLst>
            <pc:docMk/>
            <pc:sldMk cId="3857878002" sldId="261"/>
            <ac:spMk id="19" creationId="{3B2E3793-BFE6-45A2-9B7B-E18844431C99}"/>
          </ac:spMkLst>
        </pc:spChg>
        <pc:spChg chg="add">
          <ac:chgData name="Manas Tuwani" userId="5d421215-a11f-4a6e-90ca-e8ac2213fab6" providerId="ADAL" clId="{1821256F-4AD7-4D00-96A2-D33828DB804F}" dt="2022-10-28T12:36:31.988" v="24" actId="26606"/>
          <ac:spMkLst>
            <pc:docMk/>
            <pc:sldMk cId="3857878002" sldId="261"/>
            <ac:spMk id="21" creationId="{BC4C4868-CB8F-4AF9-9CDB-8108F2C19B67}"/>
          </ac:spMkLst>
        </pc:spChg>
        <pc:spChg chg="add">
          <ac:chgData name="Manas Tuwani" userId="5d421215-a11f-4a6e-90ca-e8ac2213fab6" providerId="ADAL" clId="{1821256F-4AD7-4D00-96A2-D33828DB804F}" dt="2022-10-28T12:36:31.988" v="24" actId="26606"/>
          <ac:spMkLst>
            <pc:docMk/>
            <pc:sldMk cId="3857878002" sldId="261"/>
            <ac:spMk id="23" creationId="{375E0459-6403-40CD-989D-56A4407CA12E}"/>
          </ac:spMkLst>
        </pc:spChg>
        <pc:spChg chg="add">
          <ac:chgData name="Manas Tuwani" userId="5d421215-a11f-4a6e-90ca-e8ac2213fab6" providerId="ADAL" clId="{1821256F-4AD7-4D00-96A2-D33828DB804F}" dt="2022-10-28T12:36:31.988" v="24" actId="26606"/>
          <ac:spMkLst>
            <pc:docMk/>
            <pc:sldMk cId="3857878002" sldId="261"/>
            <ac:spMk id="25" creationId="{53E5B1A8-3AC9-4BD1-9BBC-78CA94F2D1BA}"/>
          </ac:spMkLst>
        </pc:spChg>
      </pc:sldChg>
      <pc:sldChg chg="addSp modSp mod setBg">
        <pc:chgData name="Manas Tuwani" userId="5d421215-a11f-4a6e-90ca-e8ac2213fab6" providerId="ADAL" clId="{1821256F-4AD7-4D00-96A2-D33828DB804F}" dt="2022-10-28T12:34:03.813" v="10" actId="20577"/>
        <pc:sldMkLst>
          <pc:docMk/>
          <pc:sldMk cId="2567497966" sldId="262"/>
        </pc:sldMkLst>
        <pc:spChg chg="mod">
          <ac:chgData name="Manas Tuwani" userId="5d421215-a11f-4a6e-90ca-e8ac2213fab6" providerId="ADAL" clId="{1821256F-4AD7-4D00-96A2-D33828DB804F}" dt="2022-10-27T13:01:51.603" v="9" actId="120"/>
          <ac:spMkLst>
            <pc:docMk/>
            <pc:sldMk cId="2567497966" sldId="262"/>
            <ac:spMk id="2" creationId="{00000000-0000-0000-0000-000000000000}"/>
          </ac:spMkLst>
        </pc:spChg>
        <pc:spChg chg="mod">
          <ac:chgData name="Manas Tuwani" userId="5d421215-a11f-4a6e-90ca-e8ac2213fab6" providerId="ADAL" clId="{1821256F-4AD7-4D00-96A2-D33828DB804F}" dt="2022-10-28T12:34:03.813" v="10" actId="20577"/>
          <ac:spMkLst>
            <pc:docMk/>
            <pc:sldMk cId="2567497966" sldId="262"/>
            <ac:spMk id="3" creationId="{00000000-0000-0000-0000-000000000000}"/>
          </ac:spMkLst>
        </pc:spChg>
        <pc:spChg chg="add">
          <ac:chgData name="Manas Tuwani" userId="5d421215-a11f-4a6e-90ca-e8ac2213fab6" providerId="ADAL" clId="{1821256F-4AD7-4D00-96A2-D33828DB804F}" dt="2022-10-27T13:01:22.569" v="3" actId="26606"/>
          <ac:spMkLst>
            <pc:docMk/>
            <pc:sldMk cId="2567497966" sldId="262"/>
            <ac:spMk id="8" creationId="{1B15ED52-F352-441B-82BF-E0EA34836D08}"/>
          </ac:spMkLst>
        </pc:spChg>
        <pc:spChg chg="add">
          <ac:chgData name="Manas Tuwani" userId="5d421215-a11f-4a6e-90ca-e8ac2213fab6" providerId="ADAL" clId="{1821256F-4AD7-4D00-96A2-D33828DB804F}" dt="2022-10-27T13:01:22.569" v="3" actId="26606"/>
          <ac:spMkLst>
            <pc:docMk/>
            <pc:sldMk cId="2567497966" sldId="262"/>
            <ac:spMk id="10" creationId="{3B2E3793-BFE6-45A2-9B7B-E18844431C99}"/>
          </ac:spMkLst>
        </pc:spChg>
        <pc:spChg chg="add">
          <ac:chgData name="Manas Tuwani" userId="5d421215-a11f-4a6e-90ca-e8ac2213fab6" providerId="ADAL" clId="{1821256F-4AD7-4D00-96A2-D33828DB804F}" dt="2022-10-27T13:01:22.569" v="3" actId="26606"/>
          <ac:spMkLst>
            <pc:docMk/>
            <pc:sldMk cId="2567497966" sldId="262"/>
            <ac:spMk id="12" creationId="{BC4C4868-CB8F-4AF9-9CDB-8108F2C19B67}"/>
          </ac:spMkLst>
        </pc:spChg>
        <pc:spChg chg="add">
          <ac:chgData name="Manas Tuwani" userId="5d421215-a11f-4a6e-90ca-e8ac2213fab6" providerId="ADAL" clId="{1821256F-4AD7-4D00-96A2-D33828DB804F}" dt="2022-10-27T13:01:22.569" v="3" actId="26606"/>
          <ac:spMkLst>
            <pc:docMk/>
            <pc:sldMk cId="2567497966" sldId="262"/>
            <ac:spMk id="14" creationId="{375E0459-6403-40CD-989D-56A4407CA12E}"/>
          </ac:spMkLst>
        </pc:spChg>
        <pc:spChg chg="add">
          <ac:chgData name="Manas Tuwani" userId="5d421215-a11f-4a6e-90ca-e8ac2213fab6" providerId="ADAL" clId="{1821256F-4AD7-4D00-96A2-D33828DB804F}" dt="2022-10-27T13:01:22.569" v="3" actId="26606"/>
          <ac:spMkLst>
            <pc:docMk/>
            <pc:sldMk cId="2567497966" sldId="262"/>
            <ac:spMk id="16" creationId="{53E5B1A8-3AC9-4BD1-9BBC-78CA94F2D1BA}"/>
          </ac:spMkLst>
        </pc:spChg>
      </pc:sldChg>
      <pc:sldChg chg="addSp modSp mod setBg">
        <pc:chgData name="Manas Tuwani" userId="5d421215-a11f-4a6e-90ca-e8ac2213fab6" providerId="ADAL" clId="{1821256F-4AD7-4D00-96A2-D33828DB804F}" dt="2022-10-28T12:36:43.056" v="26" actId="255"/>
        <pc:sldMkLst>
          <pc:docMk/>
          <pc:sldMk cId="3315453777" sldId="263"/>
        </pc:sldMkLst>
        <pc:spChg chg="mod">
          <ac:chgData name="Manas Tuwani" userId="5d421215-a11f-4a6e-90ca-e8ac2213fab6" providerId="ADAL" clId="{1821256F-4AD7-4D00-96A2-D33828DB804F}" dt="2022-10-28T12:36:36.387" v="25" actId="26606"/>
          <ac:spMkLst>
            <pc:docMk/>
            <pc:sldMk cId="3315453777" sldId="263"/>
            <ac:spMk id="2" creationId="{00000000-0000-0000-0000-000000000000}"/>
          </ac:spMkLst>
        </pc:spChg>
        <pc:spChg chg="mod">
          <ac:chgData name="Manas Tuwani" userId="5d421215-a11f-4a6e-90ca-e8ac2213fab6" providerId="ADAL" clId="{1821256F-4AD7-4D00-96A2-D33828DB804F}" dt="2022-10-28T12:36:43.056" v="26" actId="255"/>
          <ac:spMkLst>
            <pc:docMk/>
            <pc:sldMk cId="3315453777" sldId="263"/>
            <ac:spMk id="3" creationId="{00000000-0000-0000-0000-000000000000}"/>
          </ac:spMkLst>
        </pc:spChg>
        <pc:spChg chg="add">
          <ac:chgData name="Manas Tuwani" userId="5d421215-a11f-4a6e-90ca-e8ac2213fab6" providerId="ADAL" clId="{1821256F-4AD7-4D00-96A2-D33828DB804F}" dt="2022-10-28T12:36:36.387" v="25" actId="26606"/>
          <ac:spMkLst>
            <pc:docMk/>
            <pc:sldMk cId="3315453777" sldId="263"/>
            <ac:spMk id="8" creationId="{1B15ED52-F352-441B-82BF-E0EA34836D08}"/>
          </ac:spMkLst>
        </pc:spChg>
        <pc:spChg chg="add">
          <ac:chgData name="Manas Tuwani" userId="5d421215-a11f-4a6e-90ca-e8ac2213fab6" providerId="ADAL" clId="{1821256F-4AD7-4D00-96A2-D33828DB804F}" dt="2022-10-28T12:36:36.387" v="25" actId="26606"/>
          <ac:spMkLst>
            <pc:docMk/>
            <pc:sldMk cId="3315453777" sldId="263"/>
            <ac:spMk id="10" creationId="{3B2E3793-BFE6-45A2-9B7B-E18844431C99}"/>
          </ac:spMkLst>
        </pc:spChg>
        <pc:spChg chg="add">
          <ac:chgData name="Manas Tuwani" userId="5d421215-a11f-4a6e-90ca-e8ac2213fab6" providerId="ADAL" clId="{1821256F-4AD7-4D00-96A2-D33828DB804F}" dt="2022-10-28T12:36:36.387" v="25" actId="26606"/>
          <ac:spMkLst>
            <pc:docMk/>
            <pc:sldMk cId="3315453777" sldId="263"/>
            <ac:spMk id="12" creationId="{BC4C4868-CB8F-4AF9-9CDB-8108F2C19B67}"/>
          </ac:spMkLst>
        </pc:spChg>
        <pc:spChg chg="add">
          <ac:chgData name="Manas Tuwani" userId="5d421215-a11f-4a6e-90ca-e8ac2213fab6" providerId="ADAL" clId="{1821256F-4AD7-4D00-96A2-D33828DB804F}" dt="2022-10-28T12:36:36.387" v="25" actId="26606"/>
          <ac:spMkLst>
            <pc:docMk/>
            <pc:sldMk cId="3315453777" sldId="263"/>
            <ac:spMk id="14" creationId="{375E0459-6403-40CD-989D-56A4407CA12E}"/>
          </ac:spMkLst>
        </pc:spChg>
        <pc:spChg chg="add">
          <ac:chgData name="Manas Tuwani" userId="5d421215-a11f-4a6e-90ca-e8ac2213fab6" providerId="ADAL" clId="{1821256F-4AD7-4D00-96A2-D33828DB804F}" dt="2022-10-28T12:36:36.387" v="25" actId="26606"/>
          <ac:spMkLst>
            <pc:docMk/>
            <pc:sldMk cId="3315453777" sldId="263"/>
            <ac:spMk id="16" creationId="{53E5B1A8-3AC9-4BD1-9BBC-78CA94F2D1BA}"/>
          </ac:spMkLst>
        </pc:spChg>
      </pc:sldChg>
      <pc:sldChg chg="addSp modSp mod setBg">
        <pc:chgData name="Manas Tuwani" userId="5d421215-a11f-4a6e-90ca-e8ac2213fab6" providerId="ADAL" clId="{1821256F-4AD7-4D00-96A2-D33828DB804F}" dt="2022-10-28T12:36:52.446" v="28" actId="26606"/>
        <pc:sldMkLst>
          <pc:docMk/>
          <pc:sldMk cId="2927155395" sldId="264"/>
        </pc:sldMkLst>
        <pc:spChg chg="mod">
          <ac:chgData name="Manas Tuwani" userId="5d421215-a11f-4a6e-90ca-e8ac2213fab6" providerId="ADAL" clId="{1821256F-4AD7-4D00-96A2-D33828DB804F}" dt="2022-10-28T12:36:52.446" v="28" actId="26606"/>
          <ac:spMkLst>
            <pc:docMk/>
            <pc:sldMk cId="2927155395" sldId="264"/>
            <ac:spMk id="2" creationId="{00000000-0000-0000-0000-000000000000}"/>
          </ac:spMkLst>
        </pc:spChg>
        <pc:spChg chg="mod">
          <ac:chgData name="Manas Tuwani" userId="5d421215-a11f-4a6e-90ca-e8ac2213fab6" providerId="ADAL" clId="{1821256F-4AD7-4D00-96A2-D33828DB804F}" dt="2022-10-28T12:36:52.446" v="28" actId="26606"/>
          <ac:spMkLst>
            <pc:docMk/>
            <pc:sldMk cId="2927155395" sldId="264"/>
            <ac:spMk id="3" creationId="{00000000-0000-0000-0000-000000000000}"/>
          </ac:spMkLst>
        </pc:spChg>
        <pc:spChg chg="add">
          <ac:chgData name="Manas Tuwani" userId="5d421215-a11f-4a6e-90ca-e8ac2213fab6" providerId="ADAL" clId="{1821256F-4AD7-4D00-96A2-D33828DB804F}" dt="2022-10-28T12:36:52.446" v="28" actId="26606"/>
          <ac:spMkLst>
            <pc:docMk/>
            <pc:sldMk cId="2927155395" sldId="264"/>
            <ac:spMk id="8" creationId="{1B15ED52-F352-441B-82BF-E0EA34836D08}"/>
          </ac:spMkLst>
        </pc:spChg>
        <pc:spChg chg="add">
          <ac:chgData name="Manas Tuwani" userId="5d421215-a11f-4a6e-90ca-e8ac2213fab6" providerId="ADAL" clId="{1821256F-4AD7-4D00-96A2-D33828DB804F}" dt="2022-10-28T12:36:52.446" v="28" actId="26606"/>
          <ac:spMkLst>
            <pc:docMk/>
            <pc:sldMk cId="2927155395" sldId="264"/>
            <ac:spMk id="10" creationId="{3B2E3793-BFE6-45A2-9B7B-E18844431C99}"/>
          </ac:spMkLst>
        </pc:spChg>
        <pc:spChg chg="add">
          <ac:chgData name="Manas Tuwani" userId="5d421215-a11f-4a6e-90ca-e8ac2213fab6" providerId="ADAL" clId="{1821256F-4AD7-4D00-96A2-D33828DB804F}" dt="2022-10-28T12:36:52.446" v="28" actId="26606"/>
          <ac:spMkLst>
            <pc:docMk/>
            <pc:sldMk cId="2927155395" sldId="264"/>
            <ac:spMk id="12" creationId="{BC4C4868-CB8F-4AF9-9CDB-8108F2C19B67}"/>
          </ac:spMkLst>
        </pc:spChg>
        <pc:spChg chg="add">
          <ac:chgData name="Manas Tuwani" userId="5d421215-a11f-4a6e-90ca-e8ac2213fab6" providerId="ADAL" clId="{1821256F-4AD7-4D00-96A2-D33828DB804F}" dt="2022-10-28T12:36:52.446" v="28" actId="26606"/>
          <ac:spMkLst>
            <pc:docMk/>
            <pc:sldMk cId="2927155395" sldId="264"/>
            <ac:spMk id="14" creationId="{375E0459-6403-40CD-989D-56A4407CA12E}"/>
          </ac:spMkLst>
        </pc:spChg>
        <pc:spChg chg="add">
          <ac:chgData name="Manas Tuwani" userId="5d421215-a11f-4a6e-90ca-e8ac2213fab6" providerId="ADAL" clId="{1821256F-4AD7-4D00-96A2-D33828DB804F}" dt="2022-10-28T12:36:52.446" v="28" actId="26606"/>
          <ac:spMkLst>
            <pc:docMk/>
            <pc:sldMk cId="2927155395" sldId="264"/>
            <ac:spMk id="16" creationId="{53E5B1A8-3AC9-4BD1-9BBC-78CA94F2D1BA}"/>
          </ac:spMkLst>
        </pc:spChg>
      </pc:sldChg>
      <pc:sldChg chg="addSp modSp mod setBg">
        <pc:chgData name="Manas Tuwani" userId="5d421215-a11f-4a6e-90ca-e8ac2213fab6" providerId="ADAL" clId="{1821256F-4AD7-4D00-96A2-D33828DB804F}" dt="2022-10-28T12:36:57.167" v="29" actId="26606"/>
        <pc:sldMkLst>
          <pc:docMk/>
          <pc:sldMk cId="2740143841" sldId="265"/>
        </pc:sldMkLst>
        <pc:spChg chg="mod">
          <ac:chgData name="Manas Tuwani" userId="5d421215-a11f-4a6e-90ca-e8ac2213fab6" providerId="ADAL" clId="{1821256F-4AD7-4D00-96A2-D33828DB804F}" dt="2022-10-28T12:36:57.167" v="29" actId="26606"/>
          <ac:spMkLst>
            <pc:docMk/>
            <pc:sldMk cId="2740143841" sldId="265"/>
            <ac:spMk id="2" creationId="{00000000-0000-0000-0000-000000000000}"/>
          </ac:spMkLst>
        </pc:spChg>
        <pc:spChg chg="mod">
          <ac:chgData name="Manas Tuwani" userId="5d421215-a11f-4a6e-90ca-e8ac2213fab6" providerId="ADAL" clId="{1821256F-4AD7-4D00-96A2-D33828DB804F}" dt="2022-10-28T12:36:57.167" v="29" actId="26606"/>
          <ac:spMkLst>
            <pc:docMk/>
            <pc:sldMk cId="2740143841" sldId="265"/>
            <ac:spMk id="3" creationId="{00000000-0000-0000-0000-000000000000}"/>
          </ac:spMkLst>
        </pc:spChg>
        <pc:spChg chg="add">
          <ac:chgData name="Manas Tuwani" userId="5d421215-a11f-4a6e-90ca-e8ac2213fab6" providerId="ADAL" clId="{1821256F-4AD7-4D00-96A2-D33828DB804F}" dt="2022-10-28T12:36:57.167" v="29" actId="26606"/>
          <ac:spMkLst>
            <pc:docMk/>
            <pc:sldMk cId="2740143841" sldId="265"/>
            <ac:spMk id="8" creationId="{1B15ED52-F352-441B-82BF-E0EA34836D08}"/>
          </ac:spMkLst>
        </pc:spChg>
        <pc:spChg chg="add">
          <ac:chgData name="Manas Tuwani" userId="5d421215-a11f-4a6e-90ca-e8ac2213fab6" providerId="ADAL" clId="{1821256F-4AD7-4D00-96A2-D33828DB804F}" dt="2022-10-28T12:36:57.167" v="29" actId="26606"/>
          <ac:spMkLst>
            <pc:docMk/>
            <pc:sldMk cId="2740143841" sldId="265"/>
            <ac:spMk id="10" creationId="{3B2E3793-BFE6-45A2-9B7B-E18844431C99}"/>
          </ac:spMkLst>
        </pc:spChg>
        <pc:spChg chg="add">
          <ac:chgData name="Manas Tuwani" userId="5d421215-a11f-4a6e-90ca-e8ac2213fab6" providerId="ADAL" clId="{1821256F-4AD7-4D00-96A2-D33828DB804F}" dt="2022-10-28T12:36:57.167" v="29" actId="26606"/>
          <ac:spMkLst>
            <pc:docMk/>
            <pc:sldMk cId="2740143841" sldId="265"/>
            <ac:spMk id="12" creationId="{BC4C4868-CB8F-4AF9-9CDB-8108F2C19B67}"/>
          </ac:spMkLst>
        </pc:spChg>
        <pc:spChg chg="add">
          <ac:chgData name="Manas Tuwani" userId="5d421215-a11f-4a6e-90ca-e8ac2213fab6" providerId="ADAL" clId="{1821256F-4AD7-4D00-96A2-D33828DB804F}" dt="2022-10-28T12:36:57.167" v="29" actId="26606"/>
          <ac:spMkLst>
            <pc:docMk/>
            <pc:sldMk cId="2740143841" sldId="265"/>
            <ac:spMk id="14" creationId="{375E0459-6403-40CD-989D-56A4407CA12E}"/>
          </ac:spMkLst>
        </pc:spChg>
        <pc:spChg chg="add">
          <ac:chgData name="Manas Tuwani" userId="5d421215-a11f-4a6e-90ca-e8ac2213fab6" providerId="ADAL" clId="{1821256F-4AD7-4D00-96A2-D33828DB804F}" dt="2022-10-28T12:36:57.167" v="29" actId="26606"/>
          <ac:spMkLst>
            <pc:docMk/>
            <pc:sldMk cId="2740143841" sldId="265"/>
            <ac:spMk id="16" creationId="{53E5B1A8-3AC9-4BD1-9BBC-78CA94F2D1BA}"/>
          </ac:spMkLst>
        </pc:spChg>
      </pc:sldChg>
      <pc:sldChg chg="addSp modSp mod setBg">
        <pc:chgData name="Manas Tuwani" userId="5d421215-a11f-4a6e-90ca-e8ac2213fab6" providerId="ADAL" clId="{1821256F-4AD7-4D00-96A2-D33828DB804F}" dt="2022-10-28T12:37:27.422" v="36" actId="27636"/>
        <pc:sldMkLst>
          <pc:docMk/>
          <pc:sldMk cId="588203998" sldId="266"/>
        </pc:sldMkLst>
        <pc:spChg chg="mod">
          <ac:chgData name="Manas Tuwani" userId="5d421215-a11f-4a6e-90ca-e8ac2213fab6" providerId="ADAL" clId="{1821256F-4AD7-4D00-96A2-D33828DB804F}" dt="2022-10-28T12:37:12.180" v="32" actId="26606"/>
          <ac:spMkLst>
            <pc:docMk/>
            <pc:sldMk cId="588203998" sldId="266"/>
            <ac:spMk id="2" creationId="{00000000-0000-0000-0000-000000000000}"/>
          </ac:spMkLst>
        </pc:spChg>
        <pc:spChg chg="mod">
          <ac:chgData name="Manas Tuwani" userId="5d421215-a11f-4a6e-90ca-e8ac2213fab6" providerId="ADAL" clId="{1821256F-4AD7-4D00-96A2-D33828DB804F}" dt="2022-10-28T12:37:27.422" v="36" actId="27636"/>
          <ac:spMkLst>
            <pc:docMk/>
            <pc:sldMk cId="588203998" sldId="266"/>
            <ac:spMk id="3" creationId="{00000000-0000-0000-0000-000000000000}"/>
          </ac:spMkLst>
        </pc:spChg>
        <pc:spChg chg="add">
          <ac:chgData name="Manas Tuwani" userId="5d421215-a11f-4a6e-90ca-e8ac2213fab6" providerId="ADAL" clId="{1821256F-4AD7-4D00-96A2-D33828DB804F}" dt="2022-10-28T12:37:12.180" v="32" actId="26606"/>
          <ac:spMkLst>
            <pc:docMk/>
            <pc:sldMk cId="588203998" sldId="266"/>
            <ac:spMk id="8" creationId="{1B15ED52-F352-441B-82BF-E0EA34836D08}"/>
          </ac:spMkLst>
        </pc:spChg>
        <pc:spChg chg="add">
          <ac:chgData name="Manas Tuwani" userId="5d421215-a11f-4a6e-90ca-e8ac2213fab6" providerId="ADAL" clId="{1821256F-4AD7-4D00-96A2-D33828DB804F}" dt="2022-10-28T12:37:12.180" v="32" actId="26606"/>
          <ac:spMkLst>
            <pc:docMk/>
            <pc:sldMk cId="588203998" sldId="266"/>
            <ac:spMk id="10" creationId="{3B2E3793-BFE6-45A2-9B7B-E18844431C99}"/>
          </ac:spMkLst>
        </pc:spChg>
        <pc:spChg chg="add">
          <ac:chgData name="Manas Tuwani" userId="5d421215-a11f-4a6e-90ca-e8ac2213fab6" providerId="ADAL" clId="{1821256F-4AD7-4D00-96A2-D33828DB804F}" dt="2022-10-28T12:37:12.180" v="32" actId="26606"/>
          <ac:spMkLst>
            <pc:docMk/>
            <pc:sldMk cId="588203998" sldId="266"/>
            <ac:spMk id="12" creationId="{BC4C4868-CB8F-4AF9-9CDB-8108F2C19B67}"/>
          </ac:spMkLst>
        </pc:spChg>
        <pc:spChg chg="add">
          <ac:chgData name="Manas Tuwani" userId="5d421215-a11f-4a6e-90ca-e8ac2213fab6" providerId="ADAL" clId="{1821256F-4AD7-4D00-96A2-D33828DB804F}" dt="2022-10-28T12:37:12.180" v="32" actId="26606"/>
          <ac:spMkLst>
            <pc:docMk/>
            <pc:sldMk cId="588203998" sldId="266"/>
            <ac:spMk id="14" creationId="{375E0459-6403-40CD-989D-56A4407CA12E}"/>
          </ac:spMkLst>
        </pc:spChg>
        <pc:spChg chg="add">
          <ac:chgData name="Manas Tuwani" userId="5d421215-a11f-4a6e-90ca-e8ac2213fab6" providerId="ADAL" clId="{1821256F-4AD7-4D00-96A2-D33828DB804F}" dt="2022-10-28T12:37:12.180" v="32" actId="26606"/>
          <ac:spMkLst>
            <pc:docMk/>
            <pc:sldMk cId="588203998" sldId="266"/>
            <ac:spMk id="16" creationId="{53E5B1A8-3AC9-4BD1-9BBC-78CA94F2D1BA}"/>
          </ac:spMkLst>
        </pc:spChg>
      </pc:sldChg>
      <pc:sldChg chg="addSp modSp mod setBg">
        <pc:chgData name="Manas Tuwani" userId="5d421215-a11f-4a6e-90ca-e8ac2213fab6" providerId="ADAL" clId="{1821256F-4AD7-4D00-96A2-D33828DB804F}" dt="2022-10-28T12:35:58.483" v="20" actId="20577"/>
        <pc:sldMkLst>
          <pc:docMk/>
          <pc:sldMk cId="2190790959" sldId="268"/>
        </pc:sldMkLst>
        <pc:spChg chg="mod">
          <ac:chgData name="Manas Tuwani" userId="5d421215-a11f-4a6e-90ca-e8ac2213fab6" providerId="ADAL" clId="{1821256F-4AD7-4D00-96A2-D33828DB804F}" dt="2022-10-28T12:35:55.017" v="19" actId="26606"/>
          <ac:spMkLst>
            <pc:docMk/>
            <pc:sldMk cId="2190790959" sldId="268"/>
            <ac:spMk id="2" creationId="{00000000-0000-0000-0000-000000000000}"/>
          </ac:spMkLst>
        </pc:spChg>
        <pc:spChg chg="mod">
          <ac:chgData name="Manas Tuwani" userId="5d421215-a11f-4a6e-90ca-e8ac2213fab6" providerId="ADAL" clId="{1821256F-4AD7-4D00-96A2-D33828DB804F}" dt="2022-10-28T12:35:58.483" v="20" actId="20577"/>
          <ac:spMkLst>
            <pc:docMk/>
            <pc:sldMk cId="2190790959" sldId="268"/>
            <ac:spMk id="3" creationId="{00000000-0000-0000-0000-000000000000}"/>
          </ac:spMkLst>
        </pc:spChg>
        <pc:spChg chg="add">
          <ac:chgData name="Manas Tuwani" userId="5d421215-a11f-4a6e-90ca-e8ac2213fab6" providerId="ADAL" clId="{1821256F-4AD7-4D00-96A2-D33828DB804F}" dt="2022-10-28T12:35:55.017" v="19" actId="26606"/>
          <ac:spMkLst>
            <pc:docMk/>
            <pc:sldMk cId="2190790959" sldId="268"/>
            <ac:spMk id="8" creationId="{1B15ED52-F352-441B-82BF-E0EA34836D08}"/>
          </ac:spMkLst>
        </pc:spChg>
        <pc:spChg chg="add">
          <ac:chgData name="Manas Tuwani" userId="5d421215-a11f-4a6e-90ca-e8ac2213fab6" providerId="ADAL" clId="{1821256F-4AD7-4D00-96A2-D33828DB804F}" dt="2022-10-28T12:35:55.017" v="19" actId="26606"/>
          <ac:spMkLst>
            <pc:docMk/>
            <pc:sldMk cId="2190790959" sldId="268"/>
            <ac:spMk id="10" creationId="{3B2E3793-BFE6-45A2-9B7B-E18844431C99}"/>
          </ac:spMkLst>
        </pc:spChg>
        <pc:spChg chg="add">
          <ac:chgData name="Manas Tuwani" userId="5d421215-a11f-4a6e-90ca-e8ac2213fab6" providerId="ADAL" clId="{1821256F-4AD7-4D00-96A2-D33828DB804F}" dt="2022-10-28T12:35:55.017" v="19" actId="26606"/>
          <ac:spMkLst>
            <pc:docMk/>
            <pc:sldMk cId="2190790959" sldId="268"/>
            <ac:spMk id="12" creationId="{BC4C4868-CB8F-4AF9-9CDB-8108F2C19B67}"/>
          </ac:spMkLst>
        </pc:spChg>
        <pc:spChg chg="add">
          <ac:chgData name="Manas Tuwani" userId="5d421215-a11f-4a6e-90ca-e8ac2213fab6" providerId="ADAL" clId="{1821256F-4AD7-4D00-96A2-D33828DB804F}" dt="2022-10-28T12:35:55.017" v="19" actId="26606"/>
          <ac:spMkLst>
            <pc:docMk/>
            <pc:sldMk cId="2190790959" sldId="268"/>
            <ac:spMk id="14" creationId="{375E0459-6403-40CD-989D-56A4407CA12E}"/>
          </ac:spMkLst>
        </pc:spChg>
        <pc:spChg chg="add">
          <ac:chgData name="Manas Tuwani" userId="5d421215-a11f-4a6e-90ca-e8ac2213fab6" providerId="ADAL" clId="{1821256F-4AD7-4D00-96A2-D33828DB804F}" dt="2022-10-28T12:35:55.017" v="19" actId="26606"/>
          <ac:spMkLst>
            <pc:docMk/>
            <pc:sldMk cId="2190790959" sldId="268"/>
            <ac:spMk id="16" creationId="{53E5B1A8-3AC9-4BD1-9BBC-78CA94F2D1BA}"/>
          </ac:spMkLst>
        </pc:spChg>
      </pc:sldChg>
      <pc:sldChg chg="addSp modSp mod setBg">
        <pc:chgData name="Manas Tuwani" userId="5d421215-a11f-4a6e-90ca-e8ac2213fab6" providerId="ADAL" clId="{1821256F-4AD7-4D00-96A2-D33828DB804F}" dt="2022-10-28T14:40:43.922" v="73" actId="20577"/>
        <pc:sldMkLst>
          <pc:docMk/>
          <pc:sldMk cId="4046226905" sldId="269"/>
        </pc:sldMkLst>
        <pc:spChg chg="mod">
          <ac:chgData name="Manas Tuwani" userId="5d421215-a11f-4a6e-90ca-e8ac2213fab6" providerId="ADAL" clId="{1821256F-4AD7-4D00-96A2-D33828DB804F}" dt="2022-10-28T12:36:05.718" v="21" actId="26606"/>
          <ac:spMkLst>
            <pc:docMk/>
            <pc:sldMk cId="4046226905" sldId="269"/>
            <ac:spMk id="2" creationId="{00000000-0000-0000-0000-000000000000}"/>
          </ac:spMkLst>
        </pc:spChg>
        <pc:spChg chg="mod">
          <ac:chgData name="Manas Tuwani" userId="5d421215-a11f-4a6e-90ca-e8ac2213fab6" providerId="ADAL" clId="{1821256F-4AD7-4D00-96A2-D33828DB804F}" dt="2022-10-28T14:40:43.922" v="73" actId="20577"/>
          <ac:spMkLst>
            <pc:docMk/>
            <pc:sldMk cId="4046226905" sldId="269"/>
            <ac:spMk id="3" creationId="{00000000-0000-0000-0000-000000000000}"/>
          </ac:spMkLst>
        </pc:spChg>
        <pc:spChg chg="add">
          <ac:chgData name="Manas Tuwani" userId="5d421215-a11f-4a6e-90ca-e8ac2213fab6" providerId="ADAL" clId="{1821256F-4AD7-4D00-96A2-D33828DB804F}" dt="2022-10-28T12:36:05.718" v="21" actId="26606"/>
          <ac:spMkLst>
            <pc:docMk/>
            <pc:sldMk cId="4046226905" sldId="269"/>
            <ac:spMk id="8" creationId="{1B15ED52-F352-441B-82BF-E0EA34836D08}"/>
          </ac:spMkLst>
        </pc:spChg>
        <pc:spChg chg="add">
          <ac:chgData name="Manas Tuwani" userId="5d421215-a11f-4a6e-90ca-e8ac2213fab6" providerId="ADAL" clId="{1821256F-4AD7-4D00-96A2-D33828DB804F}" dt="2022-10-28T12:36:05.718" v="21" actId="26606"/>
          <ac:spMkLst>
            <pc:docMk/>
            <pc:sldMk cId="4046226905" sldId="269"/>
            <ac:spMk id="10" creationId="{3B2E3793-BFE6-45A2-9B7B-E18844431C99}"/>
          </ac:spMkLst>
        </pc:spChg>
        <pc:spChg chg="add">
          <ac:chgData name="Manas Tuwani" userId="5d421215-a11f-4a6e-90ca-e8ac2213fab6" providerId="ADAL" clId="{1821256F-4AD7-4D00-96A2-D33828DB804F}" dt="2022-10-28T12:36:05.718" v="21" actId="26606"/>
          <ac:spMkLst>
            <pc:docMk/>
            <pc:sldMk cId="4046226905" sldId="269"/>
            <ac:spMk id="12" creationId="{BC4C4868-CB8F-4AF9-9CDB-8108F2C19B67}"/>
          </ac:spMkLst>
        </pc:spChg>
        <pc:spChg chg="add">
          <ac:chgData name="Manas Tuwani" userId="5d421215-a11f-4a6e-90ca-e8ac2213fab6" providerId="ADAL" clId="{1821256F-4AD7-4D00-96A2-D33828DB804F}" dt="2022-10-28T12:36:05.718" v="21" actId="26606"/>
          <ac:spMkLst>
            <pc:docMk/>
            <pc:sldMk cId="4046226905" sldId="269"/>
            <ac:spMk id="14" creationId="{375E0459-6403-40CD-989D-56A4407CA12E}"/>
          </ac:spMkLst>
        </pc:spChg>
        <pc:spChg chg="add">
          <ac:chgData name="Manas Tuwani" userId="5d421215-a11f-4a6e-90ca-e8ac2213fab6" providerId="ADAL" clId="{1821256F-4AD7-4D00-96A2-D33828DB804F}" dt="2022-10-28T12:36:05.718" v="21" actId="26606"/>
          <ac:spMkLst>
            <pc:docMk/>
            <pc:sldMk cId="4046226905" sldId="269"/>
            <ac:spMk id="16" creationId="{53E5B1A8-3AC9-4BD1-9BBC-78CA94F2D1BA}"/>
          </ac:spMkLst>
        </pc:spChg>
      </pc:sldChg>
      <pc:sldChg chg="addSp delSp modSp mod setBg setClrOvrMap">
        <pc:chgData name="Manas Tuwani" userId="5d421215-a11f-4a6e-90ca-e8ac2213fab6" providerId="ADAL" clId="{1821256F-4AD7-4D00-96A2-D33828DB804F}" dt="2022-10-28T13:08:29.484" v="71" actId="26606"/>
        <pc:sldMkLst>
          <pc:docMk/>
          <pc:sldMk cId="2795896593" sldId="271"/>
        </pc:sldMkLst>
        <pc:spChg chg="mod">
          <ac:chgData name="Manas Tuwani" userId="5d421215-a11f-4a6e-90ca-e8ac2213fab6" providerId="ADAL" clId="{1821256F-4AD7-4D00-96A2-D33828DB804F}" dt="2022-10-28T13:08:29.484" v="71" actId="26606"/>
          <ac:spMkLst>
            <pc:docMk/>
            <pc:sldMk cId="2795896593" sldId="271"/>
            <ac:spMk id="5" creationId="{00000000-0000-0000-0000-000000000000}"/>
          </ac:spMkLst>
        </pc:spChg>
        <pc:spChg chg="add del">
          <ac:chgData name="Manas Tuwani" userId="5d421215-a11f-4a6e-90ca-e8ac2213fab6" providerId="ADAL" clId="{1821256F-4AD7-4D00-96A2-D33828DB804F}" dt="2022-10-28T13:08:29.484" v="71" actId="26606"/>
          <ac:spMkLst>
            <pc:docMk/>
            <pc:sldMk cId="2795896593" sldId="271"/>
            <ac:spMk id="7" creationId="{327D73B4-9F5C-4A64-A179-51B9500CB8B5}"/>
          </ac:spMkLst>
        </pc:spChg>
        <pc:spChg chg="add del">
          <ac:chgData name="Manas Tuwani" userId="5d421215-a11f-4a6e-90ca-e8ac2213fab6" providerId="ADAL" clId="{1821256F-4AD7-4D00-96A2-D33828DB804F}" dt="2022-10-28T13:08:29.484" v="71" actId="26606"/>
          <ac:spMkLst>
            <pc:docMk/>
            <pc:sldMk cId="2795896593" sldId="271"/>
            <ac:spMk id="8" creationId="{C1F06963-6374-4B48-844F-071A9BAAAE02}"/>
          </ac:spMkLst>
        </pc:spChg>
        <pc:spChg chg="add del">
          <ac:chgData name="Manas Tuwani" userId="5d421215-a11f-4a6e-90ca-e8ac2213fab6" providerId="ADAL" clId="{1821256F-4AD7-4D00-96A2-D33828DB804F}" dt="2022-10-28T13:08:29.484" v="71" actId="26606"/>
          <ac:spMkLst>
            <pc:docMk/>
            <pc:sldMk cId="2795896593" sldId="271"/>
            <ac:spMk id="9" creationId="{6CB927A4-E432-4310-9CD5-E89FF5063179}"/>
          </ac:spMkLst>
        </pc:spChg>
        <pc:spChg chg="add del">
          <ac:chgData name="Manas Tuwani" userId="5d421215-a11f-4a6e-90ca-e8ac2213fab6" providerId="ADAL" clId="{1821256F-4AD7-4D00-96A2-D33828DB804F}" dt="2022-10-28T13:07:16.835" v="59" actId="26606"/>
          <ac:spMkLst>
            <pc:docMk/>
            <pc:sldMk cId="2795896593" sldId="271"/>
            <ac:spMk id="10" creationId="{0D7B6173-1D58-48E2-83CF-37350F315F75}"/>
          </ac:spMkLst>
        </pc:spChg>
        <pc:spChg chg="add del">
          <ac:chgData name="Manas Tuwani" userId="5d421215-a11f-4a6e-90ca-e8ac2213fab6" providerId="ADAL" clId="{1821256F-4AD7-4D00-96A2-D33828DB804F}" dt="2022-10-28T13:08:29.484" v="71" actId="26606"/>
          <ac:spMkLst>
            <pc:docMk/>
            <pc:sldMk cId="2795896593" sldId="271"/>
            <ac:spMk id="11" creationId="{1453BF6C-B012-48B7-B4E8-6D7AC7C27D02}"/>
          </ac:spMkLst>
        </pc:spChg>
        <pc:spChg chg="add del">
          <ac:chgData name="Manas Tuwani" userId="5d421215-a11f-4a6e-90ca-e8ac2213fab6" providerId="ADAL" clId="{1821256F-4AD7-4D00-96A2-D33828DB804F}" dt="2022-10-28T13:07:16.835" v="59" actId="26606"/>
          <ac:spMkLst>
            <pc:docMk/>
            <pc:sldMk cId="2795896593" sldId="271"/>
            <ac:spMk id="12" creationId="{BE149CDF-5DAC-4860-A285-9492CF2090AA}"/>
          </ac:spMkLst>
        </pc:spChg>
        <pc:spChg chg="add del">
          <ac:chgData name="Manas Tuwani" userId="5d421215-a11f-4a6e-90ca-e8ac2213fab6" providerId="ADAL" clId="{1821256F-4AD7-4D00-96A2-D33828DB804F}" dt="2022-10-28T13:08:29.484" v="71" actId="26606"/>
          <ac:spMkLst>
            <pc:docMk/>
            <pc:sldMk cId="2795896593" sldId="271"/>
            <ac:spMk id="13" creationId="{E3020543-B24B-4EC4-8FFC-8DD88EEA91A8}"/>
          </ac:spMkLst>
        </pc:spChg>
        <pc:spChg chg="add del">
          <ac:chgData name="Manas Tuwani" userId="5d421215-a11f-4a6e-90ca-e8ac2213fab6" providerId="ADAL" clId="{1821256F-4AD7-4D00-96A2-D33828DB804F}" dt="2022-10-28T13:07:16.835" v="59" actId="26606"/>
          <ac:spMkLst>
            <pc:docMk/>
            <pc:sldMk cId="2795896593" sldId="271"/>
            <ac:spMk id="16" creationId="{21BDEC81-16A7-4451-B893-C15000083B77}"/>
          </ac:spMkLst>
        </pc:spChg>
        <pc:spChg chg="add del">
          <ac:chgData name="Manas Tuwani" userId="5d421215-a11f-4a6e-90ca-e8ac2213fab6" providerId="ADAL" clId="{1821256F-4AD7-4D00-96A2-D33828DB804F}" dt="2022-10-28T13:07:16.835" v="59" actId="26606"/>
          <ac:spMkLst>
            <pc:docMk/>
            <pc:sldMk cId="2795896593" sldId="271"/>
            <ac:spMk id="18" creationId="{26A515A1-4D80-430E-BE0A-71A290516A82}"/>
          </ac:spMkLst>
        </pc:spChg>
        <pc:spChg chg="add del">
          <ac:chgData name="Manas Tuwani" userId="5d421215-a11f-4a6e-90ca-e8ac2213fab6" providerId="ADAL" clId="{1821256F-4AD7-4D00-96A2-D33828DB804F}" dt="2022-10-28T13:07:19.980" v="61" actId="26606"/>
          <ac:spMkLst>
            <pc:docMk/>
            <pc:sldMk cId="2795896593" sldId="271"/>
            <ac:spMk id="20" creationId="{C681C32C-7AFC-4BB3-9088-65CBDFC5D1C2}"/>
          </ac:spMkLst>
        </pc:spChg>
        <pc:spChg chg="add del">
          <ac:chgData name="Manas Tuwani" userId="5d421215-a11f-4a6e-90ca-e8ac2213fab6" providerId="ADAL" clId="{1821256F-4AD7-4D00-96A2-D33828DB804F}" dt="2022-10-28T13:07:19.980" v="61" actId="26606"/>
          <ac:spMkLst>
            <pc:docMk/>
            <pc:sldMk cId="2795896593" sldId="271"/>
            <ac:spMk id="21" creationId="{199C0ED0-69DE-4C31-A5CF-E2A46FD30226}"/>
          </ac:spMkLst>
        </pc:spChg>
        <pc:spChg chg="add del">
          <ac:chgData name="Manas Tuwani" userId="5d421215-a11f-4a6e-90ca-e8ac2213fab6" providerId="ADAL" clId="{1821256F-4AD7-4D00-96A2-D33828DB804F}" dt="2022-10-28T13:07:19.980" v="61" actId="26606"/>
          <ac:spMkLst>
            <pc:docMk/>
            <pc:sldMk cId="2795896593" sldId="271"/>
            <ac:spMk id="22" creationId="{8D42B8BD-40AF-488E-8A79-D7256C917229}"/>
          </ac:spMkLst>
        </pc:spChg>
        <pc:spChg chg="add del">
          <ac:chgData name="Manas Tuwani" userId="5d421215-a11f-4a6e-90ca-e8ac2213fab6" providerId="ADAL" clId="{1821256F-4AD7-4D00-96A2-D33828DB804F}" dt="2022-10-28T13:07:21.260" v="63" actId="26606"/>
          <ac:spMkLst>
            <pc:docMk/>
            <pc:sldMk cId="2795896593" sldId="271"/>
            <ac:spMk id="24" creationId="{04812C46-200A-4DEB-A05E-3ED6C68C2387}"/>
          </ac:spMkLst>
        </pc:spChg>
        <pc:spChg chg="add del">
          <ac:chgData name="Manas Tuwani" userId="5d421215-a11f-4a6e-90ca-e8ac2213fab6" providerId="ADAL" clId="{1821256F-4AD7-4D00-96A2-D33828DB804F}" dt="2022-10-28T13:07:21.260" v="63" actId="26606"/>
          <ac:spMkLst>
            <pc:docMk/>
            <pc:sldMk cId="2795896593" sldId="271"/>
            <ac:spMk id="25" creationId="{D1EA859B-E555-4109-94F3-6700E046E008}"/>
          </ac:spMkLst>
        </pc:spChg>
        <pc:spChg chg="add del">
          <ac:chgData name="Manas Tuwani" userId="5d421215-a11f-4a6e-90ca-e8ac2213fab6" providerId="ADAL" clId="{1821256F-4AD7-4D00-96A2-D33828DB804F}" dt="2022-10-28T13:07:45.170" v="65" actId="26606"/>
          <ac:spMkLst>
            <pc:docMk/>
            <pc:sldMk cId="2795896593" sldId="271"/>
            <ac:spMk id="27" creationId="{86C7B4A1-154A-4DF0-AC46-F88D75A2E0FD}"/>
          </ac:spMkLst>
        </pc:spChg>
        <pc:spChg chg="add del">
          <ac:chgData name="Manas Tuwani" userId="5d421215-a11f-4a6e-90ca-e8ac2213fab6" providerId="ADAL" clId="{1821256F-4AD7-4D00-96A2-D33828DB804F}" dt="2022-10-28T13:08:10.135" v="67" actId="26606"/>
          <ac:spMkLst>
            <pc:docMk/>
            <pc:sldMk cId="2795896593" sldId="271"/>
            <ac:spMk id="29" creationId="{2B566528-1B12-4246-9431-5C2D7D081168}"/>
          </ac:spMkLst>
        </pc:spChg>
        <pc:spChg chg="add del">
          <ac:chgData name="Manas Tuwani" userId="5d421215-a11f-4a6e-90ca-e8ac2213fab6" providerId="ADAL" clId="{1821256F-4AD7-4D00-96A2-D33828DB804F}" dt="2022-10-28T13:08:10.135" v="67" actId="26606"/>
          <ac:spMkLst>
            <pc:docMk/>
            <pc:sldMk cId="2795896593" sldId="271"/>
            <ac:spMk id="30" creationId="{2E80C965-DB6D-4F81-9E9E-B027384D0BD6}"/>
          </ac:spMkLst>
        </pc:spChg>
        <pc:spChg chg="add del">
          <ac:chgData name="Manas Tuwani" userId="5d421215-a11f-4a6e-90ca-e8ac2213fab6" providerId="ADAL" clId="{1821256F-4AD7-4D00-96A2-D33828DB804F}" dt="2022-10-28T13:08:10.135" v="67" actId="26606"/>
          <ac:spMkLst>
            <pc:docMk/>
            <pc:sldMk cId="2795896593" sldId="271"/>
            <ac:spMk id="31" creationId="{A580F890-B085-4E95-96AA-55AEBEC5CE6E}"/>
          </ac:spMkLst>
        </pc:spChg>
        <pc:spChg chg="add del">
          <ac:chgData name="Manas Tuwani" userId="5d421215-a11f-4a6e-90ca-e8ac2213fab6" providerId="ADAL" clId="{1821256F-4AD7-4D00-96A2-D33828DB804F}" dt="2022-10-28T13:08:10.135" v="67" actId="26606"/>
          <ac:spMkLst>
            <pc:docMk/>
            <pc:sldMk cId="2795896593" sldId="271"/>
            <ac:spMk id="32" creationId="{D3F51FEB-38FB-4F6C-9F7B-2F2AFAB65463}"/>
          </ac:spMkLst>
        </pc:spChg>
        <pc:spChg chg="add del">
          <ac:chgData name="Manas Tuwani" userId="5d421215-a11f-4a6e-90ca-e8ac2213fab6" providerId="ADAL" clId="{1821256F-4AD7-4D00-96A2-D33828DB804F}" dt="2022-10-28T13:08:10.135" v="67" actId="26606"/>
          <ac:spMkLst>
            <pc:docMk/>
            <pc:sldMk cId="2795896593" sldId="271"/>
            <ac:spMk id="33" creationId="{1E547BA6-BAE0-43BB-A7CA-60F69CE252F0}"/>
          </ac:spMkLst>
        </pc:spChg>
        <pc:spChg chg="add del">
          <ac:chgData name="Manas Tuwani" userId="5d421215-a11f-4a6e-90ca-e8ac2213fab6" providerId="ADAL" clId="{1821256F-4AD7-4D00-96A2-D33828DB804F}" dt="2022-10-28T13:08:15.948" v="69" actId="26606"/>
          <ac:spMkLst>
            <pc:docMk/>
            <pc:sldMk cId="2795896593" sldId="271"/>
            <ac:spMk id="35" creationId="{330D6772-5550-42D5-B8BC-CDE28365623B}"/>
          </ac:spMkLst>
        </pc:spChg>
        <pc:spChg chg="add del">
          <ac:chgData name="Manas Tuwani" userId="5d421215-a11f-4a6e-90ca-e8ac2213fab6" providerId="ADAL" clId="{1821256F-4AD7-4D00-96A2-D33828DB804F}" dt="2022-10-28T13:08:15.948" v="69" actId="26606"/>
          <ac:spMkLst>
            <pc:docMk/>
            <pc:sldMk cId="2795896593" sldId="271"/>
            <ac:spMk id="36" creationId="{97DB0DD1-0F30-4B7E-A6DC-3DDA7D5B351C}"/>
          </ac:spMkLst>
        </pc:spChg>
        <pc:picChg chg="mod ord">
          <ac:chgData name="Manas Tuwani" userId="5d421215-a11f-4a6e-90ca-e8ac2213fab6" providerId="ADAL" clId="{1821256F-4AD7-4D00-96A2-D33828DB804F}" dt="2022-10-28T13:08:29.484" v="71" actId="26606"/>
          <ac:picMkLst>
            <pc:docMk/>
            <pc:sldMk cId="2795896593" sldId="271"/>
            <ac:picMk id="4" creationId="{00000000-0000-0000-0000-000000000000}"/>
          </ac:picMkLst>
        </pc:picChg>
        <pc:picChg chg="add del">
          <ac:chgData name="Manas Tuwani" userId="5d421215-a11f-4a6e-90ca-e8ac2213fab6" providerId="ADAL" clId="{1821256F-4AD7-4D00-96A2-D33828DB804F}" dt="2022-10-28T13:07:16.835" v="59" actId="26606"/>
          <ac:picMkLst>
            <pc:docMk/>
            <pc:sldMk cId="2795896593" sldId="271"/>
            <ac:picMk id="14" creationId="{B0DAC8FB-A162-44E3-A606-C855A03A5B09}"/>
          </ac:picMkLst>
        </pc:picChg>
        <pc:cxnChg chg="add del">
          <ac:chgData name="Manas Tuwani" userId="5d421215-a11f-4a6e-90ca-e8ac2213fab6" providerId="ADAL" clId="{1821256F-4AD7-4D00-96A2-D33828DB804F}" dt="2022-10-28T13:08:29.484" v="71" actId="26606"/>
          <ac:cxnSpMkLst>
            <pc:docMk/>
            <pc:sldMk cId="2795896593" sldId="271"/>
            <ac:cxnSpMk id="15" creationId="{C49DA8F6-BCC1-4447-B54C-57856834B94B}"/>
          </ac:cxnSpMkLst>
        </pc:cxnChg>
      </pc:sldChg>
      <pc:sldChg chg="addSp delSp modSp mod">
        <pc:chgData name="Manas Tuwani" userId="5d421215-a11f-4a6e-90ca-e8ac2213fab6" providerId="ADAL" clId="{1821256F-4AD7-4D00-96A2-D33828DB804F}" dt="2022-10-28T12:37:53.515" v="55" actId="26606"/>
        <pc:sldMkLst>
          <pc:docMk/>
          <pc:sldMk cId="1462956679" sldId="272"/>
        </pc:sldMkLst>
        <pc:spChg chg="add del">
          <ac:chgData name="Manas Tuwani" userId="5d421215-a11f-4a6e-90ca-e8ac2213fab6" providerId="ADAL" clId="{1821256F-4AD7-4D00-96A2-D33828DB804F}" dt="2022-10-28T12:37:53.515" v="55" actId="26606"/>
          <ac:spMkLst>
            <pc:docMk/>
            <pc:sldMk cId="1462956679" sldId="272"/>
            <ac:spMk id="24" creationId="{DA2E7C1E-2B5A-4BBA-AE51-1CD8C19309D7}"/>
          </ac:spMkLst>
        </pc:spChg>
        <pc:spChg chg="add del">
          <ac:chgData name="Manas Tuwani" userId="5d421215-a11f-4a6e-90ca-e8ac2213fab6" providerId="ADAL" clId="{1821256F-4AD7-4D00-96A2-D33828DB804F}" dt="2022-10-28T12:37:53.515" v="55" actId="26606"/>
          <ac:spMkLst>
            <pc:docMk/>
            <pc:sldMk cId="1462956679" sldId="272"/>
            <ac:spMk id="25" creationId="{43DF76B1-5174-4FAF-9D19-FFEE98426836}"/>
          </ac:spMkLst>
        </pc:spChg>
        <pc:spChg chg="add del">
          <ac:chgData name="Manas Tuwani" userId="5d421215-a11f-4a6e-90ca-e8ac2213fab6" providerId="ADAL" clId="{1821256F-4AD7-4D00-96A2-D33828DB804F}" dt="2022-10-28T12:37:37.488" v="38" actId="26606"/>
          <ac:spMkLst>
            <pc:docMk/>
            <pc:sldMk cId="1462956679" sldId="272"/>
            <ac:spMk id="30" creationId="{AB8C311F-7253-4AED-9701-7FC0708C41C7}"/>
          </ac:spMkLst>
        </pc:spChg>
        <pc:spChg chg="add del">
          <ac:chgData name="Manas Tuwani" userId="5d421215-a11f-4a6e-90ca-e8ac2213fab6" providerId="ADAL" clId="{1821256F-4AD7-4D00-96A2-D33828DB804F}" dt="2022-10-28T12:37:37.488" v="38" actId="26606"/>
          <ac:spMkLst>
            <pc:docMk/>
            <pc:sldMk cId="1462956679" sldId="272"/>
            <ac:spMk id="32" creationId="{E2384209-CB15-4CDF-9D31-C44FD9A3F20D}"/>
          </ac:spMkLst>
        </pc:spChg>
        <pc:spChg chg="add del">
          <ac:chgData name="Manas Tuwani" userId="5d421215-a11f-4a6e-90ca-e8ac2213fab6" providerId="ADAL" clId="{1821256F-4AD7-4D00-96A2-D33828DB804F}" dt="2022-10-28T12:37:37.488" v="38" actId="26606"/>
          <ac:spMkLst>
            <pc:docMk/>
            <pc:sldMk cId="1462956679" sldId="272"/>
            <ac:spMk id="34" creationId="{2633B3B5-CC90-43F0-8714-D31D1F3F0209}"/>
          </ac:spMkLst>
        </pc:spChg>
        <pc:spChg chg="add del">
          <ac:chgData name="Manas Tuwani" userId="5d421215-a11f-4a6e-90ca-e8ac2213fab6" providerId="ADAL" clId="{1821256F-4AD7-4D00-96A2-D33828DB804F}" dt="2022-10-28T12:37:37.488" v="38" actId="26606"/>
          <ac:spMkLst>
            <pc:docMk/>
            <pc:sldMk cId="1462956679" sldId="272"/>
            <ac:spMk id="36" creationId="{A8D57A06-A426-446D-B02C-A2DC6B62E45E}"/>
          </ac:spMkLst>
        </pc:spChg>
        <pc:spChg chg="add del">
          <ac:chgData name="Manas Tuwani" userId="5d421215-a11f-4a6e-90ca-e8ac2213fab6" providerId="ADAL" clId="{1821256F-4AD7-4D00-96A2-D33828DB804F}" dt="2022-10-28T12:37:38.644" v="40" actId="26606"/>
          <ac:spMkLst>
            <pc:docMk/>
            <pc:sldMk cId="1462956679" sldId="272"/>
            <ac:spMk id="38" creationId="{AB8C311F-7253-4AED-9701-7FC0708C41C7}"/>
          </ac:spMkLst>
        </pc:spChg>
        <pc:spChg chg="add del">
          <ac:chgData name="Manas Tuwani" userId="5d421215-a11f-4a6e-90ca-e8ac2213fab6" providerId="ADAL" clId="{1821256F-4AD7-4D00-96A2-D33828DB804F}" dt="2022-10-28T12:37:38.644" v="40" actId="26606"/>
          <ac:spMkLst>
            <pc:docMk/>
            <pc:sldMk cId="1462956679" sldId="272"/>
            <ac:spMk id="39" creationId="{E2384209-CB15-4CDF-9D31-C44FD9A3F20D}"/>
          </ac:spMkLst>
        </pc:spChg>
        <pc:spChg chg="add del">
          <ac:chgData name="Manas Tuwani" userId="5d421215-a11f-4a6e-90ca-e8ac2213fab6" providerId="ADAL" clId="{1821256F-4AD7-4D00-96A2-D33828DB804F}" dt="2022-10-28T12:37:38.644" v="40" actId="26606"/>
          <ac:spMkLst>
            <pc:docMk/>
            <pc:sldMk cId="1462956679" sldId="272"/>
            <ac:spMk id="40" creationId="{2633B3B5-CC90-43F0-8714-D31D1F3F0209}"/>
          </ac:spMkLst>
        </pc:spChg>
        <pc:spChg chg="add del">
          <ac:chgData name="Manas Tuwani" userId="5d421215-a11f-4a6e-90ca-e8ac2213fab6" providerId="ADAL" clId="{1821256F-4AD7-4D00-96A2-D33828DB804F}" dt="2022-10-28T12:37:38.644" v="40" actId="26606"/>
          <ac:spMkLst>
            <pc:docMk/>
            <pc:sldMk cId="1462956679" sldId="272"/>
            <ac:spMk id="41" creationId="{A8D57A06-A426-446D-B02C-A2DC6B62E45E}"/>
          </ac:spMkLst>
        </pc:spChg>
        <pc:spChg chg="add del">
          <ac:chgData name="Manas Tuwani" userId="5d421215-a11f-4a6e-90ca-e8ac2213fab6" providerId="ADAL" clId="{1821256F-4AD7-4D00-96A2-D33828DB804F}" dt="2022-10-28T12:37:43.795" v="44" actId="26606"/>
          <ac:spMkLst>
            <pc:docMk/>
            <pc:sldMk cId="1462956679" sldId="272"/>
            <ac:spMk id="42" creationId="{3ECA69A1-7536-43AC-85EF-C7106179F5ED}"/>
          </ac:spMkLst>
        </pc:spChg>
        <pc:spChg chg="add del">
          <ac:chgData name="Manas Tuwani" userId="5d421215-a11f-4a6e-90ca-e8ac2213fab6" providerId="ADAL" clId="{1821256F-4AD7-4D00-96A2-D33828DB804F}" dt="2022-10-28T12:37:40.807" v="42" actId="26606"/>
          <ac:spMkLst>
            <pc:docMk/>
            <pc:sldMk cId="1462956679" sldId="272"/>
            <ac:spMk id="43" creationId="{AB8C311F-7253-4AED-9701-7FC0708C41C7}"/>
          </ac:spMkLst>
        </pc:spChg>
        <pc:spChg chg="add del">
          <ac:chgData name="Manas Tuwani" userId="5d421215-a11f-4a6e-90ca-e8ac2213fab6" providerId="ADAL" clId="{1821256F-4AD7-4D00-96A2-D33828DB804F}" dt="2022-10-28T12:37:40.807" v="42" actId="26606"/>
          <ac:spMkLst>
            <pc:docMk/>
            <pc:sldMk cId="1462956679" sldId="272"/>
            <ac:spMk id="44" creationId="{E2384209-CB15-4CDF-9D31-C44FD9A3F20D}"/>
          </ac:spMkLst>
        </pc:spChg>
        <pc:spChg chg="add del">
          <ac:chgData name="Manas Tuwani" userId="5d421215-a11f-4a6e-90ca-e8ac2213fab6" providerId="ADAL" clId="{1821256F-4AD7-4D00-96A2-D33828DB804F}" dt="2022-10-28T12:37:40.807" v="42" actId="26606"/>
          <ac:spMkLst>
            <pc:docMk/>
            <pc:sldMk cId="1462956679" sldId="272"/>
            <ac:spMk id="45" creationId="{2633B3B5-CC90-43F0-8714-D31D1F3F0209}"/>
          </ac:spMkLst>
        </pc:spChg>
        <pc:spChg chg="add del">
          <ac:chgData name="Manas Tuwani" userId="5d421215-a11f-4a6e-90ca-e8ac2213fab6" providerId="ADAL" clId="{1821256F-4AD7-4D00-96A2-D33828DB804F}" dt="2022-10-28T12:37:40.807" v="42" actId="26606"/>
          <ac:spMkLst>
            <pc:docMk/>
            <pc:sldMk cId="1462956679" sldId="272"/>
            <ac:spMk id="46" creationId="{A8D57A06-A426-446D-B02C-A2DC6B62E45E}"/>
          </ac:spMkLst>
        </pc:spChg>
        <pc:spChg chg="add del">
          <ac:chgData name="Manas Tuwani" userId="5d421215-a11f-4a6e-90ca-e8ac2213fab6" providerId="ADAL" clId="{1821256F-4AD7-4D00-96A2-D33828DB804F}" dt="2022-10-28T12:37:43.795" v="44" actId="26606"/>
          <ac:spMkLst>
            <pc:docMk/>
            <pc:sldMk cId="1462956679" sldId="272"/>
            <ac:spMk id="48" creationId="{F3060C83-F051-4F0E-ABAD-AA0DFC48B218}"/>
          </ac:spMkLst>
        </pc:spChg>
        <pc:spChg chg="add del">
          <ac:chgData name="Manas Tuwani" userId="5d421215-a11f-4a6e-90ca-e8ac2213fab6" providerId="ADAL" clId="{1821256F-4AD7-4D00-96A2-D33828DB804F}" dt="2022-10-28T12:37:43.795" v="44" actId="26606"/>
          <ac:spMkLst>
            <pc:docMk/>
            <pc:sldMk cId="1462956679" sldId="272"/>
            <ac:spMk id="49" creationId="{83C98ABE-055B-441F-B07E-44F97F083C39}"/>
          </ac:spMkLst>
        </pc:spChg>
        <pc:spChg chg="add del">
          <ac:chgData name="Manas Tuwani" userId="5d421215-a11f-4a6e-90ca-e8ac2213fab6" providerId="ADAL" clId="{1821256F-4AD7-4D00-96A2-D33828DB804F}" dt="2022-10-28T12:37:43.795" v="44" actId="26606"/>
          <ac:spMkLst>
            <pc:docMk/>
            <pc:sldMk cId="1462956679" sldId="272"/>
            <ac:spMk id="50" creationId="{29FDB030-9B49-4CED-8CCD-4D99382388AC}"/>
          </ac:spMkLst>
        </pc:spChg>
        <pc:spChg chg="add del">
          <ac:chgData name="Manas Tuwani" userId="5d421215-a11f-4a6e-90ca-e8ac2213fab6" providerId="ADAL" clId="{1821256F-4AD7-4D00-96A2-D33828DB804F}" dt="2022-10-28T12:37:43.795" v="44" actId="26606"/>
          <ac:spMkLst>
            <pc:docMk/>
            <pc:sldMk cId="1462956679" sldId="272"/>
            <ac:spMk id="51" creationId="{3783CA14-24A1-485C-8B30-D6A5D87987AD}"/>
          </ac:spMkLst>
        </pc:spChg>
        <pc:spChg chg="add del">
          <ac:chgData name="Manas Tuwani" userId="5d421215-a11f-4a6e-90ca-e8ac2213fab6" providerId="ADAL" clId="{1821256F-4AD7-4D00-96A2-D33828DB804F}" dt="2022-10-28T12:37:43.795" v="44" actId="26606"/>
          <ac:spMkLst>
            <pc:docMk/>
            <pc:sldMk cId="1462956679" sldId="272"/>
            <ac:spMk id="52" creationId="{9A97C86A-04D6-40F7-AE84-31AB43E6A846}"/>
          </ac:spMkLst>
        </pc:spChg>
        <pc:spChg chg="add del">
          <ac:chgData name="Manas Tuwani" userId="5d421215-a11f-4a6e-90ca-e8ac2213fab6" providerId="ADAL" clId="{1821256F-4AD7-4D00-96A2-D33828DB804F}" dt="2022-10-28T12:37:43.795" v="44" actId="26606"/>
          <ac:spMkLst>
            <pc:docMk/>
            <pc:sldMk cId="1462956679" sldId="272"/>
            <ac:spMk id="53" creationId="{FF9F2414-84E8-453E-B1F3-389FDE8192D9}"/>
          </ac:spMkLst>
        </pc:spChg>
        <pc:spChg chg="add del">
          <ac:chgData name="Manas Tuwani" userId="5d421215-a11f-4a6e-90ca-e8ac2213fab6" providerId="ADAL" clId="{1821256F-4AD7-4D00-96A2-D33828DB804F}" dt="2022-10-28T12:37:45.101" v="46" actId="26606"/>
          <ac:spMkLst>
            <pc:docMk/>
            <pc:sldMk cId="1462956679" sldId="272"/>
            <ac:spMk id="55" creationId="{22F15A2D-2324-487D-A02A-BF46C5C580EB}"/>
          </ac:spMkLst>
        </pc:spChg>
        <pc:spChg chg="add del">
          <ac:chgData name="Manas Tuwani" userId="5d421215-a11f-4a6e-90ca-e8ac2213fab6" providerId="ADAL" clId="{1821256F-4AD7-4D00-96A2-D33828DB804F}" dt="2022-10-28T12:37:45.101" v="46" actId="26606"/>
          <ac:spMkLst>
            <pc:docMk/>
            <pc:sldMk cId="1462956679" sldId="272"/>
            <ac:spMk id="56" creationId="{2AEAFA59-923A-4F54-8B49-44C970BCC323}"/>
          </ac:spMkLst>
        </pc:spChg>
        <pc:spChg chg="add del">
          <ac:chgData name="Manas Tuwani" userId="5d421215-a11f-4a6e-90ca-e8ac2213fab6" providerId="ADAL" clId="{1821256F-4AD7-4D00-96A2-D33828DB804F}" dt="2022-10-28T12:37:45.101" v="46" actId="26606"/>
          <ac:spMkLst>
            <pc:docMk/>
            <pc:sldMk cId="1462956679" sldId="272"/>
            <ac:spMk id="57" creationId="{C37E9D4B-7BFA-4D10-B666-547BAC499469}"/>
          </ac:spMkLst>
        </pc:spChg>
        <pc:spChg chg="add del">
          <ac:chgData name="Manas Tuwani" userId="5d421215-a11f-4a6e-90ca-e8ac2213fab6" providerId="ADAL" clId="{1821256F-4AD7-4D00-96A2-D33828DB804F}" dt="2022-10-28T12:37:47.578" v="48" actId="26606"/>
          <ac:spMkLst>
            <pc:docMk/>
            <pc:sldMk cId="1462956679" sldId="272"/>
            <ac:spMk id="59" creationId="{AB8C311F-7253-4AED-9701-7FC0708C41C7}"/>
          </ac:spMkLst>
        </pc:spChg>
        <pc:spChg chg="add del">
          <ac:chgData name="Manas Tuwani" userId="5d421215-a11f-4a6e-90ca-e8ac2213fab6" providerId="ADAL" clId="{1821256F-4AD7-4D00-96A2-D33828DB804F}" dt="2022-10-28T12:37:47.578" v="48" actId="26606"/>
          <ac:spMkLst>
            <pc:docMk/>
            <pc:sldMk cId="1462956679" sldId="272"/>
            <ac:spMk id="60" creationId="{FD073016-B734-483B-8953-5BADEE145112}"/>
          </ac:spMkLst>
        </pc:spChg>
        <pc:spChg chg="add del">
          <ac:chgData name="Manas Tuwani" userId="5d421215-a11f-4a6e-90ca-e8ac2213fab6" providerId="ADAL" clId="{1821256F-4AD7-4D00-96A2-D33828DB804F}" dt="2022-10-28T12:37:47.578" v="48" actId="26606"/>
          <ac:spMkLst>
            <pc:docMk/>
            <pc:sldMk cId="1462956679" sldId="272"/>
            <ac:spMk id="61" creationId="{90A7EAB6-59D3-4325-8DE6-E0CA4009CE53}"/>
          </ac:spMkLst>
        </pc:spChg>
        <pc:spChg chg="add del">
          <ac:chgData name="Manas Tuwani" userId="5d421215-a11f-4a6e-90ca-e8ac2213fab6" providerId="ADAL" clId="{1821256F-4AD7-4D00-96A2-D33828DB804F}" dt="2022-10-28T12:37:47.578" v="48" actId="26606"/>
          <ac:spMkLst>
            <pc:docMk/>
            <pc:sldMk cId="1462956679" sldId="272"/>
            <ac:spMk id="62" creationId="{A8D57A06-A426-446D-B02C-A2DC6B62E45E}"/>
          </ac:spMkLst>
        </pc:spChg>
        <pc:spChg chg="add del">
          <ac:chgData name="Manas Tuwani" userId="5d421215-a11f-4a6e-90ca-e8ac2213fab6" providerId="ADAL" clId="{1821256F-4AD7-4D00-96A2-D33828DB804F}" dt="2022-10-28T12:37:50.586" v="50" actId="26606"/>
          <ac:spMkLst>
            <pc:docMk/>
            <pc:sldMk cId="1462956679" sldId="272"/>
            <ac:spMk id="64" creationId="{69D184B2-2226-4E31-BCCB-444330767440}"/>
          </ac:spMkLst>
        </pc:spChg>
        <pc:spChg chg="add del">
          <ac:chgData name="Manas Tuwani" userId="5d421215-a11f-4a6e-90ca-e8ac2213fab6" providerId="ADAL" clId="{1821256F-4AD7-4D00-96A2-D33828DB804F}" dt="2022-10-28T12:37:50.586" v="50" actId="26606"/>
          <ac:spMkLst>
            <pc:docMk/>
            <pc:sldMk cId="1462956679" sldId="272"/>
            <ac:spMk id="65" creationId="{1AC4D4E3-486A-464A-8EC8-D44881097267}"/>
          </ac:spMkLst>
        </pc:spChg>
        <pc:spChg chg="add del">
          <ac:chgData name="Manas Tuwani" userId="5d421215-a11f-4a6e-90ca-e8ac2213fab6" providerId="ADAL" clId="{1821256F-4AD7-4D00-96A2-D33828DB804F}" dt="2022-10-28T12:37:50.586" v="50" actId="26606"/>
          <ac:spMkLst>
            <pc:docMk/>
            <pc:sldMk cId="1462956679" sldId="272"/>
            <ac:spMk id="66" creationId="{864DE13E-58EB-4475-B79C-0D4FC651239B}"/>
          </ac:spMkLst>
        </pc:spChg>
        <pc:spChg chg="add del">
          <ac:chgData name="Manas Tuwani" userId="5d421215-a11f-4a6e-90ca-e8ac2213fab6" providerId="ADAL" clId="{1821256F-4AD7-4D00-96A2-D33828DB804F}" dt="2022-10-28T12:37:51.993" v="52" actId="26606"/>
          <ac:spMkLst>
            <pc:docMk/>
            <pc:sldMk cId="1462956679" sldId="272"/>
            <ac:spMk id="68" creationId="{AB8C311F-7253-4AED-9701-7FC0708C41C7}"/>
          </ac:spMkLst>
        </pc:spChg>
        <pc:spChg chg="add del">
          <ac:chgData name="Manas Tuwani" userId="5d421215-a11f-4a6e-90ca-e8ac2213fab6" providerId="ADAL" clId="{1821256F-4AD7-4D00-96A2-D33828DB804F}" dt="2022-10-28T12:37:51.993" v="52" actId="26606"/>
          <ac:spMkLst>
            <pc:docMk/>
            <pc:sldMk cId="1462956679" sldId="272"/>
            <ac:spMk id="69" creationId="{FD073016-B734-483B-8953-5BADEE145112}"/>
          </ac:spMkLst>
        </pc:spChg>
        <pc:spChg chg="add del">
          <ac:chgData name="Manas Tuwani" userId="5d421215-a11f-4a6e-90ca-e8ac2213fab6" providerId="ADAL" clId="{1821256F-4AD7-4D00-96A2-D33828DB804F}" dt="2022-10-28T12:37:51.993" v="52" actId="26606"/>
          <ac:spMkLst>
            <pc:docMk/>
            <pc:sldMk cId="1462956679" sldId="272"/>
            <ac:spMk id="70" creationId="{90A7EAB6-59D3-4325-8DE6-E0CA4009CE53}"/>
          </ac:spMkLst>
        </pc:spChg>
        <pc:spChg chg="add del">
          <ac:chgData name="Manas Tuwani" userId="5d421215-a11f-4a6e-90ca-e8ac2213fab6" providerId="ADAL" clId="{1821256F-4AD7-4D00-96A2-D33828DB804F}" dt="2022-10-28T12:37:51.993" v="52" actId="26606"/>
          <ac:spMkLst>
            <pc:docMk/>
            <pc:sldMk cId="1462956679" sldId="272"/>
            <ac:spMk id="71" creationId="{A8D57A06-A426-446D-B02C-A2DC6B62E45E}"/>
          </ac:spMkLst>
        </pc:spChg>
        <pc:spChg chg="add del">
          <ac:chgData name="Manas Tuwani" userId="5d421215-a11f-4a6e-90ca-e8ac2213fab6" providerId="ADAL" clId="{1821256F-4AD7-4D00-96A2-D33828DB804F}" dt="2022-10-28T12:37:53.509" v="54" actId="26606"/>
          <ac:spMkLst>
            <pc:docMk/>
            <pc:sldMk cId="1462956679" sldId="272"/>
            <ac:spMk id="73" creationId="{22F15A2D-2324-487D-A02A-BF46C5C580EB}"/>
          </ac:spMkLst>
        </pc:spChg>
        <pc:spChg chg="add del">
          <ac:chgData name="Manas Tuwani" userId="5d421215-a11f-4a6e-90ca-e8ac2213fab6" providerId="ADAL" clId="{1821256F-4AD7-4D00-96A2-D33828DB804F}" dt="2022-10-28T12:37:53.509" v="54" actId="26606"/>
          <ac:spMkLst>
            <pc:docMk/>
            <pc:sldMk cId="1462956679" sldId="272"/>
            <ac:spMk id="74" creationId="{2AEAFA59-923A-4F54-8B49-44C970BCC323}"/>
          </ac:spMkLst>
        </pc:spChg>
        <pc:spChg chg="add del">
          <ac:chgData name="Manas Tuwani" userId="5d421215-a11f-4a6e-90ca-e8ac2213fab6" providerId="ADAL" clId="{1821256F-4AD7-4D00-96A2-D33828DB804F}" dt="2022-10-28T12:37:53.509" v="54" actId="26606"/>
          <ac:spMkLst>
            <pc:docMk/>
            <pc:sldMk cId="1462956679" sldId="272"/>
            <ac:spMk id="75" creationId="{C37E9D4B-7BFA-4D10-B666-547BAC499469}"/>
          </ac:spMkLst>
        </pc:spChg>
        <pc:spChg chg="add">
          <ac:chgData name="Manas Tuwani" userId="5d421215-a11f-4a6e-90ca-e8ac2213fab6" providerId="ADAL" clId="{1821256F-4AD7-4D00-96A2-D33828DB804F}" dt="2022-10-28T12:37:53.515" v="55" actId="26606"/>
          <ac:spMkLst>
            <pc:docMk/>
            <pc:sldMk cId="1462956679" sldId="272"/>
            <ac:spMk id="77" creationId="{F3060C83-F051-4F0E-ABAD-AA0DFC48B218}"/>
          </ac:spMkLst>
        </pc:spChg>
        <pc:spChg chg="add">
          <ac:chgData name="Manas Tuwani" userId="5d421215-a11f-4a6e-90ca-e8ac2213fab6" providerId="ADAL" clId="{1821256F-4AD7-4D00-96A2-D33828DB804F}" dt="2022-10-28T12:37:53.515" v="55" actId="26606"/>
          <ac:spMkLst>
            <pc:docMk/>
            <pc:sldMk cId="1462956679" sldId="272"/>
            <ac:spMk id="78" creationId="{83C98ABE-055B-441F-B07E-44F97F083C39}"/>
          </ac:spMkLst>
        </pc:spChg>
        <pc:spChg chg="add">
          <ac:chgData name="Manas Tuwani" userId="5d421215-a11f-4a6e-90ca-e8ac2213fab6" providerId="ADAL" clId="{1821256F-4AD7-4D00-96A2-D33828DB804F}" dt="2022-10-28T12:37:53.515" v="55" actId="26606"/>
          <ac:spMkLst>
            <pc:docMk/>
            <pc:sldMk cId="1462956679" sldId="272"/>
            <ac:spMk id="79" creationId="{29FDB030-9B49-4CED-8CCD-4D99382388AC}"/>
          </ac:spMkLst>
        </pc:spChg>
        <pc:spChg chg="add">
          <ac:chgData name="Manas Tuwani" userId="5d421215-a11f-4a6e-90ca-e8ac2213fab6" providerId="ADAL" clId="{1821256F-4AD7-4D00-96A2-D33828DB804F}" dt="2022-10-28T12:37:53.515" v="55" actId="26606"/>
          <ac:spMkLst>
            <pc:docMk/>
            <pc:sldMk cId="1462956679" sldId="272"/>
            <ac:spMk id="80" creationId="{3783CA14-24A1-485C-8B30-D6A5D87987AD}"/>
          </ac:spMkLst>
        </pc:spChg>
        <pc:spChg chg="add">
          <ac:chgData name="Manas Tuwani" userId="5d421215-a11f-4a6e-90ca-e8ac2213fab6" providerId="ADAL" clId="{1821256F-4AD7-4D00-96A2-D33828DB804F}" dt="2022-10-28T12:37:53.515" v="55" actId="26606"/>
          <ac:spMkLst>
            <pc:docMk/>
            <pc:sldMk cId="1462956679" sldId="272"/>
            <ac:spMk id="81" creationId="{9A97C86A-04D6-40F7-AE84-31AB43E6A846}"/>
          </ac:spMkLst>
        </pc:spChg>
        <pc:spChg chg="add">
          <ac:chgData name="Manas Tuwani" userId="5d421215-a11f-4a6e-90ca-e8ac2213fab6" providerId="ADAL" clId="{1821256F-4AD7-4D00-96A2-D33828DB804F}" dt="2022-10-28T12:37:53.515" v="55" actId="26606"/>
          <ac:spMkLst>
            <pc:docMk/>
            <pc:sldMk cId="1462956679" sldId="272"/>
            <ac:spMk id="82" creationId="{FF9F2414-84E8-453E-B1F3-389FDE8192D9}"/>
          </ac:spMkLst>
        </pc:spChg>
        <pc:spChg chg="add">
          <ac:chgData name="Manas Tuwani" userId="5d421215-a11f-4a6e-90ca-e8ac2213fab6" providerId="ADAL" clId="{1821256F-4AD7-4D00-96A2-D33828DB804F}" dt="2022-10-28T12:37:53.515" v="55" actId="26606"/>
          <ac:spMkLst>
            <pc:docMk/>
            <pc:sldMk cId="1462956679" sldId="272"/>
            <ac:spMk id="83" creationId="{3ECA69A1-7536-43AC-85EF-C7106179F5ED}"/>
          </ac:spMkLst>
        </pc:spChg>
        <pc:picChg chg="mod">
          <ac:chgData name="Manas Tuwani" userId="5d421215-a11f-4a6e-90ca-e8ac2213fab6" providerId="ADAL" clId="{1821256F-4AD7-4D00-96A2-D33828DB804F}" dt="2022-10-28T12:37:53.515" v="55" actId="26606"/>
          <ac:picMkLst>
            <pc:docMk/>
            <pc:sldMk cId="1462956679" sldId="272"/>
            <ac:picMk id="3" creationId="{FA59B30A-AC7A-48CF-5691-22B426945D0A}"/>
          </ac:picMkLst>
        </pc:picChg>
      </pc:sldChg>
      <pc:sldChg chg="addSp modSp mod setBg">
        <pc:chgData name="Manas Tuwani" userId="5d421215-a11f-4a6e-90ca-e8ac2213fab6" providerId="ADAL" clId="{1821256F-4AD7-4D00-96A2-D33828DB804F}" dt="2022-10-28T12:34:54.486" v="11" actId="26606"/>
        <pc:sldMkLst>
          <pc:docMk/>
          <pc:sldMk cId="1944894695" sldId="273"/>
        </pc:sldMkLst>
        <pc:spChg chg="mod">
          <ac:chgData name="Manas Tuwani" userId="5d421215-a11f-4a6e-90ca-e8ac2213fab6" providerId="ADAL" clId="{1821256F-4AD7-4D00-96A2-D33828DB804F}" dt="2022-10-28T12:34:54.486" v="11" actId="26606"/>
          <ac:spMkLst>
            <pc:docMk/>
            <pc:sldMk cId="1944894695" sldId="273"/>
            <ac:spMk id="2" creationId="{149D71BF-E127-C1F0-3F23-4A496228D0DE}"/>
          </ac:spMkLst>
        </pc:spChg>
        <pc:spChg chg="mod">
          <ac:chgData name="Manas Tuwani" userId="5d421215-a11f-4a6e-90ca-e8ac2213fab6" providerId="ADAL" clId="{1821256F-4AD7-4D00-96A2-D33828DB804F}" dt="2022-10-28T12:34:54.486" v="11" actId="26606"/>
          <ac:spMkLst>
            <pc:docMk/>
            <pc:sldMk cId="1944894695" sldId="273"/>
            <ac:spMk id="3" creationId="{FA1DAF09-47BA-3490-7853-F97EA447CA54}"/>
          </ac:spMkLst>
        </pc:spChg>
        <pc:spChg chg="add">
          <ac:chgData name="Manas Tuwani" userId="5d421215-a11f-4a6e-90ca-e8ac2213fab6" providerId="ADAL" clId="{1821256F-4AD7-4D00-96A2-D33828DB804F}" dt="2022-10-28T12:34:54.486" v="11" actId="26606"/>
          <ac:spMkLst>
            <pc:docMk/>
            <pc:sldMk cId="1944894695" sldId="273"/>
            <ac:spMk id="8" creationId="{1B15ED52-F352-441B-82BF-E0EA34836D08}"/>
          </ac:spMkLst>
        </pc:spChg>
        <pc:spChg chg="add">
          <ac:chgData name="Manas Tuwani" userId="5d421215-a11f-4a6e-90ca-e8ac2213fab6" providerId="ADAL" clId="{1821256F-4AD7-4D00-96A2-D33828DB804F}" dt="2022-10-28T12:34:54.486" v="11" actId="26606"/>
          <ac:spMkLst>
            <pc:docMk/>
            <pc:sldMk cId="1944894695" sldId="273"/>
            <ac:spMk id="10" creationId="{3B2E3793-BFE6-45A2-9B7B-E18844431C99}"/>
          </ac:spMkLst>
        </pc:spChg>
        <pc:spChg chg="add">
          <ac:chgData name="Manas Tuwani" userId="5d421215-a11f-4a6e-90ca-e8ac2213fab6" providerId="ADAL" clId="{1821256F-4AD7-4D00-96A2-D33828DB804F}" dt="2022-10-28T12:34:54.486" v="11" actId="26606"/>
          <ac:spMkLst>
            <pc:docMk/>
            <pc:sldMk cId="1944894695" sldId="273"/>
            <ac:spMk id="12" creationId="{BC4C4868-CB8F-4AF9-9CDB-8108F2C19B67}"/>
          </ac:spMkLst>
        </pc:spChg>
        <pc:spChg chg="add">
          <ac:chgData name="Manas Tuwani" userId="5d421215-a11f-4a6e-90ca-e8ac2213fab6" providerId="ADAL" clId="{1821256F-4AD7-4D00-96A2-D33828DB804F}" dt="2022-10-28T12:34:54.486" v="11" actId="26606"/>
          <ac:spMkLst>
            <pc:docMk/>
            <pc:sldMk cId="1944894695" sldId="273"/>
            <ac:spMk id="14" creationId="{375E0459-6403-40CD-989D-56A4407CA12E}"/>
          </ac:spMkLst>
        </pc:spChg>
        <pc:spChg chg="add">
          <ac:chgData name="Manas Tuwani" userId="5d421215-a11f-4a6e-90ca-e8ac2213fab6" providerId="ADAL" clId="{1821256F-4AD7-4D00-96A2-D33828DB804F}" dt="2022-10-28T12:34:54.486" v="11" actId="26606"/>
          <ac:spMkLst>
            <pc:docMk/>
            <pc:sldMk cId="1944894695" sldId="273"/>
            <ac:spMk id="16" creationId="{53E5B1A8-3AC9-4BD1-9BBC-78CA94F2D1BA}"/>
          </ac:spMkLst>
        </pc:spChg>
      </pc:sldChg>
      <pc:sldChg chg="addSp modSp mod setBg">
        <pc:chgData name="Manas Tuwani" userId="5d421215-a11f-4a6e-90ca-e8ac2213fab6" providerId="ADAL" clId="{1821256F-4AD7-4D00-96A2-D33828DB804F}" dt="2022-10-28T12:35:02.632" v="12" actId="26606"/>
        <pc:sldMkLst>
          <pc:docMk/>
          <pc:sldMk cId="2313847924" sldId="274"/>
        </pc:sldMkLst>
        <pc:spChg chg="mod">
          <ac:chgData name="Manas Tuwani" userId="5d421215-a11f-4a6e-90ca-e8ac2213fab6" providerId="ADAL" clId="{1821256F-4AD7-4D00-96A2-D33828DB804F}" dt="2022-10-28T12:35:02.632" v="12" actId="26606"/>
          <ac:spMkLst>
            <pc:docMk/>
            <pc:sldMk cId="2313847924" sldId="274"/>
            <ac:spMk id="2" creationId="{06CC52B9-716B-EBB3-F41E-D7191DB506C5}"/>
          </ac:spMkLst>
        </pc:spChg>
        <pc:spChg chg="mod">
          <ac:chgData name="Manas Tuwani" userId="5d421215-a11f-4a6e-90ca-e8ac2213fab6" providerId="ADAL" clId="{1821256F-4AD7-4D00-96A2-D33828DB804F}" dt="2022-10-28T12:35:02.632" v="12" actId="26606"/>
          <ac:spMkLst>
            <pc:docMk/>
            <pc:sldMk cId="2313847924" sldId="274"/>
            <ac:spMk id="3" creationId="{CD1F68E4-07F9-CBA7-9430-07DB8C858F81}"/>
          </ac:spMkLst>
        </pc:spChg>
        <pc:spChg chg="add">
          <ac:chgData name="Manas Tuwani" userId="5d421215-a11f-4a6e-90ca-e8ac2213fab6" providerId="ADAL" clId="{1821256F-4AD7-4D00-96A2-D33828DB804F}" dt="2022-10-28T12:35:02.632" v="12" actId="26606"/>
          <ac:spMkLst>
            <pc:docMk/>
            <pc:sldMk cId="2313847924" sldId="274"/>
            <ac:spMk id="8" creationId="{1B15ED52-F352-441B-82BF-E0EA34836D08}"/>
          </ac:spMkLst>
        </pc:spChg>
        <pc:spChg chg="add">
          <ac:chgData name="Manas Tuwani" userId="5d421215-a11f-4a6e-90ca-e8ac2213fab6" providerId="ADAL" clId="{1821256F-4AD7-4D00-96A2-D33828DB804F}" dt="2022-10-28T12:35:02.632" v="12" actId="26606"/>
          <ac:spMkLst>
            <pc:docMk/>
            <pc:sldMk cId="2313847924" sldId="274"/>
            <ac:spMk id="10" creationId="{3B2E3793-BFE6-45A2-9B7B-E18844431C99}"/>
          </ac:spMkLst>
        </pc:spChg>
        <pc:spChg chg="add">
          <ac:chgData name="Manas Tuwani" userId="5d421215-a11f-4a6e-90ca-e8ac2213fab6" providerId="ADAL" clId="{1821256F-4AD7-4D00-96A2-D33828DB804F}" dt="2022-10-28T12:35:02.632" v="12" actId="26606"/>
          <ac:spMkLst>
            <pc:docMk/>
            <pc:sldMk cId="2313847924" sldId="274"/>
            <ac:spMk id="12" creationId="{BC4C4868-CB8F-4AF9-9CDB-8108F2C19B67}"/>
          </ac:spMkLst>
        </pc:spChg>
        <pc:spChg chg="add">
          <ac:chgData name="Manas Tuwani" userId="5d421215-a11f-4a6e-90ca-e8ac2213fab6" providerId="ADAL" clId="{1821256F-4AD7-4D00-96A2-D33828DB804F}" dt="2022-10-28T12:35:02.632" v="12" actId="26606"/>
          <ac:spMkLst>
            <pc:docMk/>
            <pc:sldMk cId="2313847924" sldId="274"/>
            <ac:spMk id="14" creationId="{375E0459-6403-40CD-989D-56A4407CA12E}"/>
          </ac:spMkLst>
        </pc:spChg>
        <pc:spChg chg="add">
          <ac:chgData name="Manas Tuwani" userId="5d421215-a11f-4a6e-90ca-e8ac2213fab6" providerId="ADAL" clId="{1821256F-4AD7-4D00-96A2-D33828DB804F}" dt="2022-10-28T12:35:02.632" v="12" actId="26606"/>
          <ac:spMkLst>
            <pc:docMk/>
            <pc:sldMk cId="2313847924" sldId="274"/>
            <ac:spMk id="16" creationId="{53E5B1A8-3AC9-4BD1-9BBC-78CA94F2D1BA}"/>
          </ac:spMkLst>
        </pc:spChg>
      </pc:sldChg>
      <pc:sldChg chg="addSp modSp mod setBg">
        <pc:chgData name="Manas Tuwani" userId="5d421215-a11f-4a6e-90ca-e8ac2213fab6" providerId="ADAL" clId="{1821256F-4AD7-4D00-96A2-D33828DB804F}" dt="2022-10-28T12:35:11.273" v="13" actId="26606"/>
        <pc:sldMkLst>
          <pc:docMk/>
          <pc:sldMk cId="1261170100" sldId="275"/>
        </pc:sldMkLst>
        <pc:spChg chg="mod">
          <ac:chgData name="Manas Tuwani" userId="5d421215-a11f-4a6e-90ca-e8ac2213fab6" providerId="ADAL" clId="{1821256F-4AD7-4D00-96A2-D33828DB804F}" dt="2022-10-28T12:35:11.273" v="13" actId="26606"/>
          <ac:spMkLst>
            <pc:docMk/>
            <pc:sldMk cId="1261170100" sldId="275"/>
            <ac:spMk id="2" creationId="{59160A9C-D71D-1D75-7EA9-25ED1A47AFF0}"/>
          </ac:spMkLst>
        </pc:spChg>
        <pc:spChg chg="mod">
          <ac:chgData name="Manas Tuwani" userId="5d421215-a11f-4a6e-90ca-e8ac2213fab6" providerId="ADAL" clId="{1821256F-4AD7-4D00-96A2-D33828DB804F}" dt="2022-10-28T12:35:11.273" v="13" actId="26606"/>
          <ac:spMkLst>
            <pc:docMk/>
            <pc:sldMk cId="1261170100" sldId="275"/>
            <ac:spMk id="3" creationId="{159CC7A8-A0AA-5BAE-0637-0776B07B7F81}"/>
          </ac:spMkLst>
        </pc:spChg>
        <pc:spChg chg="add">
          <ac:chgData name="Manas Tuwani" userId="5d421215-a11f-4a6e-90ca-e8ac2213fab6" providerId="ADAL" clId="{1821256F-4AD7-4D00-96A2-D33828DB804F}" dt="2022-10-28T12:35:11.273" v="13" actId="26606"/>
          <ac:spMkLst>
            <pc:docMk/>
            <pc:sldMk cId="1261170100" sldId="275"/>
            <ac:spMk id="8" creationId="{1B15ED52-F352-441B-82BF-E0EA34836D08}"/>
          </ac:spMkLst>
        </pc:spChg>
        <pc:spChg chg="add">
          <ac:chgData name="Manas Tuwani" userId="5d421215-a11f-4a6e-90ca-e8ac2213fab6" providerId="ADAL" clId="{1821256F-4AD7-4D00-96A2-D33828DB804F}" dt="2022-10-28T12:35:11.273" v="13" actId="26606"/>
          <ac:spMkLst>
            <pc:docMk/>
            <pc:sldMk cId="1261170100" sldId="275"/>
            <ac:spMk id="10" creationId="{3B2E3793-BFE6-45A2-9B7B-E18844431C99}"/>
          </ac:spMkLst>
        </pc:spChg>
        <pc:spChg chg="add">
          <ac:chgData name="Manas Tuwani" userId="5d421215-a11f-4a6e-90ca-e8ac2213fab6" providerId="ADAL" clId="{1821256F-4AD7-4D00-96A2-D33828DB804F}" dt="2022-10-28T12:35:11.273" v="13" actId="26606"/>
          <ac:spMkLst>
            <pc:docMk/>
            <pc:sldMk cId="1261170100" sldId="275"/>
            <ac:spMk id="12" creationId="{BC4C4868-CB8F-4AF9-9CDB-8108F2C19B67}"/>
          </ac:spMkLst>
        </pc:spChg>
        <pc:spChg chg="add">
          <ac:chgData name="Manas Tuwani" userId="5d421215-a11f-4a6e-90ca-e8ac2213fab6" providerId="ADAL" clId="{1821256F-4AD7-4D00-96A2-D33828DB804F}" dt="2022-10-28T12:35:11.273" v="13" actId="26606"/>
          <ac:spMkLst>
            <pc:docMk/>
            <pc:sldMk cId="1261170100" sldId="275"/>
            <ac:spMk id="14" creationId="{375E0459-6403-40CD-989D-56A4407CA12E}"/>
          </ac:spMkLst>
        </pc:spChg>
        <pc:spChg chg="add">
          <ac:chgData name="Manas Tuwani" userId="5d421215-a11f-4a6e-90ca-e8ac2213fab6" providerId="ADAL" clId="{1821256F-4AD7-4D00-96A2-D33828DB804F}" dt="2022-10-28T12:35:11.273" v="13" actId="26606"/>
          <ac:spMkLst>
            <pc:docMk/>
            <pc:sldMk cId="1261170100" sldId="275"/>
            <ac:spMk id="16" creationId="{53E5B1A8-3AC9-4BD1-9BBC-78CA94F2D1BA}"/>
          </ac:spMkLst>
        </pc:spChg>
      </pc:sldChg>
      <pc:sldChg chg="addSp modSp mod setBg">
        <pc:chgData name="Manas Tuwani" userId="5d421215-a11f-4a6e-90ca-e8ac2213fab6" providerId="ADAL" clId="{1821256F-4AD7-4D00-96A2-D33828DB804F}" dt="2022-10-28T12:35:21.464" v="14" actId="26606"/>
        <pc:sldMkLst>
          <pc:docMk/>
          <pc:sldMk cId="851810249" sldId="276"/>
        </pc:sldMkLst>
        <pc:spChg chg="mod">
          <ac:chgData name="Manas Tuwani" userId="5d421215-a11f-4a6e-90ca-e8ac2213fab6" providerId="ADAL" clId="{1821256F-4AD7-4D00-96A2-D33828DB804F}" dt="2022-10-28T12:35:21.464" v="14" actId="26606"/>
          <ac:spMkLst>
            <pc:docMk/>
            <pc:sldMk cId="851810249" sldId="276"/>
            <ac:spMk id="2" creationId="{1426F803-4A34-5B9A-B93C-7CEEFCAD5588}"/>
          </ac:spMkLst>
        </pc:spChg>
        <pc:spChg chg="mod">
          <ac:chgData name="Manas Tuwani" userId="5d421215-a11f-4a6e-90ca-e8ac2213fab6" providerId="ADAL" clId="{1821256F-4AD7-4D00-96A2-D33828DB804F}" dt="2022-10-28T12:35:21.464" v="14" actId="26606"/>
          <ac:spMkLst>
            <pc:docMk/>
            <pc:sldMk cId="851810249" sldId="276"/>
            <ac:spMk id="3" creationId="{80794E94-7E7B-5783-527F-ECB6313A42DD}"/>
          </ac:spMkLst>
        </pc:spChg>
        <pc:spChg chg="add">
          <ac:chgData name="Manas Tuwani" userId="5d421215-a11f-4a6e-90ca-e8ac2213fab6" providerId="ADAL" clId="{1821256F-4AD7-4D00-96A2-D33828DB804F}" dt="2022-10-28T12:35:21.464" v="14" actId="26606"/>
          <ac:spMkLst>
            <pc:docMk/>
            <pc:sldMk cId="851810249" sldId="276"/>
            <ac:spMk id="8" creationId="{1B15ED52-F352-441B-82BF-E0EA34836D08}"/>
          </ac:spMkLst>
        </pc:spChg>
        <pc:spChg chg="add">
          <ac:chgData name="Manas Tuwani" userId="5d421215-a11f-4a6e-90ca-e8ac2213fab6" providerId="ADAL" clId="{1821256F-4AD7-4D00-96A2-D33828DB804F}" dt="2022-10-28T12:35:21.464" v="14" actId="26606"/>
          <ac:spMkLst>
            <pc:docMk/>
            <pc:sldMk cId="851810249" sldId="276"/>
            <ac:spMk id="10" creationId="{3B2E3793-BFE6-45A2-9B7B-E18844431C99}"/>
          </ac:spMkLst>
        </pc:spChg>
        <pc:spChg chg="add">
          <ac:chgData name="Manas Tuwani" userId="5d421215-a11f-4a6e-90ca-e8ac2213fab6" providerId="ADAL" clId="{1821256F-4AD7-4D00-96A2-D33828DB804F}" dt="2022-10-28T12:35:21.464" v="14" actId="26606"/>
          <ac:spMkLst>
            <pc:docMk/>
            <pc:sldMk cId="851810249" sldId="276"/>
            <ac:spMk id="12" creationId="{BC4C4868-CB8F-4AF9-9CDB-8108F2C19B67}"/>
          </ac:spMkLst>
        </pc:spChg>
        <pc:spChg chg="add">
          <ac:chgData name="Manas Tuwani" userId="5d421215-a11f-4a6e-90ca-e8ac2213fab6" providerId="ADAL" clId="{1821256F-4AD7-4D00-96A2-D33828DB804F}" dt="2022-10-28T12:35:21.464" v="14" actId="26606"/>
          <ac:spMkLst>
            <pc:docMk/>
            <pc:sldMk cId="851810249" sldId="276"/>
            <ac:spMk id="14" creationId="{375E0459-6403-40CD-989D-56A4407CA12E}"/>
          </ac:spMkLst>
        </pc:spChg>
        <pc:spChg chg="add">
          <ac:chgData name="Manas Tuwani" userId="5d421215-a11f-4a6e-90ca-e8ac2213fab6" providerId="ADAL" clId="{1821256F-4AD7-4D00-96A2-D33828DB804F}" dt="2022-10-28T12:35:21.464" v="14" actId="26606"/>
          <ac:spMkLst>
            <pc:docMk/>
            <pc:sldMk cId="851810249" sldId="276"/>
            <ac:spMk id="16" creationId="{53E5B1A8-3AC9-4BD1-9BBC-78CA94F2D1BA}"/>
          </ac:spMkLst>
        </pc:spChg>
      </pc:sldChg>
      <pc:sldChg chg="addSp modSp mod setBg">
        <pc:chgData name="Manas Tuwani" userId="5d421215-a11f-4a6e-90ca-e8ac2213fab6" providerId="ADAL" clId="{1821256F-4AD7-4D00-96A2-D33828DB804F}" dt="2022-10-28T12:35:44.081" v="17" actId="26606"/>
        <pc:sldMkLst>
          <pc:docMk/>
          <pc:sldMk cId="2967680306" sldId="277"/>
        </pc:sldMkLst>
        <pc:spChg chg="mod">
          <ac:chgData name="Manas Tuwani" userId="5d421215-a11f-4a6e-90ca-e8ac2213fab6" providerId="ADAL" clId="{1821256F-4AD7-4D00-96A2-D33828DB804F}" dt="2022-10-28T12:35:44.081" v="17" actId="26606"/>
          <ac:spMkLst>
            <pc:docMk/>
            <pc:sldMk cId="2967680306" sldId="277"/>
            <ac:spMk id="2" creationId="{D3601571-2A93-DAB6-384B-14B45FA2E81E}"/>
          </ac:spMkLst>
        </pc:spChg>
        <pc:spChg chg="mod">
          <ac:chgData name="Manas Tuwani" userId="5d421215-a11f-4a6e-90ca-e8ac2213fab6" providerId="ADAL" clId="{1821256F-4AD7-4D00-96A2-D33828DB804F}" dt="2022-10-28T12:35:44.081" v="17" actId="26606"/>
          <ac:spMkLst>
            <pc:docMk/>
            <pc:sldMk cId="2967680306" sldId="277"/>
            <ac:spMk id="3" creationId="{03BDD1DA-7680-3C25-EF46-2FCFE332569A}"/>
          </ac:spMkLst>
        </pc:spChg>
        <pc:spChg chg="add">
          <ac:chgData name="Manas Tuwani" userId="5d421215-a11f-4a6e-90ca-e8ac2213fab6" providerId="ADAL" clId="{1821256F-4AD7-4D00-96A2-D33828DB804F}" dt="2022-10-28T12:35:44.081" v="17" actId="26606"/>
          <ac:spMkLst>
            <pc:docMk/>
            <pc:sldMk cId="2967680306" sldId="277"/>
            <ac:spMk id="8" creationId="{1B15ED52-F352-441B-82BF-E0EA34836D08}"/>
          </ac:spMkLst>
        </pc:spChg>
        <pc:spChg chg="add">
          <ac:chgData name="Manas Tuwani" userId="5d421215-a11f-4a6e-90ca-e8ac2213fab6" providerId="ADAL" clId="{1821256F-4AD7-4D00-96A2-D33828DB804F}" dt="2022-10-28T12:35:44.081" v="17" actId="26606"/>
          <ac:spMkLst>
            <pc:docMk/>
            <pc:sldMk cId="2967680306" sldId="277"/>
            <ac:spMk id="10" creationId="{3B2E3793-BFE6-45A2-9B7B-E18844431C99}"/>
          </ac:spMkLst>
        </pc:spChg>
        <pc:spChg chg="add">
          <ac:chgData name="Manas Tuwani" userId="5d421215-a11f-4a6e-90ca-e8ac2213fab6" providerId="ADAL" clId="{1821256F-4AD7-4D00-96A2-D33828DB804F}" dt="2022-10-28T12:35:44.081" v="17" actId="26606"/>
          <ac:spMkLst>
            <pc:docMk/>
            <pc:sldMk cId="2967680306" sldId="277"/>
            <ac:spMk id="12" creationId="{BC4C4868-CB8F-4AF9-9CDB-8108F2C19B67}"/>
          </ac:spMkLst>
        </pc:spChg>
        <pc:spChg chg="add">
          <ac:chgData name="Manas Tuwani" userId="5d421215-a11f-4a6e-90ca-e8ac2213fab6" providerId="ADAL" clId="{1821256F-4AD7-4D00-96A2-D33828DB804F}" dt="2022-10-28T12:35:44.081" v="17" actId="26606"/>
          <ac:spMkLst>
            <pc:docMk/>
            <pc:sldMk cId="2967680306" sldId="277"/>
            <ac:spMk id="14" creationId="{375E0459-6403-40CD-989D-56A4407CA12E}"/>
          </ac:spMkLst>
        </pc:spChg>
        <pc:spChg chg="add">
          <ac:chgData name="Manas Tuwani" userId="5d421215-a11f-4a6e-90ca-e8ac2213fab6" providerId="ADAL" clId="{1821256F-4AD7-4D00-96A2-D33828DB804F}" dt="2022-10-28T12:35:44.081" v="17" actId="26606"/>
          <ac:spMkLst>
            <pc:docMk/>
            <pc:sldMk cId="2967680306" sldId="277"/>
            <ac:spMk id="16" creationId="{53E5B1A8-3AC9-4BD1-9BBC-78CA94F2D1BA}"/>
          </ac:spMkLst>
        </pc:spChg>
      </pc:sldChg>
      <pc:sldChg chg="addSp modSp mod setBg">
        <pc:chgData name="Manas Tuwani" userId="5d421215-a11f-4a6e-90ca-e8ac2213fab6" providerId="ADAL" clId="{1821256F-4AD7-4D00-96A2-D33828DB804F}" dt="2022-10-28T12:35:25.716" v="15" actId="26606"/>
        <pc:sldMkLst>
          <pc:docMk/>
          <pc:sldMk cId="3361980526" sldId="278"/>
        </pc:sldMkLst>
        <pc:spChg chg="mod">
          <ac:chgData name="Manas Tuwani" userId="5d421215-a11f-4a6e-90ca-e8ac2213fab6" providerId="ADAL" clId="{1821256F-4AD7-4D00-96A2-D33828DB804F}" dt="2022-10-28T12:35:25.716" v="15" actId="26606"/>
          <ac:spMkLst>
            <pc:docMk/>
            <pc:sldMk cId="3361980526" sldId="278"/>
            <ac:spMk id="2" creationId="{361AABBF-9072-7C37-9D78-C84BAA1F7BC8}"/>
          </ac:spMkLst>
        </pc:spChg>
        <pc:spChg chg="mod">
          <ac:chgData name="Manas Tuwani" userId="5d421215-a11f-4a6e-90ca-e8ac2213fab6" providerId="ADAL" clId="{1821256F-4AD7-4D00-96A2-D33828DB804F}" dt="2022-10-28T12:35:25.716" v="15" actId="26606"/>
          <ac:spMkLst>
            <pc:docMk/>
            <pc:sldMk cId="3361980526" sldId="278"/>
            <ac:spMk id="3" creationId="{CA2632C4-976D-88DE-058D-623F82CACC2B}"/>
          </ac:spMkLst>
        </pc:spChg>
        <pc:spChg chg="add">
          <ac:chgData name="Manas Tuwani" userId="5d421215-a11f-4a6e-90ca-e8ac2213fab6" providerId="ADAL" clId="{1821256F-4AD7-4D00-96A2-D33828DB804F}" dt="2022-10-28T12:35:25.716" v="15" actId="26606"/>
          <ac:spMkLst>
            <pc:docMk/>
            <pc:sldMk cId="3361980526" sldId="278"/>
            <ac:spMk id="8" creationId="{1B15ED52-F352-441B-82BF-E0EA34836D08}"/>
          </ac:spMkLst>
        </pc:spChg>
        <pc:spChg chg="add">
          <ac:chgData name="Manas Tuwani" userId="5d421215-a11f-4a6e-90ca-e8ac2213fab6" providerId="ADAL" clId="{1821256F-4AD7-4D00-96A2-D33828DB804F}" dt="2022-10-28T12:35:25.716" v="15" actId="26606"/>
          <ac:spMkLst>
            <pc:docMk/>
            <pc:sldMk cId="3361980526" sldId="278"/>
            <ac:spMk id="10" creationId="{3B2E3793-BFE6-45A2-9B7B-E18844431C99}"/>
          </ac:spMkLst>
        </pc:spChg>
        <pc:spChg chg="add">
          <ac:chgData name="Manas Tuwani" userId="5d421215-a11f-4a6e-90ca-e8ac2213fab6" providerId="ADAL" clId="{1821256F-4AD7-4D00-96A2-D33828DB804F}" dt="2022-10-28T12:35:25.716" v="15" actId="26606"/>
          <ac:spMkLst>
            <pc:docMk/>
            <pc:sldMk cId="3361980526" sldId="278"/>
            <ac:spMk id="12" creationId="{BC4C4868-CB8F-4AF9-9CDB-8108F2C19B67}"/>
          </ac:spMkLst>
        </pc:spChg>
        <pc:spChg chg="add">
          <ac:chgData name="Manas Tuwani" userId="5d421215-a11f-4a6e-90ca-e8ac2213fab6" providerId="ADAL" clId="{1821256F-4AD7-4D00-96A2-D33828DB804F}" dt="2022-10-28T12:35:25.716" v="15" actId="26606"/>
          <ac:spMkLst>
            <pc:docMk/>
            <pc:sldMk cId="3361980526" sldId="278"/>
            <ac:spMk id="14" creationId="{375E0459-6403-40CD-989D-56A4407CA12E}"/>
          </ac:spMkLst>
        </pc:spChg>
        <pc:spChg chg="add">
          <ac:chgData name="Manas Tuwani" userId="5d421215-a11f-4a6e-90ca-e8ac2213fab6" providerId="ADAL" clId="{1821256F-4AD7-4D00-96A2-D33828DB804F}" dt="2022-10-28T12:35:25.716" v="15" actId="26606"/>
          <ac:spMkLst>
            <pc:docMk/>
            <pc:sldMk cId="3361980526" sldId="278"/>
            <ac:spMk id="16" creationId="{53E5B1A8-3AC9-4BD1-9BBC-78CA94F2D1BA}"/>
          </ac:spMkLst>
        </pc:spChg>
      </pc:sldChg>
      <pc:sldChg chg="addSp modSp mod setBg">
        <pc:chgData name="Manas Tuwani" userId="5d421215-a11f-4a6e-90ca-e8ac2213fab6" providerId="ADAL" clId="{1821256F-4AD7-4D00-96A2-D33828DB804F}" dt="2022-10-28T12:35:39.871" v="16" actId="26606"/>
        <pc:sldMkLst>
          <pc:docMk/>
          <pc:sldMk cId="3274978546" sldId="279"/>
        </pc:sldMkLst>
        <pc:spChg chg="mod">
          <ac:chgData name="Manas Tuwani" userId="5d421215-a11f-4a6e-90ca-e8ac2213fab6" providerId="ADAL" clId="{1821256F-4AD7-4D00-96A2-D33828DB804F}" dt="2022-10-28T12:35:39.871" v="16" actId="26606"/>
          <ac:spMkLst>
            <pc:docMk/>
            <pc:sldMk cId="3274978546" sldId="279"/>
            <ac:spMk id="2" creationId="{941C244A-2340-0372-9B38-458312A71643}"/>
          </ac:spMkLst>
        </pc:spChg>
        <pc:spChg chg="mod">
          <ac:chgData name="Manas Tuwani" userId="5d421215-a11f-4a6e-90ca-e8ac2213fab6" providerId="ADAL" clId="{1821256F-4AD7-4D00-96A2-D33828DB804F}" dt="2022-10-28T12:35:39.871" v="16" actId="26606"/>
          <ac:spMkLst>
            <pc:docMk/>
            <pc:sldMk cId="3274978546" sldId="279"/>
            <ac:spMk id="3" creationId="{BF970F37-A256-F60D-E855-EBA9F3C9D0F1}"/>
          </ac:spMkLst>
        </pc:spChg>
        <pc:spChg chg="add">
          <ac:chgData name="Manas Tuwani" userId="5d421215-a11f-4a6e-90ca-e8ac2213fab6" providerId="ADAL" clId="{1821256F-4AD7-4D00-96A2-D33828DB804F}" dt="2022-10-28T12:35:39.871" v="16" actId="26606"/>
          <ac:spMkLst>
            <pc:docMk/>
            <pc:sldMk cId="3274978546" sldId="279"/>
            <ac:spMk id="8" creationId="{1B15ED52-F352-441B-82BF-E0EA34836D08}"/>
          </ac:spMkLst>
        </pc:spChg>
        <pc:spChg chg="add">
          <ac:chgData name="Manas Tuwani" userId="5d421215-a11f-4a6e-90ca-e8ac2213fab6" providerId="ADAL" clId="{1821256F-4AD7-4D00-96A2-D33828DB804F}" dt="2022-10-28T12:35:39.871" v="16" actId="26606"/>
          <ac:spMkLst>
            <pc:docMk/>
            <pc:sldMk cId="3274978546" sldId="279"/>
            <ac:spMk id="10" creationId="{3B2E3793-BFE6-45A2-9B7B-E18844431C99}"/>
          </ac:spMkLst>
        </pc:spChg>
        <pc:spChg chg="add">
          <ac:chgData name="Manas Tuwani" userId="5d421215-a11f-4a6e-90ca-e8ac2213fab6" providerId="ADAL" clId="{1821256F-4AD7-4D00-96A2-D33828DB804F}" dt="2022-10-28T12:35:39.871" v="16" actId="26606"/>
          <ac:spMkLst>
            <pc:docMk/>
            <pc:sldMk cId="3274978546" sldId="279"/>
            <ac:spMk id="12" creationId="{BC4C4868-CB8F-4AF9-9CDB-8108F2C19B67}"/>
          </ac:spMkLst>
        </pc:spChg>
        <pc:spChg chg="add">
          <ac:chgData name="Manas Tuwani" userId="5d421215-a11f-4a6e-90ca-e8ac2213fab6" providerId="ADAL" clId="{1821256F-4AD7-4D00-96A2-D33828DB804F}" dt="2022-10-28T12:35:39.871" v="16" actId="26606"/>
          <ac:spMkLst>
            <pc:docMk/>
            <pc:sldMk cId="3274978546" sldId="279"/>
            <ac:spMk id="14" creationId="{375E0459-6403-40CD-989D-56A4407CA12E}"/>
          </ac:spMkLst>
        </pc:spChg>
        <pc:spChg chg="add">
          <ac:chgData name="Manas Tuwani" userId="5d421215-a11f-4a6e-90ca-e8ac2213fab6" providerId="ADAL" clId="{1821256F-4AD7-4D00-96A2-D33828DB804F}" dt="2022-10-28T12:35:39.871" v="16" actId="26606"/>
          <ac:spMkLst>
            <pc:docMk/>
            <pc:sldMk cId="3274978546" sldId="279"/>
            <ac:spMk id="16" creationId="{53E5B1A8-3AC9-4BD1-9BBC-78CA94F2D1BA}"/>
          </ac:spMkLst>
        </pc:spChg>
      </pc:sldChg>
      <pc:sldChg chg="addSp modSp mod setBg">
        <pc:chgData name="Manas Tuwani" userId="5d421215-a11f-4a6e-90ca-e8ac2213fab6" providerId="ADAL" clId="{1821256F-4AD7-4D00-96A2-D33828DB804F}" dt="2022-10-28T12:35:47.315" v="18" actId="26606"/>
        <pc:sldMkLst>
          <pc:docMk/>
          <pc:sldMk cId="315011973" sldId="280"/>
        </pc:sldMkLst>
        <pc:spChg chg="mod">
          <ac:chgData name="Manas Tuwani" userId="5d421215-a11f-4a6e-90ca-e8ac2213fab6" providerId="ADAL" clId="{1821256F-4AD7-4D00-96A2-D33828DB804F}" dt="2022-10-28T12:35:47.315" v="18" actId="26606"/>
          <ac:spMkLst>
            <pc:docMk/>
            <pc:sldMk cId="315011973" sldId="280"/>
            <ac:spMk id="2" creationId="{DDB8F144-9887-564B-EA44-BEFBEFEE981E}"/>
          </ac:spMkLst>
        </pc:spChg>
        <pc:spChg chg="mod">
          <ac:chgData name="Manas Tuwani" userId="5d421215-a11f-4a6e-90ca-e8ac2213fab6" providerId="ADAL" clId="{1821256F-4AD7-4D00-96A2-D33828DB804F}" dt="2022-10-28T12:35:47.315" v="18" actId="26606"/>
          <ac:spMkLst>
            <pc:docMk/>
            <pc:sldMk cId="315011973" sldId="280"/>
            <ac:spMk id="3" creationId="{EE4E3D74-0C12-DC8C-9E3F-8E70C9D6E81D}"/>
          </ac:spMkLst>
        </pc:spChg>
        <pc:spChg chg="add">
          <ac:chgData name="Manas Tuwani" userId="5d421215-a11f-4a6e-90ca-e8ac2213fab6" providerId="ADAL" clId="{1821256F-4AD7-4D00-96A2-D33828DB804F}" dt="2022-10-28T12:35:47.315" v="18" actId="26606"/>
          <ac:spMkLst>
            <pc:docMk/>
            <pc:sldMk cId="315011973" sldId="280"/>
            <ac:spMk id="8" creationId="{1B15ED52-F352-441B-82BF-E0EA34836D08}"/>
          </ac:spMkLst>
        </pc:spChg>
        <pc:spChg chg="add">
          <ac:chgData name="Manas Tuwani" userId="5d421215-a11f-4a6e-90ca-e8ac2213fab6" providerId="ADAL" clId="{1821256F-4AD7-4D00-96A2-D33828DB804F}" dt="2022-10-28T12:35:47.315" v="18" actId="26606"/>
          <ac:spMkLst>
            <pc:docMk/>
            <pc:sldMk cId="315011973" sldId="280"/>
            <ac:spMk id="10" creationId="{3B2E3793-BFE6-45A2-9B7B-E18844431C99}"/>
          </ac:spMkLst>
        </pc:spChg>
        <pc:spChg chg="add">
          <ac:chgData name="Manas Tuwani" userId="5d421215-a11f-4a6e-90ca-e8ac2213fab6" providerId="ADAL" clId="{1821256F-4AD7-4D00-96A2-D33828DB804F}" dt="2022-10-28T12:35:47.315" v="18" actId="26606"/>
          <ac:spMkLst>
            <pc:docMk/>
            <pc:sldMk cId="315011973" sldId="280"/>
            <ac:spMk id="12" creationId="{BC4C4868-CB8F-4AF9-9CDB-8108F2C19B67}"/>
          </ac:spMkLst>
        </pc:spChg>
        <pc:spChg chg="add">
          <ac:chgData name="Manas Tuwani" userId="5d421215-a11f-4a6e-90ca-e8ac2213fab6" providerId="ADAL" clId="{1821256F-4AD7-4D00-96A2-D33828DB804F}" dt="2022-10-28T12:35:47.315" v="18" actId="26606"/>
          <ac:spMkLst>
            <pc:docMk/>
            <pc:sldMk cId="315011973" sldId="280"/>
            <ac:spMk id="14" creationId="{375E0459-6403-40CD-989D-56A4407CA12E}"/>
          </ac:spMkLst>
        </pc:spChg>
        <pc:spChg chg="add">
          <ac:chgData name="Manas Tuwani" userId="5d421215-a11f-4a6e-90ca-e8ac2213fab6" providerId="ADAL" clId="{1821256F-4AD7-4D00-96A2-D33828DB804F}" dt="2022-10-28T12:35:47.315" v="18" actId="26606"/>
          <ac:spMkLst>
            <pc:docMk/>
            <pc:sldMk cId="315011973" sldId="280"/>
            <ac:spMk id="16" creationId="{53E5B1A8-3AC9-4BD1-9BBC-78CA94F2D1BA}"/>
          </ac:spMkLst>
        </pc:spChg>
      </pc:sldChg>
      <pc:sldChg chg="addSp modSp mod setBg">
        <pc:chgData name="Manas Tuwani" userId="5d421215-a11f-4a6e-90ca-e8ac2213fab6" providerId="ADAL" clId="{1821256F-4AD7-4D00-96A2-D33828DB804F}" dt="2022-10-28T12:36:47.721" v="27" actId="26606"/>
        <pc:sldMkLst>
          <pc:docMk/>
          <pc:sldMk cId="1278486213" sldId="281"/>
        </pc:sldMkLst>
        <pc:spChg chg="mod">
          <ac:chgData name="Manas Tuwani" userId="5d421215-a11f-4a6e-90ca-e8ac2213fab6" providerId="ADAL" clId="{1821256F-4AD7-4D00-96A2-D33828DB804F}" dt="2022-10-28T12:36:47.721" v="27" actId="26606"/>
          <ac:spMkLst>
            <pc:docMk/>
            <pc:sldMk cId="1278486213" sldId="281"/>
            <ac:spMk id="2" creationId="{AE86FCCA-A1EA-CF49-BFBB-51A20DDF2561}"/>
          </ac:spMkLst>
        </pc:spChg>
        <pc:spChg chg="mod">
          <ac:chgData name="Manas Tuwani" userId="5d421215-a11f-4a6e-90ca-e8ac2213fab6" providerId="ADAL" clId="{1821256F-4AD7-4D00-96A2-D33828DB804F}" dt="2022-10-28T12:36:47.721" v="27" actId="26606"/>
          <ac:spMkLst>
            <pc:docMk/>
            <pc:sldMk cId="1278486213" sldId="281"/>
            <ac:spMk id="3" creationId="{EBC73975-4FC6-B235-4CBB-C7B11702A3FD}"/>
          </ac:spMkLst>
        </pc:spChg>
        <pc:spChg chg="add">
          <ac:chgData name="Manas Tuwani" userId="5d421215-a11f-4a6e-90ca-e8ac2213fab6" providerId="ADAL" clId="{1821256F-4AD7-4D00-96A2-D33828DB804F}" dt="2022-10-28T12:36:47.721" v="27" actId="26606"/>
          <ac:spMkLst>
            <pc:docMk/>
            <pc:sldMk cId="1278486213" sldId="281"/>
            <ac:spMk id="8" creationId="{1B15ED52-F352-441B-82BF-E0EA34836D08}"/>
          </ac:spMkLst>
        </pc:spChg>
        <pc:spChg chg="add">
          <ac:chgData name="Manas Tuwani" userId="5d421215-a11f-4a6e-90ca-e8ac2213fab6" providerId="ADAL" clId="{1821256F-4AD7-4D00-96A2-D33828DB804F}" dt="2022-10-28T12:36:47.721" v="27" actId="26606"/>
          <ac:spMkLst>
            <pc:docMk/>
            <pc:sldMk cId="1278486213" sldId="281"/>
            <ac:spMk id="10" creationId="{3B2E3793-BFE6-45A2-9B7B-E18844431C99}"/>
          </ac:spMkLst>
        </pc:spChg>
        <pc:spChg chg="add">
          <ac:chgData name="Manas Tuwani" userId="5d421215-a11f-4a6e-90ca-e8ac2213fab6" providerId="ADAL" clId="{1821256F-4AD7-4D00-96A2-D33828DB804F}" dt="2022-10-28T12:36:47.721" v="27" actId="26606"/>
          <ac:spMkLst>
            <pc:docMk/>
            <pc:sldMk cId="1278486213" sldId="281"/>
            <ac:spMk id="12" creationId="{BC4C4868-CB8F-4AF9-9CDB-8108F2C19B67}"/>
          </ac:spMkLst>
        </pc:spChg>
        <pc:spChg chg="add">
          <ac:chgData name="Manas Tuwani" userId="5d421215-a11f-4a6e-90ca-e8ac2213fab6" providerId="ADAL" clId="{1821256F-4AD7-4D00-96A2-D33828DB804F}" dt="2022-10-28T12:36:47.721" v="27" actId="26606"/>
          <ac:spMkLst>
            <pc:docMk/>
            <pc:sldMk cId="1278486213" sldId="281"/>
            <ac:spMk id="14" creationId="{375E0459-6403-40CD-989D-56A4407CA12E}"/>
          </ac:spMkLst>
        </pc:spChg>
        <pc:spChg chg="add">
          <ac:chgData name="Manas Tuwani" userId="5d421215-a11f-4a6e-90ca-e8ac2213fab6" providerId="ADAL" clId="{1821256F-4AD7-4D00-96A2-D33828DB804F}" dt="2022-10-28T12:36:47.721" v="27" actId="26606"/>
          <ac:spMkLst>
            <pc:docMk/>
            <pc:sldMk cId="1278486213" sldId="281"/>
            <ac:spMk id="16" creationId="{53E5B1A8-3AC9-4BD1-9BBC-78CA94F2D1BA}"/>
          </ac:spMkLst>
        </pc:spChg>
      </pc:sldChg>
      <pc:sldChg chg="addSp modSp mod setBg">
        <pc:chgData name="Manas Tuwani" userId="5d421215-a11f-4a6e-90ca-e8ac2213fab6" providerId="ADAL" clId="{1821256F-4AD7-4D00-96A2-D33828DB804F}" dt="2022-10-28T12:37:01.708" v="30" actId="26606"/>
        <pc:sldMkLst>
          <pc:docMk/>
          <pc:sldMk cId="3520883273" sldId="282"/>
        </pc:sldMkLst>
        <pc:spChg chg="mod">
          <ac:chgData name="Manas Tuwani" userId="5d421215-a11f-4a6e-90ca-e8ac2213fab6" providerId="ADAL" clId="{1821256F-4AD7-4D00-96A2-D33828DB804F}" dt="2022-10-28T12:37:01.708" v="30" actId="26606"/>
          <ac:spMkLst>
            <pc:docMk/>
            <pc:sldMk cId="3520883273" sldId="282"/>
            <ac:spMk id="2" creationId="{77E23DB0-A323-8A6E-DFB4-9BF7DA3E63D5}"/>
          </ac:spMkLst>
        </pc:spChg>
        <pc:spChg chg="mod">
          <ac:chgData name="Manas Tuwani" userId="5d421215-a11f-4a6e-90ca-e8ac2213fab6" providerId="ADAL" clId="{1821256F-4AD7-4D00-96A2-D33828DB804F}" dt="2022-10-28T12:37:01.708" v="30" actId="26606"/>
          <ac:spMkLst>
            <pc:docMk/>
            <pc:sldMk cId="3520883273" sldId="282"/>
            <ac:spMk id="3" creationId="{949C3AC9-1996-44DC-C9EB-C040A876A1BF}"/>
          </ac:spMkLst>
        </pc:spChg>
        <pc:spChg chg="add">
          <ac:chgData name="Manas Tuwani" userId="5d421215-a11f-4a6e-90ca-e8ac2213fab6" providerId="ADAL" clId="{1821256F-4AD7-4D00-96A2-D33828DB804F}" dt="2022-10-28T12:37:01.708" v="30" actId="26606"/>
          <ac:spMkLst>
            <pc:docMk/>
            <pc:sldMk cId="3520883273" sldId="282"/>
            <ac:spMk id="8" creationId="{1B15ED52-F352-441B-82BF-E0EA34836D08}"/>
          </ac:spMkLst>
        </pc:spChg>
        <pc:spChg chg="add">
          <ac:chgData name="Manas Tuwani" userId="5d421215-a11f-4a6e-90ca-e8ac2213fab6" providerId="ADAL" clId="{1821256F-4AD7-4D00-96A2-D33828DB804F}" dt="2022-10-28T12:37:01.708" v="30" actId="26606"/>
          <ac:spMkLst>
            <pc:docMk/>
            <pc:sldMk cId="3520883273" sldId="282"/>
            <ac:spMk id="10" creationId="{3B2E3793-BFE6-45A2-9B7B-E18844431C99}"/>
          </ac:spMkLst>
        </pc:spChg>
        <pc:spChg chg="add">
          <ac:chgData name="Manas Tuwani" userId="5d421215-a11f-4a6e-90ca-e8ac2213fab6" providerId="ADAL" clId="{1821256F-4AD7-4D00-96A2-D33828DB804F}" dt="2022-10-28T12:37:01.708" v="30" actId="26606"/>
          <ac:spMkLst>
            <pc:docMk/>
            <pc:sldMk cId="3520883273" sldId="282"/>
            <ac:spMk id="12" creationId="{BC4C4868-CB8F-4AF9-9CDB-8108F2C19B67}"/>
          </ac:spMkLst>
        </pc:spChg>
        <pc:spChg chg="add">
          <ac:chgData name="Manas Tuwani" userId="5d421215-a11f-4a6e-90ca-e8ac2213fab6" providerId="ADAL" clId="{1821256F-4AD7-4D00-96A2-D33828DB804F}" dt="2022-10-28T12:37:01.708" v="30" actId="26606"/>
          <ac:spMkLst>
            <pc:docMk/>
            <pc:sldMk cId="3520883273" sldId="282"/>
            <ac:spMk id="14" creationId="{375E0459-6403-40CD-989D-56A4407CA12E}"/>
          </ac:spMkLst>
        </pc:spChg>
        <pc:spChg chg="add">
          <ac:chgData name="Manas Tuwani" userId="5d421215-a11f-4a6e-90ca-e8ac2213fab6" providerId="ADAL" clId="{1821256F-4AD7-4D00-96A2-D33828DB804F}" dt="2022-10-28T12:37:01.708" v="30" actId="26606"/>
          <ac:spMkLst>
            <pc:docMk/>
            <pc:sldMk cId="3520883273" sldId="282"/>
            <ac:spMk id="16" creationId="{53E5B1A8-3AC9-4BD1-9BBC-78CA94F2D1BA}"/>
          </ac:spMkLst>
        </pc:spChg>
      </pc:sldChg>
      <pc:sldChg chg="addSp modSp mod setBg">
        <pc:chgData name="Manas Tuwani" userId="5d421215-a11f-4a6e-90ca-e8ac2213fab6" providerId="ADAL" clId="{1821256F-4AD7-4D00-96A2-D33828DB804F}" dt="2022-10-28T12:37:05.230" v="31" actId="26606"/>
        <pc:sldMkLst>
          <pc:docMk/>
          <pc:sldMk cId="495810922" sldId="283"/>
        </pc:sldMkLst>
        <pc:spChg chg="mod">
          <ac:chgData name="Manas Tuwani" userId="5d421215-a11f-4a6e-90ca-e8ac2213fab6" providerId="ADAL" clId="{1821256F-4AD7-4D00-96A2-D33828DB804F}" dt="2022-10-28T12:37:05.230" v="31" actId="26606"/>
          <ac:spMkLst>
            <pc:docMk/>
            <pc:sldMk cId="495810922" sldId="283"/>
            <ac:spMk id="2" creationId="{77E23DB0-A323-8A6E-DFB4-9BF7DA3E63D5}"/>
          </ac:spMkLst>
        </pc:spChg>
        <pc:spChg chg="mod">
          <ac:chgData name="Manas Tuwani" userId="5d421215-a11f-4a6e-90ca-e8ac2213fab6" providerId="ADAL" clId="{1821256F-4AD7-4D00-96A2-D33828DB804F}" dt="2022-10-28T12:37:05.230" v="31" actId="26606"/>
          <ac:spMkLst>
            <pc:docMk/>
            <pc:sldMk cId="495810922" sldId="283"/>
            <ac:spMk id="3" creationId="{949C3AC9-1996-44DC-C9EB-C040A876A1BF}"/>
          </ac:spMkLst>
        </pc:spChg>
        <pc:spChg chg="add">
          <ac:chgData name="Manas Tuwani" userId="5d421215-a11f-4a6e-90ca-e8ac2213fab6" providerId="ADAL" clId="{1821256F-4AD7-4D00-96A2-D33828DB804F}" dt="2022-10-28T12:37:05.230" v="31" actId="26606"/>
          <ac:spMkLst>
            <pc:docMk/>
            <pc:sldMk cId="495810922" sldId="283"/>
            <ac:spMk id="8" creationId="{1B15ED52-F352-441B-82BF-E0EA34836D08}"/>
          </ac:spMkLst>
        </pc:spChg>
        <pc:spChg chg="add">
          <ac:chgData name="Manas Tuwani" userId="5d421215-a11f-4a6e-90ca-e8ac2213fab6" providerId="ADAL" clId="{1821256F-4AD7-4D00-96A2-D33828DB804F}" dt="2022-10-28T12:37:05.230" v="31" actId="26606"/>
          <ac:spMkLst>
            <pc:docMk/>
            <pc:sldMk cId="495810922" sldId="283"/>
            <ac:spMk id="10" creationId="{3B2E3793-BFE6-45A2-9B7B-E18844431C99}"/>
          </ac:spMkLst>
        </pc:spChg>
        <pc:spChg chg="add">
          <ac:chgData name="Manas Tuwani" userId="5d421215-a11f-4a6e-90ca-e8ac2213fab6" providerId="ADAL" clId="{1821256F-4AD7-4D00-96A2-D33828DB804F}" dt="2022-10-28T12:37:05.230" v="31" actId="26606"/>
          <ac:spMkLst>
            <pc:docMk/>
            <pc:sldMk cId="495810922" sldId="283"/>
            <ac:spMk id="12" creationId="{BC4C4868-CB8F-4AF9-9CDB-8108F2C19B67}"/>
          </ac:spMkLst>
        </pc:spChg>
        <pc:spChg chg="add">
          <ac:chgData name="Manas Tuwani" userId="5d421215-a11f-4a6e-90ca-e8ac2213fab6" providerId="ADAL" clId="{1821256F-4AD7-4D00-96A2-D33828DB804F}" dt="2022-10-28T12:37:05.230" v="31" actId="26606"/>
          <ac:spMkLst>
            <pc:docMk/>
            <pc:sldMk cId="495810922" sldId="283"/>
            <ac:spMk id="14" creationId="{375E0459-6403-40CD-989D-56A4407CA12E}"/>
          </ac:spMkLst>
        </pc:spChg>
        <pc:spChg chg="add">
          <ac:chgData name="Manas Tuwani" userId="5d421215-a11f-4a6e-90ca-e8ac2213fab6" providerId="ADAL" clId="{1821256F-4AD7-4D00-96A2-D33828DB804F}" dt="2022-10-28T12:37:05.230" v="31" actId="26606"/>
          <ac:spMkLst>
            <pc:docMk/>
            <pc:sldMk cId="495810922" sldId="283"/>
            <ac:spMk id="16" creationId="{53E5B1A8-3AC9-4BD1-9BBC-78CA94F2D1BA}"/>
          </ac:spMkLst>
        </pc:spChg>
      </pc:sldChg>
    </pc:docChg>
  </pc:docChgLst>
  <pc:docChgLst>
    <pc:chgData name="Manas Tuwani" userId="5d421215-a11f-4a6e-90ca-e8ac2213fab6" providerId="ADAL" clId="{32B89A2D-0287-4A34-943C-9B458AB779C1}"/>
    <pc:docChg chg="modSld">
      <pc:chgData name="Manas Tuwani" userId="5d421215-a11f-4a6e-90ca-e8ac2213fab6" providerId="ADAL" clId="{32B89A2D-0287-4A34-943C-9B458AB779C1}" dt="2024-05-23T02:03:54.421" v="2" actId="20577"/>
      <pc:docMkLst>
        <pc:docMk/>
      </pc:docMkLst>
      <pc:sldChg chg="modSp mod">
        <pc:chgData name="Manas Tuwani" userId="5d421215-a11f-4a6e-90ca-e8ac2213fab6" providerId="ADAL" clId="{32B89A2D-0287-4A34-943C-9B458AB779C1}" dt="2024-05-23T02:03:54.421" v="2" actId="20577"/>
        <pc:sldMkLst>
          <pc:docMk/>
          <pc:sldMk cId="315011973" sldId="280"/>
        </pc:sldMkLst>
        <pc:spChg chg="mod">
          <ac:chgData name="Manas Tuwani" userId="5d421215-a11f-4a6e-90ca-e8ac2213fab6" providerId="ADAL" clId="{32B89A2D-0287-4A34-943C-9B458AB779C1}" dt="2024-05-23T02:03:54.421" v="2" actId="20577"/>
          <ac:spMkLst>
            <pc:docMk/>
            <pc:sldMk cId="315011973" sldId="280"/>
            <ac:spMk id="3" creationId="{EE4E3D74-0C12-DC8C-9E3F-8E70C9D6E81D}"/>
          </ac:spMkLst>
        </pc:spChg>
      </pc:sldChg>
    </pc:docChg>
  </pc:docChgLst>
  <pc:docChgLst>
    <pc:chgData name="Manas Tuwani" userId="5d421215-a11f-4a6e-90ca-e8ac2213fab6" providerId="ADAL" clId="{12DD12A4-4EAA-42B6-B6D6-CDE5807819B9}"/>
    <pc:docChg chg="custSel addSld modSld">
      <pc:chgData name="Manas Tuwani" userId="5d421215-a11f-4a6e-90ca-e8ac2213fab6" providerId="ADAL" clId="{12DD12A4-4EAA-42B6-B6D6-CDE5807819B9}" dt="2023-11-05T06:30:21.049" v="31" actId="20577"/>
      <pc:docMkLst>
        <pc:docMk/>
      </pc:docMkLst>
      <pc:sldChg chg="modSp mod">
        <pc:chgData name="Manas Tuwani" userId="5d421215-a11f-4a6e-90ca-e8ac2213fab6" providerId="ADAL" clId="{12DD12A4-4EAA-42B6-B6D6-CDE5807819B9}" dt="2023-11-01T02:09:37.949" v="0" actId="33524"/>
        <pc:sldMkLst>
          <pc:docMk/>
          <pc:sldMk cId="3315453777" sldId="263"/>
        </pc:sldMkLst>
        <pc:spChg chg="mod">
          <ac:chgData name="Manas Tuwani" userId="5d421215-a11f-4a6e-90ca-e8ac2213fab6" providerId="ADAL" clId="{12DD12A4-4EAA-42B6-B6D6-CDE5807819B9}" dt="2023-11-01T02:09:37.949" v="0" actId="33524"/>
          <ac:spMkLst>
            <pc:docMk/>
            <pc:sldMk cId="3315453777" sldId="263"/>
            <ac:spMk id="3" creationId="{00000000-0000-0000-0000-000000000000}"/>
          </ac:spMkLst>
        </pc:spChg>
      </pc:sldChg>
      <pc:sldChg chg="addSp delSp modSp new mod">
        <pc:chgData name="Manas Tuwani" userId="5d421215-a11f-4a6e-90ca-e8ac2213fab6" providerId="ADAL" clId="{12DD12A4-4EAA-42B6-B6D6-CDE5807819B9}" dt="2023-11-05T06:30:21.049" v="31" actId="20577"/>
        <pc:sldMkLst>
          <pc:docMk/>
          <pc:sldMk cId="2521272872" sldId="288"/>
        </pc:sldMkLst>
        <pc:spChg chg="mod">
          <ac:chgData name="Manas Tuwani" userId="5d421215-a11f-4a6e-90ca-e8ac2213fab6" providerId="ADAL" clId="{12DD12A4-4EAA-42B6-B6D6-CDE5807819B9}" dt="2023-11-05T06:30:21.049" v="31" actId="20577"/>
          <ac:spMkLst>
            <pc:docMk/>
            <pc:sldMk cId="2521272872" sldId="288"/>
            <ac:spMk id="2" creationId="{D55BFF31-AB38-C864-F3EE-2DD887917BFA}"/>
          </ac:spMkLst>
        </pc:spChg>
        <pc:spChg chg="del mod">
          <ac:chgData name="Manas Tuwani" userId="5d421215-a11f-4a6e-90ca-e8ac2213fab6" providerId="ADAL" clId="{12DD12A4-4EAA-42B6-B6D6-CDE5807819B9}" dt="2023-11-05T06:04:15.547" v="3" actId="22"/>
          <ac:spMkLst>
            <pc:docMk/>
            <pc:sldMk cId="2521272872" sldId="288"/>
            <ac:spMk id="3" creationId="{C79660A8-026F-8AE1-DC76-AC6477D827B6}"/>
          </ac:spMkLst>
        </pc:spChg>
        <pc:picChg chg="add mod ord">
          <ac:chgData name="Manas Tuwani" userId="5d421215-a11f-4a6e-90ca-e8ac2213fab6" providerId="ADAL" clId="{12DD12A4-4EAA-42B6-B6D6-CDE5807819B9}" dt="2023-11-05T06:04:15.547" v="3" actId="22"/>
          <ac:picMkLst>
            <pc:docMk/>
            <pc:sldMk cId="2521272872" sldId="288"/>
            <ac:picMk id="5" creationId="{00CE513C-BDF8-4CF7-47D5-9E3D122D3F40}"/>
          </ac:picMkLst>
        </pc:picChg>
      </pc:sldChg>
    </pc:docChg>
  </pc:docChgLst>
  <pc:docChgLst>
    <pc:chgData name="Manas Tuwani" userId="5d421215-a11f-4a6e-90ca-e8ac2213fab6" providerId="ADAL" clId="{C63AEABB-C7FE-4E72-B68C-D6815EA46365}"/>
    <pc:docChg chg="custSel addSld modSld">
      <pc:chgData name="Manas Tuwani" userId="5d421215-a11f-4a6e-90ca-e8ac2213fab6" providerId="ADAL" clId="{C63AEABB-C7FE-4E72-B68C-D6815EA46365}" dt="2022-12-05T01:58:31.940" v="2" actId="26606"/>
      <pc:docMkLst>
        <pc:docMk/>
      </pc:docMkLst>
      <pc:sldChg chg="addSp modSp new mod setBg">
        <pc:chgData name="Manas Tuwani" userId="5d421215-a11f-4a6e-90ca-e8ac2213fab6" providerId="ADAL" clId="{C63AEABB-C7FE-4E72-B68C-D6815EA46365}" dt="2022-12-05T01:58:31.940" v="2" actId="26606"/>
        <pc:sldMkLst>
          <pc:docMk/>
          <pc:sldMk cId="2141545538" sldId="284"/>
        </pc:sldMkLst>
        <pc:spChg chg="add">
          <ac:chgData name="Manas Tuwani" userId="5d421215-a11f-4a6e-90ca-e8ac2213fab6" providerId="ADAL" clId="{C63AEABB-C7FE-4E72-B68C-D6815EA46365}" dt="2022-12-05T01:58:31.940" v="2" actId="26606"/>
          <ac:spMkLst>
            <pc:docMk/>
            <pc:sldMk cId="2141545538" sldId="284"/>
            <ac:spMk id="8" creationId="{F3060C83-F051-4F0E-ABAD-AA0DFC48B218}"/>
          </ac:spMkLst>
        </pc:spChg>
        <pc:spChg chg="add">
          <ac:chgData name="Manas Tuwani" userId="5d421215-a11f-4a6e-90ca-e8ac2213fab6" providerId="ADAL" clId="{C63AEABB-C7FE-4E72-B68C-D6815EA46365}" dt="2022-12-05T01:58:31.940" v="2" actId="26606"/>
          <ac:spMkLst>
            <pc:docMk/>
            <pc:sldMk cId="2141545538" sldId="284"/>
            <ac:spMk id="10" creationId="{83C98ABE-055B-441F-B07E-44F97F083C39}"/>
          </ac:spMkLst>
        </pc:spChg>
        <pc:spChg chg="add">
          <ac:chgData name="Manas Tuwani" userId="5d421215-a11f-4a6e-90ca-e8ac2213fab6" providerId="ADAL" clId="{C63AEABB-C7FE-4E72-B68C-D6815EA46365}" dt="2022-12-05T01:58:31.940" v="2" actId="26606"/>
          <ac:spMkLst>
            <pc:docMk/>
            <pc:sldMk cId="2141545538" sldId="284"/>
            <ac:spMk id="12" creationId="{29FDB030-9B49-4CED-8CCD-4D99382388AC}"/>
          </ac:spMkLst>
        </pc:spChg>
        <pc:spChg chg="add">
          <ac:chgData name="Manas Tuwani" userId="5d421215-a11f-4a6e-90ca-e8ac2213fab6" providerId="ADAL" clId="{C63AEABB-C7FE-4E72-B68C-D6815EA46365}" dt="2022-12-05T01:58:31.940" v="2" actId="26606"/>
          <ac:spMkLst>
            <pc:docMk/>
            <pc:sldMk cId="2141545538" sldId="284"/>
            <ac:spMk id="14" creationId="{3783CA14-24A1-485C-8B30-D6A5D87987AD}"/>
          </ac:spMkLst>
        </pc:spChg>
        <pc:spChg chg="add">
          <ac:chgData name="Manas Tuwani" userId="5d421215-a11f-4a6e-90ca-e8ac2213fab6" providerId="ADAL" clId="{C63AEABB-C7FE-4E72-B68C-D6815EA46365}" dt="2022-12-05T01:58:31.940" v="2" actId="26606"/>
          <ac:spMkLst>
            <pc:docMk/>
            <pc:sldMk cId="2141545538" sldId="284"/>
            <ac:spMk id="16" creationId="{9A97C86A-04D6-40F7-AE84-31AB43E6A846}"/>
          </ac:spMkLst>
        </pc:spChg>
        <pc:spChg chg="add">
          <ac:chgData name="Manas Tuwani" userId="5d421215-a11f-4a6e-90ca-e8ac2213fab6" providerId="ADAL" clId="{C63AEABB-C7FE-4E72-B68C-D6815EA46365}" dt="2022-12-05T01:58:31.940" v="2" actId="26606"/>
          <ac:spMkLst>
            <pc:docMk/>
            <pc:sldMk cId="2141545538" sldId="284"/>
            <ac:spMk id="18" creationId="{FF9F2414-84E8-453E-B1F3-389FDE8192D9}"/>
          </ac:spMkLst>
        </pc:spChg>
        <pc:spChg chg="add">
          <ac:chgData name="Manas Tuwani" userId="5d421215-a11f-4a6e-90ca-e8ac2213fab6" providerId="ADAL" clId="{C63AEABB-C7FE-4E72-B68C-D6815EA46365}" dt="2022-12-05T01:58:31.940" v="2" actId="26606"/>
          <ac:spMkLst>
            <pc:docMk/>
            <pc:sldMk cId="2141545538" sldId="284"/>
            <ac:spMk id="20" creationId="{3ECA69A1-7536-43AC-85EF-C7106179F5ED}"/>
          </ac:spMkLst>
        </pc:spChg>
        <pc:picChg chg="add mod">
          <ac:chgData name="Manas Tuwani" userId="5d421215-a11f-4a6e-90ca-e8ac2213fab6" providerId="ADAL" clId="{C63AEABB-C7FE-4E72-B68C-D6815EA46365}" dt="2022-12-05T01:58:31.940" v="2" actId="26606"/>
          <ac:picMkLst>
            <pc:docMk/>
            <pc:sldMk cId="2141545538" sldId="284"/>
            <ac:picMk id="3" creationId="{F645154B-D25D-849C-47FD-F115B8760DC2}"/>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B88BFB-8FB1-4A08-90FE-12D52F9289D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A93A897-CA97-4B86-AA22-E8A439C5E009}">
      <dgm:prSet/>
      <dgm:spPr/>
      <dgm:t>
        <a:bodyPr/>
        <a:lstStyle/>
        <a:p>
          <a:pPr>
            <a:lnSpc>
              <a:spcPct val="100000"/>
            </a:lnSpc>
          </a:pPr>
          <a:r>
            <a:rPr lang="en-IN"/>
            <a:t>Operator: We are using to perform the operation.</a:t>
          </a:r>
          <a:endParaRPr lang="en-US"/>
        </a:p>
      </dgm:t>
    </dgm:pt>
    <dgm:pt modelId="{F3311FE5-A953-4A73-B973-DF68094FB79D}" type="parTrans" cxnId="{D2437D7D-8D96-496B-A55F-C901995EB9B5}">
      <dgm:prSet/>
      <dgm:spPr/>
      <dgm:t>
        <a:bodyPr/>
        <a:lstStyle/>
        <a:p>
          <a:endParaRPr lang="en-US"/>
        </a:p>
      </dgm:t>
    </dgm:pt>
    <dgm:pt modelId="{C6E99299-90E6-4426-B5D6-8C40689B0ACF}" type="sibTrans" cxnId="{D2437D7D-8D96-496B-A55F-C901995EB9B5}">
      <dgm:prSet/>
      <dgm:spPr/>
      <dgm:t>
        <a:bodyPr/>
        <a:lstStyle/>
        <a:p>
          <a:endParaRPr lang="en-US"/>
        </a:p>
      </dgm:t>
    </dgm:pt>
    <dgm:pt modelId="{0906EC19-58C8-462B-B180-41E468CD9524}">
      <dgm:prSet/>
      <dgm:spPr/>
      <dgm:t>
        <a:bodyPr/>
        <a:lstStyle/>
        <a:p>
          <a:pPr>
            <a:lnSpc>
              <a:spcPct val="100000"/>
            </a:lnSpc>
          </a:pPr>
          <a:r>
            <a:rPr lang="en-IN"/>
            <a:t>Data type: We are using to store the values of variable</a:t>
          </a:r>
          <a:endParaRPr lang="en-US"/>
        </a:p>
      </dgm:t>
    </dgm:pt>
    <dgm:pt modelId="{A1F694DD-1E66-4B64-A408-87F1BDC628E7}" type="parTrans" cxnId="{8366BFE8-F715-4402-9975-9661DE11BC3B}">
      <dgm:prSet/>
      <dgm:spPr/>
      <dgm:t>
        <a:bodyPr/>
        <a:lstStyle/>
        <a:p>
          <a:endParaRPr lang="en-US"/>
        </a:p>
      </dgm:t>
    </dgm:pt>
    <dgm:pt modelId="{92674F59-12B4-446D-A902-9EDA6BE042DF}" type="sibTrans" cxnId="{8366BFE8-F715-4402-9975-9661DE11BC3B}">
      <dgm:prSet/>
      <dgm:spPr/>
      <dgm:t>
        <a:bodyPr/>
        <a:lstStyle/>
        <a:p>
          <a:endParaRPr lang="en-US"/>
        </a:p>
      </dgm:t>
    </dgm:pt>
    <dgm:pt modelId="{24F6316C-B9D4-444A-8AE0-7BB6A64B1EBE}" type="pres">
      <dgm:prSet presAssocID="{0BB88BFB-8FB1-4A08-90FE-12D52F9289D3}" presName="root" presStyleCnt="0">
        <dgm:presLayoutVars>
          <dgm:dir/>
          <dgm:resizeHandles val="exact"/>
        </dgm:presLayoutVars>
      </dgm:prSet>
      <dgm:spPr/>
      <dgm:t>
        <a:bodyPr/>
        <a:lstStyle/>
        <a:p>
          <a:endParaRPr lang="en-US"/>
        </a:p>
      </dgm:t>
    </dgm:pt>
    <dgm:pt modelId="{E4364A8F-F0CB-40B8-A495-DCDF241681DA}" type="pres">
      <dgm:prSet presAssocID="{FA93A897-CA97-4B86-AA22-E8A439C5E009}" presName="compNode" presStyleCnt="0"/>
      <dgm:spPr/>
    </dgm:pt>
    <dgm:pt modelId="{BF70F69D-9739-4C75-9064-2C85B299E699}" type="pres">
      <dgm:prSet presAssocID="{FA93A897-CA97-4B86-AA22-E8A439C5E009}" presName="bgRect" presStyleLbl="bgShp" presStyleIdx="0" presStyleCnt="2"/>
      <dgm:spPr/>
    </dgm:pt>
    <dgm:pt modelId="{A1696F14-C3CB-44D1-8301-647B8922D8A7}" type="pres">
      <dgm:prSet presAssocID="{FA93A897-CA97-4B86-AA22-E8A439C5E00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xmlns="" id="0" name="" descr="Robot"/>
        </a:ext>
      </dgm:extLst>
    </dgm:pt>
    <dgm:pt modelId="{C77C9B5F-1126-4D0A-AF6E-7C862EB24136}" type="pres">
      <dgm:prSet presAssocID="{FA93A897-CA97-4B86-AA22-E8A439C5E009}" presName="spaceRect" presStyleCnt="0"/>
      <dgm:spPr/>
    </dgm:pt>
    <dgm:pt modelId="{53F85B83-6EB2-43F1-B669-D901B9AA84B9}" type="pres">
      <dgm:prSet presAssocID="{FA93A897-CA97-4B86-AA22-E8A439C5E009}" presName="parTx" presStyleLbl="revTx" presStyleIdx="0" presStyleCnt="2">
        <dgm:presLayoutVars>
          <dgm:chMax val="0"/>
          <dgm:chPref val="0"/>
        </dgm:presLayoutVars>
      </dgm:prSet>
      <dgm:spPr/>
      <dgm:t>
        <a:bodyPr/>
        <a:lstStyle/>
        <a:p>
          <a:endParaRPr lang="en-US"/>
        </a:p>
      </dgm:t>
    </dgm:pt>
    <dgm:pt modelId="{F2A81E80-FC57-4CB0-BC47-6F0404182D16}" type="pres">
      <dgm:prSet presAssocID="{C6E99299-90E6-4426-B5D6-8C40689B0ACF}" presName="sibTrans" presStyleCnt="0"/>
      <dgm:spPr/>
    </dgm:pt>
    <dgm:pt modelId="{9F166EB0-7763-42F5-8DE4-26812686F323}" type="pres">
      <dgm:prSet presAssocID="{0906EC19-58C8-462B-B180-41E468CD9524}" presName="compNode" presStyleCnt="0"/>
      <dgm:spPr/>
    </dgm:pt>
    <dgm:pt modelId="{F5579522-C6CC-44FE-914C-63E082F6F66C}" type="pres">
      <dgm:prSet presAssocID="{0906EC19-58C8-462B-B180-41E468CD9524}" presName="bgRect" presStyleLbl="bgShp" presStyleIdx="1" presStyleCnt="2"/>
      <dgm:spPr/>
    </dgm:pt>
    <dgm:pt modelId="{D3750A51-5AE0-4BDF-BAB7-F25727070CB1}" type="pres">
      <dgm:prSet presAssocID="{0906EC19-58C8-462B-B180-41E468CD952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xmlns="" id="0" name="" descr="Table"/>
        </a:ext>
      </dgm:extLst>
    </dgm:pt>
    <dgm:pt modelId="{749895E2-23EB-4CC0-AD26-956A4FD25B6E}" type="pres">
      <dgm:prSet presAssocID="{0906EC19-58C8-462B-B180-41E468CD9524}" presName="spaceRect" presStyleCnt="0"/>
      <dgm:spPr/>
    </dgm:pt>
    <dgm:pt modelId="{648F4E2A-9DA0-4014-9C89-F9E4E60E8F9C}" type="pres">
      <dgm:prSet presAssocID="{0906EC19-58C8-462B-B180-41E468CD9524}" presName="parTx" presStyleLbl="revTx" presStyleIdx="1" presStyleCnt="2">
        <dgm:presLayoutVars>
          <dgm:chMax val="0"/>
          <dgm:chPref val="0"/>
        </dgm:presLayoutVars>
      </dgm:prSet>
      <dgm:spPr/>
      <dgm:t>
        <a:bodyPr/>
        <a:lstStyle/>
        <a:p>
          <a:endParaRPr lang="en-US"/>
        </a:p>
      </dgm:t>
    </dgm:pt>
  </dgm:ptLst>
  <dgm:cxnLst>
    <dgm:cxn modelId="{39C4530E-CDEF-4C45-A19F-E90B2938197E}" type="presOf" srcId="{0906EC19-58C8-462B-B180-41E468CD9524}" destId="{648F4E2A-9DA0-4014-9C89-F9E4E60E8F9C}" srcOrd="0" destOrd="0" presId="urn:microsoft.com/office/officeart/2018/2/layout/IconVerticalSolidList"/>
    <dgm:cxn modelId="{448E2A8E-78D2-43CC-A5F2-EF4F2F82FE10}" type="presOf" srcId="{0BB88BFB-8FB1-4A08-90FE-12D52F9289D3}" destId="{24F6316C-B9D4-444A-8AE0-7BB6A64B1EBE}" srcOrd="0" destOrd="0" presId="urn:microsoft.com/office/officeart/2018/2/layout/IconVerticalSolidList"/>
    <dgm:cxn modelId="{EC04352A-003D-4EE4-9DE3-166C9C61701E}" type="presOf" srcId="{FA93A897-CA97-4B86-AA22-E8A439C5E009}" destId="{53F85B83-6EB2-43F1-B669-D901B9AA84B9}" srcOrd="0" destOrd="0" presId="urn:microsoft.com/office/officeart/2018/2/layout/IconVerticalSolidList"/>
    <dgm:cxn modelId="{D2437D7D-8D96-496B-A55F-C901995EB9B5}" srcId="{0BB88BFB-8FB1-4A08-90FE-12D52F9289D3}" destId="{FA93A897-CA97-4B86-AA22-E8A439C5E009}" srcOrd="0" destOrd="0" parTransId="{F3311FE5-A953-4A73-B973-DF68094FB79D}" sibTransId="{C6E99299-90E6-4426-B5D6-8C40689B0ACF}"/>
    <dgm:cxn modelId="{8366BFE8-F715-4402-9975-9661DE11BC3B}" srcId="{0BB88BFB-8FB1-4A08-90FE-12D52F9289D3}" destId="{0906EC19-58C8-462B-B180-41E468CD9524}" srcOrd="1" destOrd="0" parTransId="{A1F694DD-1E66-4B64-A408-87F1BDC628E7}" sibTransId="{92674F59-12B4-446D-A902-9EDA6BE042DF}"/>
    <dgm:cxn modelId="{31EA1A34-B100-410A-A4D5-3C9489AA8343}" type="presParOf" srcId="{24F6316C-B9D4-444A-8AE0-7BB6A64B1EBE}" destId="{E4364A8F-F0CB-40B8-A495-DCDF241681DA}" srcOrd="0" destOrd="0" presId="urn:microsoft.com/office/officeart/2018/2/layout/IconVerticalSolidList"/>
    <dgm:cxn modelId="{A4390E58-17A2-4767-B968-56C27F2AEFC2}" type="presParOf" srcId="{E4364A8F-F0CB-40B8-A495-DCDF241681DA}" destId="{BF70F69D-9739-4C75-9064-2C85B299E699}" srcOrd="0" destOrd="0" presId="urn:microsoft.com/office/officeart/2018/2/layout/IconVerticalSolidList"/>
    <dgm:cxn modelId="{38F7ED6D-8342-40F8-A54D-B6D8D8B18803}" type="presParOf" srcId="{E4364A8F-F0CB-40B8-A495-DCDF241681DA}" destId="{A1696F14-C3CB-44D1-8301-647B8922D8A7}" srcOrd="1" destOrd="0" presId="urn:microsoft.com/office/officeart/2018/2/layout/IconVerticalSolidList"/>
    <dgm:cxn modelId="{284B9A9D-51B3-483E-88A8-E4354A173B32}" type="presParOf" srcId="{E4364A8F-F0CB-40B8-A495-DCDF241681DA}" destId="{C77C9B5F-1126-4D0A-AF6E-7C862EB24136}" srcOrd="2" destOrd="0" presId="urn:microsoft.com/office/officeart/2018/2/layout/IconVerticalSolidList"/>
    <dgm:cxn modelId="{F40320A1-1CD4-4F7F-B696-2C41C5596FCF}" type="presParOf" srcId="{E4364A8F-F0CB-40B8-A495-DCDF241681DA}" destId="{53F85B83-6EB2-43F1-B669-D901B9AA84B9}" srcOrd="3" destOrd="0" presId="urn:microsoft.com/office/officeart/2018/2/layout/IconVerticalSolidList"/>
    <dgm:cxn modelId="{4C86AC26-DCC0-4D18-B118-9A9BAF6FE296}" type="presParOf" srcId="{24F6316C-B9D4-444A-8AE0-7BB6A64B1EBE}" destId="{F2A81E80-FC57-4CB0-BC47-6F0404182D16}" srcOrd="1" destOrd="0" presId="urn:microsoft.com/office/officeart/2018/2/layout/IconVerticalSolidList"/>
    <dgm:cxn modelId="{D57F696F-07AA-4B98-92C3-524A1666D91B}" type="presParOf" srcId="{24F6316C-B9D4-444A-8AE0-7BB6A64B1EBE}" destId="{9F166EB0-7763-42F5-8DE4-26812686F323}" srcOrd="2" destOrd="0" presId="urn:microsoft.com/office/officeart/2018/2/layout/IconVerticalSolidList"/>
    <dgm:cxn modelId="{5FE95EAC-AC5E-4AEA-A4E0-D77C9983FCD0}" type="presParOf" srcId="{9F166EB0-7763-42F5-8DE4-26812686F323}" destId="{F5579522-C6CC-44FE-914C-63E082F6F66C}" srcOrd="0" destOrd="0" presId="urn:microsoft.com/office/officeart/2018/2/layout/IconVerticalSolidList"/>
    <dgm:cxn modelId="{1B94982C-A037-4408-B0C6-769F16B5A87C}" type="presParOf" srcId="{9F166EB0-7763-42F5-8DE4-26812686F323}" destId="{D3750A51-5AE0-4BDF-BAB7-F25727070CB1}" srcOrd="1" destOrd="0" presId="urn:microsoft.com/office/officeart/2018/2/layout/IconVerticalSolidList"/>
    <dgm:cxn modelId="{2E3BECF3-8467-4704-BE76-881B56796E95}" type="presParOf" srcId="{9F166EB0-7763-42F5-8DE4-26812686F323}" destId="{749895E2-23EB-4CC0-AD26-956A4FD25B6E}" srcOrd="2" destOrd="0" presId="urn:microsoft.com/office/officeart/2018/2/layout/IconVerticalSolidList"/>
    <dgm:cxn modelId="{7A991BCD-B2F7-4AD8-83C2-895B56E18F3A}" type="presParOf" srcId="{9F166EB0-7763-42F5-8DE4-26812686F323}" destId="{648F4E2A-9DA0-4014-9C89-F9E4E60E8F9C}" srcOrd="3" destOrd="0" presId="urn:microsoft.com/office/officeart/2018/2/layout/IconVerticalSoli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F70F69D-9739-4C75-9064-2C85B299E699}">
      <dsp:nvSpPr>
        <dsp:cNvPr id="0" name=""/>
        <dsp:cNvSpPr/>
      </dsp:nvSpPr>
      <dsp:spPr>
        <a:xfrm>
          <a:off x="0" y="625509"/>
          <a:ext cx="8229600" cy="11547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696F14-C3CB-44D1-8301-647B8922D8A7}">
      <dsp:nvSpPr>
        <dsp:cNvPr id="0" name=""/>
        <dsp:cNvSpPr/>
      </dsp:nvSpPr>
      <dsp:spPr>
        <a:xfrm>
          <a:off x="349323" y="885336"/>
          <a:ext cx="635133" cy="635133"/>
        </a:xfrm>
        <a:prstGeom prst="rect">
          <a:avLst/>
        </a:prstGeom>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F85B83-6EB2-43F1-B669-D901B9AA84B9}">
      <dsp:nvSpPr>
        <dsp:cNvPr id="0" name=""/>
        <dsp:cNvSpPr/>
      </dsp:nvSpPr>
      <dsp:spPr>
        <a:xfrm>
          <a:off x="1333779" y="625509"/>
          <a:ext cx="6895820" cy="1154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15" tIns="122215" rIns="122215" bIns="122215" numCol="1" spcCol="1270" anchor="ctr" anchorCtr="0">
          <a:noAutofit/>
        </a:bodyPr>
        <a:lstStyle/>
        <a:p>
          <a:pPr lvl="0" algn="l" defTabSz="1111250">
            <a:lnSpc>
              <a:spcPct val="100000"/>
            </a:lnSpc>
            <a:spcBef>
              <a:spcPct val="0"/>
            </a:spcBef>
            <a:spcAft>
              <a:spcPct val="35000"/>
            </a:spcAft>
          </a:pPr>
          <a:r>
            <a:rPr lang="en-IN" sz="2500" kern="1200"/>
            <a:t>Operator: We are using to perform the operation.</a:t>
          </a:r>
          <a:endParaRPr lang="en-US" sz="2500" kern="1200"/>
        </a:p>
      </dsp:txBody>
      <dsp:txXfrm>
        <a:off x="1333779" y="625509"/>
        <a:ext cx="6895820" cy="1154787"/>
      </dsp:txXfrm>
    </dsp:sp>
    <dsp:sp modelId="{F5579522-C6CC-44FE-914C-63E082F6F66C}">
      <dsp:nvSpPr>
        <dsp:cNvPr id="0" name=""/>
        <dsp:cNvSpPr/>
      </dsp:nvSpPr>
      <dsp:spPr>
        <a:xfrm>
          <a:off x="0" y="2068993"/>
          <a:ext cx="8229600" cy="11547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750A51-5AE0-4BDF-BAB7-F25727070CB1}">
      <dsp:nvSpPr>
        <dsp:cNvPr id="0" name=""/>
        <dsp:cNvSpPr/>
      </dsp:nvSpPr>
      <dsp:spPr>
        <a:xfrm>
          <a:off x="349323" y="2328821"/>
          <a:ext cx="635133" cy="635133"/>
        </a:xfrm>
        <a:prstGeom prst="rect">
          <a:avLst/>
        </a:prstGeom>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8F4E2A-9DA0-4014-9C89-F9E4E60E8F9C}">
      <dsp:nvSpPr>
        <dsp:cNvPr id="0" name=""/>
        <dsp:cNvSpPr/>
      </dsp:nvSpPr>
      <dsp:spPr>
        <a:xfrm>
          <a:off x="1333779" y="2068993"/>
          <a:ext cx="6895820" cy="1154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15" tIns="122215" rIns="122215" bIns="122215" numCol="1" spcCol="1270" anchor="ctr" anchorCtr="0">
          <a:noAutofit/>
        </a:bodyPr>
        <a:lstStyle/>
        <a:p>
          <a:pPr lvl="0" algn="l" defTabSz="1111250">
            <a:lnSpc>
              <a:spcPct val="100000"/>
            </a:lnSpc>
            <a:spcBef>
              <a:spcPct val="0"/>
            </a:spcBef>
            <a:spcAft>
              <a:spcPct val="35000"/>
            </a:spcAft>
          </a:pPr>
          <a:r>
            <a:rPr lang="en-IN" sz="2500" kern="1200"/>
            <a:t>Data type: We are using to store the values of variable</a:t>
          </a:r>
          <a:endParaRPr lang="en-US" sz="2500" kern="1200"/>
        </a:p>
      </dsp:txBody>
      <dsp:txXfrm>
        <a:off x="1333779" y="2068993"/>
        <a:ext cx="6895820" cy="11547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6F633E-A498-442E-90EF-50EE38BD8C53}" type="datetimeFigureOut">
              <a:rPr lang="en-IN" smtClean="0"/>
              <a:pPr/>
              <a:t>22-07-2025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93EEFB-5673-44A1-9F48-DC008927052F}" type="slidenum">
              <a:rPr lang="en-IN" smtClean="0"/>
              <a:pPr/>
              <a:t>‹#›</a:t>
            </a:fld>
            <a:endParaRPr lang="en-IN"/>
          </a:p>
        </p:txBody>
      </p:sp>
    </p:spTree>
    <p:extLst>
      <p:ext uri="{BB962C8B-B14F-4D97-AF65-F5344CB8AC3E}">
        <p14:creationId xmlns:p14="http://schemas.microsoft.com/office/powerpoint/2010/main" xmlns="" val="617098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93EEFB-5673-44A1-9F48-DC008927052F}" type="slidenum">
              <a:rPr lang="en-IN" smtClean="0"/>
              <a:pPr/>
              <a:t>11</a:t>
            </a:fld>
            <a:endParaRPr lang="en-IN"/>
          </a:p>
        </p:txBody>
      </p:sp>
    </p:spTree>
    <p:extLst>
      <p:ext uri="{BB962C8B-B14F-4D97-AF65-F5344CB8AC3E}">
        <p14:creationId xmlns:p14="http://schemas.microsoft.com/office/powerpoint/2010/main" xmlns="" val="2392617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2632936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3129159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311742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1100651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3226609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4231627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20847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1187942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3284867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3351554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3254553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209A54-09F7-4318-A09B-C3ABF3A18FB1}" type="datetimeFigureOut">
              <a:rPr lang="en-IN" smtClean="0"/>
              <a:pPr/>
              <a:t>22-07-2025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F6BB8-DE46-4A38-BD4C-D455479F56A9}" type="slidenum">
              <a:rPr lang="en-IN" smtClean="0"/>
              <a:pPr/>
              <a:t>‹#›</a:t>
            </a:fld>
            <a:endParaRPr lang="en-IN"/>
          </a:p>
        </p:txBody>
      </p:sp>
    </p:spTree>
    <p:extLst>
      <p:ext uri="{BB962C8B-B14F-4D97-AF65-F5344CB8AC3E}">
        <p14:creationId xmlns:p14="http://schemas.microsoft.com/office/powerpoint/2010/main" xmlns="" val="801511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p14="http://schemas.microsoft.com/office/powerpoint/2010/main" xmlns="" val="27958965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3272" y="622515"/>
            <a:ext cx="7421963" cy="1033669"/>
          </a:xfrm>
        </p:spPr>
        <p:txBody>
          <a:bodyPr>
            <a:normAutofit fontScale="90000"/>
          </a:bodyPr>
          <a:lstStyle/>
          <a:p>
            <a:pPr>
              <a:lnSpc>
                <a:spcPct val="90000"/>
              </a:lnSpc>
            </a:pPr>
            <a:r>
              <a:rPr lang="en-IN" sz="4000" b="1" dirty="0">
                <a:solidFill>
                  <a:srgbClr val="FFFFFF"/>
                </a:solidFill>
              </a:rPr>
              <a:t>DATA TYPES</a:t>
            </a:r>
            <a:r>
              <a:rPr lang="en-IN" sz="3200" dirty="0">
                <a:solidFill>
                  <a:srgbClr val="FFFFFF"/>
                </a:solidFill>
              </a:rPr>
              <a:t/>
            </a:r>
            <a:br>
              <a:rPr lang="en-IN" sz="3200" dirty="0">
                <a:solidFill>
                  <a:srgbClr val="FFFFFF"/>
                </a:solidFill>
              </a:rPr>
            </a:br>
            <a:endParaRPr lang="en-IN" sz="3200" dirty="0">
              <a:solidFill>
                <a:srgbClr val="FFFFFF"/>
              </a:solidFill>
            </a:endParaRPr>
          </a:p>
        </p:txBody>
      </p:sp>
      <p:sp>
        <p:nvSpPr>
          <p:cNvPr id="3" name="Content Placeholder 2"/>
          <p:cNvSpPr>
            <a:spLocks noGrp="1"/>
          </p:cNvSpPr>
          <p:nvPr>
            <p:ph idx="1"/>
          </p:nvPr>
        </p:nvSpPr>
        <p:spPr>
          <a:xfrm>
            <a:off x="827584" y="2060848"/>
            <a:ext cx="7776864" cy="4392488"/>
          </a:xfrm>
        </p:spPr>
        <p:txBody>
          <a:bodyPr anchor="ctr">
            <a:normAutofit/>
          </a:bodyPr>
          <a:lstStyle/>
          <a:p>
            <a:pPr marL="0" indent="0">
              <a:lnSpc>
                <a:spcPct val="90000"/>
              </a:lnSpc>
              <a:buNone/>
            </a:pPr>
            <a:endParaRPr lang="en-IN" sz="1400" dirty="0"/>
          </a:p>
          <a:p>
            <a:pPr marL="0" indent="0">
              <a:lnSpc>
                <a:spcPct val="90000"/>
              </a:lnSpc>
              <a:buNone/>
            </a:pPr>
            <a:r>
              <a:rPr lang="en-IN" sz="2000" dirty="0"/>
              <a:t>We are using data types to preserve or allocate space for the variables into memory. That is the reason while creating the variables we should specify the data type in Java so that based on the data type system allocates the space to the variable into memory.</a:t>
            </a:r>
          </a:p>
          <a:p>
            <a:pPr marL="0" indent="0">
              <a:lnSpc>
                <a:spcPct val="90000"/>
              </a:lnSpc>
              <a:buNone/>
            </a:pPr>
            <a:endParaRPr lang="en-IN" sz="2000" dirty="0"/>
          </a:p>
          <a:p>
            <a:pPr marL="0" indent="0">
              <a:lnSpc>
                <a:spcPct val="90000"/>
              </a:lnSpc>
              <a:buNone/>
            </a:pPr>
            <a:r>
              <a:rPr lang="en-IN" sz="2000" dirty="0"/>
              <a:t>Data types specify the different size of value that can be stored in the variables.</a:t>
            </a:r>
          </a:p>
          <a:p>
            <a:pPr marL="0" indent="0">
              <a:lnSpc>
                <a:spcPct val="90000"/>
              </a:lnSpc>
              <a:buNone/>
            </a:pPr>
            <a:endParaRPr lang="en-IN" sz="2000" dirty="0"/>
          </a:p>
          <a:p>
            <a:pPr marL="0" indent="0">
              <a:lnSpc>
                <a:spcPct val="90000"/>
              </a:lnSpc>
              <a:buNone/>
            </a:pPr>
            <a:r>
              <a:rPr lang="en-US" sz="2000" dirty="0"/>
              <a:t>There are two types of data types in Java: Primitive data types:</a:t>
            </a:r>
          </a:p>
          <a:p>
            <a:pPr marL="457200" indent="-457200">
              <a:lnSpc>
                <a:spcPct val="90000"/>
              </a:lnSpc>
              <a:buAutoNum type="arabicPeriod"/>
            </a:pPr>
            <a:r>
              <a:rPr lang="en-US" sz="2000" dirty="0"/>
              <a:t>The primitive data types include </a:t>
            </a:r>
            <a:r>
              <a:rPr lang="en-US" sz="2000" dirty="0" err="1"/>
              <a:t>boolean</a:t>
            </a:r>
            <a:r>
              <a:rPr lang="en-US" sz="2000" dirty="0"/>
              <a:t>, char, byte, short, int, long, float and double.</a:t>
            </a:r>
          </a:p>
          <a:p>
            <a:pPr marL="457200" indent="-457200">
              <a:lnSpc>
                <a:spcPct val="90000"/>
              </a:lnSpc>
              <a:buAutoNum type="arabicPeriod"/>
            </a:pPr>
            <a:r>
              <a:rPr lang="en-US" sz="2000" dirty="0"/>
              <a:t> Non-primitive data types: The non-primitive data types include Classes, Interfaces, and Arrays.</a:t>
            </a:r>
            <a:endParaRPr lang="en-IN" sz="2000" dirty="0"/>
          </a:p>
          <a:p>
            <a:pPr marL="0" indent="0">
              <a:lnSpc>
                <a:spcPct val="90000"/>
              </a:lnSpc>
              <a:buNone/>
            </a:pPr>
            <a:endParaRPr lang="en-IN" sz="1700" dirty="0"/>
          </a:p>
        </p:txBody>
      </p:sp>
    </p:spTree>
    <p:extLst>
      <p:ext uri="{BB962C8B-B14F-4D97-AF65-F5344CB8AC3E}">
        <p14:creationId xmlns:p14="http://schemas.microsoft.com/office/powerpoint/2010/main" xmlns="" val="5882039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08EEA7-677E-1FAF-FA5F-60A8D3000B94}"/>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a:lnSpc>
                <a:spcPct val="90000"/>
              </a:lnSpc>
            </a:pPr>
            <a:r>
              <a:rPr lang="en-US" sz="4700" kern="1200">
                <a:solidFill>
                  <a:schemeClr val="tx1"/>
                </a:solidFill>
                <a:latin typeface="+mj-lt"/>
                <a:ea typeface="+mj-ea"/>
                <a:cs typeface="+mj-cs"/>
              </a:rPr>
              <a:t>Data Types</a:t>
            </a:r>
          </a:p>
        </p:txBody>
      </p:sp>
      <p:sp>
        <p:nvSpPr>
          <p:cNvPr id="29" name="Rectangle 26">
            <a:extLst>
              <a:ext uri="{FF2B5EF4-FFF2-40B4-BE49-F238E27FC236}">
                <a16:creationId xmlns:a16="http://schemas.microsoft.com/office/drawing/2014/main" xmlns="" id="{F170E346-B98B-43A6-A4DA-D36FF63284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4508938" y="-4508938"/>
            <a:ext cx="126124" cy="9144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xmlns="" id="{B9A1D298-257F-CF57-02DA-5008DE0EB41F}"/>
              </a:ext>
            </a:extLst>
          </p:cNvPr>
          <p:cNvPicPr>
            <a:picLocks noGrp="1" noChangeAspect="1"/>
          </p:cNvPicPr>
          <p:nvPr>
            <p:ph idx="1"/>
          </p:nvPr>
        </p:nvPicPr>
        <p:blipFill>
          <a:blip r:embed="rId2" cstate="print"/>
          <a:stretch>
            <a:fillRect/>
          </a:stretch>
        </p:blipFill>
        <p:spPr>
          <a:xfrm>
            <a:off x="651785" y="1700808"/>
            <a:ext cx="8191822" cy="4532491"/>
          </a:xfrm>
          <a:prstGeom prst="rect">
            <a:avLst/>
          </a:prstGeom>
        </p:spPr>
      </p:pic>
    </p:spTree>
    <p:extLst>
      <p:ext uri="{BB962C8B-B14F-4D97-AF65-F5344CB8AC3E}">
        <p14:creationId xmlns:p14="http://schemas.microsoft.com/office/powerpoint/2010/main" xmlns="" val="8532497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2DE02DB-C1A3-4630-18C9-C9F2B7000421}"/>
              </a:ext>
            </a:extLst>
          </p:cNvPr>
          <p:cNvSpPr>
            <a:spLocks noGrp="1"/>
          </p:cNvSpPr>
          <p:nvPr>
            <p:ph type="title"/>
          </p:nvPr>
        </p:nvSpPr>
        <p:spPr>
          <a:xfrm>
            <a:off x="1028699" y="294538"/>
            <a:ext cx="7421963" cy="1033669"/>
          </a:xfrm>
        </p:spPr>
        <p:txBody>
          <a:bodyPr>
            <a:normAutofit/>
          </a:bodyPr>
          <a:lstStyle/>
          <a:p>
            <a:pPr algn="l"/>
            <a:r>
              <a:rPr lang="en-US" sz="3500" dirty="0">
                <a:solidFill>
                  <a:srgbClr val="FFFFFF"/>
                </a:solidFill>
              </a:rPr>
              <a:t>Primitive Data types</a:t>
            </a:r>
            <a:endParaRPr lang="en-IN" sz="3500" dirty="0">
              <a:solidFill>
                <a:srgbClr val="FFFFFF"/>
              </a:solidFill>
            </a:endParaRPr>
          </a:p>
        </p:txBody>
      </p:sp>
      <p:sp>
        <p:nvSpPr>
          <p:cNvPr id="3" name="Content Placeholder 2">
            <a:extLst>
              <a:ext uri="{FF2B5EF4-FFF2-40B4-BE49-F238E27FC236}">
                <a16:creationId xmlns:a16="http://schemas.microsoft.com/office/drawing/2014/main" xmlns="" id="{03D88F2E-D28C-8870-44E3-496A9CF53D82}"/>
              </a:ext>
            </a:extLst>
          </p:cNvPr>
          <p:cNvSpPr>
            <a:spLocks noGrp="1"/>
          </p:cNvSpPr>
          <p:nvPr>
            <p:ph idx="1"/>
          </p:nvPr>
        </p:nvSpPr>
        <p:spPr>
          <a:xfrm>
            <a:off x="1028699" y="1891970"/>
            <a:ext cx="7293023" cy="4109585"/>
          </a:xfrm>
        </p:spPr>
        <p:txBody>
          <a:bodyPr anchor="ctr">
            <a:normAutofit/>
          </a:bodyPr>
          <a:lstStyle/>
          <a:p>
            <a:pPr marL="0" indent="0">
              <a:lnSpc>
                <a:spcPct val="90000"/>
              </a:lnSpc>
              <a:buNone/>
            </a:pPr>
            <a:endParaRPr lang="en-IN" sz="1700" dirty="0"/>
          </a:p>
          <a:p>
            <a:pPr marL="0" indent="0">
              <a:lnSpc>
                <a:spcPct val="90000"/>
              </a:lnSpc>
              <a:buNone/>
            </a:pPr>
            <a:r>
              <a:rPr lang="en-IN" sz="1700" dirty="0"/>
              <a:t>Based on the range there 8 different types of  primitive data types available in java.</a:t>
            </a:r>
          </a:p>
          <a:p>
            <a:pPr marL="0" indent="0">
              <a:lnSpc>
                <a:spcPct val="90000"/>
              </a:lnSpc>
              <a:buNone/>
            </a:pPr>
            <a:endParaRPr lang="en-IN" sz="1700" dirty="0"/>
          </a:p>
          <a:p>
            <a:pPr marL="0" indent="0">
              <a:lnSpc>
                <a:spcPct val="90000"/>
              </a:lnSpc>
              <a:buNone/>
            </a:pPr>
            <a:endParaRPr lang="en-IN" sz="1700" dirty="0"/>
          </a:p>
          <a:p>
            <a:pPr marL="0" indent="0">
              <a:lnSpc>
                <a:spcPct val="90000"/>
              </a:lnSpc>
              <a:buNone/>
            </a:pPr>
            <a:r>
              <a:rPr lang="en-IN" sz="1700" dirty="0"/>
              <a:t>1. Byte (8 bits datatype)     1 Byte    -128 to 127</a:t>
            </a:r>
          </a:p>
          <a:p>
            <a:pPr marL="0" indent="0">
              <a:lnSpc>
                <a:spcPct val="90000"/>
              </a:lnSpc>
              <a:buNone/>
            </a:pPr>
            <a:r>
              <a:rPr lang="en-IN" sz="1700" dirty="0"/>
              <a:t>2. Short (16 bits datatype) 2 Byte    -32768 to 32767</a:t>
            </a:r>
          </a:p>
          <a:p>
            <a:pPr marL="0" indent="0">
              <a:lnSpc>
                <a:spcPct val="90000"/>
              </a:lnSpc>
              <a:buNone/>
            </a:pPr>
            <a:r>
              <a:rPr lang="en-IN" sz="1700" dirty="0"/>
              <a:t>3. Int (32 bits datatype)      4 Byte    -2³² to 2³²-1</a:t>
            </a:r>
          </a:p>
          <a:p>
            <a:pPr marL="0" indent="0">
              <a:lnSpc>
                <a:spcPct val="90000"/>
              </a:lnSpc>
              <a:buNone/>
            </a:pPr>
            <a:r>
              <a:rPr lang="en-IN" sz="1700" dirty="0"/>
              <a:t>4. Long (64 bits datatype)   8 </a:t>
            </a:r>
            <a:r>
              <a:rPr lang="en-IN" sz="1700"/>
              <a:t>Byte   -</a:t>
            </a:r>
            <a:endParaRPr lang="en-IN" sz="1700" dirty="0"/>
          </a:p>
          <a:p>
            <a:pPr marL="0" indent="0">
              <a:lnSpc>
                <a:spcPct val="90000"/>
              </a:lnSpc>
              <a:buNone/>
            </a:pPr>
            <a:r>
              <a:rPr lang="en-IN" sz="1700" dirty="0"/>
              <a:t>5. Double (Decimal value)   8 Byte</a:t>
            </a:r>
          </a:p>
          <a:p>
            <a:pPr marL="0" indent="0">
              <a:lnSpc>
                <a:spcPct val="90000"/>
              </a:lnSpc>
              <a:buNone/>
            </a:pPr>
            <a:r>
              <a:rPr lang="en-IN" sz="1700" dirty="0"/>
              <a:t>6. Float     (Decimal value)   4 Byte</a:t>
            </a:r>
          </a:p>
          <a:p>
            <a:pPr marL="0" indent="0">
              <a:lnSpc>
                <a:spcPct val="90000"/>
              </a:lnSpc>
              <a:buNone/>
            </a:pPr>
            <a:r>
              <a:rPr lang="en-IN" sz="1700" dirty="0"/>
              <a:t>7. Char (To store single character)   ‘c’ 2 Byte</a:t>
            </a:r>
          </a:p>
          <a:p>
            <a:pPr marL="0" indent="0">
              <a:lnSpc>
                <a:spcPct val="90000"/>
              </a:lnSpc>
              <a:buNone/>
            </a:pPr>
            <a:r>
              <a:rPr lang="en-IN" sz="1700" dirty="0"/>
              <a:t>8. Boolean (To store true/false) 1 Bit</a:t>
            </a:r>
          </a:p>
          <a:p>
            <a:pPr marL="0" indent="0">
              <a:lnSpc>
                <a:spcPct val="90000"/>
              </a:lnSpc>
              <a:buNone/>
            </a:pPr>
            <a:endParaRPr lang="en-IN" sz="1700" dirty="0"/>
          </a:p>
        </p:txBody>
      </p:sp>
    </p:spTree>
    <p:extLst>
      <p:ext uri="{BB962C8B-B14F-4D97-AF65-F5344CB8AC3E}">
        <p14:creationId xmlns:p14="http://schemas.microsoft.com/office/powerpoint/2010/main" xmlns="" val="25541976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49D71BF-E127-C1F0-3F23-4A496228D0DE}"/>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dirty="0">
                <a:solidFill>
                  <a:srgbClr val="FFFFFF"/>
                </a:solidFill>
                <a:effectLst/>
                <a:latin typeface="erdana"/>
              </a:rPr>
              <a:t>Byte Data Type</a:t>
            </a:r>
            <a:br>
              <a:rPr lang="en-US" sz="3200" b="0" i="0" dirty="0">
                <a:solidFill>
                  <a:srgbClr val="FFFFFF"/>
                </a:solidFill>
                <a:effectLst/>
                <a:latin typeface="erdana"/>
              </a:rPr>
            </a:br>
            <a:endParaRPr lang="en-IN" sz="3200" b="1" dirty="0">
              <a:solidFill>
                <a:srgbClr val="FFFFFF"/>
              </a:solidFill>
            </a:endParaRPr>
          </a:p>
        </p:txBody>
      </p:sp>
      <p:sp>
        <p:nvSpPr>
          <p:cNvPr id="3" name="Content Placeholder 2">
            <a:extLst>
              <a:ext uri="{FF2B5EF4-FFF2-40B4-BE49-F238E27FC236}">
                <a16:creationId xmlns:a16="http://schemas.microsoft.com/office/drawing/2014/main" xmlns="" id="{FA1DAF09-47BA-3490-7853-F97EA447CA54}"/>
              </a:ext>
            </a:extLst>
          </p:cNvPr>
          <p:cNvSpPr>
            <a:spLocks noGrp="1"/>
          </p:cNvSpPr>
          <p:nvPr>
            <p:ph idx="1"/>
          </p:nvPr>
        </p:nvSpPr>
        <p:spPr>
          <a:xfrm>
            <a:off x="925486" y="2379346"/>
            <a:ext cx="7293023" cy="3683358"/>
          </a:xfrm>
        </p:spPr>
        <p:txBody>
          <a:bodyPr anchor="ctr">
            <a:normAutofit/>
          </a:bodyPr>
          <a:lstStyle/>
          <a:p>
            <a:pPr marL="0" indent="0">
              <a:buNone/>
            </a:pPr>
            <a:r>
              <a:rPr lang="en-US" sz="1700" i="0" dirty="0">
                <a:effectLst/>
                <a:latin typeface="inter-regular"/>
              </a:rPr>
              <a:t>The byte data type is an example of primitive data type. It is an 8-bit signed two's complement integer. Its value-range lies between -128 to 127 (inclusive). Its minimum value is -128 and maximum value is 127. Its default value is 0.</a:t>
            </a:r>
          </a:p>
          <a:p>
            <a:pPr marL="0" indent="0">
              <a:buNone/>
            </a:pPr>
            <a:endParaRPr lang="en-US" sz="1700" dirty="0">
              <a:latin typeface="inter-regular"/>
            </a:endParaRPr>
          </a:p>
          <a:p>
            <a:pPr marL="0" indent="0">
              <a:buNone/>
            </a:pPr>
            <a:r>
              <a:rPr lang="en-US" sz="1700" i="0" dirty="0">
                <a:effectLst/>
                <a:latin typeface="inter-regular"/>
              </a:rPr>
              <a:t>Size = 1 byte or 8 bit</a:t>
            </a:r>
          </a:p>
          <a:p>
            <a:pPr marL="0" indent="0">
              <a:buNone/>
            </a:pPr>
            <a:endParaRPr lang="en-US" sz="1700" dirty="0">
              <a:latin typeface="inter-regular"/>
            </a:endParaRPr>
          </a:p>
          <a:p>
            <a:pPr marL="0" indent="0">
              <a:buNone/>
            </a:pPr>
            <a:endParaRPr lang="en-US" sz="1700" dirty="0">
              <a:latin typeface="inter-regular"/>
            </a:endParaRPr>
          </a:p>
          <a:p>
            <a:pPr marL="0" indent="0">
              <a:buNone/>
            </a:pPr>
            <a:r>
              <a:rPr lang="en-US" sz="1700" i="0" dirty="0">
                <a:effectLst/>
                <a:latin typeface="inter-bold"/>
              </a:rPr>
              <a:t>Example:</a:t>
            </a:r>
            <a:endParaRPr lang="en-US" sz="1700" i="0" dirty="0">
              <a:effectLst/>
              <a:latin typeface="inter-regular"/>
            </a:endParaRPr>
          </a:p>
          <a:p>
            <a:pPr marL="0" indent="0">
              <a:buNone/>
            </a:pPr>
            <a:r>
              <a:rPr lang="en-US" sz="1700" i="0" dirty="0">
                <a:effectLst/>
                <a:latin typeface="inter-regular"/>
              </a:rPr>
              <a:t>byte a = 10, byte b = -20  </a:t>
            </a:r>
          </a:p>
          <a:p>
            <a:pPr marL="0" indent="0">
              <a:buNone/>
            </a:pPr>
            <a:endParaRPr lang="en-US" sz="1700" b="0" i="0" dirty="0">
              <a:effectLst/>
              <a:latin typeface="inter-regular"/>
            </a:endParaRPr>
          </a:p>
          <a:p>
            <a:pPr marL="0" indent="0">
              <a:buNone/>
            </a:pPr>
            <a:endParaRPr lang="en-IN" sz="1700" dirty="0"/>
          </a:p>
        </p:txBody>
      </p:sp>
    </p:spTree>
    <p:extLst>
      <p:ext uri="{BB962C8B-B14F-4D97-AF65-F5344CB8AC3E}">
        <p14:creationId xmlns:p14="http://schemas.microsoft.com/office/powerpoint/2010/main" xmlns="" val="19448946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6CC52B9-716B-EBB3-F41E-D7191DB506C5}"/>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dirty="0">
                <a:solidFill>
                  <a:srgbClr val="FFFFFF"/>
                </a:solidFill>
                <a:effectLst/>
                <a:latin typeface="erdana"/>
              </a:rPr>
              <a:t>Short Data Type</a:t>
            </a:r>
            <a:br>
              <a:rPr lang="en-US" sz="3200" b="0" i="0" dirty="0">
                <a:solidFill>
                  <a:srgbClr val="FFFFFF"/>
                </a:solidFill>
                <a:effectLst/>
                <a:latin typeface="erdana"/>
              </a:rPr>
            </a:br>
            <a:endParaRPr lang="en-IN" sz="3200" dirty="0">
              <a:solidFill>
                <a:srgbClr val="FFFFFF"/>
              </a:solidFill>
            </a:endParaRPr>
          </a:p>
        </p:txBody>
      </p:sp>
      <p:sp>
        <p:nvSpPr>
          <p:cNvPr id="3" name="Content Placeholder 2">
            <a:extLst>
              <a:ext uri="{FF2B5EF4-FFF2-40B4-BE49-F238E27FC236}">
                <a16:creationId xmlns:a16="http://schemas.microsoft.com/office/drawing/2014/main" xmlns="" id="{CD1F68E4-07F9-CBA7-9430-07DB8C858F81}"/>
              </a:ext>
            </a:extLst>
          </p:cNvPr>
          <p:cNvSpPr>
            <a:spLocks noGrp="1"/>
          </p:cNvSpPr>
          <p:nvPr>
            <p:ph idx="1"/>
          </p:nvPr>
        </p:nvSpPr>
        <p:spPr>
          <a:xfrm>
            <a:off x="1028699" y="2318197"/>
            <a:ext cx="7293023" cy="3683358"/>
          </a:xfrm>
        </p:spPr>
        <p:txBody>
          <a:bodyPr anchor="ctr">
            <a:normAutofit/>
          </a:bodyPr>
          <a:lstStyle/>
          <a:p>
            <a:pPr marL="0" indent="0">
              <a:buNone/>
            </a:pPr>
            <a:r>
              <a:rPr lang="en-US" sz="1700" i="0" dirty="0">
                <a:effectLst/>
                <a:latin typeface="inter-regular"/>
              </a:rPr>
              <a:t>The short data type is a 16-bit signed two's complement integer. Its value-range lies between -32,768 to 32,767 (inclusive). Its minimum value is -32,768 and maximum value is 32,767. Its default value is 0.</a:t>
            </a:r>
          </a:p>
          <a:p>
            <a:pPr marL="0" indent="0">
              <a:buNone/>
            </a:pPr>
            <a:endParaRPr lang="en-US" sz="1700" dirty="0">
              <a:latin typeface="inter-regular"/>
            </a:endParaRPr>
          </a:p>
          <a:p>
            <a:pPr marL="0" indent="0">
              <a:buNone/>
            </a:pPr>
            <a:r>
              <a:rPr lang="en-US" sz="1700" i="0" dirty="0">
                <a:effectLst/>
                <a:latin typeface="inter-regular"/>
              </a:rPr>
              <a:t>Size = 2 byte or 16 bit</a:t>
            </a:r>
          </a:p>
          <a:p>
            <a:pPr marL="0" indent="0">
              <a:buNone/>
            </a:pPr>
            <a:endParaRPr lang="en-US" sz="1700" i="0" dirty="0">
              <a:effectLst/>
              <a:latin typeface="inter-regular"/>
            </a:endParaRPr>
          </a:p>
          <a:p>
            <a:pPr marL="0" indent="0">
              <a:buNone/>
            </a:pPr>
            <a:endParaRPr lang="en-IN" sz="1700" dirty="0"/>
          </a:p>
          <a:p>
            <a:pPr marL="0" indent="0">
              <a:buNone/>
            </a:pPr>
            <a:r>
              <a:rPr lang="en-US" sz="1700" i="0" dirty="0">
                <a:effectLst/>
                <a:latin typeface="inter-bold"/>
              </a:rPr>
              <a:t>Example:</a:t>
            </a:r>
            <a:endParaRPr lang="en-US" sz="1700" i="0" dirty="0">
              <a:effectLst/>
              <a:latin typeface="inter-regular"/>
            </a:endParaRPr>
          </a:p>
          <a:p>
            <a:pPr marL="0" indent="0">
              <a:buNone/>
            </a:pPr>
            <a:r>
              <a:rPr lang="en-US" sz="1700" i="0" dirty="0">
                <a:effectLst/>
                <a:latin typeface="inter-regular"/>
              </a:rPr>
              <a:t>short s = 10000, short r = -5000  </a:t>
            </a:r>
          </a:p>
          <a:p>
            <a:pPr marL="0" indent="0">
              <a:buNone/>
            </a:pPr>
            <a:endParaRPr lang="en-IN" sz="1700" dirty="0"/>
          </a:p>
        </p:txBody>
      </p:sp>
    </p:spTree>
    <p:extLst>
      <p:ext uri="{BB962C8B-B14F-4D97-AF65-F5344CB8AC3E}">
        <p14:creationId xmlns:p14="http://schemas.microsoft.com/office/powerpoint/2010/main" xmlns="" val="23138479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9160A9C-D71D-1D75-7EA9-25ED1A47AFF0}"/>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a:solidFill>
                  <a:srgbClr val="FFFFFF"/>
                </a:solidFill>
                <a:effectLst/>
                <a:latin typeface="erdana"/>
              </a:rPr>
              <a:t>Int Data Type</a:t>
            </a:r>
            <a:br>
              <a:rPr lang="en-US"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a16="http://schemas.microsoft.com/office/drawing/2014/main" xmlns="" id="{159CC7A8-A0AA-5BAE-0637-0776B07B7F81}"/>
              </a:ext>
            </a:extLst>
          </p:cNvPr>
          <p:cNvSpPr>
            <a:spLocks noGrp="1"/>
          </p:cNvSpPr>
          <p:nvPr>
            <p:ph idx="1"/>
          </p:nvPr>
        </p:nvSpPr>
        <p:spPr>
          <a:xfrm>
            <a:off x="1028699" y="2318197"/>
            <a:ext cx="7293023" cy="3683358"/>
          </a:xfrm>
        </p:spPr>
        <p:txBody>
          <a:bodyPr anchor="ctr">
            <a:normAutofit lnSpcReduction="10000"/>
          </a:bodyPr>
          <a:lstStyle/>
          <a:p>
            <a:pPr marL="0" indent="0">
              <a:buNone/>
            </a:pPr>
            <a:r>
              <a:rPr lang="en-US" sz="1700" b="0" i="0" dirty="0">
                <a:effectLst/>
                <a:latin typeface="inter-regular"/>
              </a:rPr>
              <a:t>The int data type is a  most common 32-bit signed two's complement integer. Its value-range lies between -2,147,483,648 to 2,147,483,647. Its minimum value is - 2,147,483,648 and maximum value is 2,147,483,647. Its default value is 0.</a:t>
            </a:r>
          </a:p>
          <a:p>
            <a:pPr marL="0" indent="0">
              <a:buNone/>
            </a:pPr>
            <a:endParaRPr lang="en-US" sz="1700" b="0" i="0" dirty="0">
              <a:effectLst/>
              <a:latin typeface="inter-regular"/>
            </a:endParaRPr>
          </a:p>
          <a:p>
            <a:pPr marL="0" indent="0">
              <a:buNone/>
            </a:pPr>
            <a:r>
              <a:rPr lang="en-US" sz="1700" b="0" i="0" dirty="0">
                <a:effectLst/>
                <a:latin typeface="inter-regular"/>
              </a:rPr>
              <a:t>The int data type is generally used as a default data type for integral values.</a:t>
            </a:r>
          </a:p>
          <a:p>
            <a:pPr marL="0" indent="0">
              <a:buNone/>
            </a:pPr>
            <a:endParaRPr lang="en-US" sz="1700" dirty="0">
              <a:latin typeface="inter-regular"/>
            </a:endParaRPr>
          </a:p>
          <a:p>
            <a:pPr marL="0" indent="0">
              <a:buNone/>
            </a:pPr>
            <a:r>
              <a:rPr lang="en-US" sz="1700" i="0" dirty="0">
                <a:effectLst/>
                <a:latin typeface="inter-regular"/>
              </a:rPr>
              <a:t>Size = 4 byte or 32 bit</a:t>
            </a:r>
          </a:p>
          <a:p>
            <a:pPr marL="0" indent="0">
              <a:buNone/>
            </a:pPr>
            <a:endParaRPr lang="en-US" sz="1700" b="0" i="0" dirty="0">
              <a:effectLst/>
              <a:latin typeface="inter-regular"/>
            </a:endParaRPr>
          </a:p>
          <a:p>
            <a:pPr marL="0" indent="0">
              <a:buNone/>
            </a:pPr>
            <a:endParaRPr lang="en-US" sz="1700" dirty="0">
              <a:latin typeface="inter-regular"/>
            </a:endParaRPr>
          </a:p>
          <a:p>
            <a:pPr marL="0" indent="0">
              <a:buNone/>
            </a:pPr>
            <a:r>
              <a:rPr lang="en-IN" sz="1700" i="0" dirty="0">
                <a:effectLst/>
                <a:latin typeface="inter-bold"/>
              </a:rPr>
              <a:t>Example:</a:t>
            </a:r>
            <a:endParaRPr lang="en-IN" sz="1700" i="0" dirty="0">
              <a:effectLst/>
              <a:latin typeface="inter-regular"/>
            </a:endParaRPr>
          </a:p>
          <a:p>
            <a:pPr marL="0" indent="0">
              <a:buNone/>
            </a:pPr>
            <a:r>
              <a:rPr lang="en-IN" sz="1700" i="0" dirty="0">
                <a:effectLst/>
                <a:latin typeface="inter-regular"/>
              </a:rPr>
              <a:t>int a = 100000, int b = -200000  </a:t>
            </a:r>
          </a:p>
          <a:p>
            <a:pPr marL="0" indent="0">
              <a:buNone/>
            </a:pPr>
            <a:endParaRPr lang="en-US" sz="1700" b="0" i="0" dirty="0">
              <a:effectLst/>
              <a:latin typeface="inter-regular"/>
            </a:endParaRPr>
          </a:p>
          <a:p>
            <a:pPr marL="0" indent="0">
              <a:buNone/>
            </a:pPr>
            <a:endParaRPr lang="en-IN" sz="1700" dirty="0"/>
          </a:p>
        </p:txBody>
      </p:sp>
    </p:spTree>
    <p:extLst>
      <p:ext uri="{BB962C8B-B14F-4D97-AF65-F5344CB8AC3E}">
        <p14:creationId xmlns:p14="http://schemas.microsoft.com/office/powerpoint/2010/main" xmlns="" val="12611701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426F803-4A34-5B9A-B93C-7CEEFCAD5588}"/>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a:solidFill>
                  <a:srgbClr val="FFFFFF"/>
                </a:solidFill>
                <a:effectLst/>
                <a:latin typeface="erdana"/>
              </a:rPr>
              <a:t>Long Data Type</a:t>
            </a:r>
            <a:br>
              <a:rPr lang="en-US"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a16="http://schemas.microsoft.com/office/drawing/2014/main" xmlns="" id="{80794E94-7E7B-5783-527F-ECB6313A42DD}"/>
              </a:ext>
            </a:extLst>
          </p:cNvPr>
          <p:cNvSpPr>
            <a:spLocks noGrp="1"/>
          </p:cNvSpPr>
          <p:nvPr>
            <p:ph idx="1"/>
          </p:nvPr>
        </p:nvSpPr>
        <p:spPr>
          <a:xfrm>
            <a:off x="1028699" y="2318197"/>
            <a:ext cx="7293023" cy="3683358"/>
          </a:xfrm>
        </p:spPr>
        <p:txBody>
          <a:bodyPr anchor="ctr">
            <a:normAutofit/>
          </a:bodyPr>
          <a:lstStyle/>
          <a:p>
            <a:pPr marL="0" indent="0">
              <a:buNone/>
            </a:pPr>
            <a:r>
              <a:rPr lang="en-US" sz="1700" b="0" i="0" dirty="0">
                <a:effectLst/>
                <a:latin typeface="inter-regular"/>
              </a:rPr>
              <a:t>The long data type is a 64-bit two's complement integer. Its value-range lies between -9,223,372,036,854,775,808(-2^64) to 9,223,372,036,854,775,807 (2^64 -1)(inclusive). Its minimum value is </a:t>
            </a:r>
            <a:r>
              <a:rPr lang="en-US" sz="1700" b="0" i="0">
                <a:effectLst/>
                <a:latin typeface="inter-regular"/>
              </a:rPr>
              <a:t>- </a:t>
            </a:r>
            <a:r>
              <a:rPr lang="en-US" sz="1700" b="0" i="0" smtClean="0">
                <a:effectLst/>
                <a:latin typeface="inter-regular"/>
              </a:rPr>
              <a:t>9,223,372,036,854,775,808 and </a:t>
            </a:r>
            <a:r>
              <a:rPr lang="en-US" sz="1700" b="0" i="0" dirty="0">
                <a:effectLst/>
                <a:latin typeface="inter-regular"/>
              </a:rPr>
              <a:t>maximum value is 9,223,372,036,854,775,807. </a:t>
            </a:r>
          </a:p>
          <a:p>
            <a:pPr marL="0" indent="0">
              <a:buNone/>
            </a:pPr>
            <a:r>
              <a:rPr lang="en-US" sz="1700" b="0" i="0" dirty="0">
                <a:effectLst/>
                <a:latin typeface="inter-regular"/>
              </a:rPr>
              <a:t>Its default value is 0. </a:t>
            </a:r>
          </a:p>
          <a:p>
            <a:pPr marL="0" indent="0">
              <a:buNone/>
            </a:pPr>
            <a:r>
              <a:rPr lang="en-US" sz="1700" b="0" i="0" dirty="0">
                <a:effectLst/>
                <a:latin typeface="inter-regular"/>
              </a:rPr>
              <a:t>The long data type is used when you need a range of values more than those provided by int.</a:t>
            </a:r>
          </a:p>
          <a:p>
            <a:pPr marL="0" indent="0">
              <a:buNone/>
            </a:pPr>
            <a:endParaRPr lang="en-IN" sz="1700" dirty="0"/>
          </a:p>
          <a:p>
            <a:pPr marL="0" indent="0">
              <a:buNone/>
            </a:pPr>
            <a:r>
              <a:rPr lang="en-US" sz="1700" i="0" dirty="0">
                <a:effectLst/>
                <a:latin typeface="inter-bold"/>
              </a:rPr>
              <a:t>Example:</a:t>
            </a:r>
            <a:endParaRPr lang="en-US" sz="1700" i="0" dirty="0">
              <a:effectLst/>
              <a:latin typeface="inter-regular"/>
            </a:endParaRPr>
          </a:p>
          <a:p>
            <a:pPr marL="0" indent="0">
              <a:buNone/>
            </a:pPr>
            <a:r>
              <a:rPr lang="en-US" sz="1700" i="0" dirty="0">
                <a:effectLst/>
                <a:latin typeface="inter-regular"/>
              </a:rPr>
              <a:t>long a = 100000L, long b = -200000L  </a:t>
            </a:r>
          </a:p>
          <a:p>
            <a:pPr marL="0" indent="0">
              <a:buNone/>
            </a:pPr>
            <a:endParaRPr lang="en-IN" sz="1700" dirty="0"/>
          </a:p>
        </p:txBody>
      </p:sp>
    </p:spTree>
    <p:extLst>
      <p:ext uri="{BB962C8B-B14F-4D97-AF65-F5344CB8AC3E}">
        <p14:creationId xmlns:p14="http://schemas.microsoft.com/office/powerpoint/2010/main" xmlns="" val="851810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61AABBF-9072-7C37-9D78-C84BAA1F7BC8}"/>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a:solidFill>
                  <a:srgbClr val="FFFFFF"/>
                </a:solidFill>
                <a:effectLst/>
                <a:latin typeface="erdana"/>
              </a:rPr>
              <a:t>Double Data Type</a:t>
            </a:r>
            <a:br>
              <a:rPr lang="en-US"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a16="http://schemas.microsoft.com/office/drawing/2014/main" xmlns="" id="{CA2632C4-976D-88DE-058D-623F82CACC2B}"/>
              </a:ext>
            </a:extLst>
          </p:cNvPr>
          <p:cNvSpPr>
            <a:spLocks noGrp="1"/>
          </p:cNvSpPr>
          <p:nvPr>
            <p:ph idx="1"/>
          </p:nvPr>
        </p:nvSpPr>
        <p:spPr>
          <a:xfrm>
            <a:off x="1028699" y="2318197"/>
            <a:ext cx="7293023" cy="3683358"/>
          </a:xfrm>
        </p:spPr>
        <p:txBody>
          <a:bodyPr anchor="ctr">
            <a:normAutofit/>
          </a:bodyPr>
          <a:lstStyle/>
          <a:p>
            <a:pPr marL="0" indent="0">
              <a:buNone/>
            </a:pPr>
            <a:r>
              <a:rPr lang="en-US" sz="1700" b="0" i="0" dirty="0">
                <a:effectLst/>
                <a:latin typeface="inter-regular"/>
              </a:rPr>
              <a:t>The double data type is a double-precision 64-bit. </a:t>
            </a:r>
            <a:r>
              <a:rPr lang="en-US" sz="1700" b="1" i="0" dirty="0">
                <a:effectLst/>
                <a:latin typeface="inter-regular"/>
              </a:rPr>
              <a:t>The double data type is generally used for decimal values just like float. </a:t>
            </a:r>
            <a:r>
              <a:rPr lang="en-US" sz="1700" b="0" i="0" dirty="0">
                <a:effectLst/>
                <a:latin typeface="inter-regular"/>
              </a:rPr>
              <a:t>The double data type also should never be used for precise values, such as currency. </a:t>
            </a:r>
          </a:p>
          <a:p>
            <a:pPr marL="0" indent="0">
              <a:buNone/>
            </a:pPr>
            <a:r>
              <a:rPr lang="en-US" sz="1700" b="0" i="0" dirty="0">
                <a:effectLst/>
                <a:latin typeface="inter-regular"/>
              </a:rPr>
              <a:t>Its default value is 0.0</a:t>
            </a:r>
          </a:p>
          <a:p>
            <a:pPr marL="0" indent="0">
              <a:buNone/>
            </a:pPr>
            <a:endParaRPr lang="en-US" sz="1700" b="0" i="0" dirty="0">
              <a:effectLst/>
              <a:latin typeface="inter-regular"/>
            </a:endParaRPr>
          </a:p>
          <a:p>
            <a:pPr marL="0" indent="0">
              <a:buNone/>
            </a:pPr>
            <a:r>
              <a:rPr lang="en-US" sz="1700" i="0" dirty="0">
                <a:effectLst/>
                <a:latin typeface="inter-bold"/>
              </a:rPr>
              <a:t>Example:</a:t>
            </a:r>
            <a:endParaRPr lang="en-US" sz="1700" i="0" dirty="0">
              <a:effectLst/>
              <a:latin typeface="inter-regular"/>
            </a:endParaRPr>
          </a:p>
          <a:p>
            <a:pPr marL="0" indent="0">
              <a:buNone/>
            </a:pPr>
            <a:r>
              <a:rPr lang="en-US" sz="1700" i="0" dirty="0">
                <a:effectLst/>
                <a:latin typeface="inter-regular"/>
              </a:rPr>
              <a:t>double d1 = 12.3 ;</a:t>
            </a:r>
          </a:p>
          <a:p>
            <a:pPr marL="0" indent="0">
              <a:buNone/>
            </a:pPr>
            <a:endParaRPr lang="en-IN" sz="1700" dirty="0"/>
          </a:p>
        </p:txBody>
      </p:sp>
    </p:spTree>
    <p:extLst>
      <p:ext uri="{BB962C8B-B14F-4D97-AF65-F5344CB8AC3E}">
        <p14:creationId xmlns:p14="http://schemas.microsoft.com/office/powerpoint/2010/main" xmlns="" val="33619805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3601571-2A93-DAB6-384B-14B45FA2E81E}"/>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a:solidFill>
                  <a:srgbClr val="FFFFFF"/>
                </a:solidFill>
                <a:effectLst/>
                <a:latin typeface="erdana"/>
              </a:rPr>
              <a:t>Float Data Type</a:t>
            </a:r>
            <a:br>
              <a:rPr lang="en-US"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a16="http://schemas.microsoft.com/office/drawing/2014/main" xmlns="" id="{03BDD1DA-7680-3C25-EF46-2FCFE332569A}"/>
              </a:ext>
            </a:extLst>
          </p:cNvPr>
          <p:cNvSpPr>
            <a:spLocks noGrp="1"/>
          </p:cNvSpPr>
          <p:nvPr>
            <p:ph idx="1"/>
          </p:nvPr>
        </p:nvSpPr>
        <p:spPr>
          <a:xfrm>
            <a:off x="1028699" y="2318197"/>
            <a:ext cx="7293023" cy="3683358"/>
          </a:xfrm>
        </p:spPr>
        <p:txBody>
          <a:bodyPr anchor="ctr">
            <a:normAutofit/>
          </a:bodyPr>
          <a:lstStyle/>
          <a:p>
            <a:pPr marL="0" indent="0">
              <a:buNone/>
            </a:pPr>
            <a:r>
              <a:rPr lang="en-US" sz="1700" i="0" dirty="0">
                <a:effectLst/>
                <a:latin typeface="inter-regular"/>
              </a:rPr>
              <a:t>The float data type is a single-precision 32-bit. It is recommended to use a float (instead of double) if you need to save memory.</a:t>
            </a:r>
          </a:p>
          <a:p>
            <a:pPr marL="0" indent="0">
              <a:buNone/>
            </a:pPr>
            <a:endParaRPr lang="en-US" sz="1700" i="0" dirty="0">
              <a:effectLst/>
              <a:latin typeface="inter-regular"/>
            </a:endParaRPr>
          </a:p>
          <a:p>
            <a:pPr marL="0" indent="0">
              <a:buNone/>
            </a:pPr>
            <a:r>
              <a:rPr lang="en-US" sz="1700" i="0" dirty="0">
                <a:effectLst/>
                <a:latin typeface="inter-regular"/>
              </a:rPr>
              <a:t>Its default value </a:t>
            </a:r>
            <a:r>
              <a:rPr lang="en-US" sz="1700" i="0">
                <a:effectLst/>
                <a:latin typeface="inter-regular"/>
              </a:rPr>
              <a:t>is </a:t>
            </a:r>
            <a:r>
              <a:rPr lang="en-US" sz="1700" i="0" smtClean="0">
                <a:effectLst/>
                <a:latin typeface="inter-regular"/>
              </a:rPr>
              <a:t>0.0</a:t>
            </a:r>
            <a:endParaRPr lang="en-US" sz="1700" i="0" dirty="0">
              <a:effectLst/>
              <a:latin typeface="inter-regular"/>
            </a:endParaRPr>
          </a:p>
          <a:p>
            <a:pPr marL="0" indent="0">
              <a:buNone/>
            </a:pPr>
            <a:endParaRPr lang="en-US" sz="1700" dirty="0">
              <a:latin typeface="inter-regular"/>
            </a:endParaRPr>
          </a:p>
          <a:p>
            <a:pPr marL="0" indent="0">
              <a:buNone/>
            </a:pPr>
            <a:r>
              <a:rPr lang="en-US" sz="1700" i="0" dirty="0">
                <a:effectLst/>
                <a:latin typeface="inter-regular"/>
              </a:rPr>
              <a:t>Example:</a:t>
            </a:r>
          </a:p>
          <a:p>
            <a:pPr marL="0" indent="0">
              <a:buNone/>
            </a:pPr>
            <a:r>
              <a:rPr lang="en-IN" sz="1700" i="0" dirty="0">
                <a:effectLst/>
                <a:latin typeface="inter-regular"/>
              </a:rPr>
              <a:t>float f1 = 234.5f  </a:t>
            </a:r>
          </a:p>
          <a:p>
            <a:pPr marL="0" indent="0">
              <a:buNone/>
            </a:pPr>
            <a:endParaRPr lang="en-US" sz="1700" b="0" i="0" dirty="0">
              <a:effectLst/>
              <a:latin typeface="inter-regular"/>
            </a:endParaRPr>
          </a:p>
          <a:p>
            <a:pPr marL="0" indent="0">
              <a:buNone/>
            </a:pPr>
            <a:endParaRPr lang="en-IN" sz="1700" dirty="0"/>
          </a:p>
        </p:txBody>
      </p:sp>
    </p:spTree>
    <p:extLst>
      <p:ext uri="{BB962C8B-B14F-4D97-AF65-F5344CB8AC3E}">
        <p14:creationId xmlns:p14="http://schemas.microsoft.com/office/powerpoint/2010/main" xmlns="" val="29676803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41C244A-2340-0372-9B38-458312A71643}"/>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a:solidFill>
                  <a:srgbClr val="FFFFFF"/>
                </a:solidFill>
                <a:effectLst/>
                <a:latin typeface="erdana"/>
              </a:rPr>
              <a:t>Char Data Type</a:t>
            </a:r>
            <a:br>
              <a:rPr lang="en-US"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a16="http://schemas.microsoft.com/office/drawing/2014/main" xmlns="" id="{BF970F37-A256-F60D-E855-EBA9F3C9D0F1}"/>
              </a:ext>
            </a:extLst>
          </p:cNvPr>
          <p:cNvSpPr>
            <a:spLocks noGrp="1"/>
          </p:cNvSpPr>
          <p:nvPr>
            <p:ph idx="1"/>
          </p:nvPr>
        </p:nvSpPr>
        <p:spPr>
          <a:xfrm>
            <a:off x="1028699" y="2318197"/>
            <a:ext cx="7293023" cy="3683358"/>
          </a:xfrm>
        </p:spPr>
        <p:txBody>
          <a:bodyPr anchor="ctr">
            <a:normAutofit/>
          </a:bodyPr>
          <a:lstStyle/>
          <a:p>
            <a:pPr marL="0" indent="0">
              <a:buNone/>
            </a:pPr>
            <a:r>
              <a:rPr lang="en-US" sz="1700" b="0" i="0" dirty="0">
                <a:effectLst/>
                <a:latin typeface="inter-regular"/>
              </a:rPr>
              <a:t>The char data type is a single 16-bit Unicode character. The char data type is used to store single characters.</a:t>
            </a:r>
          </a:p>
          <a:p>
            <a:pPr marL="0" indent="0">
              <a:buNone/>
            </a:pPr>
            <a:endParaRPr lang="en-US" sz="1700" b="0" i="0" dirty="0">
              <a:effectLst/>
              <a:latin typeface="inter-regular"/>
            </a:endParaRPr>
          </a:p>
          <a:p>
            <a:pPr marL="0" indent="0">
              <a:buNone/>
            </a:pPr>
            <a:r>
              <a:rPr lang="en-US" sz="1700" i="0" dirty="0">
                <a:effectLst/>
                <a:latin typeface="inter-bold"/>
              </a:rPr>
              <a:t>Example:</a:t>
            </a:r>
            <a:endParaRPr lang="en-US" sz="1700" i="0" dirty="0">
              <a:effectLst/>
              <a:latin typeface="inter-regular"/>
            </a:endParaRPr>
          </a:p>
          <a:p>
            <a:pPr marL="0" indent="0">
              <a:buNone/>
            </a:pPr>
            <a:r>
              <a:rPr lang="en-US" sz="1700" i="0" dirty="0">
                <a:effectLst/>
                <a:latin typeface="inter-regular"/>
              </a:rPr>
              <a:t>char value1 = 'A’ ;</a:t>
            </a:r>
          </a:p>
          <a:p>
            <a:pPr marL="0" indent="0">
              <a:buNone/>
            </a:pPr>
            <a:r>
              <a:rPr lang="en-US" sz="1700" dirty="0">
                <a:latin typeface="inter-regular"/>
              </a:rPr>
              <a:t>char value2 = ‘a’;</a:t>
            </a:r>
            <a:endParaRPr lang="en-US" sz="1700" i="0" dirty="0">
              <a:effectLst/>
              <a:latin typeface="inter-regular"/>
            </a:endParaRPr>
          </a:p>
          <a:p>
            <a:pPr marL="0" indent="0">
              <a:buNone/>
            </a:pPr>
            <a:endParaRPr lang="en-IN" sz="1700" dirty="0"/>
          </a:p>
        </p:txBody>
      </p:sp>
    </p:spTree>
    <p:extLst>
      <p:ext uri="{BB962C8B-B14F-4D97-AF65-F5344CB8AC3E}">
        <p14:creationId xmlns:p14="http://schemas.microsoft.com/office/powerpoint/2010/main" xmlns="" val="32749785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DB8F144-9887-564B-EA44-BEFBEFEE981E}"/>
              </a:ext>
            </a:extLst>
          </p:cNvPr>
          <p:cNvSpPr>
            <a:spLocks noGrp="1"/>
          </p:cNvSpPr>
          <p:nvPr>
            <p:ph type="title"/>
          </p:nvPr>
        </p:nvSpPr>
        <p:spPr>
          <a:xfrm>
            <a:off x="1028699" y="294538"/>
            <a:ext cx="7421963" cy="1033669"/>
          </a:xfrm>
        </p:spPr>
        <p:txBody>
          <a:bodyPr>
            <a:normAutofit/>
          </a:bodyPr>
          <a:lstStyle/>
          <a:p>
            <a:pPr>
              <a:lnSpc>
                <a:spcPct val="90000"/>
              </a:lnSpc>
            </a:pPr>
            <a:r>
              <a:rPr lang="en-US" sz="3200" b="0" i="0">
                <a:solidFill>
                  <a:srgbClr val="FFFFFF"/>
                </a:solidFill>
                <a:effectLst/>
                <a:latin typeface="erdana"/>
              </a:rPr>
              <a:t>Boolean Data Type</a:t>
            </a:r>
            <a:br>
              <a:rPr lang="en-US"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a16="http://schemas.microsoft.com/office/drawing/2014/main" xmlns="" id="{EE4E3D74-0C12-DC8C-9E3F-8E70C9D6E81D}"/>
              </a:ext>
            </a:extLst>
          </p:cNvPr>
          <p:cNvSpPr>
            <a:spLocks noGrp="1"/>
          </p:cNvSpPr>
          <p:nvPr>
            <p:ph idx="1"/>
          </p:nvPr>
        </p:nvSpPr>
        <p:spPr>
          <a:xfrm>
            <a:off x="1028699" y="2318197"/>
            <a:ext cx="7293023" cy="3683358"/>
          </a:xfrm>
        </p:spPr>
        <p:txBody>
          <a:bodyPr anchor="ctr">
            <a:normAutofit/>
          </a:bodyPr>
          <a:lstStyle/>
          <a:p>
            <a:pPr marL="0" indent="0">
              <a:buNone/>
            </a:pPr>
            <a:r>
              <a:rPr lang="en-US" sz="1700" i="0" dirty="0">
                <a:effectLst/>
                <a:latin typeface="inter-regular"/>
              </a:rPr>
              <a:t>The Boolean data type is used to store only two possible values: true and false. This data type is used for simple flags that track true/false conditions.</a:t>
            </a:r>
          </a:p>
          <a:p>
            <a:pPr marL="0" indent="0">
              <a:buNone/>
            </a:pPr>
            <a:r>
              <a:rPr lang="en-US" sz="1700" i="0" dirty="0">
                <a:effectLst/>
                <a:latin typeface="inter-regular"/>
              </a:rPr>
              <a:t>The Boolean data type specifies one bit of information, but its "size" can't be defined precisely.</a:t>
            </a:r>
          </a:p>
          <a:p>
            <a:pPr marL="0" indent="0">
              <a:buNone/>
            </a:pPr>
            <a:endParaRPr lang="en-US" sz="1700" dirty="0">
              <a:latin typeface="inter-regular"/>
            </a:endParaRPr>
          </a:p>
          <a:p>
            <a:pPr marL="0" indent="0">
              <a:buNone/>
            </a:pPr>
            <a:r>
              <a:rPr lang="en-US" sz="1700" i="0" dirty="0">
                <a:effectLst/>
                <a:latin typeface="inter-regular"/>
              </a:rPr>
              <a:t>Default value of Boolean datatype is false</a:t>
            </a:r>
          </a:p>
          <a:p>
            <a:pPr marL="0" indent="0">
              <a:buNone/>
            </a:pPr>
            <a:endParaRPr lang="en-US" sz="1700" i="0" dirty="0">
              <a:effectLst/>
              <a:latin typeface="inter-bold"/>
            </a:endParaRPr>
          </a:p>
          <a:p>
            <a:pPr marL="0" indent="0">
              <a:buNone/>
            </a:pPr>
            <a:r>
              <a:rPr lang="en-US" sz="1700" i="0" dirty="0">
                <a:effectLst/>
                <a:latin typeface="inter-bold"/>
              </a:rPr>
              <a:t>Example:</a:t>
            </a:r>
            <a:endParaRPr lang="en-US" sz="1700" i="0" dirty="0">
              <a:effectLst/>
              <a:latin typeface="inter-regular"/>
            </a:endParaRPr>
          </a:p>
          <a:p>
            <a:pPr marL="0" indent="0">
              <a:buNone/>
            </a:pPr>
            <a:r>
              <a:rPr lang="en-US" sz="1700" i="0" dirty="0">
                <a:effectLst/>
                <a:latin typeface="inter-regular"/>
              </a:rPr>
              <a:t>Boolean one </a:t>
            </a:r>
            <a:r>
              <a:rPr lang="en-US" sz="1700" i="0">
                <a:effectLst/>
                <a:latin typeface="inter-regular"/>
              </a:rPr>
              <a:t>= false;</a:t>
            </a:r>
            <a:endParaRPr lang="en-US" sz="1700" i="0" dirty="0">
              <a:effectLst/>
              <a:latin typeface="inter-regular"/>
            </a:endParaRPr>
          </a:p>
          <a:p>
            <a:pPr marL="0" indent="0">
              <a:buNone/>
            </a:pPr>
            <a:endParaRPr lang="en-IN" sz="1700" dirty="0"/>
          </a:p>
        </p:txBody>
      </p:sp>
    </p:spTree>
    <p:extLst>
      <p:ext uri="{BB962C8B-B14F-4D97-AF65-F5344CB8AC3E}">
        <p14:creationId xmlns:p14="http://schemas.microsoft.com/office/powerpoint/2010/main" xmlns="" val="3150119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29">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31">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33">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35">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37">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Isosceles Triangle 39">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FA59B30A-AC7A-48CF-5691-22B426945D0A}"/>
              </a:ext>
            </a:extLst>
          </p:cNvPr>
          <p:cNvPicPr>
            <a:picLocks noChangeAspect="1"/>
          </p:cNvPicPr>
          <p:nvPr/>
        </p:nvPicPr>
        <p:blipFill>
          <a:blip r:embed="rId2" cstate="print"/>
          <a:stretch>
            <a:fillRect/>
          </a:stretch>
        </p:blipFill>
        <p:spPr>
          <a:xfrm>
            <a:off x="482600" y="1435418"/>
            <a:ext cx="8178799" cy="3987163"/>
          </a:xfrm>
          <a:prstGeom prst="rect">
            <a:avLst/>
          </a:prstGeom>
          <a:ln>
            <a:noFill/>
          </a:ln>
        </p:spPr>
      </p:pic>
      <p:sp>
        <p:nvSpPr>
          <p:cNvPr id="83" name="Isosceles Triangle 41">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462956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Note:</a:t>
            </a:r>
          </a:p>
        </p:txBody>
      </p:sp>
      <p:graphicFrame>
        <p:nvGraphicFramePr>
          <p:cNvPr id="20" name="Content Placeholder 2">
            <a:extLst>
              <a:ext uri="{FF2B5EF4-FFF2-40B4-BE49-F238E27FC236}">
                <a16:creationId xmlns:a16="http://schemas.microsoft.com/office/drawing/2014/main" xmlns="" id="{35265EC1-E851-AE46-2803-415AA87BB012}"/>
              </a:ext>
            </a:extLst>
          </p:cNvPr>
          <p:cNvGraphicFramePr>
            <a:graphicFrameLocks noGrp="1"/>
          </p:cNvGraphicFramePr>
          <p:nvPr>
            <p:ph idx="1"/>
            <p:extLst>
              <p:ext uri="{D42A27DB-BD31-4B8C-83A1-F6EECF244321}">
                <p14:modId xmlns:p14="http://schemas.microsoft.com/office/powerpoint/2010/main" xmlns="" val="875368399"/>
              </p:ext>
            </p:extLst>
          </p:nvPr>
        </p:nvGraphicFramePr>
        <p:xfrm>
          <a:off x="323528" y="1124744"/>
          <a:ext cx="8229600" cy="3849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662734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Output Statements in Java</a:t>
            </a:r>
            <a:r>
              <a:rPr lang="en-IN" sz="3200">
                <a:solidFill>
                  <a:srgbClr val="FFFFFF"/>
                </a:solidFill>
              </a:rPr>
              <a:t/>
            </a:r>
            <a:br>
              <a:rPr lang="en-IN" sz="3200">
                <a:solidFill>
                  <a:srgbClr val="FFFFFF"/>
                </a:solidFill>
              </a:rPr>
            </a:br>
            <a:endParaRPr lang="en-IN" sz="32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lnSpc>
                <a:spcPct val="90000"/>
              </a:lnSpc>
              <a:buNone/>
            </a:pPr>
            <a:r>
              <a:rPr lang="en-IN" sz="1400" dirty="0"/>
              <a:t>A statement which we are using to get the output from the program is called output statement.</a:t>
            </a:r>
          </a:p>
          <a:p>
            <a:pPr marL="0" indent="0">
              <a:lnSpc>
                <a:spcPct val="90000"/>
              </a:lnSpc>
              <a:buNone/>
            </a:pPr>
            <a:r>
              <a:rPr lang="en-IN" sz="1400" dirty="0"/>
              <a:t>We are using two different types of output statements in java.</a:t>
            </a:r>
          </a:p>
          <a:p>
            <a:pPr marL="0" indent="0">
              <a:lnSpc>
                <a:spcPct val="90000"/>
              </a:lnSpc>
              <a:buNone/>
            </a:pPr>
            <a:endParaRPr lang="en-IN" sz="1400" dirty="0"/>
          </a:p>
          <a:p>
            <a:pPr marL="0" indent="0">
              <a:lnSpc>
                <a:spcPct val="90000"/>
              </a:lnSpc>
              <a:buNone/>
            </a:pPr>
            <a:r>
              <a:rPr lang="en-IN" sz="1400" dirty="0"/>
              <a:t>1. </a:t>
            </a:r>
            <a:r>
              <a:rPr lang="en-IN" sz="1400" dirty="0" err="1"/>
              <a:t>System.out.print</a:t>
            </a:r>
            <a:endParaRPr lang="en-IN" sz="1400" dirty="0"/>
          </a:p>
          <a:p>
            <a:pPr marL="0" indent="0">
              <a:lnSpc>
                <a:spcPct val="90000"/>
              </a:lnSpc>
              <a:buNone/>
            </a:pPr>
            <a:r>
              <a:rPr lang="en-IN" sz="1400" dirty="0"/>
              <a:t>2. </a:t>
            </a:r>
            <a:r>
              <a:rPr lang="en-IN" sz="1400" dirty="0" err="1"/>
              <a:t>System.out.println</a:t>
            </a:r>
            <a:endParaRPr lang="en-IN" sz="1400" dirty="0"/>
          </a:p>
          <a:p>
            <a:pPr marL="0" indent="0">
              <a:lnSpc>
                <a:spcPct val="90000"/>
              </a:lnSpc>
              <a:buNone/>
            </a:pPr>
            <a:endParaRPr lang="en-IN" sz="1400" dirty="0"/>
          </a:p>
          <a:p>
            <a:pPr marL="0" indent="0">
              <a:lnSpc>
                <a:spcPct val="90000"/>
              </a:lnSpc>
              <a:buNone/>
            </a:pPr>
            <a:r>
              <a:rPr lang="en-IN" sz="1400" b="1" dirty="0" err="1"/>
              <a:t>System.out.print</a:t>
            </a:r>
            <a:r>
              <a:rPr lang="en-IN" sz="1400" b="1" dirty="0"/>
              <a:t>:</a:t>
            </a:r>
            <a:r>
              <a:rPr lang="en-IN" sz="1400" dirty="0"/>
              <a:t> We are using this statement to get all outputs from program in a single line/same line.</a:t>
            </a:r>
          </a:p>
          <a:p>
            <a:pPr marL="0" indent="0">
              <a:lnSpc>
                <a:spcPct val="90000"/>
              </a:lnSpc>
              <a:buNone/>
            </a:pPr>
            <a:endParaRPr lang="en-IN" sz="1400" dirty="0"/>
          </a:p>
          <a:p>
            <a:pPr marL="0" indent="0">
              <a:lnSpc>
                <a:spcPct val="90000"/>
              </a:lnSpc>
              <a:buNone/>
            </a:pPr>
            <a:r>
              <a:rPr lang="en-IN" sz="1400" b="1" dirty="0"/>
              <a:t>Syntax: </a:t>
            </a:r>
            <a:r>
              <a:rPr lang="en-IN" sz="1400" dirty="0" err="1"/>
              <a:t>System.out.print</a:t>
            </a:r>
            <a:r>
              <a:rPr lang="en-IN" sz="1400" dirty="0"/>
              <a:t>(variable/“value”);</a:t>
            </a:r>
          </a:p>
          <a:p>
            <a:pPr marL="0" indent="0">
              <a:lnSpc>
                <a:spcPct val="90000"/>
              </a:lnSpc>
              <a:buNone/>
            </a:pPr>
            <a:r>
              <a:rPr lang="en-IN" sz="1400" dirty="0"/>
              <a:t>a=10; b=20; c=a*b;</a:t>
            </a:r>
          </a:p>
          <a:p>
            <a:pPr marL="0" indent="0">
              <a:lnSpc>
                <a:spcPct val="90000"/>
              </a:lnSpc>
              <a:buNone/>
            </a:pPr>
            <a:r>
              <a:rPr lang="en-IN" sz="1400" dirty="0" err="1"/>
              <a:t>System.out.print</a:t>
            </a:r>
            <a:r>
              <a:rPr lang="en-IN" sz="1400" dirty="0"/>
              <a:t>(“c”);</a:t>
            </a:r>
          </a:p>
          <a:p>
            <a:pPr marL="0" indent="0">
              <a:lnSpc>
                <a:spcPct val="90000"/>
              </a:lnSpc>
              <a:buNone/>
            </a:pPr>
            <a:r>
              <a:rPr lang="en-IN" sz="1400" dirty="0" err="1"/>
              <a:t>System.out.print</a:t>
            </a:r>
            <a:r>
              <a:rPr lang="en-IN" sz="1400" dirty="0"/>
              <a:t>(c);</a:t>
            </a:r>
          </a:p>
          <a:p>
            <a:pPr marL="0" indent="0">
              <a:lnSpc>
                <a:spcPct val="90000"/>
              </a:lnSpc>
              <a:buNone/>
            </a:pPr>
            <a:r>
              <a:rPr lang="en-IN" sz="1400" dirty="0"/>
              <a:t>O/p=  c200</a:t>
            </a:r>
          </a:p>
          <a:p>
            <a:pPr marL="0" indent="0">
              <a:lnSpc>
                <a:spcPct val="90000"/>
              </a:lnSpc>
              <a:buNone/>
            </a:pPr>
            <a:endParaRPr lang="en-IN" sz="1400" dirty="0"/>
          </a:p>
          <a:p>
            <a:pPr marL="0" indent="0">
              <a:lnSpc>
                <a:spcPct val="90000"/>
              </a:lnSpc>
              <a:buNone/>
            </a:pPr>
            <a:endParaRPr lang="en-IN" sz="1400" dirty="0"/>
          </a:p>
        </p:txBody>
      </p:sp>
    </p:spTree>
    <p:extLst>
      <p:ext uri="{BB962C8B-B14F-4D97-AF65-F5344CB8AC3E}">
        <p14:creationId xmlns:p14="http://schemas.microsoft.com/office/powerpoint/2010/main" xmlns="" val="2190790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Output Statements in Java</a:t>
            </a:r>
            <a:endParaRPr lang="en-IN" sz="35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b="1" dirty="0" err="1"/>
              <a:t>System.out.println</a:t>
            </a:r>
            <a:r>
              <a:rPr lang="en-IN" sz="1700" b="1" dirty="0"/>
              <a:t>: </a:t>
            </a:r>
            <a:r>
              <a:rPr lang="en-IN" sz="1700" dirty="0"/>
              <a:t>We are using this statement to get all outputs from the program in </a:t>
            </a:r>
            <a:r>
              <a:rPr lang="en-IN" sz="1700"/>
              <a:t>line by line</a:t>
            </a:r>
            <a:r>
              <a:rPr lang="en-IN" sz="1700" dirty="0"/>
              <a:t>.</a:t>
            </a:r>
          </a:p>
          <a:p>
            <a:pPr marL="0" indent="0">
              <a:buNone/>
            </a:pPr>
            <a:r>
              <a:rPr lang="en-IN" sz="1700" b="1" dirty="0"/>
              <a:t>Syntax:</a:t>
            </a:r>
            <a:r>
              <a:rPr lang="en-IN" sz="1700" dirty="0"/>
              <a:t> </a:t>
            </a:r>
            <a:r>
              <a:rPr lang="en-IN" sz="1700" dirty="0" err="1"/>
              <a:t>System.out.println</a:t>
            </a:r>
            <a:r>
              <a:rPr lang="en-IN" sz="1700" dirty="0"/>
              <a:t>(Variable/”value”);</a:t>
            </a:r>
          </a:p>
          <a:p>
            <a:pPr marL="0" indent="0">
              <a:buNone/>
            </a:pPr>
            <a:r>
              <a:rPr lang="en-IN" sz="1700" dirty="0"/>
              <a:t>a=10; b=20; c=a*b;</a:t>
            </a:r>
          </a:p>
          <a:p>
            <a:pPr marL="0" indent="0">
              <a:buNone/>
            </a:pPr>
            <a:r>
              <a:rPr lang="en-IN" sz="1700" dirty="0" err="1"/>
              <a:t>System.out.println</a:t>
            </a:r>
            <a:r>
              <a:rPr lang="en-IN" sz="1700" dirty="0"/>
              <a:t>(“c”);</a:t>
            </a:r>
          </a:p>
          <a:p>
            <a:pPr marL="0" indent="0">
              <a:buNone/>
            </a:pPr>
            <a:r>
              <a:rPr lang="en-IN" sz="1700" dirty="0" err="1"/>
              <a:t>System.out.println</a:t>
            </a:r>
            <a:r>
              <a:rPr lang="en-IN" sz="1700" dirty="0"/>
              <a:t>(c);</a:t>
            </a:r>
          </a:p>
          <a:p>
            <a:pPr marL="0" indent="0">
              <a:buNone/>
            </a:pPr>
            <a:r>
              <a:rPr lang="en-IN" sz="1700" dirty="0"/>
              <a:t>O/p=  c</a:t>
            </a:r>
          </a:p>
          <a:p>
            <a:pPr marL="0" indent="0">
              <a:buNone/>
            </a:pPr>
            <a:r>
              <a:rPr lang="en-IN" sz="1700" dirty="0"/>
              <a:t>           200</a:t>
            </a:r>
          </a:p>
          <a:p>
            <a:pPr marL="0" indent="0">
              <a:buNone/>
            </a:pPr>
            <a:endParaRPr lang="en-IN" sz="1700" dirty="0"/>
          </a:p>
        </p:txBody>
      </p:sp>
    </p:spTree>
    <p:extLst>
      <p:ext uri="{BB962C8B-B14F-4D97-AF65-F5344CB8AC3E}">
        <p14:creationId xmlns:p14="http://schemas.microsoft.com/office/powerpoint/2010/main" xmlns="" val="4046226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1349</TotalTime>
  <Words>831</Words>
  <Application>Microsoft Office PowerPoint</Application>
  <PresentationFormat>On-screen Show (4:3)</PresentationFormat>
  <Paragraphs>110</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DATA TYPES </vt:lpstr>
      <vt:lpstr>Data Types</vt:lpstr>
      <vt:lpstr>Primitive Data types</vt:lpstr>
      <vt:lpstr>Byte Data Type </vt:lpstr>
      <vt:lpstr>Short Data Type </vt:lpstr>
      <vt:lpstr>Int Data Type </vt:lpstr>
      <vt:lpstr>Long Data Type </vt:lpstr>
      <vt:lpstr>Double Data Type </vt:lpstr>
      <vt:lpstr>Float Data Type </vt:lpstr>
      <vt:lpstr>Char Data Type </vt:lpstr>
      <vt:lpstr>Boolean Data Type </vt:lpstr>
      <vt:lpstr>Slide 13</vt:lpstr>
      <vt:lpstr>Note:</vt:lpstr>
      <vt:lpstr>Output Statements in Java </vt:lpstr>
      <vt:lpstr>Output Statements in Java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18</cp:revision>
  <dcterms:created xsi:type="dcterms:W3CDTF">2022-05-03T07:25:11Z</dcterms:created>
  <dcterms:modified xsi:type="dcterms:W3CDTF">2025-07-22T16:35:35Z</dcterms:modified>
</cp:coreProperties>
</file>