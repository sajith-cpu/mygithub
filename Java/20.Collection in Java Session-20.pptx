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7" r:id="rId3"/>
    <p:sldId id="258" r:id="rId4"/>
    <p:sldId id="260" r:id="rId5"/>
    <p:sldId id="261" r:id="rId6"/>
    <p:sldId id="262" r:id="rId7"/>
    <p:sldId id="266" r:id="rId8"/>
    <p:sldId id="267" r:id="rId9"/>
    <p:sldId id="268" r:id="rId10"/>
    <p:sldId id="278" r:id="rId11"/>
    <p:sldId id="269" r:id="rId12"/>
    <p:sldId id="270" r:id="rId13"/>
    <p:sldId id="281" r:id="rId14"/>
    <p:sldId id="263" r:id="rId15"/>
    <p:sldId id="264" r:id="rId16"/>
    <p:sldId id="271" r:id="rId17"/>
    <p:sldId id="265" r:id="rId18"/>
    <p:sldId id="272" r:id="rId19"/>
    <p:sldId id="273" r:id="rId20"/>
    <p:sldId id="274" r:id="rId21"/>
    <p:sldId id="275" r:id="rId22"/>
    <p:sldId id="280"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7" d="100"/>
          <a:sy n="87" d="100"/>
        </p:scale>
        <p:origin x="-51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27DD0020-CE60-4BBA-BAAC-980C6A2A5928}"/>
    <pc:docChg chg="custSel modSld">
      <pc:chgData name="Manas Tuwani" userId="5d421215-a11f-4a6e-90ca-e8ac2213fab6" providerId="ADAL" clId="{27DD0020-CE60-4BBA-BAAC-980C6A2A5928}" dt="2024-10-10T15:16:31.650" v="1" actId="27636"/>
      <pc:docMkLst>
        <pc:docMk/>
      </pc:docMkLst>
      <pc:sldChg chg="modSp mod">
        <pc:chgData name="Manas Tuwani" userId="5d421215-a11f-4a6e-90ca-e8ac2213fab6" providerId="ADAL" clId="{27DD0020-CE60-4BBA-BAAC-980C6A2A5928}" dt="2024-10-10T15:16:31.650" v="1" actId="27636"/>
        <pc:sldMkLst>
          <pc:docMk/>
          <pc:sldMk cId="3475577104" sldId="260"/>
        </pc:sldMkLst>
        <pc:spChg chg="mod">
          <ac:chgData name="Manas Tuwani" userId="5d421215-a11f-4a6e-90ca-e8ac2213fab6" providerId="ADAL" clId="{27DD0020-CE60-4BBA-BAAC-980C6A2A5928}" dt="2024-10-10T15:16:31.650" v="1" actId="27636"/>
          <ac:spMkLst>
            <pc:docMk/>
            <pc:sldMk cId="3475577104" sldId="260"/>
            <ac:spMk id="3" creationId="{7A3C1728-891F-B81C-DBC8-CBE77F79AC9A}"/>
          </ac:spMkLst>
        </pc:spChg>
      </pc:sldChg>
    </pc:docChg>
  </pc:docChgLst>
  <pc:docChgLst>
    <pc:chgData name="Manas Tuwani" userId="5d421215-a11f-4a6e-90ca-e8ac2213fab6" providerId="ADAL" clId="{7129ACE8-EA94-4B1E-8371-240A5C787275}"/>
    <pc:docChg chg="undo custSel modSld">
      <pc:chgData name="Manas Tuwani" userId="5d421215-a11f-4a6e-90ca-e8ac2213fab6" providerId="ADAL" clId="{7129ACE8-EA94-4B1E-8371-240A5C787275}" dt="2024-01-20T05:44:18.292" v="10" actId="20578"/>
      <pc:docMkLst>
        <pc:docMk/>
      </pc:docMkLst>
      <pc:sldChg chg="modSp mod">
        <pc:chgData name="Manas Tuwani" userId="5d421215-a11f-4a6e-90ca-e8ac2213fab6" providerId="ADAL" clId="{7129ACE8-EA94-4B1E-8371-240A5C787275}" dt="2024-01-20T05:44:18.292" v="10" actId="20578"/>
        <pc:sldMkLst>
          <pc:docMk/>
          <pc:sldMk cId="3057831255" sldId="261"/>
        </pc:sldMkLst>
        <pc:spChg chg="mod">
          <ac:chgData name="Manas Tuwani" userId="5d421215-a11f-4a6e-90ca-e8ac2213fab6" providerId="ADAL" clId="{7129ACE8-EA94-4B1E-8371-240A5C787275}" dt="2024-01-20T05:44:18.292" v="10" actId="20578"/>
          <ac:spMkLst>
            <pc:docMk/>
            <pc:sldMk cId="3057831255" sldId="261"/>
            <ac:spMk id="3" creationId="{972C831F-E2B7-110D-810A-59BD6B05D8E0}"/>
          </ac:spMkLst>
        </pc:spChg>
      </pc:sldChg>
      <pc:sldChg chg="modSp mod">
        <pc:chgData name="Manas Tuwani" userId="5d421215-a11f-4a6e-90ca-e8ac2213fab6" providerId="ADAL" clId="{7129ACE8-EA94-4B1E-8371-240A5C787275}" dt="2024-01-12T15:42:09.808" v="5" actId="20577"/>
        <pc:sldMkLst>
          <pc:docMk/>
          <pc:sldMk cId="2337234589" sldId="262"/>
        </pc:sldMkLst>
        <pc:spChg chg="mod">
          <ac:chgData name="Manas Tuwani" userId="5d421215-a11f-4a6e-90ca-e8ac2213fab6" providerId="ADAL" clId="{7129ACE8-EA94-4B1E-8371-240A5C787275}" dt="2024-01-12T15:42:09.808" v="5" actId="20577"/>
          <ac:spMkLst>
            <pc:docMk/>
            <pc:sldMk cId="2337234589" sldId="262"/>
            <ac:spMk id="3" creationId="{CA062A20-A15E-21FB-1855-DB677D871A0C}"/>
          </ac:spMkLst>
        </pc:spChg>
      </pc:sldChg>
      <pc:sldChg chg="modSp mod">
        <pc:chgData name="Manas Tuwani" userId="5d421215-a11f-4a6e-90ca-e8ac2213fab6" providerId="ADAL" clId="{7129ACE8-EA94-4B1E-8371-240A5C787275}" dt="2024-01-13T15:42:08.360" v="6" actId="1036"/>
        <pc:sldMkLst>
          <pc:docMk/>
          <pc:sldMk cId="2164605420" sldId="274"/>
        </pc:sldMkLst>
        <pc:picChg chg="mod">
          <ac:chgData name="Manas Tuwani" userId="5d421215-a11f-4a6e-90ca-e8ac2213fab6" providerId="ADAL" clId="{7129ACE8-EA94-4B1E-8371-240A5C787275}" dt="2024-01-13T15:42:08.360" v="6" actId="1036"/>
          <ac:picMkLst>
            <pc:docMk/>
            <pc:sldMk cId="2164605420" sldId="274"/>
            <ac:picMk id="5" creationId="{AFC49DED-AD1D-2A3A-EA26-5038383469EF}"/>
          </ac:picMkLst>
        </pc:picChg>
      </pc:sldChg>
    </pc:docChg>
  </pc:docChgLst>
  <pc:docChgLst>
    <pc:chgData name="Manas Tuwani" userId="5d421215-a11f-4a6e-90ca-e8ac2213fab6" providerId="ADAL" clId="{DB9312AB-0291-4DF5-A245-0226DBF2DF67}"/>
    <pc:docChg chg="custSel delSld modSld">
      <pc:chgData name="Manas Tuwani" userId="5d421215-a11f-4a6e-90ca-e8ac2213fab6" providerId="ADAL" clId="{DB9312AB-0291-4DF5-A245-0226DBF2DF67}" dt="2022-11-23T14:11:26.633" v="40" actId="255"/>
      <pc:docMkLst>
        <pc:docMk/>
      </pc:docMkLst>
      <pc:sldChg chg="modSp mod">
        <pc:chgData name="Manas Tuwani" userId="5d421215-a11f-4a6e-90ca-e8ac2213fab6" providerId="ADAL" clId="{DB9312AB-0291-4DF5-A245-0226DBF2DF67}" dt="2022-11-22T13:16:34.874" v="1" actId="27636"/>
        <pc:sldMkLst>
          <pc:docMk/>
          <pc:sldMk cId="820838336" sldId="258"/>
        </pc:sldMkLst>
        <pc:spChg chg="mod">
          <ac:chgData name="Manas Tuwani" userId="5d421215-a11f-4a6e-90ca-e8ac2213fab6" providerId="ADAL" clId="{DB9312AB-0291-4DF5-A245-0226DBF2DF67}" dt="2022-11-22T13:16:34.874" v="1" actId="27636"/>
          <ac:spMkLst>
            <pc:docMk/>
            <pc:sldMk cId="820838336" sldId="258"/>
            <ac:spMk id="3" creationId="{5A9411F4-8BD3-EC86-7408-FDF9322C3DAF}"/>
          </ac:spMkLst>
        </pc:spChg>
      </pc:sldChg>
      <pc:sldChg chg="del">
        <pc:chgData name="Manas Tuwani" userId="5d421215-a11f-4a6e-90ca-e8ac2213fab6" providerId="ADAL" clId="{DB9312AB-0291-4DF5-A245-0226DBF2DF67}" dt="2022-11-22T13:16:37.528" v="2" actId="47"/>
        <pc:sldMkLst>
          <pc:docMk/>
          <pc:sldMk cId="369546531" sldId="259"/>
        </pc:sldMkLst>
      </pc:sldChg>
      <pc:sldChg chg="modSp mod">
        <pc:chgData name="Manas Tuwani" userId="5d421215-a11f-4a6e-90ca-e8ac2213fab6" providerId="ADAL" clId="{DB9312AB-0291-4DF5-A245-0226DBF2DF67}" dt="2022-11-23T14:11:26.633" v="40" actId="255"/>
        <pc:sldMkLst>
          <pc:docMk/>
          <pc:sldMk cId="2337234589" sldId="262"/>
        </pc:sldMkLst>
        <pc:spChg chg="mod">
          <ac:chgData name="Manas Tuwani" userId="5d421215-a11f-4a6e-90ca-e8ac2213fab6" providerId="ADAL" clId="{DB9312AB-0291-4DF5-A245-0226DBF2DF67}" dt="2022-11-23T14:11:26.633" v="40" actId="255"/>
          <ac:spMkLst>
            <pc:docMk/>
            <pc:sldMk cId="2337234589" sldId="262"/>
            <ac:spMk id="3" creationId="{CA062A20-A15E-21FB-1855-DB677D871A0C}"/>
          </ac:spMkLst>
        </pc:spChg>
      </pc:sldChg>
      <pc:sldChg chg="modSp mod">
        <pc:chgData name="Manas Tuwani" userId="5d421215-a11f-4a6e-90ca-e8ac2213fab6" providerId="ADAL" clId="{DB9312AB-0291-4DF5-A245-0226DBF2DF67}" dt="2022-11-23T12:09:41.002" v="7" actId="255"/>
        <pc:sldMkLst>
          <pc:docMk/>
          <pc:sldMk cId="3230699623" sldId="272"/>
        </pc:sldMkLst>
        <pc:spChg chg="mod">
          <ac:chgData name="Manas Tuwani" userId="5d421215-a11f-4a6e-90ca-e8ac2213fab6" providerId="ADAL" clId="{DB9312AB-0291-4DF5-A245-0226DBF2DF67}" dt="2022-11-23T12:09:41.002" v="7" actId="255"/>
          <ac:spMkLst>
            <pc:docMk/>
            <pc:sldMk cId="3230699623" sldId="272"/>
            <ac:spMk id="3" creationId="{ECA9D322-8E2A-55C4-5587-C76777E61BC2}"/>
          </ac:spMkLst>
        </pc:spChg>
      </pc:sldChg>
    </pc:docChg>
  </pc:docChgLst>
  <pc:docChgLst>
    <pc:chgData name="Manas Tuwani" userId="5d421215-a11f-4a6e-90ca-e8ac2213fab6" providerId="ADAL" clId="{B5EA91F8-C74B-4996-810E-243D74481E3F}"/>
    <pc:docChg chg="custSel addSld modSld">
      <pc:chgData name="Manas Tuwani" userId="5d421215-a11f-4a6e-90ca-e8ac2213fab6" providerId="ADAL" clId="{B5EA91F8-C74B-4996-810E-243D74481E3F}" dt="2023-07-07T02:51:36.564" v="3" actId="27614"/>
      <pc:docMkLst>
        <pc:docMk/>
      </pc:docMkLst>
      <pc:sldChg chg="addSp modSp new mod setBg">
        <pc:chgData name="Manas Tuwani" userId="5d421215-a11f-4a6e-90ca-e8ac2213fab6" providerId="ADAL" clId="{B5EA91F8-C74B-4996-810E-243D74481E3F}" dt="2023-07-07T02:51:36.564" v="3" actId="27614"/>
        <pc:sldMkLst>
          <pc:docMk/>
          <pc:sldMk cId="935099790" sldId="280"/>
        </pc:sldMkLst>
        <pc:spChg chg="add">
          <ac:chgData name="Manas Tuwani" userId="5d421215-a11f-4a6e-90ca-e8ac2213fab6" providerId="ADAL" clId="{B5EA91F8-C74B-4996-810E-243D74481E3F}" dt="2023-07-07T02:51:29.640" v="2" actId="26606"/>
          <ac:spMkLst>
            <pc:docMk/>
            <pc:sldMk cId="935099790" sldId="280"/>
            <ac:spMk id="8" creationId="{F3060C83-F051-4F0E-ABAD-AA0DFC48B218}"/>
          </ac:spMkLst>
        </pc:spChg>
        <pc:spChg chg="add">
          <ac:chgData name="Manas Tuwani" userId="5d421215-a11f-4a6e-90ca-e8ac2213fab6" providerId="ADAL" clId="{B5EA91F8-C74B-4996-810E-243D74481E3F}" dt="2023-07-07T02:51:29.640" v="2" actId="26606"/>
          <ac:spMkLst>
            <pc:docMk/>
            <pc:sldMk cId="935099790" sldId="280"/>
            <ac:spMk id="10" creationId="{83C98ABE-055B-441F-B07E-44F97F083C39}"/>
          </ac:spMkLst>
        </pc:spChg>
        <pc:spChg chg="add">
          <ac:chgData name="Manas Tuwani" userId="5d421215-a11f-4a6e-90ca-e8ac2213fab6" providerId="ADAL" clId="{B5EA91F8-C74B-4996-810E-243D74481E3F}" dt="2023-07-07T02:51:29.640" v="2" actId="26606"/>
          <ac:spMkLst>
            <pc:docMk/>
            <pc:sldMk cId="935099790" sldId="280"/>
            <ac:spMk id="12" creationId="{29FDB030-9B49-4CED-8CCD-4D99382388AC}"/>
          </ac:spMkLst>
        </pc:spChg>
        <pc:spChg chg="add">
          <ac:chgData name="Manas Tuwani" userId="5d421215-a11f-4a6e-90ca-e8ac2213fab6" providerId="ADAL" clId="{B5EA91F8-C74B-4996-810E-243D74481E3F}" dt="2023-07-07T02:51:29.640" v="2" actId="26606"/>
          <ac:spMkLst>
            <pc:docMk/>
            <pc:sldMk cId="935099790" sldId="280"/>
            <ac:spMk id="14" creationId="{3783CA14-24A1-485C-8B30-D6A5D87987AD}"/>
          </ac:spMkLst>
        </pc:spChg>
        <pc:spChg chg="add">
          <ac:chgData name="Manas Tuwani" userId="5d421215-a11f-4a6e-90ca-e8ac2213fab6" providerId="ADAL" clId="{B5EA91F8-C74B-4996-810E-243D74481E3F}" dt="2023-07-07T02:51:29.640" v="2" actId="26606"/>
          <ac:spMkLst>
            <pc:docMk/>
            <pc:sldMk cId="935099790" sldId="280"/>
            <ac:spMk id="16" creationId="{9A97C86A-04D6-40F7-AE84-31AB43E6A846}"/>
          </ac:spMkLst>
        </pc:spChg>
        <pc:spChg chg="add">
          <ac:chgData name="Manas Tuwani" userId="5d421215-a11f-4a6e-90ca-e8ac2213fab6" providerId="ADAL" clId="{B5EA91F8-C74B-4996-810E-243D74481E3F}" dt="2023-07-07T02:51:29.640" v="2" actId="26606"/>
          <ac:spMkLst>
            <pc:docMk/>
            <pc:sldMk cId="935099790" sldId="280"/>
            <ac:spMk id="18" creationId="{FF9F2414-84E8-453E-B1F3-389FDE8192D9}"/>
          </ac:spMkLst>
        </pc:spChg>
        <pc:spChg chg="add">
          <ac:chgData name="Manas Tuwani" userId="5d421215-a11f-4a6e-90ca-e8ac2213fab6" providerId="ADAL" clId="{B5EA91F8-C74B-4996-810E-243D74481E3F}" dt="2023-07-07T02:51:29.640" v="2" actId="26606"/>
          <ac:spMkLst>
            <pc:docMk/>
            <pc:sldMk cId="935099790" sldId="280"/>
            <ac:spMk id="20" creationId="{3ECA69A1-7536-43AC-85EF-C7106179F5ED}"/>
          </ac:spMkLst>
        </pc:spChg>
        <pc:picChg chg="add mod">
          <ac:chgData name="Manas Tuwani" userId="5d421215-a11f-4a6e-90ca-e8ac2213fab6" providerId="ADAL" clId="{B5EA91F8-C74B-4996-810E-243D74481E3F}" dt="2023-07-07T02:51:36.564" v="3" actId="27614"/>
          <ac:picMkLst>
            <pc:docMk/>
            <pc:sldMk cId="935099790" sldId="280"/>
            <ac:picMk id="3" creationId="{1D15833E-5D52-6A54-9F0A-5FE412207694}"/>
          </ac:picMkLst>
        </pc:picChg>
      </pc:sldChg>
    </pc:docChg>
  </pc:docChgLst>
  <pc:docChgLst>
    <pc:chgData name="Manas Tuwani" userId="5d421215-a11f-4a6e-90ca-e8ac2213fab6" providerId="ADAL" clId="{757EB089-E0F6-4426-828E-608077992FB9}"/>
    <pc:docChg chg="undo custSel addSld modSld">
      <pc:chgData name="Manas Tuwani" userId="5d421215-a11f-4a6e-90ca-e8ac2213fab6" providerId="ADAL" clId="{757EB089-E0F6-4426-828E-608077992FB9}" dt="2023-12-21T14:46:56.639" v="43" actId="27614"/>
      <pc:docMkLst>
        <pc:docMk/>
      </pc:docMkLst>
      <pc:sldChg chg="addSp delSp modSp new mod setBg">
        <pc:chgData name="Manas Tuwani" userId="5d421215-a11f-4a6e-90ca-e8ac2213fab6" providerId="ADAL" clId="{757EB089-E0F6-4426-828E-608077992FB9}" dt="2023-12-21T14:46:56.639" v="43" actId="27614"/>
        <pc:sldMkLst>
          <pc:docMk/>
          <pc:sldMk cId="2408754556" sldId="281"/>
        </pc:sldMkLst>
        <pc:spChg chg="mod">
          <ac:chgData name="Manas Tuwani" userId="5d421215-a11f-4a6e-90ca-e8ac2213fab6" providerId="ADAL" clId="{757EB089-E0F6-4426-828E-608077992FB9}" dt="2023-12-21T14:46:53.425" v="42" actId="26606"/>
          <ac:spMkLst>
            <pc:docMk/>
            <pc:sldMk cId="2408754556" sldId="281"/>
            <ac:spMk id="2" creationId="{7228F7FF-2492-2F4B-D2FB-8B23A250B90E}"/>
          </ac:spMkLst>
        </pc:spChg>
        <pc:spChg chg="del mod">
          <ac:chgData name="Manas Tuwani" userId="5d421215-a11f-4a6e-90ca-e8ac2213fab6" providerId="ADAL" clId="{757EB089-E0F6-4426-828E-608077992FB9}" dt="2023-12-21T14:46:09.098" v="2" actId="22"/>
          <ac:spMkLst>
            <pc:docMk/>
            <pc:sldMk cId="2408754556" sldId="281"/>
            <ac:spMk id="3" creationId="{02DC6CCC-6612-87FE-B8BC-364459134689}"/>
          </ac:spMkLst>
        </pc:spChg>
        <pc:spChg chg="add del">
          <ac:chgData name="Manas Tuwani" userId="5d421215-a11f-4a6e-90ca-e8ac2213fab6" providerId="ADAL" clId="{757EB089-E0F6-4426-828E-608077992FB9}" dt="2023-12-21T14:46:50.317" v="41" actId="478"/>
          <ac:spMkLst>
            <pc:docMk/>
            <pc:sldMk cId="2408754556" sldId="281"/>
            <ac:spMk id="9" creationId="{2B078A40-C9C8-EFE7-F955-02BF3CFBDF02}"/>
          </ac:spMkLst>
        </pc:spChg>
        <pc:spChg chg="add del">
          <ac:chgData name="Manas Tuwani" userId="5d421215-a11f-4a6e-90ca-e8ac2213fab6" providerId="ADAL" clId="{757EB089-E0F6-4426-828E-608077992FB9}" dt="2023-12-21T14:46:46.258" v="39" actId="26606"/>
          <ac:spMkLst>
            <pc:docMk/>
            <pc:sldMk cId="2408754556" sldId="281"/>
            <ac:spMk id="10" creationId="{D4771268-CB57-404A-9271-370EB28F6090}"/>
          </ac:spMkLst>
        </pc:spChg>
        <pc:spChg chg="add del">
          <ac:chgData name="Manas Tuwani" userId="5d421215-a11f-4a6e-90ca-e8ac2213fab6" providerId="ADAL" clId="{757EB089-E0F6-4426-828E-608077992FB9}" dt="2023-12-21T14:46:53.425" v="42" actId="26606"/>
          <ac:spMkLst>
            <pc:docMk/>
            <pc:sldMk cId="2408754556" sldId="281"/>
            <ac:spMk id="12" creationId="{058A14AF-9FB5-4CC7-BA35-E8E85D3EDF0E}"/>
          </ac:spMkLst>
        </pc:spChg>
        <pc:spChg chg="add del">
          <ac:chgData name="Manas Tuwani" userId="5d421215-a11f-4a6e-90ca-e8ac2213fab6" providerId="ADAL" clId="{757EB089-E0F6-4426-828E-608077992FB9}" dt="2023-12-21T14:46:53.425" v="42" actId="26606"/>
          <ac:spMkLst>
            <pc:docMk/>
            <pc:sldMk cId="2408754556" sldId="281"/>
            <ac:spMk id="14" creationId="{3A9A4357-BD1D-4622-A4FE-766E6AB8DE84}"/>
          </ac:spMkLst>
        </pc:spChg>
        <pc:spChg chg="add del">
          <ac:chgData name="Manas Tuwani" userId="5d421215-a11f-4a6e-90ca-e8ac2213fab6" providerId="ADAL" clId="{757EB089-E0F6-4426-828E-608077992FB9}" dt="2023-12-21T14:46:53.425" v="42" actId="26606"/>
          <ac:spMkLst>
            <pc:docMk/>
            <pc:sldMk cId="2408754556" sldId="281"/>
            <ac:spMk id="16" creationId="{E659831F-0D9A-4C63-9EBB-8435B85A440F}"/>
          </ac:spMkLst>
        </pc:spChg>
        <pc:spChg chg="add del">
          <ac:chgData name="Manas Tuwani" userId="5d421215-a11f-4a6e-90ca-e8ac2213fab6" providerId="ADAL" clId="{757EB089-E0F6-4426-828E-608077992FB9}" dt="2023-12-21T14:46:53.425" v="42" actId="26606"/>
          <ac:spMkLst>
            <pc:docMk/>
            <pc:sldMk cId="2408754556" sldId="281"/>
            <ac:spMk id="18" creationId="{E6995CE5-F890-4ABA-82A2-26507CE8D2A3}"/>
          </ac:spMkLst>
        </pc:spChg>
        <pc:spChg chg="add">
          <ac:chgData name="Manas Tuwani" userId="5d421215-a11f-4a6e-90ca-e8ac2213fab6" providerId="ADAL" clId="{757EB089-E0F6-4426-828E-608077992FB9}" dt="2023-12-21T14:46:53.425" v="42" actId="26606"/>
          <ac:spMkLst>
            <pc:docMk/>
            <pc:sldMk cId="2408754556" sldId="281"/>
            <ac:spMk id="23" creationId="{A4AC5506-6312-4701-8D3C-40187889A947}"/>
          </ac:spMkLst>
        </pc:spChg>
        <pc:picChg chg="add mod ord">
          <ac:chgData name="Manas Tuwani" userId="5d421215-a11f-4a6e-90ca-e8ac2213fab6" providerId="ADAL" clId="{757EB089-E0F6-4426-828E-608077992FB9}" dt="2023-12-21T14:46:56.639" v="43" actId="27614"/>
          <ac:picMkLst>
            <pc:docMk/>
            <pc:sldMk cId="2408754556" sldId="281"/>
            <ac:picMk id="5" creationId="{DC639F43-0B4C-F8DD-9AA8-A67D1837C467}"/>
          </ac:picMkLst>
        </pc:picChg>
      </pc:sldChg>
    </pc:docChg>
  </pc:docChgLst>
  <pc:docChgLst>
    <pc:chgData name="Manas Tuwani" userId="5d421215-a11f-4a6e-90ca-e8ac2213fab6" providerId="ADAL" clId="{A8EA8CB6-B544-428F-A2D1-9D0652E0F986}"/>
    <pc:docChg chg="undo custSel addSld modSld sldOrd">
      <pc:chgData name="Manas Tuwani" userId="5d421215-a11f-4a6e-90ca-e8ac2213fab6" providerId="ADAL" clId="{A8EA8CB6-B544-428F-A2D1-9D0652E0F986}" dt="2023-01-14T13:38:44.325" v="18" actId="26606"/>
      <pc:docMkLst>
        <pc:docMk/>
      </pc:docMkLst>
      <pc:sldChg chg="ord">
        <pc:chgData name="Manas Tuwani" userId="5d421215-a11f-4a6e-90ca-e8ac2213fab6" providerId="ADAL" clId="{A8EA8CB6-B544-428F-A2D1-9D0652E0F986}" dt="2023-01-14T13:37:56.001" v="4"/>
        <pc:sldMkLst>
          <pc:docMk/>
          <pc:sldMk cId="2464496503" sldId="257"/>
        </pc:sldMkLst>
      </pc:sldChg>
      <pc:sldChg chg="addSp new mod">
        <pc:chgData name="Manas Tuwani" userId="5d421215-a11f-4a6e-90ca-e8ac2213fab6" providerId="ADAL" clId="{A8EA8CB6-B544-428F-A2D1-9D0652E0F986}" dt="2023-01-13T14:36:13.238" v="1" actId="22"/>
        <pc:sldMkLst>
          <pc:docMk/>
          <pc:sldMk cId="3406141156" sldId="278"/>
        </pc:sldMkLst>
        <pc:picChg chg="add">
          <ac:chgData name="Manas Tuwani" userId="5d421215-a11f-4a6e-90ca-e8ac2213fab6" providerId="ADAL" clId="{A8EA8CB6-B544-428F-A2D1-9D0652E0F986}" dt="2023-01-13T14:36:13.238" v="1" actId="22"/>
          <ac:picMkLst>
            <pc:docMk/>
            <pc:sldMk cId="3406141156" sldId="278"/>
            <ac:picMk id="3" creationId="{110B9BEF-EEA6-FA22-461B-9287E62D543A}"/>
          </ac:picMkLst>
        </pc:picChg>
      </pc:sldChg>
      <pc:sldChg chg="addSp delSp modSp new mod setBg">
        <pc:chgData name="Manas Tuwani" userId="5d421215-a11f-4a6e-90ca-e8ac2213fab6" providerId="ADAL" clId="{A8EA8CB6-B544-428F-A2D1-9D0652E0F986}" dt="2023-01-14T13:38:44.325" v="18" actId="26606"/>
        <pc:sldMkLst>
          <pc:docMk/>
          <pc:sldMk cId="4052406721" sldId="279"/>
        </pc:sldMkLst>
        <pc:spChg chg="add">
          <ac:chgData name="Manas Tuwani" userId="5d421215-a11f-4a6e-90ca-e8ac2213fab6" providerId="ADAL" clId="{A8EA8CB6-B544-428F-A2D1-9D0652E0F986}" dt="2023-01-14T13:38:44.325" v="18" actId="26606"/>
          <ac:spMkLst>
            <pc:docMk/>
            <pc:sldMk cId="4052406721" sldId="279"/>
            <ac:spMk id="5" creationId="{42A4FC2C-047E-45A5-965D-8E1E3BF09BC6}"/>
          </ac:spMkLst>
        </pc:spChg>
        <pc:spChg chg="add del">
          <ac:chgData name="Manas Tuwani" userId="5d421215-a11f-4a6e-90ca-e8ac2213fab6" providerId="ADAL" clId="{A8EA8CB6-B544-428F-A2D1-9D0652E0F986}" dt="2023-01-14T13:38:35.679" v="9" actId="26606"/>
          <ac:spMkLst>
            <pc:docMk/>
            <pc:sldMk cId="4052406721" sldId="279"/>
            <ac:spMk id="8" creationId="{42A4FC2C-047E-45A5-965D-8E1E3BF09BC6}"/>
          </ac:spMkLst>
        </pc:spChg>
        <pc:spChg chg="add del">
          <ac:chgData name="Manas Tuwani" userId="5d421215-a11f-4a6e-90ca-e8ac2213fab6" providerId="ADAL" clId="{A8EA8CB6-B544-428F-A2D1-9D0652E0F986}" dt="2023-01-14T13:38:38.400" v="11" actId="26606"/>
          <ac:spMkLst>
            <pc:docMk/>
            <pc:sldMk cId="4052406721" sldId="279"/>
            <ac:spMk id="10" creationId="{3B432D73-5C38-474F-AF96-A3228731BF36}"/>
          </ac:spMkLst>
        </pc:spChg>
        <pc:spChg chg="add del">
          <ac:chgData name="Manas Tuwani" userId="5d421215-a11f-4a6e-90ca-e8ac2213fab6" providerId="ADAL" clId="{A8EA8CB6-B544-428F-A2D1-9D0652E0F986}" dt="2023-01-14T13:38:41.477" v="13" actId="26606"/>
          <ac:spMkLst>
            <pc:docMk/>
            <pc:sldMk cId="4052406721" sldId="279"/>
            <ac:spMk id="12" creationId="{8D313E8C-7457-407E-BDA5-EACA44D38247}"/>
          </ac:spMkLst>
        </pc:spChg>
        <pc:spChg chg="add del">
          <ac:chgData name="Manas Tuwani" userId="5d421215-a11f-4a6e-90ca-e8ac2213fab6" providerId="ADAL" clId="{A8EA8CB6-B544-428F-A2D1-9D0652E0F986}" dt="2023-01-14T13:38:41.477" v="13" actId="26606"/>
          <ac:spMkLst>
            <pc:docMk/>
            <pc:sldMk cId="4052406721" sldId="279"/>
            <ac:spMk id="13" creationId="{7EBFDB7D-DD97-44CE-AFFB-458781A3DB9B}"/>
          </ac:spMkLst>
        </pc:spChg>
        <pc:spChg chg="add del">
          <ac:chgData name="Manas Tuwani" userId="5d421215-a11f-4a6e-90ca-e8ac2213fab6" providerId="ADAL" clId="{A8EA8CB6-B544-428F-A2D1-9D0652E0F986}" dt="2023-01-14T13:38:41.477" v="13" actId="26606"/>
          <ac:spMkLst>
            <pc:docMk/>
            <pc:sldMk cId="4052406721" sldId="279"/>
            <ac:spMk id="14" creationId="{50F864A1-23CF-4954-887F-3C4458622A68}"/>
          </ac:spMkLst>
        </pc:spChg>
        <pc:spChg chg="add del">
          <ac:chgData name="Manas Tuwani" userId="5d421215-a11f-4a6e-90ca-e8ac2213fab6" providerId="ADAL" clId="{A8EA8CB6-B544-428F-A2D1-9D0652E0F986}" dt="2023-01-14T13:38:42.147" v="15" actId="26606"/>
          <ac:spMkLst>
            <pc:docMk/>
            <pc:sldMk cId="4052406721" sldId="279"/>
            <ac:spMk id="16" creationId="{63644BFD-D22E-4019-B666-387DA51AEAFD}"/>
          </ac:spMkLst>
        </pc:spChg>
        <pc:spChg chg="add del">
          <ac:chgData name="Manas Tuwani" userId="5d421215-a11f-4a6e-90ca-e8ac2213fab6" providerId="ADAL" clId="{A8EA8CB6-B544-428F-A2D1-9D0652E0F986}" dt="2023-01-14T13:38:42.147" v="15" actId="26606"/>
          <ac:spMkLst>
            <pc:docMk/>
            <pc:sldMk cId="4052406721" sldId="279"/>
            <ac:spMk id="19" creationId="{3776B14B-F2F4-4825-8DA8-8C7A0F2B3960}"/>
          </ac:spMkLst>
        </pc:spChg>
        <pc:grpChg chg="add del">
          <ac:chgData name="Manas Tuwani" userId="5d421215-a11f-4a6e-90ca-e8ac2213fab6" providerId="ADAL" clId="{A8EA8CB6-B544-428F-A2D1-9D0652E0F986}" dt="2023-01-14T13:38:42.147" v="15" actId="26606"/>
          <ac:grpSpMkLst>
            <pc:docMk/>
            <pc:sldMk cId="4052406721" sldId="279"/>
            <ac:grpSpMk id="17" creationId="{5FE9FE4C-C9E0-4C54-8010-EA9D29CD4D59}"/>
          </ac:grpSpMkLst>
        </pc:grpChg>
        <pc:picChg chg="add mod">
          <ac:chgData name="Manas Tuwani" userId="5d421215-a11f-4a6e-90ca-e8ac2213fab6" providerId="ADAL" clId="{A8EA8CB6-B544-428F-A2D1-9D0652E0F986}" dt="2023-01-14T13:38:44.325" v="18" actId="26606"/>
          <ac:picMkLst>
            <pc:docMk/>
            <pc:sldMk cId="4052406721" sldId="279"/>
            <ac:picMk id="3" creationId="{C4C9DE6F-D9EC-261B-289C-5B4A9DF11963}"/>
          </ac:picMkLst>
        </pc:picChg>
      </pc:sldChg>
    </pc:docChg>
  </pc:docChgLst>
  <pc:docChgLst>
    <pc:chgData name="Manas Tuwani" userId="5d421215-a11f-4a6e-90ca-e8ac2213fab6" providerId="ADAL" clId="{8BF90137-BCF2-42BD-9513-7CAFDF72E8D0}"/>
    <pc:docChg chg="undo custSel addSld delSld modSld sldOrd">
      <pc:chgData name="Manas Tuwani" userId="5d421215-a11f-4a6e-90ca-e8ac2213fab6" providerId="ADAL" clId="{8BF90137-BCF2-42BD-9513-7CAFDF72E8D0}" dt="2022-08-01T14:22:57.615" v="529" actId="20577"/>
      <pc:docMkLst>
        <pc:docMk/>
      </pc:docMkLst>
      <pc:sldChg chg="del">
        <pc:chgData name="Manas Tuwani" userId="5d421215-a11f-4a6e-90ca-e8ac2213fab6" providerId="ADAL" clId="{8BF90137-BCF2-42BD-9513-7CAFDF72E8D0}" dt="2022-07-30T08:58:04.687" v="0" actId="47"/>
        <pc:sldMkLst>
          <pc:docMk/>
          <pc:sldMk cId="26125207" sldId="256"/>
        </pc:sldMkLst>
      </pc:sldChg>
      <pc:sldChg chg="modSp mod">
        <pc:chgData name="Manas Tuwani" userId="5d421215-a11f-4a6e-90ca-e8ac2213fab6" providerId="ADAL" clId="{8BF90137-BCF2-42BD-9513-7CAFDF72E8D0}" dt="2022-08-01T09:22:03.319" v="409" actId="20577"/>
        <pc:sldMkLst>
          <pc:docMk/>
          <pc:sldMk cId="2464496503" sldId="257"/>
        </pc:sldMkLst>
        <pc:spChg chg="mod">
          <ac:chgData name="Manas Tuwani" userId="5d421215-a11f-4a6e-90ca-e8ac2213fab6" providerId="ADAL" clId="{8BF90137-BCF2-42BD-9513-7CAFDF72E8D0}" dt="2022-08-01T09:22:03.319" v="409" actId="20577"/>
          <ac:spMkLst>
            <pc:docMk/>
            <pc:sldMk cId="2464496503" sldId="257"/>
            <ac:spMk id="3" creationId="{3BF39A52-EC69-FCF2-149F-72B2E91F217B}"/>
          </ac:spMkLst>
        </pc:spChg>
      </pc:sldChg>
      <pc:sldChg chg="addSp delSp modSp mod setBg">
        <pc:chgData name="Manas Tuwani" userId="5d421215-a11f-4a6e-90ca-e8ac2213fab6" providerId="ADAL" clId="{8BF90137-BCF2-42BD-9513-7CAFDF72E8D0}" dt="2022-07-30T09:00:37.511" v="19" actId="26606"/>
        <pc:sldMkLst>
          <pc:docMk/>
          <pc:sldMk cId="369546531" sldId="259"/>
        </pc:sldMkLst>
        <pc:spChg chg="mod ord">
          <ac:chgData name="Manas Tuwani" userId="5d421215-a11f-4a6e-90ca-e8ac2213fab6" providerId="ADAL" clId="{8BF90137-BCF2-42BD-9513-7CAFDF72E8D0}" dt="2022-07-30T09:00:37.511" v="19" actId="26606"/>
          <ac:spMkLst>
            <pc:docMk/>
            <pc:sldMk cId="369546531" sldId="259"/>
            <ac:spMk id="3" creationId="{854F30FB-19E3-659B-1D5F-16C0AEB4B6B9}"/>
          </ac:spMkLst>
        </pc:spChg>
        <pc:spChg chg="add del">
          <ac:chgData name="Manas Tuwani" userId="5d421215-a11f-4a6e-90ca-e8ac2213fab6" providerId="ADAL" clId="{8BF90137-BCF2-42BD-9513-7CAFDF72E8D0}" dt="2022-07-30T08:58:53.040" v="5" actId="26606"/>
          <ac:spMkLst>
            <pc:docMk/>
            <pc:sldMk cId="369546531" sldId="259"/>
            <ac:spMk id="8" creationId="{100EDD19-6802-4EC3-95CE-CFFAB042CFD6}"/>
          </ac:spMkLst>
        </pc:spChg>
        <pc:spChg chg="add del">
          <ac:chgData name="Manas Tuwani" userId="5d421215-a11f-4a6e-90ca-e8ac2213fab6" providerId="ADAL" clId="{8BF90137-BCF2-42BD-9513-7CAFDF72E8D0}" dt="2022-07-30T08:58:53.040" v="5" actId="26606"/>
          <ac:spMkLst>
            <pc:docMk/>
            <pc:sldMk cId="369546531" sldId="259"/>
            <ac:spMk id="10" creationId="{DB17E863-922E-4C26-BD64-E8FD41D28661}"/>
          </ac:spMkLst>
        </pc:spChg>
        <pc:spChg chg="add del">
          <ac:chgData name="Manas Tuwani" userId="5d421215-a11f-4a6e-90ca-e8ac2213fab6" providerId="ADAL" clId="{8BF90137-BCF2-42BD-9513-7CAFDF72E8D0}" dt="2022-07-30T08:59:35.282" v="13" actId="26606"/>
          <ac:spMkLst>
            <pc:docMk/>
            <pc:sldMk cId="369546531" sldId="259"/>
            <ac:spMk id="12" creationId="{967D8EB6-EAE1-4F9C-B398-83321E287204}"/>
          </ac:spMkLst>
        </pc:spChg>
        <pc:spChg chg="add del">
          <ac:chgData name="Manas Tuwani" userId="5d421215-a11f-4a6e-90ca-e8ac2213fab6" providerId="ADAL" clId="{8BF90137-BCF2-42BD-9513-7CAFDF72E8D0}" dt="2022-07-30T08:59:35.282" v="13" actId="26606"/>
          <ac:spMkLst>
            <pc:docMk/>
            <pc:sldMk cId="369546531" sldId="259"/>
            <ac:spMk id="13" creationId="{59A309A7-1751-4ABE-A3C1-EEC40366AD89}"/>
          </ac:spMkLst>
        </pc:spChg>
        <pc:spChg chg="add del">
          <ac:chgData name="Manas Tuwani" userId="5d421215-a11f-4a6e-90ca-e8ac2213fab6" providerId="ADAL" clId="{8BF90137-BCF2-42BD-9513-7CAFDF72E8D0}" dt="2022-07-30T09:00:37.511" v="19" actId="26606"/>
          <ac:spMkLst>
            <pc:docMk/>
            <pc:sldMk cId="369546531" sldId="259"/>
            <ac:spMk id="15" creationId="{FF0330B1-AAAC-427D-8A95-40380162BC65}"/>
          </ac:spMkLst>
        </pc:spChg>
        <pc:spChg chg="add">
          <ac:chgData name="Manas Tuwani" userId="5d421215-a11f-4a6e-90ca-e8ac2213fab6" providerId="ADAL" clId="{8BF90137-BCF2-42BD-9513-7CAFDF72E8D0}" dt="2022-07-30T09:00:37.511" v="19" actId="26606"/>
          <ac:spMkLst>
            <pc:docMk/>
            <pc:sldMk cId="369546531" sldId="259"/>
            <ac:spMk id="17" creationId="{5DD103AA-7536-490B-973F-73CA63A7ED09}"/>
          </ac:spMkLst>
        </pc:spChg>
        <pc:spChg chg="add del">
          <ac:chgData name="Manas Tuwani" userId="5d421215-a11f-4a6e-90ca-e8ac2213fab6" providerId="ADAL" clId="{8BF90137-BCF2-42BD-9513-7CAFDF72E8D0}" dt="2022-07-30T08:59:30.357" v="12" actId="26606"/>
          <ac:spMkLst>
            <pc:docMk/>
            <pc:sldMk cId="369546531" sldId="259"/>
            <ac:spMk id="18" creationId="{91F32EBA-ED97-466E-8CFA-8382584155D0}"/>
          </ac:spMkLst>
        </pc:spChg>
        <pc:spChg chg="add del">
          <ac:chgData name="Manas Tuwani" userId="5d421215-a11f-4a6e-90ca-e8ac2213fab6" providerId="ADAL" clId="{8BF90137-BCF2-42BD-9513-7CAFDF72E8D0}" dt="2022-07-30T08:59:30.357" v="12" actId="26606"/>
          <ac:spMkLst>
            <pc:docMk/>
            <pc:sldMk cId="369546531" sldId="259"/>
            <ac:spMk id="20" creationId="{62A38935-BB53-4DF7-A56E-48DD25B685D7}"/>
          </ac:spMkLst>
        </pc:spChg>
        <pc:picChg chg="add del">
          <ac:chgData name="Manas Tuwani" userId="5d421215-a11f-4a6e-90ca-e8ac2213fab6" providerId="ADAL" clId="{8BF90137-BCF2-42BD-9513-7CAFDF72E8D0}" dt="2022-07-30T08:58:47.395" v="3" actId="26606"/>
          <ac:picMkLst>
            <pc:docMk/>
            <pc:sldMk cId="369546531" sldId="259"/>
            <ac:picMk id="5" creationId="{3BF99E54-98E6-E668-7345-37FF3D335F43}"/>
          </ac:picMkLst>
        </pc:picChg>
        <pc:picChg chg="add mod">
          <ac:chgData name="Manas Tuwani" userId="5d421215-a11f-4a6e-90ca-e8ac2213fab6" providerId="ADAL" clId="{8BF90137-BCF2-42BD-9513-7CAFDF72E8D0}" dt="2022-07-30T09:00:37.511" v="19" actId="26606"/>
          <ac:picMkLst>
            <pc:docMk/>
            <pc:sldMk cId="369546531" sldId="259"/>
            <ac:picMk id="7" creationId="{8E77C98B-38A5-AB31-C0DD-AA3C2E6087E7}"/>
          </ac:picMkLst>
        </pc:picChg>
        <pc:cxnChg chg="add del">
          <ac:chgData name="Manas Tuwani" userId="5d421215-a11f-4a6e-90ca-e8ac2213fab6" providerId="ADAL" clId="{8BF90137-BCF2-42BD-9513-7CAFDF72E8D0}" dt="2022-07-30T08:58:47.395" v="3" actId="26606"/>
          <ac:cxnSpMkLst>
            <pc:docMk/>
            <pc:sldMk cId="369546531" sldId="259"/>
            <ac:cxnSpMk id="9" creationId="{A7F400EE-A8A5-48AF-B4D6-291B52C6F0B0}"/>
          </ac:cxnSpMkLst>
        </pc:cxnChg>
      </pc:sldChg>
      <pc:sldChg chg="modSp new mod">
        <pc:chgData name="Manas Tuwani" userId="5d421215-a11f-4a6e-90ca-e8ac2213fab6" providerId="ADAL" clId="{8BF90137-BCF2-42BD-9513-7CAFDF72E8D0}" dt="2022-07-30T16:59:19.201" v="32" actId="14100"/>
        <pc:sldMkLst>
          <pc:docMk/>
          <pc:sldMk cId="3475577104" sldId="260"/>
        </pc:sldMkLst>
        <pc:spChg chg="mod">
          <ac:chgData name="Manas Tuwani" userId="5d421215-a11f-4a6e-90ca-e8ac2213fab6" providerId="ADAL" clId="{8BF90137-BCF2-42BD-9513-7CAFDF72E8D0}" dt="2022-07-30T16:58:01.622" v="21"/>
          <ac:spMkLst>
            <pc:docMk/>
            <pc:sldMk cId="3475577104" sldId="260"/>
            <ac:spMk id="2" creationId="{8B652F7B-221F-DD44-A440-E48C8E4F65FA}"/>
          </ac:spMkLst>
        </pc:spChg>
        <pc:spChg chg="mod">
          <ac:chgData name="Manas Tuwani" userId="5d421215-a11f-4a6e-90ca-e8ac2213fab6" providerId="ADAL" clId="{8BF90137-BCF2-42BD-9513-7CAFDF72E8D0}" dt="2022-07-30T16:59:19.201" v="32" actId="14100"/>
          <ac:spMkLst>
            <pc:docMk/>
            <pc:sldMk cId="3475577104" sldId="260"/>
            <ac:spMk id="3" creationId="{7A3C1728-891F-B81C-DBC8-CBE77F79AC9A}"/>
          </ac:spMkLst>
        </pc:spChg>
      </pc:sldChg>
      <pc:sldChg chg="modSp new mod">
        <pc:chgData name="Manas Tuwani" userId="5d421215-a11f-4a6e-90ca-e8ac2213fab6" providerId="ADAL" clId="{8BF90137-BCF2-42BD-9513-7CAFDF72E8D0}" dt="2022-08-01T14:04:17.982" v="517" actId="20577"/>
        <pc:sldMkLst>
          <pc:docMk/>
          <pc:sldMk cId="3057831255" sldId="261"/>
        </pc:sldMkLst>
        <pc:spChg chg="mod">
          <ac:chgData name="Manas Tuwani" userId="5d421215-a11f-4a6e-90ca-e8ac2213fab6" providerId="ADAL" clId="{8BF90137-BCF2-42BD-9513-7CAFDF72E8D0}" dt="2022-07-30T16:59:35.005" v="37"/>
          <ac:spMkLst>
            <pc:docMk/>
            <pc:sldMk cId="3057831255" sldId="261"/>
            <ac:spMk id="2" creationId="{0F529C47-F184-37D9-8BDE-5675D15AE370}"/>
          </ac:spMkLst>
        </pc:spChg>
        <pc:spChg chg="mod">
          <ac:chgData name="Manas Tuwani" userId="5d421215-a11f-4a6e-90ca-e8ac2213fab6" providerId="ADAL" clId="{8BF90137-BCF2-42BD-9513-7CAFDF72E8D0}" dt="2022-08-01T14:04:17.982" v="517" actId="20577"/>
          <ac:spMkLst>
            <pc:docMk/>
            <pc:sldMk cId="3057831255" sldId="261"/>
            <ac:spMk id="3" creationId="{972C831F-E2B7-110D-810A-59BD6B05D8E0}"/>
          </ac:spMkLst>
        </pc:spChg>
      </pc:sldChg>
      <pc:sldChg chg="addSp delSp modSp new mod setBg">
        <pc:chgData name="Manas Tuwani" userId="5d421215-a11f-4a6e-90ca-e8ac2213fab6" providerId="ADAL" clId="{8BF90137-BCF2-42BD-9513-7CAFDF72E8D0}" dt="2022-08-01T10:00:31.344" v="417" actId="1076"/>
        <pc:sldMkLst>
          <pc:docMk/>
          <pc:sldMk cId="2337234589" sldId="262"/>
        </pc:sldMkLst>
        <pc:spChg chg="mod">
          <ac:chgData name="Manas Tuwani" userId="5d421215-a11f-4a6e-90ca-e8ac2213fab6" providerId="ADAL" clId="{8BF90137-BCF2-42BD-9513-7CAFDF72E8D0}" dt="2022-07-30T17:01:29.967" v="58" actId="26606"/>
          <ac:spMkLst>
            <pc:docMk/>
            <pc:sldMk cId="2337234589" sldId="262"/>
            <ac:spMk id="2" creationId="{A12B5EE9-BE05-EBBE-A5D5-51DC363810C6}"/>
          </ac:spMkLst>
        </pc:spChg>
        <pc:spChg chg="mod">
          <ac:chgData name="Manas Tuwani" userId="5d421215-a11f-4a6e-90ca-e8ac2213fab6" providerId="ADAL" clId="{8BF90137-BCF2-42BD-9513-7CAFDF72E8D0}" dt="2022-07-30T17:01:29.967" v="58" actId="26606"/>
          <ac:spMkLst>
            <pc:docMk/>
            <pc:sldMk cId="2337234589" sldId="262"/>
            <ac:spMk id="3" creationId="{CA062A20-A15E-21FB-1855-DB677D871A0C}"/>
          </ac:spMkLst>
        </pc:spChg>
        <pc:spChg chg="add del">
          <ac:chgData name="Manas Tuwani" userId="5d421215-a11f-4a6e-90ca-e8ac2213fab6" providerId="ADAL" clId="{8BF90137-BCF2-42BD-9513-7CAFDF72E8D0}" dt="2022-07-30T17:01:29.958" v="57" actId="26606"/>
          <ac:spMkLst>
            <pc:docMk/>
            <pc:sldMk cId="2337234589" sldId="262"/>
            <ac:spMk id="10" creationId="{2B566528-1B12-4246-9431-5C2D7D081168}"/>
          </ac:spMkLst>
        </pc:spChg>
        <pc:spChg chg="add">
          <ac:chgData name="Manas Tuwani" userId="5d421215-a11f-4a6e-90ca-e8ac2213fab6" providerId="ADAL" clId="{8BF90137-BCF2-42BD-9513-7CAFDF72E8D0}" dt="2022-07-30T17:01:29.967" v="58" actId="26606"/>
          <ac:spMkLst>
            <pc:docMk/>
            <pc:sldMk cId="2337234589" sldId="262"/>
            <ac:spMk id="20" creationId="{45D37F4E-DDB4-456B-97E0-9937730A039F}"/>
          </ac:spMkLst>
        </pc:spChg>
        <pc:spChg chg="add">
          <ac:chgData name="Manas Tuwani" userId="5d421215-a11f-4a6e-90ca-e8ac2213fab6" providerId="ADAL" clId="{8BF90137-BCF2-42BD-9513-7CAFDF72E8D0}" dt="2022-07-30T17:01:29.967" v="58" actId="26606"/>
          <ac:spMkLst>
            <pc:docMk/>
            <pc:sldMk cId="2337234589" sldId="262"/>
            <ac:spMk id="21" creationId="{B2DD41CD-8F47-4F56-AD12-4E2FF7696987}"/>
          </ac:spMkLst>
        </pc:spChg>
        <pc:grpChg chg="add del">
          <ac:chgData name="Manas Tuwani" userId="5d421215-a11f-4a6e-90ca-e8ac2213fab6" providerId="ADAL" clId="{8BF90137-BCF2-42BD-9513-7CAFDF72E8D0}" dt="2022-07-30T17:01:29.958" v="57" actId="26606"/>
          <ac:grpSpMkLst>
            <pc:docMk/>
            <pc:sldMk cId="2337234589" sldId="262"/>
            <ac:grpSpMk id="12" creationId="{828A5161-06F1-46CF-8AD7-844680A59E13}"/>
          </ac:grpSpMkLst>
        </pc:grpChg>
        <pc:grpChg chg="add del">
          <ac:chgData name="Manas Tuwani" userId="5d421215-a11f-4a6e-90ca-e8ac2213fab6" providerId="ADAL" clId="{8BF90137-BCF2-42BD-9513-7CAFDF72E8D0}" dt="2022-07-30T17:01:29.958" v="57" actId="26606"/>
          <ac:grpSpMkLst>
            <pc:docMk/>
            <pc:sldMk cId="2337234589" sldId="262"/>
            <ac:grpSpMk id="16" creationId="{5995D10D-E9C9-47DB-AE7E-801FEF38F5C9}"/>
          </ac:grpSpMkLst>
        </pc:grpChg>
        <pc:picChg chg="add mod">
          <ac:chgData name="Manas Tuwani" userId="5d421215-a11f-4a6e-90ca-e8ac2213fab6" providerId="ADAL" clId="{8BF90137-BCF2-42BD-9513-7CAFDF72E8D0}" dt="2022-08-01T10:00:31.344" v="417" actId="1076"/>
          <ac:picMkLst>
            <pc:docMk/>
            <pc:sldMk cId="2337234589" sldId="262"/>
            <ac:picMk id="5" creationId="{5B2A29F3-F4EF-7B23-BF62-9A05654BA70C}"/>
          </ac:picMkLst>
        </pc:picChg>
      </pc:sldChg>
      <pc:sldChg chg="modSp new del mod">
        <pc:chgData name="Manas Tuwani" userId="5d421215-a11f-4a6e-90ca-e8ac2213fab6" providerId="ADAL" clId="{8BF90137-BCF2-42BD-9513-7CAFDF72E8D0}" dt="2022-08-01T13:12:18.872" v="426" actId="2696"/>
        <pc:sldMkLst>
          <pc:docMk/>
          <pc:sldMk cId="644893887" sldId="263"/>
        </pc:sldMkLst>
        <pc:spChg chg="mod">
          <ac:chgData name="Manas Tuwani" userId="5d421215-a11f-4a6e-90ca-e8ac2213fab6" providerId="ADAL" clId="{8BF90137-BCF2-42BD-9513-7CAFDF72E8D0}" dt="2022-07-30T17:04:58.336" v="72"/>
          <ac:spMkLst>
            <pc:docMk/>
            <pc:sldMk cId="644893887" sldId="263"/>
            <ac:spMk id="2" creationId="{7AC4461C-F878-9A00-9519-442CE98FC0D5}"/>
          </ac:spMkLst>
        </pc:spChg>
        <pc:spChg chg="mod">
          <ac:chgData name="Manas Tuwani" userId="5d421215-a11f-4a6e-90ca-e8ac2213fab6" providerId="ADAL" clId="{8BF90137-BCF2-42BD-9513-7CAFDF72E8D0}" dt="2022-07-31T05:36:18.912" v="324" actId="20577"/>
          <ac:spMkLst>
            <pc:docMk/>
            <pc:sldMk cId="644893887" sldId="263"/>
            <ac:spMk id="3" creationId="{7D8E7895-F269-11E2-7D67-237E733ADF60}"/>
          </ac:spMkLst>
        </pc:spChg>
      </pc:sldChg>
      <pc:sldChg chg="modSp add mod">
        <pc:chgData name="Manas Tuwani" userId="5d421215-a11f-4a6e-90ca-e8ac2213fab6" providerId="ADAL" clId="{8BF90137-BCF2-42BD-9513-7CAFDF72E8D0}" dt="2022-08-01T14:22:57.615" v="529" actId="20577"/>
        <pc:sldMkLst>
          <pc:docMk/>
          <pc:sldMk cId="3975467732" sldId="263"/>
        </pc:sldMkLst>
        <pc:spChg chg="mod">
          <ac:chgData name="Manas Tuwani" userId="5d421215-a11f-4a6e-90ca-e8ac2213fab6" providerId="ADAL" clId="{8BF90137-BCF2-42BD-9513-7CAFDF72E8D0}" dt="2022-08-01T14:22:57.615" v="529" actId="20577"/>
          <ac:spMkLst>
            <pc:docMk/>
            <pc:sldMk cId="3975467732" sldId="263"/>
            <ac:spMk id="3" creationId="{7D8E7895-F269-11E2-7D67-237E733ADF60}"/>
          </ac:spMkLst>
        </pc:spChg>
      </pc:sldChg>
      <pc:sldChg chg="add">
        <pc:chgData name="Manas Tuwani" userId="5d421215-a11f-4a6e-90ca-e8ac2213fab6" providerId="ADAL" clId="{8BF90137-BCF2-42BD-9513-7CAFDF72E8D0}" dt="2022-08-01T13:12:28.050" v="427"/>
        <pc:sldMkLst>
          <pc:docMk/>
          <pc:sldMk cId="1340042833" sldId="264"/>
        </pc:sldMkLst>
      </pc:sldChg>
      <pc:sldChg chg="modSp new del mod">
        <pc:chgData name="Manas Tuwani" userId="5d421215-a11f-4a6e-90ca-e8ac2213fab6" providerId="ADAL" clId="{8BF90137-BCF2-42BD-9513-7CAFDF72E8D0}" dt="2022-08-01T13:12:18.872" v="426" actId="2696"/>
        <pc:sldMkLst>
          <pc:docMk/>
          <pc:sldMk cId="4207434393" sldId="264"/>
        </pc:sldMkLst>
        <pc:spChg chg="mod">
          <ac:chgData name="Manas Tuwani" userId="5d421215-a11f-4a6e-90ca-e8ac2213fab6" providerId="ADAL" clId="{8BF90137-BCF2-42BD-9513-7CAFDF72E8D0}" dt="2022-07-30T17:10:03.717" v="101"/>
          <ac:spMkLst>
            <pc:docMk/>
            <pc:sldMk cId="4207434393" sldId="264"/>
            <ac:spMk id="2" creationId="{4726D5A6-F310-955A-2D49-A508B9D37288}"/>
          </ac:spMkLst>
        </pc:spChg>
        <pc:spChg chg="mod">
          <ac:chgData name="Manas Tuwani" userId="5d421215-a11f-4a6e-90ca-e8ac2213fab6" providerId="ADAL" clId="{8BF90137-BCF2-42BD-9513-7CAFDF72E8D0}" dt="2022-07-31T05:36:25.551" v="328" actId="27636"/>
          <ac:spMkLst>
            <pc:docMk/>
            <pc:sldMk cId="4207434393" sldId="264"/>
            <ac:spMk id="3" creationId="{AFF27CED-D287-1185-532F-F94C0D7A5302}"/>
          </ac:spMkLst>
        </pc:spChg>
      </pc:sldChg>
      <pc:sldChg chg="add">
        <pc:chgData name="Manas Tuwani" userId="5d421215-a11f-4a6e-90ca-e8ac2213fab6" providerId="ADAL" clId="{8BF90137-BCF2-42BD-9513-7CAFDF72E8D0}" dt="2022-08-01T13:12:28.050" v="427"/>
        <pc:sldMkLst>
          <pc:docMk/>
          <pc:sldMk cId="459906828" sldId="265"/>
        </pc:sldMkLst>
      </pc:sldChg>
      <pc:sldChg chg="addSp delSp modSp new del mod setBg">
        <pc:chgData name="Manas Tuwani" userId="5d421215-a11f-4a6e-90ca-e8ac2213fab6" providerId="ADAL" clId="{8BF90137-BCF2-42BD-9513-7CAFDF72E8D0}" dt="2022-08-01T13:12:18.872" v="426" actId="2696"/>
        <pc:sldMkLst>
          <pc:docMk/>
          <pc:sldMk cId="466273267" sldId="265"/>
        </pc:sldMkLst>
        <pc:spChg chg="mod">
          <ac:chgData name="Manas Tuwani" userId="5d421215-a11f-4a6e-90ca-e8ac2213fab6" providerId="ADAL" clId="{8BF90137-BCF2-42BD-9513-7CAFDF72E8D0}" dt="2022-07-31T05:34:48.780" v="321" actId="255"/>
          <ac:spMkLst>
            <pc:docMk/>
            <pc:sldMk cId="466273267" sldId="265"/>
            <ac:spMk id="2" creationId="{A66E2190-2405-1675-DCE2-F762A16564EF}"/>
          </ac:spMkLst>
        </pc:spChg>
        <pc:spChg chg="add del mod">
          <ac:chgData name="Manas Tuwani" userId="5d421215-a11f-4a6e-90ca-e8ac2213fab6" providerId="ADAL" clId="{8BF90137-BCF2-42BD-9513-7CAFDF72E8D0}" dt="2022-07-30T17:12:13.194" v="128" actId="26606"/>
          <ac:spMkLst>
            <pc:docMk/>
            <pc:sldMk cId="466273267" sldId="265"/>
            <ac:spMk id="3" creationId="{EF29FBBD-6BA1-B667-3F6D-F1F47B36574B}"/>
          </ac:spMkLst>
        </pc:spChg>
        <pc:spChg chg="add del">
          <ac:chgData name="Manas Tuwani" userId="5d421215-a11f-4a6e-90ca-e8ac2213fab6" providerId="ADAL" clId="{8BF90137-BCF2-42BD-9513-7CAFDF72E8D0}" dt="2022-07-30T17:12:06.922" v="126" actId="26606"/>
          <ac:spMkLst>
            <pc:docMk/>
            <pc:sldMk cId="466273267" sldId="265"/>
            <ac:spMk id="7" creationId="{743AA782-23D1-4521-8CAD-47662984AA08}"/>
          </ac:spMkLst>
        </pc:spChg>
        <pc:spChg chg="add del">
          <ac:chgData name="Manas Tuwani" userId="5d421215-a11f-4a6e-90ca-e8ac2213fab6" providerId="ADAL" clId="{8BF90137-BCF2-42BD-9513-7CAFDF72E8D0}" dt="2022-07-30T17:12:06.922" v="126" actId="26606"/>
          <ac:spMkLst>
            <pc:docMk/>
            <pc:sldMk cId="466273267" sldId="265"/>
            <ac:spMk id="8" creationId="{71877DBC-BB60-40F0-AC93-2ACDBAAE60CE}"/>
          </ac:spMkLst>
        </pc:spChg>
        <pc:spChg chg="add del">
          <ac:chgData name="Manas Tuwani" userId="5d421215-a11f-4a6e-90ca-e8ac2213fab6" providerId="ADAL" clId="{8BF90137-BCF2-42BD-9513-7CAFDF72E8D0}" dt="2022-07-30T17:11:46.582" v="123" actId="26606"/>
          <ac:spMkLst>
            <pc:docMk/>
            <pc:sldMk cId="466273267" sldId="265"/>
            <ac:spMk id="10" creationId="{45D37F4E-DDB4-456B-97E0-9937730A039F}"/>
          </ac:spMkLst>
        </pc:spChg>
        <pc:spChg chg="add del">
          <ac:chgData name="Manas Tuwani" userId="5d421215-a11f-4a6e-90ca-e8ac2213fab6" providerId="ADAL" clId="{8BF90137-BCF2-42BD-9513-7CAFDF72E8D0}" dt="2022-07-30T17:11:46.582" v="123" actId="26606"/>
          <ac:spMkLst>
            <pc:docMk/>
            <pc:sldMk cId="466273267" sldId="265"/>
            <ac:spMk id="12" creationId="{B2DD41CD-8F47-4F56-AD12-4E2FF7696987}"/>
          </ac:spMkLst>
        </pc:spChg>
        <pc:graphicFrameChg chg="add del">
          <ac:chgData name="Manas Tuwani" userId="5d421215-a11f-4a6e-90ca-e8ac2213fab6" providerId="ADAL" clId="{8BF90137-BCF2-42BD-9513-7CAFDF72E8D0}" dt="2022-07-30T17:12:13.194" v="128" actId="26606"/>
          <ac:graphicFrameMkLst>
            <pc:docMk/>
            <pc:sldMk cId="466273267" sldId="265"/>
            <ac:graphicFrameMk id="9" creationId="{E0D8EEC6-7758-4960-0257-E93E366937CE}"/>
          </ac:graphicFrameMkLst>
        </pc:graphicFrameChg>
        <pc:picChg chg="add mod">
          <ac:chgData name="Manas Tuwani" userId="5d421215-a11f-4a6e-90ca-e8ac2213fab6" providerId="ADAL" clId="{8BF90137-BCF2-42BD-9513-7CAFDF72E8D0}" dt="2022-07-30T17:12:06.922" v="126" actId="26606"/>
          <ac:picMkLst>
            <pc:docMk/>
            <pc:sldMk cId="466273267" sldId="265"/>
            <ac:picMk id="5" creationId="{B922F0ED-ECDB-47A5-F223-12E5D92E70D2}"/>
          </ac:picMkLst>
        </pc:picChg>
      </pc:sldChg>
      <pc:sldChg chg="modSp new mod">
        <pc:chgData name="Manas Tuwani" userId="5d421215-a11f-4a6e-90ca-e8ac2213fab6" providerId="ADAL" clId="{8BF90137-BCF2-42BD-9513-7CAFDF72E8D0}" dt="2022-08-01T13:10:51.767" v="423" actId="20577"/>
        <pc:sldMkLst>
          <pc:docMk/>
          <pc:sldMk cId="1510586328" sldId="266"/>
        </pc:sldMkLst>
        <pc:spChg chg="mod">
          <ac:chgData name="Manas Tuwani" userId="5d421215-a11f-4a6e-90ca-e8ac2213fab6" providerId="ADAL" clId="{8BF90137-BCF2-42BD-9513-7CAFDF72E8D0}" dt="2022-07-30T17:13:47.057" v="135"/>
          <ac:spMkLst>
            <pc:docMk/>
            <pc:sldMk cId="1510586328" sldId="266"/>
            <ac:spMk id="2" creationId="{F4C97D40-4BDB-316D-BF98-E56692AB9F2F}"/>
          </ac:spMkLst>
        </pc:spChg>
        <pc:spChg chg="mod">
          <ac:chgData name="Manas Tuwani" userId="5d421215-a11f-4a6e-90ca-e8ac2213fab6" providerId="ADAL" clId="{8BF90137-BCF2-42BD-9513-7CAFDF72E8D0}" dt="2022-08-01T13:10:51.767" v="423" actId="20577"/>
          <ac:spMkLst>
            <pc:docMk/>
            <pc:sldMk cId="1510586328" sldId="266"/>
            <ac:spMk id="3" creationId="{094396D1-974B-74B4-AB72-6A58272EEB6B}"/>
          </ac:spMkLst>
        </pc:spChg>
      </pc:sldChg>
      <pc:sldChg chg="addSp delSp modSp new mod setBg">
        <pc:chgData name="Manas Tuwani" userId="5d421215-a11f-4a6e-90ca-e8ac2213fab6" providerId="ADAL" clId="{8BF90137-BCF2-42BD-9513-7CAFDF72E8D0}" dt="2022-07-30T17:18:12.448" v="194" actId="1076"/>
        <pc:sldMkLst>
          <pc:docMk/>
          <pc:sldMk cId="3778088547" sldId="267"/>
        </pc:sldMkLst>
        <pc:spChg chg="del mod">
          <ac:chgData name="Manas Tuwani" userId="5d421215-a11f-4a6e-90ca-e8ac2213fab6" providerId="ADAL" clId="{8BF90137-BCF2-42BD-9513-7CAFDF72E8D0}" dt="2022-07-30T17:17:50.286" v="186" actId="478"/>
          <ac:spMkLst>
            <pc:docMk/>
            <pc:sldMk cId="3778088547" sldId="267"/>
            <ac:spMk id="2" creationId="{6A652FF4-446E-4D14-CD39-F3A767F160FF}"/>
          </ac:spMkLst>
        </pc:spChg>
        <pc:spChg chg="del mod">
          <ac:chgData name="Manas Tuwani" userId="5d421215-a11f-4a6e-90ca-e8ac2213fab6" providerId="ADAL" clId="{8BF90137-BCF2-42BD-9513-7CAFDF72E8D0}" dt="2022-07-30T17:17:16.576" v="181" actId="22"/>
          <ac:spMkLst>
            <pc:docMk/>
            <pc:sldMk cId="3778088547" sldId="267"/>
            <ac:spMk id="3" creationId="{812066B7-8CD1-1446-CC2E-07B4DEC79041}"/>
          </ac:spMkLst>
        </pc:spChg>
        <pc:spChg chg="add del">
          <ac:chgData name="Manas Tuwani" userId="5d421215-a11f-4a6e-90ca-e8ac2213fab6" providerId="ADAL" clId="{8BF90137-BCF2-42BD-9513-7CAFDF72E8D0}" dt="2022-07-30T17:18:00.908" v="189" actId="26606"/>
          <ac:spMkLst>
            <pc:docMk/>
            <pc:sldMk cId="3778088547" sldId="267"/>
            <ac:spMk id="12" creationId="{69D184B2-2226-4E31-BCCB-444330767440}"/>
          </ac:spMkLst>
        </pc:spChg>
        <pc:spChg chg="add del">
          <ac:chgData name="Manas Tuwani" userId="5d421215-a11f-4a6e-90ca-e8ac2213fab6" providerId="ADAL" clId="{8BF90137-BCF2-42BD-9513-7CAFDF72E8D0}" dt="2022-07-30T17:18:00.908" v="189" actId="26606"/>
          <ac:spMkLst>
            <pc:docMk/>
            <pc:sldMk cId="3778088547" sldId="267"/>
            <ac:spMk id="14" creationId="{1AC4D4E3-486A-464A-8EC8-D44881097267}"/>
          </ac:spMkLst>
        </pc:spChg>
        <pc:spChg chg="add del">
          <ac:chgData name="Manas Tuwani" userId="5d421215-a11f-4a6e-90ca-e8ac2213fab6" providerId="ADAL" clId="{8BF90137-BCF2-42BD-9513-7CAFDF72E8D0}" dt="2022-07-30T17:18:00.908" v="189" actId="26606"/>
          <ac:spMkLst>
            <pc:docMk/>
            <pc:sldMk cId="3778088547" sldId="267"/>
            <ac:spMk id="16" creationId="{864DE13E-58EB-4475-B79C-0D4FC651239B}"/>
          </ac:spMkLst>
        </pc:spChg>
        <pc:picChg chg="add mod ord">
          <ac:chgData name="Manas Tuwani" userId="5d421215-a11f-4a6e-90ca-e8ac2213fab6" providerId="ADAL" clId="{8BF90137-BCF2-42BD-9513-7CAFDF72E8D0}" dt="2022-07-30T17:18:08.818" v="193" actId="14100"/>
          <ac:picMkLst>
            <pc:docMk/>
            <pc:sldMk cId="3778088547" sldId="267"/>
            <ac:picMk id="5" creationId="{559EFB4C-F706-DFB1-EA43-B893DA71C81A}"/>
          </ac:picMkLst>
        </pc:picChg>
        <pc:picChg chg="add mod">
          <ac:chgData name="Manas Tuwani" userId="5d421215-a11f-4a6e-90ca-e8ac2213fab6" providerId="ADAL" clId="{8BF90137-BCF2-42BD-9513-7CAFDF72E8D0}" dt="2022-07-30T17:18:12.448" v="194" actId="1076"/>
          <ac:picMkLst>
            <pc:docMk/>
            <pc:sldMk cId="3778088547" sldId="267"/>
            <ac:picMk id="7" creationId="{EB00CDA0-E73D-9185-DC7D-9CD8536A400F}"/>
          </ac:picMkLst>
        </pc:picChg>
        <pc:cxnChg chg="add del">
          <ac:chgData name="Manas Tuwani" userId="5d421215-a11f-4a6e-90ca-e8ac2213fab6" providerId="ADAL" clId="{8BF90137-BCF2-42BD-9513-7CAFDF72E8D0}" dt="2022-07-30T17:18:00.908" v="189" actId="26606"/>
          <ac:cxnSpMkLst>
            <pc:docMk/>
            <pc:sldMk cId="3778088547" sldId="267"/>
            <ac:cxnSpMk id="18" creationId="{02E9B2EE-76CA-47F3-9977-3F2FCB7FD252}"/>
          </ac:cxnSpMkLst>
        </pc:cxnChg>
      </pc:sldChg>
      <pc:sldChg chg="addSp delSp modSp new mod">
        <pc:chgData name="Manas Tuwani" userId="5d421215-a11f-4a6e-90ca-e8ac2213fab6" providerId="ADAL" clId="{8BF90137-BCF2-42BD-9513-7CAFDF72E8D0}" dt="2022-07-30T17:20:14.284" v="203" actId="14100"/>
        <pc:sldMkLst>
          <pc:docMk/>
          <pc:sldMk cId="578172731" sldId="268"/>
        </pc:sldMkLst>
        <pc:spChg chg="mod">
          <ac:chgData name="Manas Tuwani" userId="5d421215-a11f-4a6e-90ca-e8ac2213fab6" providerId="ADAL" clId="{8BF90137-BCF2-42BD-9513-7CAFDF72E8D0}" dt="2022-07-30T17:19:02.559" v="196"/>
          <ac:spMkLst>
            <pc:docMk/>
            <pc:sldMk cId="578172731" sldId="268"/>
            <ac:spMk id="2" creationId="{51FF6043-C3BB-528F-EC11-D46A6B22CB74}"/>
          </ac:spMkLst>
        </pc:spChg>
        <pc:spChg chg="del mod">
          <ac:chgData name="Manas Tuwani" userId="5d421215-a11f-4a6e-90ca-e8ac2213fab6" providerId="ADAL" clId="{8BF90137-BCF2-42BD-9513-7CAFDF72E8D0}" dt="2022-07-30T17:19:35.418" v="199" actId="22"/>
          <ac:spMkLst>
            <pc:docMk/>
            <pc:sldMk cId="578172731" sldId="268"/>
            <ac:spMk id="3" creationId="{EB38BBCF-E5E1-14E3-E3E1-F684D43D0DFB}"/>
          </ac:spMkLst>
        </pc:spChg>
        <pc:picChg chg="add mod ord">
          <ac:chgData name="Manas Tuwani" userId="5d421215-a11f-4a6e-90ca-e8ac2213fab6" providerId="ADAL" clId="{8BF90137-BCF2-42BD-9513-7CAFDF72E8D0}" dt="2022-07-30T17:19:39.347" v="200" actId="1076"/>
          <ac:picMkLst>
            <pc:docMk/>
            <pc:sldMk cId="578172731" sldId="268"/>
            <ac:picMk id="5" creationId="{54417990-A07B-82E6-B3A4-600546AE550D}"/>
          </ac:picMkLst>
        </pc:picChg>
        <pc:picChg chg="add mod">
          <ac:chgData name="Manas Tuwani" userId="5d421215-a11f-4a6e-90ca-e8ac2213fab6" providerId="ADAL" clId="{8BF90137-BCF2-42BD-9513-7CAFDF72E8D0}" dt="2022-07-30T17:20:14.284" v="203" actId="14100"/>
          <ac:picMkLst>
            <pc:docMk/>
            <pc:sldMk cId="578172731" sldId="268"/>
            <ac:picMk id="7" creationId="{8B7C90AC-D10D-2D69-09E3-5406926678CA}"/>
          </ac:picMkLst>
        </pc:picChg>
      </pc:sldChg>
      <pc:sldChg chg="addSp delSp modSp new mod setBg">
        <pc:chgData name="Manas Tuwani" userId="5d421215-a11f-4a6e-90ca-e8ac2213fab6" providerId="ADAL" clId="{8BF90137-BCF2-42BD-9513-7CAFDF72E8D0}" dt="2022-07-30T17:24:42.294" v="236" actId="1076"/>
        <pc:sldMkLst>
          <pc:docMk/>
          <pc:sldMk cId="3980259865" sldId="269"/>
        </pc:sldMkLst>
        <pc:spChg chg="mod">
          <ac:chgData name="Manas Tuwani" userId="5d421215-a11f-4a6e-90ca-e8ac2213fab6" providerId="ADAL" clId="{8BF90137-BCF2-42BD-9513-7CAFDF72E8D0}" dt="2022-07-30T17:23:48.881" v="224" actId="14100"/>
          <ac:spMkLst>
            <pc:docMk/>
            <pc:sldMk cId="3980259865" sldId="269"/>
            <ac:spMk id="2" creationId="{65125AE4-5314-1D6D-8327-F6E422418DEF}"/>
          </ac:spMkLst>
        </pc:spChg>
        <pc:spChg chg="mod">
          <ac:chgData name="Manas Tuwani" userId="5d421215-a11f-4a6e-90ca-e8ac2213fab6" providerId="ADAL" clId="{8BF90137-BCF2-42BD-9513-7CAFDF72E8D0}" dt="2022-07-30T17:24:42.294" v="236" actId="1076"/>
          <ac:spMkLst>
            <pc:docMk/>
            <pc:sldMk cId="3980259865" sldId="269"/>
            <ac:spMk id="3" creationId="{5E2951E5-0E4A-D8D4-0D89-3A4CF498AAE4}"/>
          </ac:spMkLst>
        </pc:spChg>
        <pc:spChg chg="add del">
          <ac:chgData name="Manas Tuwani" userId="5d421215-a11f-4a6e-90ca-e8ac2213fab6" providerId="ADAL" clId="{8BF90137-BCF2-42BD-9513-7CAFDF72E8D0}" dt="2022-07-30T17:23:39.953" v="222" actId="26606"/>
          <ac:spMkLst>
            <pc:docMk/>
            <pc:sldMk cId="3980259865" sldId="269"/>
            <ac:spMk id="10" creationId="{743AA782-23D1-4521-8CAD-47662984AA08}"/>
          </ac:spMkLst>
        </pc:spChg>
        <pc:spChg chg="add del">
          <ac:chgData name="Manas Tuwani" userId="5d421215-a11f-4a6e-90ca-e8ac2213fab6" providerId="ADAL" clId="{8BF90137-BCF2-42BD-9513-7CAFDF72E8D0}" dt="2022-07-30T17:23:39.953" v="222" actId="26606"/>
          <ac:spMkLst>
            <pc:docMk/>
            <pc:sldMk cId="3980259865" sldId="269"/>
            <ac:spMk id="12" creationId="{71877DBC-BB60-40F0-AC93-2ACDBAAE60CE}"/>
          </ac:spMkLst>
        </pc:spChg>
        <pc:spChg chg="add">
          <ac:chgData name="Manas Tuwani" userId="5d421215-a11f-4a6e-90ca-e8ac2213fab6" providerId="ADAL" clId="{8BF90137-BCF2-42BD-9513-7CAFDF72E8D0}" dt="2022-07-30T17:23:39.953" v="222" actId="26606"/>
          <ac:spMkLst>
            <pc:docMk/>
            <pc:sldMk cId="3980259865" sldId="269"/>
            <ac:spMk id="17" creationId="{69D47016-023F-44BD-981C-50E7A10A6609}"/>
          </ac:spMkLst>
        </pc:spChg>
        <pc:spChg chg="add">
          <ac:chgData name="Manas Tuwani" userId="5d421215-a11f-4a6e-90ca-e8ac2213fab6" providerId="ADAL" clId="{8BF90137-BCF2-42BD-9513-7CAFDF72E8D0}" dt="2022-07-30T17:23:39.953" v="222" actId="26606"/>
          <ac:spMkLst>
            <pc:docMk/>
            <pc:sldMk cId="3980259865" sldId="269"/>
            <ac:spMk id="19" creationId="{6D8B37B0-0682-433E-BC8D-498C04ABD9A7}"/>
          </ac:spMkLst>
        </pc:spChg>
        <pc:picChg chg="add mod">
          <ac:chgData name="Manas Tuwani" userId="5d421215-a11f-4a6e-90ca-e8ac2213fab6" providerId="ADAL" clId="{8BF90137-BCF2-42BD-9513-7CAFDF72E8D0}" dt="2022-07-30T17:24:37.226" v="235" actId="1076"/>
          <ac:picMkLst>
            <pc:docMk/>
            <pc:sldMk cId="3980259865" sldId="269"/>
            <ac:picMk id="5" creationId="{6B1151AC-CEAD-B880-32CC-AD7C25A057E7}"/>
          </ac:picMkLst>
        </pc:picChg>
        <pc:picChg chg="add mod">
          <ac:chgData name="Manas Tuwani" userId="5d421215-a11f-4a6e-90ca-e8ac2213fab6" providerId="ADAL" clId="{8BF90137-BCF2-42BD-9513-7CAFDF72E8D0}" dt="2022-07-30T17:24:20.724" v="233" actId="14100"/>
          <ac:picMkLst>
            <pc:docMk/>
            <pc:sldMk cId="3980259865" sldId="269"/>
            <ac:picMk id="7" creationId="{A37FAD64-4D3A-DAEF-A606-8F57685AB432}"/>
          </ac:picMkLst>
        </pc:picChg>
      </pc:sldChg>
      <pc:sldChg chg="addSp delSp modSp new mod setBg">
        <pc:chgData name="Manas Tuwani" userId="5d421215-a11f-4a6e-90ca-e8ac2213fab6" providerId="ADAL" clId="{8BF90137-BCF2-42BD-9513-7CAFDF72E8D0}" dt="2022-07-31T04:58:45.299" v="296" actId="14100"/>
        <pc:sldMkLst>
          <pc:docMk/>
          <pc:sldMk cId="3025216516" sldId="270"/>
        </pc:sldMkLst>
        <pc:spChg chg="mod">
          <ac:chgData name="Manas Tuwani" userId="5d421215-a11f-4a6e-90ca-e8ac2213fab6" providerId="ADAL" clId="{8BF90137-BCF2-42BD-9513-7CAFDF72E8D0}" dt="2022-07-31T04:58:10.817" v="287" actId="26606"/>
          <ac:spMkLst>
            <pc:docMk/>
            <pc:sldMk cId="3025216516" sldId="270"/>
            <ac:spMk id="2" creationId="{A29EA189-C14E-B4B2-D323-2D109C77794E}"/>
          </ac:spMkLst>
        </pc:spChg>
        <pc:spChg chg="mod">
          <ac:chgData name="Manas Tuwani" userId="5d421215-a11f-4a6e-90ca-e8ac2213fab6" providerId="ADAL" clId="{8BF90137-BCF2-42BD-9513-7CAFDF72E8D0}" dt="2022-07-31T04:58:10.817" v="287" actId="26606"/>
          <ac:spMkLst>
            <pc:docMk/>
            <pc:sldMk cId="3025216516" sldId="270"/>
            <ac:spMk id="3" creationId="{46294B3F-F4A4-9C1C-4393-7B5AADA4EF81}"/>
          </ac:spMkLst>
        </pc:spChg>
        <pc:spChg chg="add del">
          <ac:chgData name="Manas Tuwani" userId="5d421215-a11f-4a6e-90ca-e8ac2213fab6" providerId="ADAL" clId="{8BF90137-BCF2-42BD-9513-7CAFDF72E8D0}" dt="2022-07-31T04:58:04.261" v="284" actId="26606"/>
          <ac:spMkLst>
            <pc:docMk/>
            <pc:sldMk cId="3025216516" sldId="270"/>
            <ac:spMk id="12" creationId="{5AAE9118-0436-4488-AC4A-C14DF6A7B6B1}"/>
          </ac:spMkLst>
        </pc:spChg>
        <pc:spChg chg="add del">
          <ac:chgData name="Manas Tuwani" userId="5d421215-a11f-4a6e-90ca-e8ac2213fab6" providerId="ADAL" clId="{8BF90137-BCF2-42BD-9513-7CAFDF72E8D0}" dt="2022-07-31T04:58:04.261" v="284" actId="26606"/>
          <ac:spMkLst>
            <pc:docMk/>
            <pc:sldMk cId="3025216516" sldId="270"/>
            <ac:spMk id="14" creationId="{1B10F861-B8F1-49C7-BD58-EAB20CEE7F93}"/>
          </ac:spMkLst>
        </pc:spChg>
        <pc:spChg chg="add del">
          <ac:chgData name="Manas Tuwani" userId="5d421215-a11f-4a6e-90ca-e8ac2213fab6" providerId="ADAL" clId="{8BF90137-BCF2-42BD-9513-7CAFDF72E8D0}" dt="2022-07-31T04:58:04.261" v="284" actId="26606"/>
          <ac:spMkLst>
            <pc:docMk/>
            <pc:sldMk cId="3025216516" sldId="270"/>
            <ac:spMk id="16" creationId="{61F6E425-22AB-4DA2-8FAC-58ADB58EF6C3}"/>
          </ac:spMkLst>
        </pc:spChg>
        <pc:spChg chg="add del">
          <ac:chgData name="Manas Tuwani" userId="5d421215-a11f-4a6e-90ca-e8ac2213fab6" providerId="ADAL" clId="{8BF90137-BCF2-42BD-9513-7CAFDF72E8D0}" dt="2022-07-31T04:58:10.813" v="286" actId="26606"/>
          <ac:spMkLst>
            <pc:docMk/>
            <pc:sldMk cId="3025216516" sldId="270"/>
            <ac:spMk id="18" creationId="{3873B707-463F-40B0-8227-E8CC6C67EB25}"/>
          </ac:spMkLst>
        </pc:spChg>
        <pc:spChg chg="add del">
          <ac:chgData name="Manas Tuwani" userId="5d421215-a11f-4a6e-90ca-e8ac2213fab6" providerId="ADAL" clId="{8BF90137-BCF2-42BD-9513-7CAFDF72E8D0}" dt="2022-07-31T04:58:10.813" v="286" actId="26606"/>
          <ac:spMkLst>
            <pc:docMk/>
            <pc:sldMk cId="3025216516" sldId="270"/>
            <ac:spMk id="19" creationId="{6ECA6DCB-B7E1-40A9-9524-540C6DA40B1B}"/>
          </ac:spMkLst>
        </pc:spChg>
        <pc:spChg chg="add del">
          <ac:chgData name="Manas Tuwani" userId="5d421215-a11f-4a6e-90ca-e8ac2213fab6" providerId="ADAL" clId="{8BF90137-BCF2-42BD-9513-7CAFDF72E8D0}" dt="2022-07-31T04:58:10.813" v="286" actId="26606"/>
          <ac:spMkLst>
            <pc:docMk/>
            <pc:sldMk cId="3025216516" sldId="270"/>
            <ac:spMk id="20" creationId="{C13237C8-E62C-4F0D-A318-BD6FB6C2D138}"/>
          </ac:spMkLst>
        </pc:spChg>
        <pc:spChg chg="add del">
          <ac:chgData name="Manas Tuwani" userId="5d421215-a11f-4a6e-90ca-e8ac2213fab6" providerId="ADAL" clId="{8BF90137-BCF2-42BD-9513-7CAFDF72E8D0}" dt="2022-07-31T04:58:10.813" v="286" actId="26606"/>
          <ac:spMkLst>
            <pc:docMk/>
            <pc:sldMk cId="3025216516" sldId="270"/>
            <ac:spMk id="22" creationId="{19C9EAEA-39D0-4B0E-A0EB-51E7B26740B1}"/>
          </ac:spMkLst>
        </pc:spChg>
        <pc:spChg chg="add del">
          <ac:chgData name="Manas Tuwani" userId="5d421215-a11f-4a6e-90ca-e8ac2213fab6" providerId="ADAL" clId="{8BF90137-BCF2-42BD-9513-7CAFDF72E8D0}" dt="2022-07-31T04:58:10.813" v="286" actId="26606"/>
          <ac:spMkLst>
            <pc:docMk/>
            <pc:sldMk cId="3025216516" sldId="270"/>
            <ac:spMk id="24" creationId="{8CB5D2D7-DF65-4E86-BFBA-FFB9B5ACEB64}"/>
          </ac:spMkLst>
        </pc:spChg>
        <pc:spChg chg="add">
          <ac:chgData name="Manas Tuwani" userId="5d421215-a11f-4a6e-90ca-e8ac2213fab6" providerId="ADAL" clId="{8BF90137-BCF2-42BD-9513-7CAFDF72E8D0}" dt="2022-07-31T04:58:10.817" v="287" actId="26606"/>
          <ac:spMkLst>
            <pc:docMk/>
            <pc:sldMk cId="3025216516" sldId="270"/>
            <ac:spMk id="26" creationId="{8761DDFE-071F-4200-B0AA-394476C2D2D6}"/>
          </ac:spMkLst>
        </pc:spChg>
        <pc:grpChg chg="add del">
          <ac:chgData name="Manas Tuwani" userId="5d421215-a11f-4a6e-90ca-e8ac2213fab6" providerId="ADAL" clId="{8BF90137-BCF2-42BD-9513-7CAFDF72E8D0}" dt="2022-07-31T04:58:10.813" v="286" actId="26606"/>
          <ac:grpSpMkLst>
            <pc:docMk/>
            <pc:sldMk cId="3025216516" sldId="270"/>
            <ac:grpSpMk id="21" creationId="{1DE889C7-FAD6-4397-98E2-05D503484459}"/>
          </ac:grpSpMkLst>
        </pc:grpChg>
        <pc:picChg chg="add mod">
          <ac:chgData name="Manas Tuwani" userId="5d421215-a11f-4a6e-90ca-e8ac2213fab6" providerId="ADAL" clId="{8BF90137-BCF2-42BD-9513-7CAFDF72E8D0}" dt="2022-07-31T04:58:45.299" v="296" actId="14100"/>
          <ac:picMkLst>
            <pc:docMk/>
            <pc:sldMk cId="3025216516" sldId="270"/>
            <ac:picMk id="5" creationId="{CDC8FD38-C93B-5E49-CD8D-5479C788EBB4}"/>
          </ac:picMkLst>
        </pc:picChg>
        <pc:picChg chg="add mod">
          <ac:chgData name="Manas Tuwani" userId="5d421215-a11f-4a6e-90ca-e8ac2213fab6" providerId="ADAL" clId="{8BF90137-BCF2-42BD-9513-7CAFDF72E8D0}" dt="2022-07-31T04:58:40.748" v="295" actId="1076"/>
          <ac:picMkLst>
            <pc:docMk/>
            <pc:sldMk cId="3025216516" sldId="270"/>
            <ac:picMk id="7" creationId="{31F67AED-51B5-E207-3122-70EC31E970BE}"/>
          </ac:picMkLst>
        </pc:picChg>
      </pc:sldChg>
      <pc:sldChg chg="addSp delSp modSp new del mod">
        <pc:chgData name="Manas Tuwani" userId="5d421215-a11f-4a6e-90ca-e8ac2213fab6" providerId="ADAL" clId="{8BF90137-BCF2-42BD-9513-7CAFDF72E8D0}" dt="2022-08-01T13:12:18.872" v="426" actId="2696"/>
        <pc:sldMkLst>
          <pc:docMk/>
          <pc:sldMk cId="3763915566" sldId="271"/>
        </pc:sldMkLst>
        <pc:spChg chg="mod">
          <ac:chgData name="Manas Tuwani" userId="5d421215-a11f-4a6e-90ca-e8ac2213fab6" providerId="ADAL" clId="{8BF90137-BCF2-42BD-9513-7CAFDF72E8D0}" dt="2022-07-31T05:34:09.265" v="314"/>
          <ac:spMkLst>
            <pc:docMk/>
            <pc:sldMk cId="3763915566" sldId="271"/>
            <ac:spMk id="2" creationId="{3A0ACCE7-9318-984C-EC99-D576837959BB}"/>
          </ac:spMkLst>
        </pc:spChg>
        <pc:spChg chg="del mod">
          <ac:chgData name="Manas Tuwani" userId="5d421215-a11f-4a6e-90ca-e8ac2213fab6" providerId="ADAL" clId="{8BF90137-BCF2-42BD-9513-7CAFDF72E8D0}" dt="2022-07-31T05:33:16.921" v="307" actId="22"/>
          <ac:spMkLst>
            <pc:docMk/>
            <pc:sldMk cId="3763915566" sldId="271"/>
            <ac:spMk id="3" creationId="{6A1900F4-58E0-1D83-8336-E7631B97348B}"/>
          </ac:spMkLst>
        </pc:spChg>
        <pc:picChg chg="add mod ord">
          <ac:chgData name="Manas Tuwani" userId="5d421215-a11f-4a6e-90ca-e8ac2213fab6" providerId="ADAL" clId="{8BF90137-BCF2-42BD-9513-7CAFDF72E8D0}" dt="2022-07-31T05:34:21.645" v="317" actId="14100"/>
          <ac:picMkLst>
            <pc:docMk/>
            <pc:sldMk cId="3763915566" sldId="271"/>
            <ac:picMk id="5" creationId="{996072B0-F5B5-7539-4185-2C988818B2CF}"/>
          </ac:picMkLst>
        </pc:picChg>
        <pc:picChg chg="add mod">
          <ac:chgData name="Manas Tuwani" userId="5d421215-a11f-4a6e-90ca-e8ac2213fab6" providerId="ADAL" clId="{8BF90137-BCF2-42BD-9513-7CAFDF72E8D0}" dt="2022-07-31T05:34:17.782" v="316" actId="1076"/>
          <ac:picMkLst>
            <pc:docMk/>
            <pc:sldMk cId="3763915566" sldId="271"/>
            <ac:picMk id="7" creationId="{7C55DC81-D8E4-7417-8A67-DD3110C23271}"/>
          </ac:picMkLst>
        </pc:picChg>
      </pc:sldChg>
      <pc:sldChg chg="add">
        <pc:chgData name="Manas Tuwani" userId="5d421215-a11f-4a6e-90ca-e8ac2213fab6" providerId="ADAL" clId="{8BF90137-BCF2-42BD-9513-7CAFDF72E8D0}" dt="2022-08-01T13:12:28.050" v="427"/>
        <pc:sldMkLst>
          <pc:docMk/>
          <pc:sldMk cId="4251169650" sldId="271"/>
        </pc:sldMkLst>
      </pc:sldChg>
      <pc:sldChg chg="modSp new mod">
        <pc:chgData name="Manas Tuwani" userId="5d421215-a11f-4a6e-90ca-e8ac2213fab6" providerId="ADAL" clId="{8BF90137-BCF2-42BD-9513-7CAFDF72E8D0}" dt="2022-07-31T07:47:31.838" v="374" actId="27636"/>
        <pc:sldMkLst>
          <pc:docMk/>
          <pc:sldMk cId="3230699623" sldId="272"/>
        </pc:sldMkLst>
        <pc:spChg chg="mod">
          <ac:chgData name="Manas Tuwani" userId="5d421215-a11f-4a6e-90ca-e8ac2213fab6" providerId="ADAL" clId="{8BF90137-BCF2-42BD-9513-7CAFDF72E8D0}" dt="2022-07-31T07:44:05.992" v="339"/>
          <ac:spMkLst>
            <pc:docMk/>
            <pc:sldMk cId="3230699623" sldId="272"/>
            <ac:spMk id="2" creationId="{C954E02F-09DD-1D70-7657-2849B92FCCE5}"/>
          </ac:spMkLst>
        </pc:spChg>
        <pc:spChg chg="mod">
          <ac:chgData name="Manas Tuwani" userId="5d421215-a11f-4a6e-90ca-e8ac2213fab6" providerId="ADAL" clId="{8BF90137-BCF2-42BD-9513-7CAFDF72E8D0}" dt="2022-07-31T07:47:31.838" v="374" actId="27636"/>
          <ac:spMkLst>
            <pc:docMk/>
            <pc:sldMk cId="3230699623" sldId="272"/>
            <ac:spMk id="3" creationId="{ECA9D322-8E2A-55C4-5587-C76777E61BC2}"/>
          </ac:spMkLst>
        </pc:spChg>
      </pc:sldChg>
      <pc:sldChg chg="new del">
        <pc:chgData name="Manas Tuwani" userId="5d421215-a11f-4a6e-90ca-e8ac2213fab6" providerId="ADAL" clId="{8BF90137-BCF2-42BD-9513-7CAFDF72E8D0}" dt="2022-07-31T07:43:49.412" v="330" actId="47"/>
        <pc:sldMkLst>
          <pc:docMk/>
          <pc:sldMk cId="3984597820" sldId="272"/>
        </pc:sldMkLst>
      </pc:sldChg>
      <pc:sldChg chg="addSp delSp modSp new mod">
        <pc:chgData name="Manas Tuwani" userId="5d421215-a11f-4a6e-90ca-e8ac2213fab6" providerId="ADAL" clId="{8BF90137-BCF2-42BD-9513-7CAFDF72E8D0}" dt="2022-07-31T07:45:42.517" v="352" actId="27636"/>
        <pc:sldMkLst>
          <pc:docMk/>
          <pc:sldMk cId="1943629097" sldId="273"/>
        </pc:sldMkLst>
        <pc:spChg chg="mod">
          <ac:chgData name="Manas Tuwani" userId="5d421215-a11f-4a6e-90ca-e8ac2213fab6" providerId="ADAL" clId="{8BF90137-BCF2-42BD-9513-7CAFDF72E8D0}" dt="2022-07-31T07:45:38.048" v="350"/>
          <ac:spMkLst>
            <pc:docMk/>
            <pc:sldMk cId="1943629097" sldId="273"/>
            <ac:spMk id="2" creationId="{4F5CFE60-4990-F412-F08B-79C66706CDF4}"/>
          </ac:spMkLst>
        </pc:spChg>
        <pc:spChg chg="mod">
          <ac:chgData name="Manas Tuwani" userId="5d421215-a11f-4a6e-90ca-e8ac2213fab6" providerId="ADAL" clId="{8BF90137-BCF2-42BD-9513-7CAFDF72E8D0}" dt="2022-07-31T07:45:42.517" v="352" actId="27636"/>
          <ac:spMkLst>
            <pc:docMk/>
            <pc:sldMk cId="1943629097" sldId="273"/>
            <ac:spMk id="3" creationId="{ECBFDD19-50FD-0DA9-0FFB-532503679094}"/>
          </ac:spMkLst>
        </pc:spChg>
        <pc:spChg chg="add del">
          <ac:chgData name="Manas Tuwani" userId="5d421215-a11f-4a6e-90ca-e8ac2213fab6" providerId="ADAL" clId="{8BF90137-BCF2-42BD-9513-7CAFDF72E8D0}" dt="2022-07-31T07:45:07.304" v="345"/>
          <ac:spMkLst>
            <pc:docMk/>
            <pc:sldMk cId="1943629097" sldId="273"/>
            <ac:spMk id="4" creationId="{ECB0DC56-432D-158A-D44A-F5150F238C36}"/>
          </ac:spMkLst>
        </pc:spChg>
        <pc:picChg chg="add del">
          <ac:chgData name="Manas Tuwani" userId="5d421215-a11f-4a6e-90ca-e8ac2213fab6" providerId="ADAL" clId="{8BF90137-BCF2-42BD-9513-7CAFDF72E8D0}" dt="2022-07-31T07:45:07.304" v="345"/>
          <ac:picMkLst>
            <pc:docMk/>
            <pc:sldMk cId="1943629097" sldId="273"/>
            <ac:picMk id="1026" creationId="{F6D30D30-9128-49D1-3D8A-13DAE7BB19A5}"/>
          </ac:picMkLst>
        </pc:picChg>
      </pc:sldChg>
      <pc:sldChg chg="addSp delSp modSp new mod">
        <pc:chgData name="Manas Tuwani" userId="5d421215-a11f-4a6e-90ca-e8ac2213fab6" providerId="ADAL" clId="{8BF90137-BCF2-42BD-9513-7CAFDF72E8D0}" dt="2022-07-31T07:49:04.779" v="385" actId="1076"/>
        <pc:sldMkLst>
          <pc:docMk/>
          <pc:sldMk cId="2164605420" sldId="274"/>
        </pc:sldMkLst>
        <pc:spChg chg="mod">
          <ac:chgData name="Manas Tuwani" userId="5d421215-a11f-4a6e-90ca-e8ac2213fab6" providerId="ADAL" clId="{8BF90137-BCF2-42BD-9513-7CAFDF72E8D0}" dt="2022-07-31T07:48:00.611" v="376"/>
          <ac:spMkLst>
            <pc:docMk/>
            <pc:sldMk cId="2164605420" sldId="274"/>
            <ac:spMk id="2" creationId="{6F5D612A-1ABF-4FD1-4066-9962CD0681D4}"/>
          </ac:spMkLst>
        </pc:spChg>
        <pc:spChg chg="del mod">
          <ac:chgData name="Manas Tuwani" userId="5d421215-a11f-4a6e-90ca-e8ac2213fab6" providerId="ADAL" clId="{8BF90137-BCF2-42BD-9513-7CAFDF72E8D0}" dt="2022-07-31T07:48:27.280" v="380" actId="22"/>
          <ac:spMkLst>
            <pc:docMk/>
            <pc:sldMk cId="2164605420" sldId="274"/>
            <ac:spMk id="3" creationId="{6CC4D0B2-470F-821C-98E8-8C66FC4D265F}"/>
          </ac:spMkLst>
        </pc:spChg>
        <pc:picChg chg="add mod ord">
          <ac:chgData name="Manas Tuwani" userId="5d421215-a11f-4a6e-90ca-e8ac2213fab6" providerId="ADAL" clId="{8BF90137-BCF2-42BD-9513-7CAFDF72E8D0}" dt="2022-07-31T07:49:01.182" v="384" actId="14100"/>
          <ac:picMkLst>
            <pc:docMk/>
            <pc:sldMk cId="2164605420" sldId="274"/>
            <ac:picMk id="5" creationId="{AFC49DED-AD1D-2A3A-EA26-5038383469EF}"/>
          </ac:picMkLst>
        </pc:picChg>
        <pc:picChg chg="add mod">
          <ac:chgData name="Manas Tuwani" userId="5d421215-a11f-4a6e-90ca-e8ac2213fab6" providerId="ADAL" clId="{8BF90137-BCF2-42BD-9513-7CAFDF72E8D0}" dt="2022-07-31T07:49:04.779" v="385" actId="1076"/>
          <ac:picMkLst>
            <pc:docMk/>
            <pc:sldMk cId="2164605420" sldId="274"/>
            <ac:picMk id="7" creationId="{932E10DF-8419-50BD-45CE-D063A3BD3E67}"/>
          </ac:picMkLst>
        </pc:picChg>
      </pc:sldChg>
      <pc:sldChg chg="addSp modSp new mod">
        <pc:chgData name="Manas Tuwani" userId="5d421215-a11f-4a6e-90ca-e8ac2213fab6" providerId="ADAL" clId="{8BF90137-BCF2-42BD-9513-7CAFDF72E8D0}" dt="2022-07-31T07:51:43.144" v="398" actId="1076"/>
        <pc:sldMkLst>
          <pc:docMk/>
          <pc:sldMk cId="3417352764" sldId="275"/>
        </pc:sldMkLst>
        <pc:spChg chg="mod">
          <ac:chgData name="Manas Tuwani" userId="5d421215-a11f-4a6e-90ca-e8ac2213fab6" providerId="ADAL" clId="{8BF90137-BCF2-42BD-9513-7CAFDF72E8D0}" dt="2022-07-31T07:50:40.599" v="391" actId="255"/>
          <ac:spMkLst>
            <pc:docMk/>
            <pc:sldMk cId="3417352764" sldId="275"/>
            <ac:spMk id="2" creationId="{76985150-73EA-22E1-02D2-5AB1F0954C4C}"/>
          </ac:spMkLst>
        </pc:spChg>
        <pc:spChg chg="mod">
          <ac:chgData name="Manas Tuwani" userId="5d421215-a11f-4a6e-90ca-e8ac2213fab6" providerId="ADAL" clId="{8BF90137-BCF2-42BD-9513-7CAFDF72E8D0}" dt="2022-07-31T07:50:47.964" v="392" actId="255"/>
          <ac:spMkLst>
            <pc:docMk/>
            <pc:sldMk cId="3417352764" sldId="275"/>
            <ac:spMk id="3" creationId="{79AD2474-7F60-C5DE-E3E0-9C7FD5B2BAC3}"/>
          </ac:spMkLst>
        </pc:spChg>
        <pc:picChg chg="add mod">
          <ac:chgData name="Manas Tuwani" userId="5d421215-a11f-4a6e-90ca-e8ac2213fab6" providerId="ADAL" clId="{8BF90137-BCF2-42BD-9513-7CAFDF72E8D0}" dt="2022-07-31T07:51:19.281" v="396" actId="14100"/>
          <ac:picMkLst>
            <pc:docMk/>
            <pc:sldMk cId="3417352764" sldId="275"/>
            <ac:picMk id="5" creationId="{120200B9-7095-3E2E-D28E-2C104BB39995}"/>
          </ac:picMkLst>
        </pc:picChg>
        <pc:picChg chg="add mod">
          <ac:chgData name="Manas Tuwani" userId="5d421215-a11f-4a6e-90ca-e8ac2213fab6" providerId="ADAL" clId="{8BF90137-BCF2-42BD-9513-7CAFDF72E8D0}" dt="2022-07-31T07:51:43.144" v="398" actId="1076"/>
          <ac:picMkLst>
            <pc:docMk/>
            <pc:sldMk cId="3417352764" sldId="275"/>
            <ac:picMk id="7" creationId="{B51B3E69-7085-AD1D-3FD4-2B1FF4CB80A9}"/>
          </ac:picMkLst>
        </pc:picChg>
      </pc:sldChg>
      <pc:sldChg chg="delSp modSp new mod">
        <pc:chgData name="Manas Tuwani" userId="5d421215-a11f-4a6e-90ca-e8ac2213fab6" providerId="ADAL" clId="{8BF90137-BCF2-42BD-9513-7CAFDF72E8D0}" dt="2022-07-31T07:55:56.864" v="408" actId="478"/>
        <pc:sldMkLst>
          <pc:docMk/>
          <pc:sldMk cId="3617002483" sldId="276"/>
        </pc:sldMkLst>
        <pc:spChg chg="del mod">
          <ac:chgData name="Manas Tuwani" userId="5d421215-a11f-4a6e-90ca-e8ac2213fab6" providerId="ADAL" clId="{8BF90137-BCF2-42BD-9513-7CAFDF72E8D0}" dt="2022-07-31T07:55:56.864" v="408" actId="478"/>
          <ac:spMkLst>
            <pc:docMk/>
            <pc:sldMk cId="3617002483" sldId="276"/>
            <ac:spMk id="2" creationId="{603C0C20-767B-7E0C-06EF-746C3614A446}"/>
          </ac:spMkLst>
        </pc:spChg>
        <pc:spChg chg="mod">
          <ac:chgData name="Manas Tuwani" userId="5d421215-a11f-4a6e-90ca-e8ac2213fab6" providerId="ADAL" clId="{8BF90137-BCF2-42BD-9513-7CAFDF72E8D0}" dt="2022-07-31T07:55:54.293" v="406" actId="20577"/>
          <ac:spMkLst>
            <pc:docMk/>
            <pc:sldMk cId="3617002483" sldId="276"/>
            <ac:spMk id="3" creationId="{92229334-00CB-1A81-E0B0-203698810663}"/>
          </ac:spMkLst>
        </pc:spChg>
      </pc:sldChg>
      <pc:sldChg chg="add del">
        <pc:chgData name="Manas Tuwani" userId="5d421215-a11f-4a6e-90ca-e8ac2213fab6" providerId="ADAL" clId="{8BF90137-BCF2-42BD-9513-7CAFDF72E8D0}" dt="2022-08-01T13:11:50.578" v="425" actId="47"/>
        <pc:sldMkLst>
          <pc:docMk/>
          <pc:sldMk cId="1992286230" sldId="277"/>
        </pc:sldMkLst>
      </pc:sldChg>
      <pc:sldChg chg="addSp delSp modSp new mod ord setBg">
        <pc:chgData name="Manas Tuwani" userId="5d421215-a11f-4a6e-90ca-e8ac2213fab6" providerId="ADAL" clId="{8BF90137-BCF2-42BD-9513-7CAFDF72E8D0}" dt="2022-08-01T13:20:38.774" v="472"/>
        <pc:sldMkLst>
          <pc:docMk/>
          <pc:sldMk cId="2942122539" sldId="277"/>
        </pc:sldMkLst>
        <pc:spChg chg="mod">
          <ac:chgData name="Manas Tuwani" userId="5d421215-a11f-4a6e-90ca-e8ac2213fab6" providerId="ADAL" clId="{8BF90137-BCF2-42BD-9513-7CAFDF72E8D0}" dt="2022-08-01T13:20:22.254" v="470" actId="255"/>
          <ac:spMkLst>
            <pc:docMk/>
            <pc:sldMk cId="2942122539" sldId="277"/>
            <ac:spMk id="2" creationId="{1CE61841-8EF4-B618-54D9-58D03F12032E}"/>
          </ac:spMkLst>
        </pc:spChg>
        <pc:spChg chg="del mod">
          <ac:chgData name="Manas Tuwani" userId="5d421215-a11f-4a6e-90ca-e8ac2213fab6" providerId="ADAL" clId="{8BF90137-BCF2-42BD-9513-7CAFDF72E8D0}" dt="2022-08-01T13:18:22.742" v="435"/>
          <ac:spMkLst>
            <pc:docMk/>
            <pc:sldMk cId="2942122539" sldId="277"/>
            <ac:spMk id="3" creationId="{D5460D8A-8545-A028-E749-8D4BE526FA7D}"/>
          </ac:spMkLst>
        </pc:spChg>
        <pc:spChg chg="add del">
          <ac:chgData name="Manas Tuwani" userId="5d421215-a11f-4a6e-90ca-e8ac2213fab6" providerId="ADAL" clId="{8BF90137-BCF2-42BD-9513-7CAFDF72E8D0}" dt="2022-08-01T13:19:10.051" v="441" actId="26606"/>
          <ac:spMkLst>
            <pc:docMk/>
            <pc:sldMk cId="2942122539" sldId="277"/>
            <ac:spMk id="9" creationId="{37E32B78-23DD-4E77-8B9C-7779E3BF20C2}"/>
          </ac:spMkLst>
        </pc:spChg>
        <pc:spChg chg="add del">
          <ac:chgData name="Manas Tuwani" userId="5d421215-a11f-4a6e-90ca-e8ac2213fab6" providerId="ADAL" clId="{8BF90137-BCF2-42BD-9513-7CAFDF72E8D0}" dt="2022-08-01T13:19:47.452" v="461" actId="26606"/>
          <ac:spMkLst>
            <pc:docMk/>
            <pc:sldMk cId="2942122539" sldId="277"/>
            <ac:spMk id="14" creationId="{BACC6370-2D7E-4714-9D71-7542949D7D5D}"/>
          </ac:spMkLst>
        </pc:spChg>
        <pc:spChg chg="add del">
          <ac:chgData name="Manas Tuwani" userId="5d421215-a11f-4a6e-90ca-e8ac2213fab6" providerId="ADAL" clId="{8BF90137-BCF2-42BD-9513-7CAFDF72E8D0}" dt="2022-08-01T13:19:47.452" v="461" actId="26606"/>
          <ac:spMkLst>
            <pc:docMk/>
            <pc:sldMk cId="2942122539" sldId="277"/>
            <ac:spMk id="16" creationId="{F68B3F68-107C-434F-AA38-110D5EA91B85}"/>
          </ac:spMkLst>
        </pc:spChg>
        <pc:spChg chg="add del">
          <ac:chgData name="Manas Tuwani" userId="5d421215-a11f-4a6e-90ca-e8ac2213fab6" providerId="ADAL" clId="{8BF90137-BCF2-42BD-9513-7CAFDF72E8D0}" dt="2022-08-01T13:19:47.452" v="461" actId="26606"/>
          <ac:spMkLst>
            <pc:docMk/>
            <pc:sldMk cId="2942122539" sldId="277"/>
            <ac:spMk id="18" creationId="{AAD0DBB9-1A4B-4391-81D4-CB19F9AB918A}"/>
          </ac:spMkLst>
        </pc:spChg>
        <pc:spChg chg="add del">
          <ac:chgData name="Manas Tuwani" userId="5d421215-a11f-4a6e-90ca-e8ac2213fab6" providerId="ADAL" clId="{8BF90137-BCF2-42BD-9513-7CAFDF72E8D0}" dt="2022-08-01T13:19:47.452" v="461" actId="26606"/>
          <ac:spMkLst>
            <pc:docMk/>
            <pc:sldMk cId="2942122539" sldId="277"/>
            <ac:spMk id="20" creationId="{063BBA22-50EA-4C4D-BE05-F1CE4E63AA56}"/>
          </ac:spMkLst>
        </pc:spChg>
        <pc:spChg chg="add del">
          <ac:chgData name="Manas Tuwani" userId="5d421215-a11f-4a6e-90ca-e8ac2213fab6" providerId="ADAL" clId="{8BF90137-BCF2-42BD-9513-7CAFDF72E8D0}" dt="2022-08-01T13:19:35.609" v="446" actId="26606"/>
          <ac:spMkLst>
            <pc:docMk/>
            <pc:sldMk cId="2942122539" sldId="277"/>
            <ac:spMk id="25" creationId="{BACC6370-2D7E-4714-9D71-7542949D7D5D}"/>
          </ac:spMkLst>
        </pc:spChg>
        <pc:spChg chg="add del">
          <ac:chgData name="Manas Tuwani" userId="5d421215-a11f-4a6e-90ca-e8ac2213fab6" providerId="ADAL" clId="{8BF90137-BCF2-42BD-9513-7CAFDF72E8D0}" dt="2022-08-01T13:19:35.609" v="446" actId="26606"/>
          <ac:spMkLst>
            <pc:docMk/>
            <pc:sldMk cId="2942122539" sldId="277"/>
            <ac:spMk id="27" creationId="{F68B3F68-107C-434F-AA38-110D5EA91B85}"/>
          </ac:spMkLst>
        </pc:spChg>
        <pc:spChg chg="add del">
          <ac:chgData name="Manas Tuwani" userId="5d421215-a11f-4a6e-90ca-e8ac2213fab6" providerId="ADAL" clId="{8BF90137-BCF2-42BD-9513-7CAFDF72E8D0}" dt="2022-08-01T13:19:35.609" v="446" actId="26606"/>
          <ac:spMkLst>
            <pc:docMk/>
            <pc:sldMk cId="2942122539" sldId="277"/>
            <ac:spMk id="29" creationId="{AAD0DBB9-1A4B-4391-81D4-CB19F9AB918A}"/>
          </ac:spMkLst>
        </pc:spChg>
        <pc:spChg chg="add del">
          <ac:chgData name="Manas Tuwani" userId="5d421215-a11f-4a6e-90ca-e8ac2213fab6" providerId="ADAL" clId="{8BF90137-BCF2-42BD-9513-7CAFDF72E8D0}" dt="2022-08-01T13:19:35.609" v="446" actId="26606"/>
          <ac:spMkLst>
            <pc:docMk/>
            <pc:sldMk cId="2942122539" sldId="277"/>
            <ac:spMk id="31" creationId="{063BBA22-50EA-4C4D-BE05-F1CE4E63AA56}"/>
          </ac:spMkLst>
        </pc:spChg>
        <pc:spChg chg="add del">
          <ac:chgData name="Manas Tuwani" userId="5d421215-a11f-4a6e-90ca-e8ac2213fab6" providerId="ADAL" clId="{8BF90137-BCF2-42BD-9513-7CAFDF72E8D0}" dt="2022-08-01T13:19:37.246" v="448" actId="26606"/>
          <ac:spMkLst>
            <pc:docMk/>
            <pc:sldMk cId="2942122539" sldId="277"/>
            <ac:spMk id="33" creationId="{BACC6370-2D7E-4714-9D71-7542949D7D5D}"/>
          </ac:spMkLst>
        </pc:spChg>
        <pc:spChg chg="add del">
          <ac:chgData name="Manas Tuwani" userId="5d421215-a11f-4a6e-90ca-e8ac2213fab6" providerId="ADAL" clId="{8BF90137-BCF2-42BD-9513-7CAFDF72E8D0}" dt="2022-08-01T13:19:37.246" v="448" actId="26606"/>
          <ac:spMkLst>
            <pc:docMk/>
            <pc:sldMk cId="2942122539" sldId="277"/>
            <ac:spMk id="34" creationId="{F68B3F68-107C-434F-AA38-110D5EA91B85}"/>
          </ac:spMkLst>
        </pc:spChg>
        <pc:spChg chg="add del">
          <ac:chgData name="Manas Tuwani" userId="5d421215-a11f-4a6e-90ca-e8ac2213fab6" providerId="ADAL" clId="{8BF90137-BCF2-42BD-9513-7CAFDF72E8D0}" dt="2022-08-01T13:19:37.246" v="448" actId="26606"/>
          <ac:spMkLst>
            <pc:docMk/>
            <pc:sldMk cId="2942122539" sldId="277"/>
            <ac:spMk id="35" creationId="{AAD0DBB9-1A4B-4391-81D4-CB19F9AB918A}"/>
          </ac:spMkLst>
        </pc:spChg>
        <pc:spChg chg="add del">
          <ac:chgData name="Manas Tuwani" userId="5d421215-a11f-4a6e-90ca-e8ac2213fab6" providerId="ADAL" clId="{8BF90137-BCF2-42BD-9513-7CAFDF72E8D0}" dt="2022-08-01T13:19:37.246" v="448" actId="26606"/>
          <ac:spMkLst>
            <pc:docMk/>
            <pc:sldMk cId="2942122539" sldId="277"/>
            <ac:spMk id="36" creationId="{063BBA22-50EA-4C4D-BE05-F1CE4E63AA56}"/>
          </ac:spMkLst>
        </pc:spChg>
        <pc:spChg chg="add del">
          <ac:chgData name="Manas Tuwani" userId="5d421215-a11f-4a6e-90ca-e8ac2213fab6" providerId="ADAL" clId="{8BF90137-BCF2-42BD-9513-7CAFDF72E8D0}" dt="2022-08-01T13:19:39.793" v="450" actId="26606"/>
          <ac:spMkLst>
            <pc:docMk/>
            <pc:sldMk cId="2942122539" sldId="277"/>
            <ac:spMk id="38" creationId="{BACC6370-2D7E-4714-9D71-7542949D7D5D}"/>
          </ac:spMkLst>
        </pc:spChg>
        <pc:spChg chg="add del">
          <ac:chgData name="Manas Tuwani" userId="5d421215-a11f-4a6e-90ca-e8ac2213fab6" providerId="ADAL" clId="{8BF90137-BCF2-42BD-9513-7CAFDF72E8D0}" dt="2022-08-01T13:19:39.793" v="450" actId="26606"/>
          <ac:spMkLst>
            <pc:docMk/>
            <pc:sldMk cId="2942122539" sldId="277"/>
            <ac:spMk id="39" creationId="{F68B3F68-107C-434F-AA38-110D5EA91B85}"/>
          </ac:spMkLst>
        </pc:spChg>
        <pc:spChg chg="add del">
          <ac:chgData name="Manas Tuwani" userId="5d421215-a11f-4a6e-90ca-e8ac2213fab6" providerId="ADAL" clId="{8BF90137-BCF2-42BD-9513-7CAFDF72E8D0}" dt="2022-08-01T13:19:39.793" v="450" actId="26606"/>
          <ac:spMkLst>
            <pc:docMk/>
            <pc:sldMk cId="2942122539" sldId="277"/>
            <ac:spMk id="40" creationId="{AAD0DBB9-1A4B-4391-81D4-CB19F9AB918A}"/>
          </ac:spMkLst>
        </pc:spChg>
        <pc:spChg chg="add del">
          <ac:chgData name="Manas Tuwani" userId="5d421215-a11f-4a6e-90ca-e8ac2213fab6" providerId="ADAL" clId="{8BF90137-BCF2-42BD-9513-7CAFDF72E8D0}" dt="2022-08-01T13:19:39.793" v="450" actId="26606"/>
          <ac:spMkLst>
            <pc:docMk/>
            <pc:sldMk cId="2942122539" sldId="277"/>
            <ac:spMk id="41" creationId="{063BBA22-50EA-4C4D-BE05-F1CE4E63AA56}"/>
          </ac:spMkLst>
        </pc:spChg>
        <pc:spChg chg="add del">
          <ac:chgData name="Manas Tuwani" userId="5d421215-a11f-4a6e-90ca-e8ac2213fab6" providerId="ADAL" clId="{8BF90137-BCF2-42BD-9513-7CAFDF72E8D0}" dt="2022-08-01T13:19:40.646" v="452" actId="26606"/>
          <ac:spMkLst>
            <pc:docMk/>
            <pc:sldMk cId="2942122539" sldId="277"/>
            <ac:spMk id="43" creationId="{BACC6370-2D7E-4714-9D71-7542949D7D5D}"/>
          </ac:spMkLst>
        </pc:spChg>
        <pc:spChg chg="add del">
          <ac:chgData name="Manas Tuwani" userId="5d421215-a11f-4a6e-90ca-e8ac2213fab6" providerId="ADAL" clId="{8BF90137-BCF2-42BD-9513-7CAFDF72E8D0}" dt="2022-08-01T13:19:40.646" v="452" actId="26606"/>
          <ac:spMkLst>
            <pc:docMk/>
            <pc:sldMk cId="2942122539" sldId="277"/>
            <ac:spMk id="44" creationId="{F68B3F68-107C-434F-AA38-110D5EA91B85}"/>
          </ac:spMkLst>
        </pc:spChg>
        <pc:spChg chg="add del">
          <ac:chgData name="Manas Tuwani" userId="5d421215-a11f-4a6e-90ca-e8ac2213fab6" providerId="ADAL" clId="{8BF90137-BCF2-42BD-9513-7CAFDF72E8D0}" dt="2022-08-01T13:19:40.646" v="452" actId="26606"/>
          <ac:spMkLst>
            <pc:docMk/>
            <pc:sldMk cId="2942122539" sldId="277"/>
            <ac:spMk id="45" creationId="{AAD0DBB9-1A4B-4391-81D4-CB19F9AB918A}"/>
          </ac:spMkLst>
        </pc:spChg>
        <pc:spChg chg="add del">
          <ac:chgData name="Manas Tuwani" userId="5d421215-a11f-4a6e-90ca-e8ac2213fab6" providerId="ADAL" clId="{8BF90137-BCF2-42BD-9513-7CAFDF72E8D0}" dt="2022-08-01T13:19:40.646" v="452" actId="26606"/>
          <ac:spMkLst>
            <pc:docMk/>
            <pc:sldMk cId="2942122539" sldId="277"/>
            <ac:spMk id="46" creationId="{063BBA22-50EA-4C4D-BE05-F1CE4E63AA56}"/>
          </ac:spMkLst>
        </pc:spChg>
        <pc:spChg chg="add del">
          <ac:chgData name="Manas Tuwani" userId="5d421215-a11f-4a6e-90ca-e8ac2213fab6" providerId="ADAL" clId="{8BF90137-BCF2-42BD-9513-7CAFDF72E8D0}" dt="2022-08-01T13:19:42.093" v="454" actId="26606"/>
          <ac:spMkLst>
            <pc:docMk/>
            <pc:sldMk cId="2942122539" sldId="277"/>
            <ac:spMk id="48" creationId="{BACC6370-2D7E-4714-9D71-7542949D7D5D}"/>
          </ac:spMkLst>
        </pc:spChg>
        <pc:spChg chg="add del">
          <ac:chgData name="Manas Tuwani" userId="5d421215-a11f-4a6e-90ca-e8ac2213fab6" providerId="ADAL" clId="{8BF90137-BCF2-42BD-9513-7CAFDF72E8D0}" dt="2022-08-01T13:19:42.093" v="454" actId="26606"/>
          <ac:spMkLst>
            <pc:docMk/>
            <pc:sldMk cId="2942122539" sldId="277"/>
            <ac:spMk id="49" creationId="{F68B3F68-107C-434F-AA38-110D5EA91B85}"/>
          </ac:spMkLst>
        </pc:spChg>
        <pc:spChg chg="add del">
          <ac:chgData name="Manas Tuwani" userId="5d421215-a11f-4a6e-90ca-e8ac2213fab6" providerId="ADAL" clId="{8BF90137-BCF2-42BD-9513-7CAFDF72E8D0}" dt="2022-08-01T13:19:42.093" v="454" actId="26606"/>
          <ac:spMkLst>
            <pc:docMk/>
            <pc:sldMk cId="2942122539" sldId="277"/>
            <ac:spMk id="50" creationId="{AAD0DBB9-1A4B-4391-81D4-CB19F9AB918A}"/>
          </ac:spMkLst>
        </pc:spChg>
        <pc:spChg chg="add del">
          <ac:chgData name="Manas Tuwani" userId="5d421215-a11f-4a6e-90ca-e8ac2213fab6" providerId="ADAL" clId="{8BF90137-BCF2-42BD-9513-7CAFDF72E8D0}" dt="2022-08-01T13:19:42.093" v="454" actId="26606"/>
          <ac:spMkLst>
            <pc:docMk/>
            <pc:sldMk cId="2942122539" sldId="277"/>
            <ac:spMk id="51" creationId="{063BBA22-50EA-4C4D-BE05-F1CE4E63AA56}"/>
          </ac:spMkLst>
        </pc:spChg>
        <pc:spChg chg="add del">
          <ac:chgData name="Manas Tuwani" userId="5d421215-a11f-4a6e-90ca-e8ac2213fab6" providerId="ADAL" clId="{8BF90137-BCF2-42BD-9513-7CAFDF72E8D0}" dt="2022-08-01T13:19:43.663" v="456" actId="26606"/>
          <ac:spMkLst>
            <pc:docMk/>
            <pc:sldMk cId="2942122539" sldId="277"/>
            <ac:spMk id="53" creationId="{A4AC5506-6312-4701-8D3C-40187889A947}"/>
          </ac:spMkLst>
        </pc:spChg>
        <pc:spChg chg="add del">
          <ac:chgData name="Manas Tuwani" userId="5d421215-a11f-4a6e-90ca-e8ac2213fab6" providerId="ADAL" clId="{8BF90137-BCF2-42BD-9513-7CAFDF72E8D0}" dt="2022-08-01T13:19:45.980" v="458" actId="26606"/>
          <ac:spMkLst>
            <pc:docMk/>
            <pc:sldMk cId="2942122539" sldId="277"/>
            <ac:spMk id="55" creationId="{A4AC5506-6312-4701-8D3C-40187889A947}"/>
          </ac:spMkLst>
        </pc:spChg>
        <pc:spChg chg="add del">
          <ac:chgData name="Manas Tuwani" userId="5d421215-a11f-4a6e-90ca-e8ac2213fab6" providerId="ADAL" clId="{8BF90137-BCF2-42BD-9513-7CAFDF72E8D0}" dt="2022-08-01T13:19:47.440" v="460" actId="26606"/>
          <ac:spMkLst>
            <pc:docMk/>
            <pc:sldMk cId="2942122539" sldId="277"/>
            <ac:spMk id="57" creationId="{BACC6370-2D7E-4714-9D71-7542949D7D5D}"/>
          </ac:spMkLst>
        </pc:spChg>
        <pc:spChg chg="add del">
          <ac:chgData name="Manas Tuwani" userId="5d421215-a11f-4a6e-90ca-e8ac2213fab6" providerId="ADAL" clId="{8BF90137-BCF2-42BD-9513-7CAFDF72E8D0}" dt="2022-08-01T13:19:47.440" v="460" actId="26606"/>
          <ac:spMkLst>
            <pc:docMk/>
            <pc:sldMk cId="2942122539" sldId="277"/>
            <ac:spMk id="58" creationId="{F68B3F68-107C-434F-AA38-110D5EA91B85}"/>
          </ac:spMkLst>
        </pc:spChg>
        <pc:spChg chg="add del">
          <ac:chgData name="Manas Tuwani" userId="5d421215-a11f-4a6e-90ca-e8ac2213fab6" providerId="ADAL" clId="{8BF90137-BCF2-42BD-9513-7CAFDF72E8D0}" dt="2022-08-01T13:19:47.440" v="460" actId="26606"/>
          <ac:spMkLst>
            <pc:docMk/>
            <pc:sldMk cId="2942122539" sldId="277"/>
            <ac:spMk id="59" creationId="{AAD0DBB9-1A4B-4391-81D4-CB19F9AB918A}"/>
          </ac:spMkLst>
        </pc:spChg>
        <pc:spChg chg="add del">
          <ac:chgData name="Manas Tuwani" userId="5d421215-a11f-4a6e-90ca-e8ac2213fab6" providerId="ADAL" clId="{8BF90137-BCF2-42BD-9513-7CAFDF72E8D0}" dt="2022-08-01T13:19:47.440" v="460" actId="26606"/>
          <ac:spMkLst>
            <pc:docMk/>
            <pc:sldMk cId="2942122539" sldId="277"/>
            <ac:spMk id="60" creationId="{063BBA22-50EA-4C4D-BE05-F1CE4E63AA56}"/>
          </ac:spMkLst>
        </pc:spChg>
        <pc:spChg chg="add">
          <ac:chgData name="Manas Tuwani" userId="5d421215-a11f-4a6e-90ca-e8ac2213fab6" providerId="ADAL" clId="{8BF90137-BCF2-42BD-9513-7CAFDF72E8D0}" dt="2022-08-01T13:19:47.452" v="461" actId="26606"/>
          <ac:spMkLst>
            <pc:docMk/>
            <pc:sldMk cId="2942122539" sldId="277"/>
            <ac:spMk id="62" creationId="{BACC6370-2D7E-4714-9D71-7542949D7D5D}"/>
          </ac:spMkLst>
        </pc:spChg>
        <pc:spChg chg="add">
          <ac:chgData name="Manas Tuwani" userId="5d421215-a11f-4a6e-90ca-e8ac2213fab6" providerId="ADAL" clId="{8BF90137-BCF2-42BD-9513-7CAFDF72E8D0}" dt="2022-08-01T13:19:47.452" v="461" actId="26606"/>
          <ac:spMkLst>
            <pc:docMk/>
            <pc:sldMk cId="2942122539" sldId="277"/>
            <ac:spMk id="63" creationId="{F68B3F68-107C-434F-AA38-110D5EA91B85}"/>
          </ac:spMkLst>
        </pc:spChg>
        <pc:spChg chg="add">
          <ac:chgData name="Manas Tuwani" userId="5d421215-a11f-4a6e-90ca-e8ac2213fab6" providerId="ADAL" clId="{8BF90137-BCF2-42BD-9513-7CAFDF72E8D0}" dt="2022-08-01T13:19:47.452" v="461" actId="26606"/>
          <ac:spMkLst>
            <pc:docMk/>
            <pc:sldMk cId="2942122539" sldId="277"/>
            <ac:spMk id="64" creationId="{AAD0DBB9-1A4B-4391-81D4-CB19F9AB918A}"/>
          </ac:spMkLst>
        </pc:spChg>
        <pc:spChg chg="add">
          <ac:chgData name="Manas Tuwani" userId="5d421215-a11f-4a6e-90ca-e8ac2213fab6" providerId="ADAL" clId="{8BF90137-BCF2-42BD-9513-7CAFDF72E8D0}" dt="2022-08-01T13:19:47.452" v="461" actId="26606"/>
          <ac:spMkLst>
            <pc:docMk/>
            <pc:sldMk cId="2942122539" sldId="277"/>
            <ac:spMk id="65" creationId="{063BBA22-50EA-4C4D-BE05-F1CE4E63AA56}"/>
          </ac:spMkLst>
        </pc:spChg>
        <pc:graphicFrameChg chg="add mod modGraphic">
          <ac:chgData name="Manas Tuwani" userId="5d421215-a11f-4a6e-90ca-e8ac2213fab6" providerId="ADAL" clId="{8BF90137-BCF2-42BD-9513-7CAFDF72E8D0}" dt="2022-08-01T13:20:01.365" v="467" actId="20577"/>
          <ac:graphicFrameMkLst>
            <pc:docMk/>
            <pc:sldMk cId="2942122539" sldId="277"/>
            <ac:graphicFrameMk id="4" creationId="{EC66A4A2-C5B7-ECF5-21D1-CEAA25A80E3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FC515B-87B6-A5C5-801E-BF58DC6282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3F9A070-6497-F812-A9B0-86F013B60D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4C971F2-B3A2-F210-3DE2-66830101706A}"/>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129750AD-18B7-92F3-862E-7866AF5459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8F71C55-AA5A-86A6-37A3-541E54AEA67B}"/>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542304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3B61E3-489C-405D-4B7F-6E26CDD382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9694985-B01C-C885-1129-A8D8795834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0A80E38-B110-7810-4ECF-4E0894AD79BE}"/>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23E6B39A-A295-5597-04B3-D6BB1B230C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7D86E2A-607E-D460-AFD2-F3D06415B42F}"/>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4227930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5BD5A6-7F5A-F0C4-4D3E-AA9137BD61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F8DD4F7-0243-8240-DF95-3486E6F9EC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67972B1-60CE-5491-0771-0ECA3B96C3A3}"/>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10D61541-C6A3-D9A2-54A3-1718A4FB33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184AE6D-C0DA-FBA7-A64B-427269122E50}"/>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645940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245C25-1C3A-85D7-BACC-A698A9C6EB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1D04B4B-4D3F-6368-1843-126FC0D8AF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3FFB318-350F-A88E-2963-E26FD8ABD0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71B3B679-DEA3-28CD-D102-CB109D960FA8}"/>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6" name="Footer Placeholder 5">
            <a:extLst>
              <a:ext uri="{FF2B5EF4-FFF2-40B4-BE49-F238E27FC236}">
                <a16:creationId xmlns:a16="http://schemas.microsoft.com/office/drawing/2014/main" xmlns="" id="{E060BB1B-A515-A461-5ACE-C515711BA0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BFDBF8C-2A93-0961-B561-E9B2A1ECA997}"/>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418966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FC24BE-84C4-CE39-AC1F-C8FF3F71D2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965B151-00EA-58E3-A66E-95A22997C0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AA0B84C-9263-1301-D48A-8297A1D443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5B540400-0C53-4B9E-E19D-0862EC7F05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93F9F7F-DDE6-95BD-A597-A543D0A104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874D86D-4B70-95F9-BE24-B348AE6D7DE4}"/>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8" name="Footer Placeholder 7">
            <a:extLst>
              <a:ext uri="{FF2B5EF4-FFF2-40B4-BE49-F238E27FC236}">
                <a16:creationId xmlns:a16="http://schemas.microsoft.com/office/drawing/2014/main" xmlns="" id="{69E042EA-97EA-1093-1026-DC84FFE0AF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1D5206BC-0D6C-E608-6DDB-CF6F893543FE}"/>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792430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D61023-9E52-A818-E7C7-F19B6787EA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9BE820C-6CC8-45F3-D171-56DB9C6FC0F1}"/>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4" name="Footer Placeholder 3">
            <a:extLst>
              <a:ext uri="{FF2B5EF4-FFF2-40B4-BE49-F238E27FC236}">
                <a16:creationId xmlns:a16="http://schemas.microsoft.com/office/drawing/2014/main" xmlns="" id="{3D92B5A0-ECA5-1515-A535-B5D9B2BA0B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769DFCB5-A974-5EF8-2F82-C725AFAC0131}"/>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3098983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A00A304-BD49-B03B-4BBF-22B82F479D6C}"/>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3" name="Footer Placeholder 2">
            <a:extLst>
              <a:ext uri="{FF2B5EF4-FFF2-40B4-BE49-F238E27FC236}">
                <a16:creationId xmlns:a16="http://schemas.microsoft.com/office/drawing/2014/main" xmlns="" id="{519B280E-6346-6B92-41F3-0E6C5888B5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46290B8-A959-602B-2C85-2A94E79816D2}"/>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253745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0EBB58-FDFA-B68B-88EB-0692FC6FA1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6F99868-5F21-57C8-5339-3212070D6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BF359836-A153-6CB8-3699-A1445E687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5D0003A-0D5C-4A4B-55CF-B668170F1061}"/>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6" name="Footer Placeholder 5">
            <a:extLst>
              <a:ext uri="{FF2B5EF4-FFF2-40B4-BE49-F238E27FC236}">
                <a16:creationId xmlns:a16="http://schemas.microsoft.com/office/drawing/2014/main" xmlns="" id="{E639F0CE-BAC2-20C9-2568-972D04FB05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FCEBF68-ADA4-6A23-73F2-A9B1C984362E}"/>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300548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AFFCA3-1703-BA80-8B9D-C32A12B77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01012C23-ECE4-C51F-F38B-835FF134F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9001616B-1EEF-A879-99A3-CEF34C6CA0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1D1D510-8586-7B9D-90ED-C192B04B4C18}"/>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6" name="Footer Placeholder 5">
            <a:extLst>
              <a:ext uri="{FF2B5EF4-FFF2-40B4-BE49-F238E27FC236}">
                <a16:creationId xmlns:a16="http://schemas.microsoft.com/office/drawing/2014/main" xmlns="" id="{895D1A76-560E-F8F4-2DEA-E43DBB387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298953D-55BC-64AB-1045-A6FDDDC0F5C6}"/>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44209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0CAF83-0546-E78D-B51C-A1FA55A595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A27D3B4-DB10-2906-3728-5EEEED726F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4E23A7B-338E-9980-F7D0-7B617BF7F366}"/>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4AB28F42-E471-CD1A-E371-23A2DA617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E82D24F-1151-DDC7-EFAB-1274B038FBF0}"/>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215223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74515E8-715B-0C8C-894D-1C1E02524A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9BCA178-6452-EC9D-2CA6-81FF2434D5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974E4DF-BAA9-5B6C-7E3F-90C1EA574D0B}"/>
              </a:ext>
            </a:extLst>
          </p:cNvPr>
          <p:cNvSpPr>
            <a:spLocks noGrp="1"/>
          </p:cNvSpPr>
          <p:nvPr>
            <p:ph type="dt" sz="half" idx="10"/>
          </p:nvPr>
        </p:nvSpPr>
        <p:spPr/>
        <p:txBody>
          <a:body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F74DB1EF-5201-5FB9-16B1-8515C36426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D1510BC-BF3A-4BF5-034E-33A3F2AE6C89}"/>
              </a:ext>
            </a:extLst>
          </p:cNvPr>
          <p:cNvSpPr>
            <a:spLocks noGrp="1"/>
          </p:cNvSpPr>
          <p:nvPr>
            <p:ph type="sldNum" sz="quarter" idx="12"/>
          </p:nvPr>
        </p:nvSpPr>
        <p:spPr/>
        <p:txBody>
          <a:body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1555502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0D62020-9903-44C3-5AC3-970075BC2D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343A1A5-3E98-08EB-E47A-4C41966EE2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DC120AF-996E-8EE9-59A3-B820BF832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C5569-6854-45FA-9339-42A13B29EEAF}" type="datetimeFigureOut">
              <a:rPr lang="en-IN" smtClean="0"/>
              <a:pPr/>
              <a:t>11-06-2025</a:t>
            </a:fld>
            <a:endParaRPr lang="en-IN"/>
          </a:p>
        </p:txBody>
      </p:sp>
      <p:sp>
        <p:nvSpPr>
          <p:cNvPr id="5" name="Footer Placeholder 4">
            <a:extLst>
              <a:ext uri="{FF2B5EF4-FFF2-40B4-BE49-F238E27FC236}">
                <a16:creationId xmlns:a16="http://schemas.microsoft.com/office/drawing/2014/main" xmlns="" id="{B0647B7F-A890-14DD-0964-8970653B12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E69BC04-FD19-00A5-7C8D-B56CA58252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894AA-D9BD-4152-82EE-84263B707E85}" type="slidenum">
              <a:rPr lang="en-IN" smtClean="0"/>
              <a:pPr/>
              <a:t>‹#›</a:t>
            </a:fld>
            <a:endParaRPr lang="en-IN"/>
          </a:p>
        </p:txBody>
      </p:sp>
    </p:spTree>
    <p:extLst>
      <p:ext uri="{BB962C8B-B14F-4D97-AF65-F5344CB8AC3E}">
        <p14:creationId xmlns:p14="http://schemas.microsoft.com/office/powerpoint/2010/main" xmlns="" val="495757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xmlns="" id="{42A4FC2C-047E-45A5-965D-8E1E3BF09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creenshot of a computer&#10;&#10;Description automatically generated with medium confidence">
            <a:extLst>
              <a:ext uri="{FF2B5EF4-FFF2-40B4-BE49-F238E27FC236}">
                <a16:creationId xmlns:a16="http://schemas.microsoft.com/office/drawing/2014/main" xmlns="" id="{C4C9DE6F-D9EC-261B-289C-5B4A9DF11963}"/>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1311" r="4"/>
          <a:stretch/>
        </p:blipFill>
        <p:spPr>
          <a:xfrm>
            <a:off x="20" y="1282"/>
            <a:ext cx="12191980" cy="6856718"/>
          </a:xfrm>
          <a:prstGeom prst="rect">
            <a:avLst/>
          </a:prstGeom>
        </p:spPr>
      </p:pic>
    </p:spTree>
    <p:extLst>
      <p:ext uri="{BB962C8B-B14F-4D97-AF65-F5344CB8AC3E}">
        <p14:creationId xmlns:p14="http://schemas.microsoft.com/office/powerpoint/2010/main" xmlns="" val="40524067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7523C6A-7DEF-C2C6-739F-5848F08122F8}"/>
              </a:ext>
            </a:extLst>
          </p:cNvPr>
          <p:cNvSpPr>
            <a:spLocks noGrp="1"/>
          </p:cNvSpPr>
          <p:nvPr>
            <p:ph type="title"/>
          </p:nvPr>
        </p:nvSpPr>
        <p:spPr>
          <a:xfrm>
            <a:off x="1371599" y="294538"/>
            <a:ext cx="9895951" cy="1033669"/>
          </a:xfrm>
        </p:spPr>
        <p:txBody>
          <a:bodyPr>
            <a:normAutofit/>
          </a:bodyPr>
          <a:lstStyle/>
          <a:p>
            <a:pPr algn="ctr"/>
            <a:r>
              <a:rPr lang="en-US" sz="4000" b="1" dirty="0">
                <a:solidFill>
                  <a:srgbClr val="FFFFFF"/>
                </a:solidFill>
              </a:rPr>
              <a:t>Collection in Java</a:t>
            </a:r>
            <a:endParaRPr lang="en-IN" sz="4000" b="1" dirty="0">
              <a:solidFill>
                <a:srgbClr val="FFFFFF"/>
              </a:solidFill>
            </a:endParaRPr>
          </a:p>
        </p:txBody>
      </p:sp>
      <p:sp>
        <p:nvSpPr>
          <p:cNvPr id="3" name="Content Placeholder 2">
            <a:extLst>
              <a:ext uri="{FF2B5EF4-FFF2-40B4-BE49-F238E27FC236}">
                <a16:creationId xmlns:a16="http://schemas.microsoft.com/office/drawing/2014/main" xmlns="" id="{3BF39A52-EC69-FCF2-149F-72B2E91F217B}"/>
              </a:ext>
            </a:extLst>
          </p:cNvPr>
          <p:cNvSpPr>
            <a:spLocks noGrp="1"/>
          </p:cNvSpPr>
          <p:nvPr>
            <p:ph idx="1"/>
          </p:nvPr>
        </p:nvSpPr>
        <p:spPr>
          <a:xfrm>
            <a:off x="1371599" y="2318197"/>
            <a:ext cx="9724031" cy="3683358"/>
          </a:xfrm>
        </p:spPr>
        <p:txBody>
          <a:bodyPr anchor="ctr">
            <a:normAutofit/>
          </a:bodyPr>
          <a:lstStyle/>
          <a:p>
            <a:pPr marL="0" indent="0">
              <a:buNone/>
            </a:pPr>
            <a:r>
              <a:rPr lang="en-US" sz="2000" b="0" dirty="0">
                <a:effectLst/>
              </a:rPr>
              <a:t>The </a:t>
            </a:r>
            <a:r>
              <a:rPr lang="en-US" sz="2000" b="1" dirty="0">
                <a:effectLst/>
              </a:rPr>
              <a:t>Collection in Java</a:t>
            </a:r>
            <a:r>
              <a:rPr lang="en-US" sz="2000" b="0" dirty="0">
                <a:effectLst/>
              </a:rPr>
              <a:t> is a framework that provides an architecture to store and manipulate the group of objects.</a:t>
            </a:r>
          </a:p>
          <a:p>
            <a:pPr marL="0" indent="0">
              <a:buNone/>
            </a:pPr>
            <a:endParaRPr lang="en-US" sz="2000" dirty="0"/>
          </a:p>
          <a:p>
            <a:pPr marL="0" indent="0">
              <a:buNone/>
            </a:pPr>
            <a:r>
              <a:rPr lang="en-US" sz="2000" b="0" dirty="0">
                <a:effectLst/>
              </a:rPr>
              <a:t>Any group of individual objects which are represented as a single unit is known as the collection. In Java, a separate framework named the “Collection Framework” has been defined in JDK 1.2 which holds all the collection classes and interface in it. </a:t>
            </a:r>
          </a:p>
          <a:p>
            <a:pPr marL="0" indent="0">
              <a:buNone/>
            </a:pPr>
            <a:endParaRPr lang="en-US" sz="2000" dirty="0"/>
          </a:p>
          <a:p>
            <a:pPr marL="0" indent="0">
              <a:buNone/>
            </a:pPr>
            <a:r>
              <a:rPr lang="en-US" sz="2000" b="0" dirty="0">
                <a:effectLst/>
              </a:rPr>
              <a:t>The Collection interface (</a:t>
            </a:r>
            <a:r>
              <a:rPr lang="en-US" sz="2000" b="1" dirty="0" err="1">
                <a:effectLst/>
              </a:rPr>
              <a:t>java.util.Collection</a:t>
            </a:r>
            <a:r>
              <a:rPr lang="en-US" sz="2000" b="0" dirty="0">
                <a:effectLst/>
              </a:rPr>
              <a:t>) and Map interface (</a:t>
            </a:r>
            <a:r>
              <a:rPr lang="en-US" sz="2000" b="1" dirty="0" err="1">
                <a:effectLst/>
              </a:rPr>
              <a:t>java.util.Map</a:t>
            </a:r>
            <a:r>
              <a:rPr lang="en-US" sz="2000" b="0" dirty="0">
                <a:effectLst/>
              </a:rPr>
              <a:t>) are the two main “root” interfaces of Java collection classes.</a:t>
            </a:r>
            <a:endParaRPr lang="en-IN" sz="2000" dirty="0"/>
          </a:p>
        </p:txBody>
      </p:sp>
    </p:spTree>
    <p:extLst>
      <p:ext uri="{BB962C8B-B14F-4D97-AF65-F5344CB8AC3E}">
        <p14:creationId xmlns:p14="http://schemas.microsoft.com/office/powerpoint/2010/main" xmlns="" val="24644965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F8C80C8-FAAD-978F-3976-BBCCE4DA5A08}"/>
              </a:ext>
            </a:extLst>
          </p:cNvPr>
          <p:cNvSpPr>
            <a:spLocks noGrp="1"/>
          </p:cNvSpPr>
          <p:nvPr>
            <p:ph type="title"/>
          </p:nvPr>
        </p:nvSpPr>
        <p:spPr>
          <a:xfrm>
            <a:off x="1371599" y="294538"/>
            <a:ext cx="9895951" cy="1033669"/>
          </a:xfrm>
        </p:spPr>
        <p:txBody>
          <a:bodyPr>
            <a:normAutofit/>
          </a:bodyPr>
          <a:lstStyle/>
          <a:p>
            <a:pPr algn="ctr"/>
            <a:r>
              <a:rPr lang="en-US" sz="4000" b="1" dirty="0">
                <a:solidFill>
                  <a:srgbClr val="FFFFFF"/>
                </a:solidFill>
              </a:rPr>
              <a:t>Collection Framework</a:t>
            </a:r>
            <a:endParaRPr lang="en-IN" sz="4000" b="1" dirty="0">
              <a:solidFill>
                <a:srgbClr val="FFFFFF"/>
              </a:solidFill>
            </a:endParaRPr>
          </a:p>
        </p:txBody>
      </p:sp>
      <p:sp>
        <p:nvSpPr>
          <p:cNvPr id="3" name="Content Placeholder 2">
            <a:extLst>
              <a:ext uri="{FF2B5EF4-FFF2-40B4-BE49-F238E27FC236}">
                <a16:creationId xmlns:a16="http://schemas.microsoft.com/office/drawing/2014/main" xmlns="" id="{5A9411F4-8BD3-EC86-7408-FDF9322C3DAF}"/>
              </a:ext>
            </a:extLst>
          </p:cNvPr>
          <p:cNvSpPr>
            <a:spLocks noGrp="1"/>
          </p:cNvSpPr>
          <p:nvPr>
            <p:ph idx="1"/>
          </p:nvPr>
        </p:nvSpPr>
        <p:spPr>
          <a:xfrm>
            <a:off x="1371600" y="2019301"/>
            <a:ext cx="9210584" cy="4544162"/>
          </a:xfrm>
        </p:spPr>
        <p:txBody>
          <a:bodyPr anchor="ctr">
            <a:normAutofit/>
          </a:bodyPr>
          <a:lstStyle/>
          <a:p>
            <a:pPr marL="0" indent="0" fontAlgn="base">
              <a:buNone/>
            </a:pPr>
            <a:r>
              <a:rPr lang="en-US" sz="2400" b="1" i="0" dirty="0">
                <a:effectLst/>
              </a:rPr>
              <a:t>What is a Framework?</a:t>
            </a:r>
          </a:p>
          <a:p>
            <a:pPr marL="0" indent="0" fontAlgn="base">
              <a:buNone/>
            </a:pPr>
            <a:r>
              <a:rPr lang="en-US" sz="2400" i="0" dirty="0">
                <a:effectLst/>
              </a:rPr>
              <a:t>A framework is a set of classes and interfaces which provide a ready-made architecture. In order to implement a new feature or a class, there is no need to define a framework.</a:t>
            </a:r>
          </a:p>
          <a:p>
            <a:pPr marL="0" indent="0" fontAlgn="base">
              <a:buNone/>
            </a:pPr>
            <a:endParaRPr lang="en-US" sz="2400" dirty="0"/>
          </a:p>
          <a:p>
            <a:pPr marL="0" indent="0" fontAlgn="base">
              <a:buNone/>
            </a:pPr>
            <a:r>
              <a:rPr lang="en-US" sz="2400" b="1" i="0" dirty="0">
                <a:effectLst/>
              </a:rPr>
              <a:t>What is a Java Collection Framework?</a:t>
            </a:r>
          </a:p>
          <a:p>
            <a:pPr marL="0" indent="0" fontAlgn="base">
              <a:buNone/>
            </a:pPr>
            <a:r>
              <a:rPr lang="en-US" sz="2400" i="0" dirty="0">
                <a:effectLst/>
              </a:rPr>
              <a:t>A Java collection framework provides an architecture to store and manipulate a group of objects. A Java collection framework includes the following:</a:t>
            </a:r>
          </a:p>
          <a:p>
            <a:pPr marL="0" indent="0" fontAlgn="base">
              <a:buNone/>
            </a:pPr>
            <a:r>
              <a:rPr lang="en-US" sz="2400" i="0" dirty="0">
                <a:effectLst/>
              </a:rPr>
              <a:t>Interfaces</a:t>
            </a:r>
          </a:p>
          <a:p>
            <a:pPr marL="0" indent="0" fontAlgn="base">
              <a:buNone/>
            </a:pPr>
            <a:r>
              <a:rPr lang="en-US" sz="2400" i="0" dirty="0">
                <a:effectLst/>
              </a:rPr>
              <a:t>Classes</a:t>
            </a:r>
          </a:p>
          <a:p>
            <a:pPr marL="0" indent="0">
              <a:buNone/>
            </a:pPr>
            <a:endParaRPr lang="en-IN" sz="1700" dirty="0"/>
          </a:p>
        </p:txBody>
      </p:sp>
    </p:spTree>
    <p:extLst>
      <p:ext uri="{BB962C8B-B14F-4D97-AF65-F5344CB8AC3E}">
        <p14:creationId xmlns:p14="http://schemas.microsoft.com/office/powerpoint/2010/main" xmlns="" val="8208383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652F7B-221F-DD44-A440-E48C8E4F65FA}"/>
              </a:ext>
            </a:extLst>
          </p:cNvPr>
          <p:cNvSpPr>
            <a:spLocks noGrp="1"/>
          </p:cNvSpPr>
          <p:nvPr>
            <p:ph type="title"/>
          </p:nvPr>
        </p:nvSpPr>
        <p:spPr/>
        <p:txBody>
          <a:bodyPr/>
          <a:lstStyle/>
          <a:p>
            <a:r>
              <a:rPr lang="en-IN" b="0" i="0" dirty="0">
                <a:solidFill>
                  <a:srgbClr val="610B38"/>
                </a:solidFill>
                <a:effectLst/>
                <a:latin typeface="erdana"/>
              </a:rPr>
              <a:t>List Interface</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7A3C1728-891F-B81C-DBC8-CBE77F79AC9A}"/>
              </a:ext>
            </a:extLst>
          </p:cNvPr>
          <p:cNvSpPr>
            <a:spLocks noGrp="1"/>
          </p:cNvSpPr>
          <p:nvPr>
            <p:ph idx="1"/>
          </p:nvPr>
        </p:nvSpPr>
        <p:spPr>
          <a:xfrm>
            <a:off x="838200" y="1828799"/>
            <a:ext cx="10515600" cy="4348163"/>
          </a:xfrm>
        </p:spPr>
        <p:txBody>
          <a:bodyPr>
            <a:normAutofit/>
          </a:bodyPr>
          <a:lstStyle/>
          <a:p>
            <a:pPr marL="0" indent="0" algn="just">
              <a:buNone/>
            </a:pPr>
            <a:r>
              <a:rPr lang="en-US" b="0" i="0" dirty="0">
                <a:solidFill>
                  <a:srgbClr val="333333"/>
                </a:solidFill>
                <a:effectLst/>
                <a:latin typeface="inter-regular"/>
              </a:rPr>
              <a:t>List interface is the child interface of Collection interface. It inhibits a list type data structure in which we can store the ordered collection of objects. It can have duplicate values.</a:t>
            </a:r>
          </a:p>
          <a:p>
            <a:pPr marL="0" indent="0" algn="just">
              <a:buNone/>
            </a:pPr>
            <a:r>
              <a:rPr lang="en-US" b="0" i="0" dirty="0">
                <a:solidFill>
                  <a:srgbClr val="333333"/>
                </a:solidFill>
                <a:effectLst/>
                <a:latin typeface="inter-regular"/>
              </a:rPr>
              <a:t>List interface is implemented by the classes ArrayList, LinkedList, Vector, and Stack.</a:t>
            </a:r>
          </a:p>
          <a:p>
            <a:pPr marL="0" indent="0" algn="just">
              <a:buNone/>
            </a:pPr>
            <a:r>
              <a:rPr lang="en-US" b="0" i="0" dirty="0">
                <a:solidFill>
                  <a:srgbClr val="333333"/>
                </a:solidFill>
                <a:effectLst/>
                <a:latin typeface="inter-regular"/>
              </a:rPr>
              <a:t>To instantiate the List interface, we must use :</a:t>
            </a:r>
          </a:p>
          <a:p>
            <a:pPr marL="0" indent="0" algn="just">
              <a:buNone/>
            </a:pPr>
            <a:endParaRPr lang="en-US" dirty="0">
              <a:solidFill>
                <a:srgbClr val="333333"/>
              </a:solidFill>
              <a:latin typeface="inter-regular"/>
            </a:endParaRPr>
          </a:p>
          <a:p>
            <a:pPr algn="just">
              <a:buFont typeface="+mj-lt"/>
              <a:buAutoNum type="arabicPeriod"/>
            </a:pPr>
            <a:r>
              <a:rPr lang="en-IN" b="0" i="0" dirty="0">
                <a:effectLst/>
                <a:latin typeface="inter-regular"/>
              </a:rPr>
              <a:t>List &lt;data-type&gt; list1= </a:t>
            </a:r>
            <a:r>
              <a:rPr lang="en-IN" b="1" i="0" dirty="0">
                <a:effectLst/>
                <a:latin typeface="inter-regular"/>
              </a:rPr>
              <a:t>new</a:t>
            </a:r>
            <a:r>
              <a:rPr lang="en-IN" b="0" i="0" dirty="0">
                <a:effectLst/>
                <a:latin typeface="inter-regular"/>
              </a:rPr>
              <a:t> ArrayList();  </a:t>
            </a:r>
          </a:p>
          <a:p>
            <a:pPr algn="just">
              <a:buFont typeface="+mj-lt"/>
              <a:buAutoNum type="arabicPeriod"/>
            </a:pPr>
            <a:r>
              <a:rPr lang="en-IN" b="0" i="0" dirty="0">
                <a:effectLst/>
                <a:latin typeface="inter-regular"/>
              </a:rPr>
              <a:t>List &lt;data-type&gt; list2 = </a:t>
            </a:r>
            <a:r>
              <a:rPr lang="en-IN" b="1" i="0" dirty="0">
                <a:effectLst/>
                <a:latin typeface="inter-regular"/>
              </a:rPr>
              <a:t>new</a:t>
            </a:r>
            <a:r>
              <a:rPr lang="en-IN" b="0" i="0" dirty="0">
                <a:effectLst/>
                <a:latin typeface="inter-regular"/>
              </a:rPr>
              <a:t> LinkedList();  </a:t>
            </a:r>
          </a:p>
          <a:p>
            <a:pPr marL="0" indent="0" algn="just">
              <a:buNone/>
            </a:pPr>
            <a:endParaRPr lang="en-US" b="0" i="0" dirty="0">
              <a:solidFill>
                <a:srgbClr val="333333"/>
              </a:solidFill>
              <a:effectLst/>
              <a:latin typeface="inter-regular"/>
            </a:endParaRPr>
          </a:p>
          <a:p>
            <a:pPr marL="0" indent="0">
              <a:buNone/>
            </a:pPr>
            <a:endParaRPr lang="en-IN" dirty="0"/>
          </a:p>
        </p:txBody>
      </p:sp>
    </p:spTree>
    <p:extLst>
      <p:ext uri="{BB962C8B-B14F-4D97-AF65-F5344CB8AC3E}">
        <p14:creationId xmlns:p14="http://schemas.microsoft.com/office/powerpoint/2010/main" xmlns="" val="34755771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529C47-F184-37D9-8BDE-5675D15AE370}"/>
              </a:ext>
            </a:extLst>
          </p:cNvPr>
          <p:cNvSpPr>
            <a:spLocks noGrp="1"/>
          </p:cNvSpPr>
          <p:nvPr>
            <p:ph type="title"/>
          </p:nvPr>
        </p:nvSpPr>
        <p:spPr/>
        <p:txBody>
          <a:bodyPr/>
          <a:lstStyle/>
          <a:p>
            <a:r>
              <a:rPr lang="en-US" b="0" i="0" dirty="0">
                <a:solidFill>
                  <a:srgbClr val="610B38"/>
                </a:solidFill>
                <a:effectLst/>
                <a:latin typeface="erdana"/>
              </a:rPr>
              <a:t>ArrayList</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972C831F-E2B7-110D-810A-59BD6B05D8E0}"/>
              </a:ext>
            </a:extLst>
          </p:cNvPr>
          <p:cNvSpPr>
            <a:spLocks noGrp="1"/>
          </p:cNvSpPr>
          <p:nvPr>
            <p:ph idx="1"/>
          </p:nvPr>
        </p:nvSpPr>
        <p:spPr>
          <a:xfrm>
            <a:off x="838200" y="1825625"/>
            <a:ext cx="10515600" cy="4351338"/>
          </a:xfrm>
        </p:spPr>
        <p:txBody>
          <a:bodyPr>
            <a:normAutofit fontScale="70000" lnSpcReduction="20000"/>
          </a:bodyPr>
          <a:lstStyle/>
          <a:p>
            <a:pPr marL="0" indent="0" algn="just">
              <a:buNone/>
            </a:pPr>
            <a:r>
              <a:rPr lang="en-US" b="0" dirty="0">
                <a:effectLst/>
                <a:latin typeface="inter-regular"/>
              </a:rPr>
              <a:t>Java </a:t>
            </a:r>
            <a:r>
              <a:rPr lang="en-US" b="1" dirty="0" err="1">
                <a:effectLst/>
                <a:latin typeface="inter-bold"/>
              </a:rPr>
              <a:t>ArrayList</a:t>
            </a:r>
            <a:r>
              <a:rPr lang="en-US" b="0" dirty="0">
                <a:effectLst/>
                <a:latin typeface="inter-regular"/>
              </a:rPr>
              <a:t> class uses a dynamic </a:t>
            </a:r>
            <a:r>
              <a:rPr lang="en-US" b="0" u="none" strike="noStrike" dirty="0">
                <a:effectLst/>
                <a:latin typeface="inter-regular"/>
              </a:rPr>
              <a:t>array</a:t>
            </a:r>
            <a:r>
              <a:rPr lang="en-US" b="0" dirty="0">
                <a:effectLst/>
                <a:latin typeface="inter-regular"/>
              </a:rPr>
              <a:t> for storing the elements. It is like an array, but there is no size limit. We can add or remove elements anytime. So, it is much more flexible than the traditional array. It is found in the </a:t>
            </a:r>
            <a:r>
              <a:rPr lang="en-US" b="0" dirty="0" err="1">
                <a:effectLst/>
                <a:latin typeface="inter-regular"/>
              </a:rPr>
              <a:t>java.util</a:t>
            </a:r>
            <a:r>
              <a:rPr lang="en-US" b="0" dirty="0">
                <a:effectLst/>
                <a:latin typeface="inter-regular"/>
              </a:rPr>
              <a:t> package. </a:t>
            </a:r>
          </a:p>
          <a:p>
            <a:pPr marL="0" indent="0" algn="just">
              <a:buNone/>
            </a:pPr>
            <a:endParaRPr lang="en-US" b="0" dirty="0">
              <a:effectLst/>
              <a:latin typeface="inter-regular"/>
            </a:endParaRPr>
          </a:p>
          <a:p>
            <a:pPr marL="0" indent="0" algn="just">
              <a:buNone/>
            </a:pPr>
            <a:r>
              <a:rPr lang="en-US" b="0" dirty="0">
                <a:effectLst/>
                <a:latin typeface="inter-regular"/>
              </a:rPr>
              <a:t>The </a:t>
            </a:r>
            <a:r>
              <a:rPr lang="en-US" b="0" dirty="0" err="1">
                <a:effectLst/>
                <a:latin typeface="inter-regular"/>
              </a:rPr>
              <a:t>ArrayList</a:t>
            </a:r>
            <a:r>
              <a:rPr lang="en-US" b="0" dirty="0">
                <a:effectLst/>
                <a:latin typeface="inter-regular"/>
              </a:rPr>
              <a:t> in Java can have the duplicate elements also. It implements the List interface so we can use all the methods of the List interface here. The </a:t>
            </a:r>
            <a:r>
              <a:rPr lang="en-US" b="0" dirty="0" err="1">
                <a:effectLst/>
                <a:latin typeface="inter-regular"/>
              </a:rPr>
              <a:t>ArrayList</a:t>
            </a:r>
            <a:r>
              <a:rPr lang="en-US" b="0" dirty="0">
                <a:effectLst/>
                <a:latin typeface="inter-regular"/>
              </a:rPr>
              <a:t> maintains the insertion order internally.</a:t>
            </a:r>
          </a:p>
          <a:p>
            <a:pPr marL="0" indent="0" algn="just">
              <a:buNone/>
            </a:pPr>
            <a:endParaRPr lang="en-US" dirty="0">
              <a:latin typeface="inter-regular"/>
            </a:endParaRPr>
          </a:p>
          <a:p>
            <a:pPr marL="0" indent="0" algn="just">
              <a:buNone/>
            </a:pPr>
            <a:r>
              <a:rPr lang="en-US" b="0" i="0" dirty="0">
                <a:solidFill>
                  <a:srgbClr val="333333"/>
                </a:solidFill>
                <a:effectLst/>
                <a:latin typeface="inter-regular"/>
              </a:rPr>
              <a:t>The important points about the Java </a:t>
            </a:r>
            <a:r>
              <a:rPr lang="en-US" b="0" i="0" dirty="0" err="1">
                <a:solidFill>
                  <a:srgbClr val="333333"/>
                </a:solidFill>
                <a:effectLst/>
                <a:latin typeface="inter-regular"/>
              </a:rPr>
              <a:t>ArrayList</a:t>
            </a:r>
            <a:r>
              <a:rPr lang="en-US" b="0" i="0" dirty="0">
                <a:solidFill>
                  <a:srgbClr val="333333"/>
                </a:solidFill>
                <a:effectLst/>
                <a:latin typeface="inter-regular"/>
              </a:rPr>
              <a:t> class are:</a:t>
            </a:r>
          </a:p>
          <a:p>
            <a:pPr marL="0" indent="0" algn="just">
              <a:buNone/>
            </a:pPr>
            <a:endParaRPr lang="en-US" dirty="0">
              <a:solidFill>
                <a:srgbClr val="333333"/>
              </a:solidFill>
              <a:latin typeface="inter-regular"/>
            </a:endParaRPr>
          </a:p>
          <a:p>
            <a:pPr algn="just">
              <a:buFont typeface="Arial" panose="020B0604020202020204" pitchFamily="34" charset="0"/>
              <a:buChar char="•"/>
            </a:pPr>
            <a:r>
              <a:rPr lang="en-IN" b="0" i="0" dirty="0">
                <a:solidFill>
                  <a:srgbClr val="000000"/>
                </a:solidFill>
                <a:effectLst/>
                <a:latin typeface="inter-regular"/>
              </a:rPr>
              <a:t>Java </a:t>
            </a:r>
            <a:r>
              <a:rPr lang="en-IN" b="0" i="0" dirty="0" err="1">
                <a:solidFill>
                  <a:srgbClr val="000000"/>
                </a:solidFill>
                <a:effectLst/>
                <a:latin typeface="inter-regular"/>
              </a:rPr>
              <a:t>ArrayList</a:t>
            </a:r>
            <a:r>
              <a:rPr lang="en-IN" b="0" i="0" dirty="0">
                <a:solidFill>
                  <a:srgbClr val="000000"/>
                </a:solidFill>
                <a:effectLst/>
                <a:latin typeface="inter-regular"/>
              </a:rPr>
              <a:t> class can contain duplicate elements.</a:t>
            </a:r>
          </a:p>
          <a:p>
            <a:pPr algn="just">
              <a:buFont typeface="Arial" panose="020B0604020202020204" pitchFamily="34" charset="0"/>
              <a:buChar char="•"/>
            </a:pPr>
            <a:r>
              <a:rPr lang="en-IN" b="0" i="0" dirty="0">
                <a:solidFill>
                  <a:srgbClr val="000000"/>
                </a:solidFill>
                <a:effectLst/>
                <a:latin typeface="inter-regular"/>
              </a:rPr>
              <a:t>Java </a:t>
            </a:r>
            <a:r>
              <a:rPr lang="en-IN" b="0" i="0" dirty="0" err="1">
                <a:solidFill>
                  <a:srgbClr val="000000"/>
                </a:solidFill>
                <a:effectLst/>
                <a:latin typeface="inter-regular"/>
              </a:rPr>
              <a:t>ArrayList</a:t>
            </a:r>
            <a:r>
              <a:rPr lang="en-IN" b="0" i="0" dirty="0">
                <a:solidFill>
                  <a:srgbClr val="000000"/>
                </a:solidFill>
                <a:effectLst/>
                <a:latin typeface="inter-regular"/>
              </a:rPr>
              <a:t> class maintains insertion order.</a:t>
            </a:r>
          </a:p>
          <a:p>
            <a:pPr algn="just">
              <a:buFont typeface="Arial" panose="020B0604020202020204" pitchFamily="34" charset="0"/>
              <a:buChar char="•"/>
            </a:pPr>
            <a:r>
              <a:rPr lang="en-IN" b="0" i="0" dirty="0">
                <a:solidFill>
                  <a:srgbClr val="000000"/>
                </a:solidFill>
                <a:effectLst/>
                <a:latin typeface="inter-regular"/>
              </a:rPr>
              <a:t>In Java </a:t>
            </a:r>
            <a:r>
              <a:rPr lang="en-IN" b="0" i="0" dirty="0" err="1">
                <a:solidFill>
                  <a:srgbClr val="000000"/>
                </a:solidFill>
                <a:effectLst/>
                <a:latin typeface="inter-regular"/>
              </a:rPr>
              <a:t>ArrayList</a:t>
            </a:r>
            <a:r>
              <a:rPr lang="en-IN" b="0" i="0" dirty="0">
                <a:solidFill>
                  <a:srgbClr val="000000"/>
                </a:solidFill>
                <a:effectLst/>
                <a:latin typeface="inter-regular"/>
              </a:rPr>
              <a:t> class we can use get and set methods</a:t>
            </a:r>
          </a:p>
          <a:p>
            <a:pPr algn="just">
              <a:buFont typeface="Arial" panose="020B0604020202020204" pitchFamily="34" charset="0"/>
              <a:buChar char="•"/>
            </a:pPr>
            <a:r>
              <a:rPr lang="en-IN" b="0" i="0" dirty="0">
                <a:solidFill>
                  <a:srgbClr val="000000"/>
                </a:solidFill>
                <a:effectLst/>
                <a:latin typeface="inter-regular"/>
              </a:rPr>
              <a:t>Java </a:t>
            </a:r>
            <a:r>
              <a:rPr lang="en-IN" b="0" i="0" dirty="0" err="1">
                <a:solidFill>
                  <a:srgbClr val="000000"/>
                </a:solidFill>
                <a:effectLst/>
                <a:latin typeface="inter-regular"/>
              </a:rPr>
              <a:t>ArrayList</a:t>
            </a:r>
            <a:r>
              <a:rPr lang="en-IN" b="0" i="0" dirty="0">
                <a:solidFill>
                  <a:srgbClr val="000000"/>
                </a:solidFill>
                <a:effectLst/>
                <a:latin typeface="inter-regular"/>
              </a:rPr>
              <a:t> allows random access because the array works on an index basis.</a:t>
            </a:r>
          </a:p>
          <a:p>
            <a:pPr marL="0" indent="0" algn="just">
              <a:buNone/>
            </a:pPr>
            <a:endParaRPr lang="en-US" b="0" dirty="0">
              <a:effectLst/>
              <a:latin typeface="inter-regular"/>
            </a:endParaRPr>
          </a:p>
          <a:p>
            <a:pPr marL="0" indent="0" algn="just">
              <a:buNone/>
            </a:pPr>
            <a:endParaRPr lang="en-US" b="0" i="0" dirty="0">
              <a:solidFill>
                <a:srgbClr val="333333"/>
              </a:solidFill>
              <a:effectLst/>
              <a:latin typeface="inter-regular"/>
            </a:endParaRPr>
          </a:p>
          <a:p>
            <a:pPr marL="0" indent="0" algn="just">
              <a:buNone/>
            </a:pPr>
            <a:endParaRPr lang="en-US" b="0" i="0" dirty="0">
              <a:solidFill>
                <a:srgbClr val="333333"/>
              </a:solidFill>
              <a:effectLst/>
              <a:latin typeface="inter-regular"/>
            </a:endParaRPr>
          </a:p>
          <a:p>
            <a:pPr marL="0" indent="0">
              <a:buNone/>
            </a:pPr>
            <a:endParaRPr lang="en-IN" dirty="0"/>
          </a:p>
        </p:txBody>
      </p:sp>
    </p:spTree>
    <p:extLst>
      <p:ext uri="{BB962C8B-B14F-4D97-AF65-F5344CB8AC3E}">
        <p14:creationId xmlns:p14="http://schemas.microsoft.com/office/powerpoint/2010/main" xmlns="" val="30578312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xmlns="" id="{45D37F4E-DDB4-456B-97E0-9937730A03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12B5EE9-BE05-EBBE-A5D5-51DC363810C6}"/>
              </a:ext>
            </a:extLst>
          </p:cNvPr>
          <p:cNvSpPr>
            <a:spLocks noGrp="1"/>
          </p:cNvSpPr>
          <p:nvPr>
            <p:ph type="title"/>
          </p:nvPr>
        </p:nvSpPr>
        <p:spPr>
          <a:xfrm>
            <a:off x="572493" y="238539"/>
            <a:ext cx="11018520" cy="1434415"/>
          </a:xfrm>
        </p:spPr>
        <p:txBody>
          <a:bodyPr anchor="b">
            <a:normAutofit/>
          </a:bodyPr>
          <a:lstStyle/>
          <a:p>
            <a:r>
              <a:rPr lang="en-US" sz="5400" b="0" i="0" dirty="0">
                <a:effectLst/>
                <a:latin typeface="erdana"/>
              </a:rPr>
              <a:t>ArrayList</a:t>
            </a:r>
            <a:endParaRPr lang="en-IN" sz="5400" dirty="0"/>
          </a:p>
        </p:txBody>
      </p:sp>
      <p:sp>
        <p:nvSpPr>
          <p:cNvPr id="21" name="sketchy line">
            <a:extLst>
              <a:ext uri="{FF2B5EF4-FFF2-40B4-BE49-F238E27FC236}">
                <a16:creationId xmlns:a16="http://schemas.microsoft.com/office/drawing/2014/main" xmlns="" id="{B2DD41CD-8F47-4F56-AD12-4E2FF7696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CA062A20-A15E-21FB-1855-DB677D871A0C}"/>
              </a:ext>
            </a:extLst>
          </p:cNvPr>
          <p:cNvSpPr>
            <a:spLocks noGrp="1"/>
          </p:cNvSpPr>
          <p:nvPr>
            <p:ph idx="1"/>
          </p:nvPr>
        </p:nvSpPr>
        <p:spPr>
          <a:xfrm>
            <a:off x="572493" y="2071316"/>
            <a:ext cx="6713552" cy="4119172"/>
          </a:xfrm>
        </p:spPr>
        <p:txBody>
          <a:bodyPr anchor="t">
            <a:normAutofit/>
          </a:bodyPr>
          <a:lstStyle/>
          <a:p>
            <a:pPr marL="0" indent="0">
              <a:buNone/>
            </a:pPr>
            <a:r>
              <a:rPr lang="en-IN" sz="1400" i="0" dirty="0">
                <a:effectLst/>
              </a:rPr>
              <a:t>import </a:t>
            </a:r>
            <a:r>
              <a:rPr lang="en-IN" sz="1400" i="0" dirty="0" err="1">
                <a:effectLst/>
              </a:rPr>
              <a:t>java.util</a:t>
            </a:r>
            <a:r>
              <a:rPr lang="en-IN" sz="1400" i="0" dirty="0">
                <a:effectLst/>
              </a:rPr>
              <a:t>.*;  </a:t>
            </a:r>
          </a:p>
          <a:p>
            <a:pPr marL="0" indent="0">
              <a:buNone/>
            </a:pPr>
            <a:r>
              <a:rPr lang="en-IN" sz="1400" i="0" dirty="0">
                <a:effectLst/>
              </a:rPr>
              <a:t>class TestJavaCollection1{  </a:t>
            </a:r>
          </a:p>
          <a:p>
            <a:pPr marL="0" indent="0">
              <a:buNone/>
            </a:pPr>
            <a:r>
              <a:rPr lang="en-IN" sz="1400" i="0" dirty="0">
                <a:effectLst/>
              </a:rPr>
              <a:t>public static void main(String </a:t>
            </a:r>
            <a:r>
              <a:rPr lang="en-IN" sz="1400" i="0" dirty="0" err="1">
                <a:effectLst/>
              </a:rPr>
              <a:t>args</a:t>
            </a:r>
            <a:r>
              <a:rPr lang="en-IN" sz="1400" i="0" dirty="0">
                <a:effectLst/>
              </a:rPr>
              <a:t>[]){  </a:t>
            </a:r>
          </a:p>
          <a:p>
            <a:pPr marL="0" indent="0">
              <a:buNone/>
            </a:pPr>
            <a:r>
              <a:rPr lang="en-IN" sz="1400" i="0" dirty="0">
                <a:effectLst/>
              </a:rPr>
              <a:t>ArrayList&lt;String&gt; list=new ArrayList&lt;String&gt;();//Creating </a:t>
            </a:r>
            <a:r>
              <a:rPr lang="en-IN" sz="1400" i="0" dirty="0" err="1">
                <a:effectLst/>
              </a:rPr>
              <a:t>arraylist</a:t>
            </a:r>
            <a:r>
              <a:rPr lang="en-IN" sz="1400" i="0" dirty="0">
                <a:effectLst/>
              </a:rPr>
              <a:t>  </a:t>
            </a:r>
          </a:p>
          <a:p>
            <a:pPr marL="0" indent="0">
              <a:buNone/>
            </a:pPr>
            <a:r>
              <a:rPr lang="en-IN" sz="1400" i="0" dirty="0">
                <a:effectLst/>
              </a:rPr>
              <a:t>list.add("Ravi");//Adding object in </a:t>
            </a:r>
            <a:r>
              <a:rPr lang="en-IN" sz="1400" i="0" dirty="0" err="1">
                <a:effectLst/>
              </a:rPr>
              <a:t>arraylist</a:t>
            </a:r>
            <a:r>
              <a:rPr lang="en-IN" sz="1400" i="0" dirty="0">
                <a:effectLst/>
              </a:rPr>
              <a:t>  </a:t>
            </a:r>
          </a:p>
          <a:p>
            <a:pPr marL="0" indent="0">
              <a:buNone/>
            </a:pPr>
            <a:r>
              <a:rPr lang="en-IN" sz="1400" i="0" dirty="0" err="1">
                <a:effectLst/>
              </a:rPr>
              <a:t>list.add</a:t>
            </a:r>
            <a:r>
              <a:rPr lang="en-IN" sz="1400" i="0" dirty="0">
                <a:effectLst/>
              </a:rPr>
              <a:t>("Vijay");  </a:t>
            </a:r>
          </a:p>
          <a:p>
            <a:pPr marL="0" indent="0">
              <a:buNone/>
            </a:pPr>
            <a:r>
              <a:rPr lang="en-IN" sz="1400" i="0" dirty="0" err="1">
                <a:effectLst/>
              </a:rPr>
              <a:t>list.add</a:t>
            </a:r>
            <a:r>
              <a:rPr lang="en-IN" sz="1400" i="0" dirty="0">
                <a:effectLst/>
              </a:rPr>
              <a:t>("Ravi");  </a:t>
            </a:r>
          </a:p>
          <a:p>
            <a:pPr marL="0" indent="0">
              <a:buNone/>
            </a:pPr>
            <a:r>
              <a:rPr lang="en-IN" sz="1400" i="0" dirty="0" err="1">
                <a:effectLst/>
              </a:rPr>
              <a:t>list.add</a:t>
            </a:r>
            <a:r>
              <a:rPr lang="en-IN" sz="1400" i="0" dirty="0">
                <a:effectLst/>
              </a:rPr>
              <a:t>("Ajay");  </a:t>
            </a:r>
          </a:p>
          <a:p>
            <a:pPr marL="0" indent="0">
              <a:buNone/>
            </a:pPr>
            <a:endParaRPr lang="en-IN" sz="1400" i="0" dirty="0">
              <a:effectLst/>
            </a:endParaRPr>
          </a:p>
          <a:p>
            <a:pPr marL="0" indent="0">
              <a:buNone/>
            </a:pPr>
            <a:r>
              <a:rPr lang="en-IN" sz="1400" dirty="0" err="1">
                <a:solidFill>
                  <a:srgbClr val="6A3E3E"/>
                </a:solidFill>
              </a:rPr>
              <a:t>list</a:t>
            </a:r>
            <a:r>
              <a:rPr lang="en-IN" sz="1400" dirty="0" err="1">
                <a:solidFill>
                  <a:srgbClr val="000000"/>
                </a:solidFill>
              </a:rPr>
              <a:t>.remove</a:t>
            </a:r>
            <a:r>
              <a:rPr lang="en-IN" sz="1400" dirty="0">
                <a:solidFill>
                  <a:srgbClr val="000000"/>
                </a:solidFill>
              </a:rPr>
              <a:t>(1);  // To remove the value</a:t>
            </a:r>
            <a:endParaRPr lang="en-IN" sz="1400" i="0" dirty="0">
              <a:effectLst/>
            </a:endParaRPr>
          </a:p>
          <a:p>
            <a:pPr marL="0" indent="0">
              <a:buNone/>
            </a:pPr>
            <a:r>
              <a:rPr lang="en-IN" sz="1400" i="0" dirty="0">
                <a:effectLst/>
              </a:rPr>
              <a:t> } </a:t>
            </a:r>
          </a:p>
          <a:p>
            <a:pPr marL="0" indent="0">
              <a:buNone/>
            </a:pPr>
            <a:r>
              <a:rPr lang="en-IN" sz="1400" i="0" dirty="0">
                <a:effectLst/>
              </a:rPr>
              <a:t> }  </a:t>
            </a:r>
          </a:p>
          <a:p>
            <a:pPr marL="0" indent="0">
              <a:buNone/>
            </a:pPr>
            <a:endParaRPr lang="en-IN" sz="1400" dirty="0"/>
          </a:p>
        </p:txBody>
      </p:sp>
      <p:pic>
        <p:nvPicPr>
          <p:cNvPr id="5" name="Picture 4">
            <a:extLst>
              <a:ext uri="{FF2B5EF4-FFF2-40B4-BE49-F238E27FC236}">
                <a16:creationId xmlns:a16="http://schemas.microsoft.com/office/drawing/2014/main" xmlns="" id="{5B2A29F3-F4EF-7B23-BF62-9A05654BA70C}"/>
              </a:ext>
            </a:extLst>
          </p:cNvPr>
          <p:cNvPicPr>
            <a:picLocks noChangeAspect="1"/>
          </p:cNvPicPr>
          <p:nvPr/>
        </p:nvPicPr>
        <p:blipFill rotWithShape="1">
          <a:blip r:embed="rId2" cstate="print"/>
          <a:srcRect r="51612" b="-1"/>
          <a:stretch/>
        </p:blipFill>
        <p:spPr>
          <a:xfrm>
            <a:off x="5548544" y="4130902"/>
            <a:ext cx="2512382" cy="1502157"/>
          </a:xfrm>
          <a:prstGeom prst="rect">
            <a:avLst/>
          </a:prstGeom>
        </p:spPr>
      </p:pic>
    </p:spTree>
    <p:extLst>
      <p:ext uri="{BB962C8B-B14F-4D97-AF65-F5344CB8AC3E}">
        <p14:creationId xmlns:p14="http://schemas.microsoft.com/office/powerpoint/2010/main" xmlns="" val="23372345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C97D40-4BDB-316D-BF98-E56692AB9F2F}"/>
              </a:ext>
            </a:extLst>
          </p:cNvPr>
          <p:cNvSpPr>
            <a:spLocks noGrp="1"/>
          </p:cNvSpPr>
          <p:nvPr>
            <p:ph type="title"/>
          </p:nvPr>
        </p:nvSpPr>
        <p:spPr/>
        <p:txBody>
          <a:bodyPr/>
          <a:lstStyle/>
          <a:p>
            <a:r>
              <a:rPr lang="en-US" b="0" i="0" dirty="0">
                <a:solidFill>
                  <a:srgbClr val="610B38"/>
                </a:solidFill>
                <a:effectLst/>
                <a:latin typeface="erdana"/>
              </a:rPr>
              <a:t>Java Non-generic Vs. Generic Collection</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094396D1-974B-74B4-AB72-6A58272EEB6B}"/>
              </a:ext>
            </a:extLst>
          </p:cNvPr>
          <p:cNvSpPr>
            <a:spLocks noGrp="1"/>
          </p:cNvSpPr>
          <p:nvPr>
            <p:ph idx="1"/>
          </p:nvPr>
        </p:nvSpPr>
        <p:spPr>
          <a:xfrm>
            <a:off x="838200" y="1518081"/>
            <a:ext cx="10702771" cy="4383674"/>
          </a:xfrm>
        </p:spPr>
        <p:txBody>
          <a:bodyPr>
            <a:normAutofit fontScale="92500" lnSpcReduction="20000"/>
          </a:bodyPr>
          <a:lstStyle/>
          <a:p>
            <a:pPr marL="0" indent="0" algn="just">
              <a:buNone/>
            </a:pPr>
            <a:r>
              <a:rPr lang="en-US" sz="2600" dirty="0">
                <a:effectLst/>
                <a:latin typeface="inter-regular"/>
              </a:rPr>
              <a:t>Java collection framework was non-generic before JDK 1.5. Since 1.5, it is generic.</a:t>
            </a:r>
          </a:p>
          <a:p>
            <a:pPr marL="0" indent="0" algn="just">
              <a:buNone/>
            </a:pPr>
            <a:r>
              <a:rPr lang="en-US" sz="2600" dirty="0">
                <a:effectLst/>
                <a:latin typeface="inter-regular"/>
              </a:rPr>
              <a:t>Java new generic collection allows you to have only one type of object in a collection. Now it is type-safe, so typecasting is not required at runtime.</a:t>
            </a:r>
          </a:p>
          <a:p>
            <a:pPr marL="0" indent="0" algn="just">
              <a:buNone/>
            </a:pPr>
            <a:endParaRPr lang="en-US" sz="2600" dirty="0">
              <a:effectLst/>
              <a:latin typeface="inter-regular"/>
            </a:endParaRPr>
          </a:p>
          <a:p>
            <a:pPr marL="0" indent="0" algn="just">
              <a:buNone/>
            </a:pPr>
            <a:r>
              <a:rPr lang="en-US" sz="2600" dirty="0">
                <a:effectLst/>
                <a:latin typeface="inter-regular"/>
              </a:rPr>
              <a:t>ArrayList list=new ArrayList(); </a:t>
            </a:r>
            <a:r>
              <a:rPr lang="en-US" sz="2600" dirty="0">
                <a:solidFill>
                  <a:srgbClr val="00B050"/>
                </a:solidFill>
                <a:effectLst/>
                <a:latin typeface="inter-regular"/>
              </a:rPr>
              <a:t>//creating non-generic </a:t>
            </a:r>
            <a:r>
              <a:rPr lang="en-US" sz="2600" dirty="0" err="1">
                <a:solidFill>
                  <a:srgbClr val="00B050"/>
                </a:solidFill>
                <a:effectLst/>
                <a:latin typeface="inter-regular"/>
              </a:rPr>
              <a:t>arraylist</a:t>
            </a:r>
            <a:r>
              <a:rPr lang="en-US" sz="2600" dirty="0">
                <a:solidFill>
                  <a:srgbClr val="00B050"/>
                </a:solidFill>
                <a:effectLst/>
                <a:latin typeface="inter-regular"/>
              </a:rPr>
              <a:t>  </a:t>
            </a:r>
          </a:p>
          <a:p>
            <a:pPr marL="0" indent="0" algn="just">
              <a:buNone/>
            </a:pPr>
            <a:endParaRPr lang="en-US" sz="2600" dirty="0">
              <a:effectLst/>
              <a:latin typeface="inter-regular"/>
            </a:endParaRPr>
          </a:p>
          <a:p>
            <a:pPr marL="0" indent="0" algn="just">
              <a:buNone/>
            </a:pPr>
            <a:r>
              <a:rPr lang="en-US" sz="2600" dirty="0">
                <a:effectLst/>
                <a:latin typeface="inter-regular"/>
              </a:rPr>
              <a:t>ArrayList&lt;String&gt; list=new ArrayList&lt;String&gt;();  </a:t>
            </a:r>
            <a:r>
              <a:rPr lang="en-US" sz="2600" dirty="0">
                <a:solidFill>
                  <a:srgbClr val="00B050"/>
                </a:solidFill>
                <a:effectLst/>
                <a:latin typeface="inter-regular"/>
              </a:rPr>
              <a:t>//creating  generic </a:t>
            </a:r>
            <a:r>
              <a:rPr lang="en-US" sz="2600" dirty="0" err="1">
                <a:solidFill>
                  <a:srgbClr val="00B050"/>
                </a:solidFill>
                <a:effectLst/>
                <a:latin typeface="inter-regular"/>
              </a:rPr>
              <a:t>arraylist</a:t>
            </a:r>
            <a:r>
              <a:rPr lang="en-US" sz="2600" dirty="0">
                <a:solidFill>
                  <a:srgbClr val="00B050"/>
                </a:solidFill>
                <a:effectLst/>
                <a:latin typeface="inter-regular"/>
              </a:rPr>
              <a:t>  </a:t>
            </a:r>
          </a:p>
          <a:p>
            <a:pPr marL="0" indent="0" algn="just">
              <a:buNone/>
            </a:pPr>
            <a:endParaRPr lang="en-US" sz="2600" dirty="0">
              <a:effectLst/>
              <a:latin typeface="inter-regular"/>
            </a:endParaRPr>
          </a:p>
          <a:p>
            <a:pPr marL="0" indent="0" algn="just">
              <a:buNone/>
            </a:pPr>
            <a:r>
              <a:rPr lang="en-US" sz="2600" dirty="0">
                <a:effectLst/>
                <a:latin typeface="inter-regular"/>
              </a:rPr>
              <a:t>In a generic collection, we specify the type in angular braces. Now ArrayList is forced to have the only specified type of object in it. If you try to add another type of object, it gives a compile-time error.</a:t>
            </a:r>
          </a:p>
          <a:p>
            <a:pPr marL="0" indent="0">
              <a:buNone/>
            </a:pPr>
            <a:endParaRPr lang="en-IN" dirty="0"/>
          </a:p>
        </p:txBody>
      </p:sp>
    </p:spTree>
    <p:extLst>
      <p:ext uri="{BB962C8B-B14F-4D97-AF65-F5344CB8AC3E}">
        <p14:creationId xmlns:p14="http://schemas.microsoft.com/office/powerpoint/2010/main" xmlns="" val="15105863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559EFB4C-F706-DFB1-EA43-B893DA71C81A}"/>
              </a:ext>
            </a:extLst>
          </p:cNvPr>
          <p:cNvPicPr>
            <a:picLocks noGrp="1" noChangeAspect="1"/>
          </p:cNvPicPr>
          <p:nvPr>
            <p:ph idx="1"/>
          </p:nvPr>
        </p:nvPicPr>
        <p:blipFill>
          <a:blip r:embed="rId2" cstate="print"/>
          <a:stretch>
            <a:fillRect/>
          </a:stretch>
        </p:blipFill>
        <p:spPr>
          <a:xfrm>
            <a:off x="1019174" y="595313"/>
            <a:ext cx="6829425" cy="4105275"/>
          </a:xfrm>
        </p:spPr>
      </p:pic>
      <p:pic>
        <p:nvPicPr>
          <p:cNvPr id="7" name="Picture 6">
            <a:extLst>
              <a:ext uri="{FF2B5EF4-FFF2-40B4-BE49-F238E27FC236}">
                <a16:creationId xmlns:a16="http://schemas.microsoft.com/office/drawing/2014/main" xmlns="" id="{EB00CDA0-E73D-9185-DC7D-9CD8536A400F}"/>
              </a:ext>
            </a:extLst>
          </p:cNvPr>
          <p:cNvPicPr>
            <a:picLocks noChangeAspect="1"/>
          </p:cNvPicPr>
          <p:nvPr/>
        </p:nvPicPr>
        <p:blipFill>
          <a:blip r:embed="rId3" cstate="print"/>
          <a:stretch>
            <a:fillRect/>
          </a:stretch>
        </p:blipFill>
        <p:spPr>
          <a:xfrm>
            <a:off x="1047750" y="5262562"/>
            <a:ext cx="5048250" cy="1514475"/>
          </a:xfrm>
          <a:prstGeom prst="rect">
            <a:avLst/>
          </a:prstGeom>
        </p:spPr>
      </p:pic>
    </p:spTree>
    <p:extLst>
      <p:ext uri="{BB962C8B-B14F-4D97-AF65-F5344CB8AC3E}">
        <p14:creationId xmlns:p14="http://schemas.microsoft.com/office/powerpoint/2010/main" xmlns="" val="37780885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FF6043-C3BB-528F-EC11-D46A6B22CB74}"/>
              </a:ext>
            </a:extLst>
          </p:cNvPr>
          <p:cNvSpPr>
            <a:spLocks noGrp="1"/>
          </p:cNvSpPr>
          <p:nvPr>
            <p:ph type="title"/>
          </p:nvPr>
        </p:nvSpPr>
        <p:spPr/>
        <p:txBody>
          <a:bodyPr/>
          <a:lstStyle/>
          <a:p>
            <a:r>
              <a:rPr lang="en-US" b="0" i="0" dirty="0">
                <a:solidFill>
                  <a:srgbClr val="610B4B"/>
                </a:solidFill>
                <a:effectLst/>
                <a:latin typeface="erdana"/>
              </a:rPr>
              <a:t>Iterating ArrayList using For-each loop</a:t>
            </a:r>
            <a:br>
              <a:rPr lang="en-US" b="0" i="0" dirty="0">
                <a:solidFill>
                  <a:srgbClr val="610B4B"/>
                </a:solidFill>
                <a:effectLst/>
                <a:latin typeface="erdana"/>
              </a:rPr>
            </a:br>
            <a:endParaRPr lang="en-IN" dirty="0"/>
          </a:p>
        </p:txBody>
      </p:sp>
      <p:pic>
        <p:nvPicPr>
          <p:cNvPr id="5" name="Content Placeholder 4">
            <a:extLst>
              <a:ext uri="{FF2B5EF4-FFF2-40B4-BE49-F238E27FC236}">
                <a16:creationId xmlns:a16="http://schemas.microsoft.com/office/drawing/2014/main" xmlns="" id="{54417990-A07B-82E6-B3A4-600546AE550D}"/>
              </a:ext>
            </a:extLst>
          </p:cNvPr>
          <p:cNvPicPr>
            <a:picLocks noGrp="1" noChangeAspect="1"/>
          </p:cNvPicPr>
          <p:nvPr>
            <p:ph idx="1"/>
          </p:nvPr>
        </p:nvPicPr>
        <p:blipFill>
          <a:blip r:embed="rId2" cstate="print"/>
          <a:stretch>
            <a:fillRect/>
          </a:stretch>
        </p:blipFill>
        <p:spPr>
          <a:xfrm>
            <a:off x="838200" y="1503363"/>
            <a:ext cx="6702785" cy="4845050"/>
          </a:xfrm>
        </p:spPr>
      </p:pic>
      <p:pic>
        <p:nvPicPr>
          <p:cNvPr id="7" name="Picture 6">
            <a:extLst>
              <a:ext uri="{FF2B5EF4-FFF2-40B4-BE49-F238E27FC236}">
                <a16:creationId xmlns:a16="http://schemas.microsoft.com/office/drawing/2014/main" xmlns="" id="{8B7C90AC-D10D-2D69-09E3-5406926678CA}"/>
              </a:ext>
            </a:extLst>
          </p:cNvPr>
          <p:cNvPicPr>
            <a:picLocks noChangeAspect="1"/>
          </p:cNvPicPr>
          <p:nvPr/>
        </p:nvPicPr>
        <p:blipFill>
          <a:blip r:embed="rId3" cstate="print"/>
          <a:stretch>
            <a:fillRect/>
          </a:stretch>
        </p:blipFill>
        <p:spPr>
          <a:xfrm>
            <a:off x="7858125" y="3019425"/>
            <a:ext cx="3028950" cy="1485900"/>
          </a:xfrm>
          <a:prstGeom prst="rect">
            <a:avLst/>
          </a:prstGeom>
        </p:spPr>
      </p:pic>
    </p:spTree>
    <p:extLst>
      <p:ext uri="{BB962C8B-B14F-4D97-AF65-F5344CB8AC3E}">
        <p14:creationId xmlns:p14="http://schemas.microsoft.com/office/powerpoint/2010/main" xmlns="" val="578172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10B9BEF-EEA6-FA22-461B-9287E62D543A}"/>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xmlns="" val="34061411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xmlns="" id="{69D47016-023F-44BD-981C-50E7A10A66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65125AE4-5314-1D6D-8327-F6E422418DEF}"/>
              </a:ext>
            </a:extLst>
          </p:cNvPr>
          <p:cNvSpPr>
            <a:spLocks noGrp="1"/>
          </p:cNvSpPr>
          <p:nvPr>
            <p:ph type="title"/>
          </p:nvPr>
        </p:nvSpPr>
        <p:spPr>
          <a:xfrm>
            <a:off x="630936" y="457200"/>
            <a:ext cx="4493514" cy="1929384"/>
          </a:xfrm>
        </p:spPr>
        <p:txBody>
          <a:bodyPr anchor="ctr">
            <a:normAutofit/>
          </a:bodyPr>
          <a:lstStyle/>
          <a:p>
            <a:r>
              <a:rPr lang="en-IN" b="0" i="0" dirty="0">
                <a:effectLst/>
                <a:latin typeface="erdana"/>
              </a:rPr>
              <a:t>Get and Set ArrayList</a:t>
            </a:r>
            <a:br>
              <a:rPr lang="en-IN" b="0" i="0" dirty="0">
                <a:effectLst/>
                <a:latin typeface="erdana"/>
              </a:rPr>
            </a:br>
            <a:endParaRPr lang="en-IN" dirty="0"/>
          </a:p>
        </p:txBody>
      </p:sp>
      <p:sp>
        <p:nvSpPr>
          <p:cNvPr id="19" name="sketchy line">
            <a:extLst>
              <a:ext uri="{FF2B5EF4-FFF2-40B4-BE49-F238E27FC236}">
                <a16:creationId xmlns:a16="http://schemas.microsoft.com/office/drawing/2014/main" xmlns="" id="{6D8B37B0-0682-433E-BC8D-498C04ABD9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5E2951E5-0E4A-D8D4-0D89-3A4CF498AAE4}"/>
              </a:ext>
            </a:extLst>
          </p:cNvPr>
          <p:cNvSpPr>
            <a:spLocks noGrp="1"/>
          </p:cNvSpPr>
          <p:nvPr>
            <p:ph idx="1"/>
          </p:nvPr>
        </p:nvSpPr>
        <p:spPr>
          <a:xfrm>
            <a:off x="5699187" y="703897"/>
            <a:ext cx="6007608" cy="1929384"/>
          </a:xfrm>
        </p:spPr>
        <p:txBody>
          <a:bodyPr anchor="ctr">
            <a:normAutofit/>
          </a:bodyPr>
          <a:lstStyle/>
          <a:p>
            <a:pPr marL="0" indent="0">
              <a:buNone/>
            </a:pPr>
            <a:r>
              <a:rPr lang="en-US" sz="2200" b="0" dirty="0">
                <a:effectLst/>
                <a:latin typeface="inter-regular"/>
              </a:rPr>
              <a:t>The get() method returns the element at the specified index, whereas the set() method changes the element.</a:t>
            </a:r>
          </a:p>
          <a:p>
            <a:pPr marL="0" indent="0">
              <a:buNone/>
            </a:pPr>
            <a:endParaRPr lang="en-US" sz="2200" dirty="0">
              <a:latin typeface="inter-regular"/>
            </a:endParaRPr>
          </a:p>
          <a:p>
            <a:pPr marL="0" indent="0">
              <a:buNone/>
            </a:pPr>
            <a:endParaRPr lang="en-IN" sz="2200" dirty="0"/>
          </a:p>
        </p:txBody>
      </p:sp>
      <p:pic>
        <p:nvPicPr>
          <p:cNvPr id="5" name="Picture 4">
            <a:extLst>
              <a:ext uri="{FF2B5EF4-FFF2-40B4-BE49-F238E27FC236}">
                <a16:creationId xmlns:a16="http://schemas.microsoft.com/office/drawing/2014/main" xmlns="" id="{6B1151AC-CEAD-B880-32CC-AD7C25A057E7}"/>
              </a:ext>
            </a:extLst>
          </p:cNvPr>
          <p:cNvPicPr>
            <a:picLocks noChangeAspect="1"/>
          </p:cNvPicPr>
          <p:nvPr/>
        </p:nvPicPr>
        <p:blipFill>
          <a:blip r:embed="rId2" cstate="print"/>
          <a:stretch>
            <a:fillRect/>
          </a:stretch>
        </p:blipFill>
        <p:spPr>
          <a:xfrm>
            <a:off x="312038" y="2135696"/>
            <a:ext cx="5772913" cy="4600575"/>
          </a:xfrm>
          <a:prstGeom prst="rect">
            <a:avLst/>
          </a:prstGeom>
        </p:spPr>
      </p:pic>
      <p:pic>
        <p:nvPicPr>
          <p:cNvPr id="7" name="Picture 6">
            <a:extLst>
              <a:ext uri="{FF2B5EF4-FFF2-40B4-BE49-F238E27FC236}">
                <a16:creationId xmlns:a16="http://schemas.microsoft.com/office/drawing/2014/main" xmlns="" id="{A37FAD64-4D3A-DAEF-A606-8F57685AB432}"/>
              </a:ext>
            </a:extLst>
          </p:cNvPr>
          <p:cNvPicPr>
            <a:picLocks noChangeAspect="1"/>
          </p:cNvPicPr>
          <p:nvPr/>
        </p:nvPicPr>
        <p:blipFill>
          <a:blip r:embed="rId3" cstate="print"/>
          <a:stretch>
            <a:fillRect/>
          </a:stretch>
        </p:blipFill>
        <p:spPr>
          <a:xfrm>
            <a:off x="6677024" y="3171824"/>
            <a:ext cx="5045583" cy="2705101"/>
          </a:xfrm>
          <a:prstGeom prst="rect">
            <a:avLst/>
          </a:prstGeom>
        </p:spPr>
      </p:pic>
    </p:spTree>
    <p:extLst>
      <p:ext uri="{BB962C8B-B14F-4D97-AF65-F5344CB8AC3E}">
        <p14:creationId xmlns:p14="http://schemas.microsoft.com/office/powerpoint/2010/main" xmlns="" val="39802598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1">
            <a:extLst>
              <a:ext uri="{FF2B5EF4-FFF2-40B4-BE49-F238E27FC236}">
                <a16:creationId xmlns:a16="http://schemas.microsoft.com/office/drawing/2014/main" xmlns="" id="{8761DDFE-071F-4200-B0AA-394476C2D2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29EA189-C14E-B4B2-D323-2D109C77794E}"/>
              </a:ext>
            </a:extLst>
          </p:cNvPr>
          <p:cNvSpPr>
            <a:spLocks noGrp="1"/>
          </p:cNvSpPr>
          <p:nvPr>
            <p:ph type="title"/>
          </p:nvPr>
        </p:nvSpPr>
        <p:spPr>
          <a:xfrm>
            <a:off x="838198" y="547815"/>
            <a:ext cx="5167185" cy="1680519"/>
          </a:xfrm>
        </p:spPr>
        <p:txBody>
          <a:bodyPr>
            <a:normAutofit/>
          </a:bodyPr>
          <a:lstStyle/>
          <a:p>
            <a:r>
              <a:rPr lang="en-US" sz="4000" b="0" i="0" dirty="0">
                <a:effectLst/>
                <a:latin typeface="erdana"/>
              </a:rPr>
              <a:t>How to Sort </a:t>
            </a:r>
            <a:r>
              <a:rPr lang="en-US" sz="4000" b="0" i="0" dirty="0" err="1">
                <a:effectLst/>
                <a:latin typeface="erdana"/>
              </a:rPr>
              <a:t>ArrayList</a:t>
            </a:r>
            <a:r>
              <a:rPr lang="en-US" sz="4000" b="0" i="0" dirty="0">
                <a:effectLst/>
                <a:latin typeface="erdana"/>
              </a:rPr>
              <a:t/>
            </a:r>
            <a:br>
              <a:rPr lang="en-US" sz="4000" b="0" i="0" dirty="0">
                <a:effectLst/>
                <a:latin typeface="erdana"/>
              </a:rPr>
            </a:br>
            <a:endParaRPr lang="en-IN" sz="4000" dirty="0"/>
          </a:p>
        </p:txBody>
      </p:sp>
      <p:sp>
        <p:nvSpPr>
          <p:cNvPr id="3" name="Content Placeholder 2">
            <a:extLst>
              <a:ext uri="{FF2B5EF4-FFF2-40B4-BE49-F238E27FC236}">
                <a16:creationId xmlns:a16="http://schemas.microsoft.com/office/drawing/2014/main" xmlns="" id="{46294B3F-F4A4-9C1C-4393-7B5AADA4EF81}"/>
              </a:ext>
            </a:extLst>
          </p:cNvPr>
          <p:cNvSpPr>
            <a:spLocks noGrp="1"/>
          </p:cNvSpPr>
          <p:nvPr>
            <p:ph idx="1"/>
          </p:nvPr>
        </p:nvSpPr>
        <p:spPr>
          <a:xfrm>
            <a:off x="6186619" y="547815"/>
            <a:ext cx="5178960" cy="1680519"/>
          </a:xfrm>
        </p:spPr>
        <p:txBody>
          <a:bodyPr anchor="ctr">
            <a:normAutofit/>
          </a:bodyPr>
          <a:lstStyle/>
          <a:p>
            <a:pPr marL="0" indent="0">
              <a:buNone/>
            </a:pPr>
            <a:r>
              <a:rPr lang="en-US" sz="2000" i="0" dirty="0">
                <a:effectLst/>
                <a:latin typeface="inter-regular"/>
              </a:rPr>
              <a:t>The </a:t>
            </a:r>
            <a:r>
              <a:rPr lang="en-US" sz="2000" i="1" dirty="0" err="1">
                <a:effectLst/>
                <a:latin typeface="inter-regular"/>
              </a:rPr>
              <a:t>java.util</a:t>
            </a:r>
            <a:r>
              <a:rPr lang="en-US" sz="2000" i="0" dirty="0">
                <a:effectLst/>
                <a:latin typeface="inter-regular"/>
              </a:rPr>
              <a:t> package provides a utility class </a:t>
            </a:r>
            <a:r>
              <a:rPr lang="en-US" sz="2000" i="0" dirty="0">
                <a:effectLst/>
                <a:latin typeface="inter-bold"/>
              </a:rPr>
              <a:t>Collections</a:t>
            </a:r>
            <a:r>
              <a:rPr lang="en-US" sz="2000" i="0" dirty="0">
                <a:effectLst/>
                <a:latin typeface="inter-regular"/>
              </a:rPr>
              <a:t>, which has the static method sort(). Using the </a:t>
            </a:r>
            <a:r>
              <a:rPr lang="en-US" sz="2000" i="0" dirty="0" err="1">
                <a:effectLst/>
                <a:latin typeface="inter-bold"/>
              </a:rPr>
              <a:t>Collections.sort</a:t>
            </a:r>
            <a:r>
              <a:rPr lang="en-US" sz="2000" i="0" dirty="0">
                <a:effectLst/>
                <a:latin typeface="inter-bold"/>
              </a:rPr>
              <a:t>()</a:t>
            </a:r>
            <a:r>
              <a:rPr lang="en-US" sz="2000" i="0" dirty="0">
                <a:effectLst/>
                <a:latin typeface="inter-regular"/>
              </a:rPr>
              <a:t> method, we can easily sort the </a:t>
            </a:r>
            <a:r>
              <a:rPr lang="en-US" sz="2000" i="0" dirty="0" err="1">
                <a:effectLst/>
                <a:latin typeface="inter-regular"/>
              </a:rPr>
              <a:t>ArrayList</a:t>
            </a:r>
            <a:r>
              <a:rPr lang="en-US" sz="2000" i="0" dirty="0">
                <a:effectLst/>
                <a:latin typeface="inter-regular"/>
              </a:rPr>
              <a:t>.</a:t>
            </a:r>
          </a:p>
          <a:p>
            <a:pPr marL="0" indent="0">
              <a:buNone/>
            </a:pPr>
            <a:endParaRPr lang="en-IN" sz="2000" dirty="0"/>
          </a:p>
        </p:txBody>
      </p:sp>
      <p:pic>
        <p:nvPicPr>
          <p:cNvPr id="5" name="Picture 4">
            <a:extLst>
              <a:ext uri="{FF2B5EF4-FFF2-40B4-BE49-F238E27FC236}">
                <a16:creationId xmlns:a16="http://schemas.microsoft.com/office/drawing/2014/main" xmlns="" id="{CDC8FD38-C93B-5E49-CD8D-5479C788EBB4}"/>
              </a:ext>
            </a:extLst>
          </p:cNvPr>
          <p:cNvPicPr>
            <a:picLocks noChangeAspect="1"/>
          </p:cNvPicPr>
          <p:nvPr/>
        </p:nvPicPr>
        <p:blipFill>
          <a:blip r:embed="rId2" cstate="print"/>
          <a:stretch>
            <a:fillRect/>
          </a:stretch>
        </p:blipFill>
        <p:spPr>
          <a:xfrm>
            <a:off x="473996" y="1809750"/>
            <a:ext cx="6689214" cy="4500435"/>
          </a:xfrm>
          <a:prstGeom prst="rect">
            <a:avLst/>
          </a:prstGeom>
        </p:spPr>
      </p:pic>
      <p:pic>
        <p:nvPicPr>
          <p:cNvPr id="7" name="Picture 6">
            <a:extLst>
              <a:ext uri="{FF2B5EF4-FFF2-40B4-BE49-F238E27FC236}">
                <a16:creationId xmlns:a16="http://schemas.microsoft.com/office/drawing/2014/main" xmlns="" id="{31F67AED-51B5-E207-3122-70EC31E970BE}"/>
              </a:ext>
            </a:extLst>
          </p:cNvPr>
          <p:cNvPicPr>
            <a:picLocks noChangeAspect="1"/>
          </p:cNvPicPr>
          <p:nvPr/>
        </p:nvPicPr>
        <p:blipFill>
          <a:blip r:embed="rId3" cstate="print"/>
          <a:stretch>
            <a:fillRect/>
          </a:stretch>
        </p:blipFill>
        <p:spPr>
          <a:xfrm>
            <a:off x="7415082" y="3116349"/>
            <a:ext cx="4521997" cy="2306855"/>
          </a:xfrm>
          <a:prstGeom prst="rect">
            <a:avLst/>
          </a:prstGeom>
        </p:spPr>
      </p:pic>
    </p:spTree>
    <p:extLst>
      <p:ext uri="{BB962C8B-B14F-4D97-AF65-F5344CB8AC3E}">
        <p14:creationId xmlns:p14="http://schemas.microsoft.com/office/powerpoint/2010/main" xmlns="" val="30252165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228F7FF-2492-2F4B-D2FB-8B23A250B90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Sorting and Reverse of Array List</a:t>
            </a:r>
          </a:p>
        </p:txBody>
      </p:sp>
      <p:pic>
        <p:nvPicPr>
          <p:cNvPr id="5" name="Content Placeholder 4" descr="A screenshot of a computer&#10;&#10;Description automatically generated">
            <a:extLst>
              <a:ext uri="{FF2B5EF4-FFF2-40B4-BE49-F238E27FC236}">
                <a16:creationId xmlns:a16="http://schemas.microsoft.com/office/drawing/2014/main" xmlns="" id="{DC639F43-0B4C-F8DD-9AA8-A67D1837C467}"/>
              </a:ext>
            </a:extLst>
          </p:cNvPr>
          <p:cNvPicPr>
            <a:picLocks noChangeAspect="1"/>
          </p:cNvPicPr>
          <p:nvPr/>
        </p:nvPicPr>
        <p:blipFill>
          <a:blip r:embed="rId2" cstate="print"/>
          <a:stretch>
            <a:fillRect/>
          </a:stretch>
        </p:blipFill>
        <p:spPr>
          <a:xfrm>
            <a:off x="2190045" y="1675227"/>
            <a:ext cx="7811910" cy="4394199"/>
          </a:xfrm>
          <a:prstGeom prst="rect">
            <a:avLst/>
          </a:prstGeom>
        </p:spPr>
      </p:pic>
    </p:spTree>
    <p:extLst>
      <p:ext uri="{BB962C8B-B14F-4D97-AF65-F5344CB8AC3E}">
        <p14:creationId xmlns:p14="http://schemas.microsoft.com/office/powerpoint/2010/main" xmlns="" val="24087545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C4461C-F878-9A00-9519-442CE98FC0D5}"/>
              </a:ext>
            </a:extLst>
          </p:cNvPr>
          <p:cNvSpPr>
            <a:spLocks noGrp="1"/>
          </p:cNvSpPr>
          <p:nvPr>
            <p:ph type="title"/>
          </p:nvPr>
        </p:nvSpPr>
        <p:spPr/>
        <p:txBody>
          <a:bodyPr/>
          <a:lstStyle/>
          <a:p>
            <a:r>
              <a:rPr lang="en-US" b="0" i="0" dirty="0">
                <a:solidFill>
                  <a:srgbClr val="610B38"/>
                </a:solidFill>
                <a:effectLst/>
                <a:latin typeface="erdana"/>
              </a:rPr>
              <a:t>Set Interface</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7D8E7895-F269-11E2-7D67-237E733ADF60}"/>
              </a:ext>
            </a:extLst>
          </p:cNvPr>
          <p:cNvSpPr>
            <a:spLocks noGrp="1"/>
          </p:cNvSpPr>
          <p:nvPr>
            <p:ph idx="1"/>
          </p:nvPr>
        </p:nvSpPr>
        <p:spPr/>
        <p:txBody>
          <a:bodyPr>
            <a:normAutofit/>
          </a:bodyPr>
          <a:lstStyle/>
          <a:p>
            <a:pPr marL="0" indent="0" algn="just">
              <a:buNone/>
            </a:pPr>
            <a:r>
              <a:rPr lang="en-US" b="0" i="0" dirty="0">
                <a:solidFill>
                  <a:srgbClr val="333333"/>
                </a:solidFill>
                <a:effectLst/>
                <a:latin typeface="inter-regular"/>
              </a:rPr>
              <a:t>Set Interface in Java is present in java.util package. It extends the Collection interface. It represents the unordered set of elements which doesn't allow us to store the duplicate items. We can store at most one null value in Set. Set is implemented </a:t>
            </a:r>
            <a:r>
              <a:rPr lang="en-US" dirty="0">
                <a:solidFill>
                  <a:srgbClr val="333333"/>
                </a:solidFill>
                <a:latin typeface="inter-regular"/>
              </a:rPr>
              <a:t>by</a:t>
            </a:r>
            <a:r>
              <a:rPr lang="en-US" b="0" i="0" dirty="0">
                <a:solidFill>
                  <a:srgbClr val="333333"/>
                </a:solidFill>
                <a:effectLst/>
                <a:latin typeface="inter-regular"/>
              </a:rPr>
              <a:t> HashSet, LinkedHashSet, and </a:t>
            </a:r>
            <a:r>
              <a:rPr lang="en-US" b="0" i="0" dirty="0" err="1">
                <a:solidFill>
                  <a:srgbClr val="333333"/>
                </a:solidFill>
                <a:effectLst/>
                <a:latin typeface="inter-regular"/>
              </a:rPr>
              <a:t>TreeSet</a:t>
            </a:r>
            <a:r>
              <a:rPr lang="en-US">
                <a:solidFill>
                  <a:srgbClr val="333333"/>
                </a:solidFill>
                <a:latin typeface="inter-regular"/>
              </a:rPr>
              <a:t> class</a:t>
            </a:r>
            <a:r>
              <a:rPr lang="en-US" dirty="0">
                <a:solidFill>
                  <a:srgbClr val="333333"/>
                </a:solidFill>
                <a:latin typeface="inter-regular"/>
              </a:rPr>
              <a:t>.</a:t>
            </a:r>
            <a:endParaRPr lang="en-US" b="0" i="0" dirty="0">
              <a:solidFill>
                <a:srgbClr val="333333"/>
              </a:solidFill>
              <a:effectLst/>
              <a:latin typeface="inter-regular"/>
            </a:endParaRPr>
          </a:p>
          <a:p>
            <a:pPr marL="0" indent="0" algn="just">
              <a:buNone/>
            </a:pPr>
            <a:endParaRPr lang="en-US" dirty="0">
              <a:solidFill>
                <a:srgbClr val="333333"/>
              </a:solidFill>
              <a:latin typeface="inter-regular"/>
            </a:endParaRPr>
          </a:p>
          <a:p>
            <a:pPr marL="0" indent="0" algn="just">
              <a:buNone/>
            </a:pPr>
            <a:r>
              <a:rPr lang="en-IN" b="1" i="0" dirty="0">
                <a:effectLst/>
                <a:latin typeface="inter-regular"/>
              </a:rPr>
              <a:t>Set&lt;data-type&gt; s1 = new HashSet&lt;data-type&gt;(); </a:t>
            </a:r>
            <a:r>
              <a:rPr lang="en-IN" b="1" i="0" dirty="0">
                <a:solidFill>
                  <a:srgbClr val="000000"/>
                </a:solidFill>
                <a:effectLst/>
                <a:latin typeface="inter-regular"/>
              </a:rPr>
              <a:t> </a:t>
            </a:r>
          </a:p>
          <a:p>
            <a:pPr marL="0" indent="0" algn="just">
              <a:buNone/>
            </a:pPr>
            <a:endParaRPr lang="en-US" b="1" i="0" dirty="0">
              <a:solidFill>
                <a:srgbClr val="333333"/>
              </a:solidFill>
              <a:effectLst/>
              <a:latin typeface="inter-regular"/>
            </a:endParaRPr>
          </a:p>
          <a:p>
            <a:pPr marL="0" indent="0">
              <a:buNone/>
            </a:pPr>
            <a:endParaRPr lang="en-IN" dirty="0"/>
          </a:p>
        </p:txBody>
      </p:sp>
    </p:spTree>
    <p:extLst>
      <p:ext uri="{BB962C8B-B14F-4D97-AF65-F5344CB8AC3E}">
        <p14:creationId xmlns:p14="http://schemas.microsoft.com/office/powerpoint/2010/main" xmlns="" val="39754677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26D5A6-F310-955A-2D49-A508B9D37288}"/>
              </a:ext>
            </a:extLst>
          </p:cNvPr>
          <p:cNvSpPr>
            <a:spLocks noGrp="1"/>
          </p:cNvSpPr>
          <p:nvPr>
            <p:ph type="title"/>
          </p:nvPr>
        </p:nvSpPr>
        <p:spPr/>
        <p:txBody>
          <a:bodyPr/>
          <a:lstStyle/>
          <a:p>
            <a:r>
              <a:rPr lang="en-IN" b="0" i="0" dirty="0">
                <a:solidFill>
                  <a:srgbClr val="610B38"/>
                </a:solidFill>
                <a:effectLst/>
                <a:latin typeface="erdana"/>
              </a:rPr>
              <a:t>HashSet</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AFF27CED-D287-1185-532F-F94C0D7A5302}"/>
              </a:ext>
            </a:extLst>
          </p:cNvPr>
          <p:cNvSpPr>
            <a:spLocks noGrp="1"/>
          </p:cNvSpPr>
          <p:nvPr>
            <p:ph idx="1"/>
          </p:nvPr>
        </p:nvSpPr>
        <p:spPr/>
        <p:txBody>
          <a:bodyPr>
            <a:normAutofit fontScale="92500" lnSpcReduction="20000"/>
          </a:bodyPr>
          <a:lstStyle/>
          <a:p>
            <a:pPr marL="0" indent="0">
              <a:buNone/>
            </a:pPr>
            <a:r>
              <a:rPr lang="en-US" b="0" i="0" dirty="0">
                <a:solidFill>
                  <a:srgbClr val="333333"/>
                </a:solidFill>
                <a:effectLst/>
                <a:latin typeface="inter-regular"/>
              </a:rPr>
              <a:t>HashSet class implements Set Interface. It represents the collection that uses a hash table for storage. Hashing is used to store the elements in the HashSet. It contains unique items.</a:t>
            </a:r>
          </a:p>
          <a:p>
            <a:pPr marL="0" indent="0">
              <a:buNone/>
            </a:pPr>
            <a:endParaRPr lang="en-US" dirty="0">
              <a:solidFill>
                <a:srgbClr val="333333"/>
              </a:solidFill>
              <a:latin typeface="inter-regular"/>
            </a:endParaRPr>
          </a:p>
          <a:p>
            <a:pPr marL="0" indent="0" algn="just">
              <a:buNone/>
            </a:pPr>
            <a:r>
              <a:rPr lang="en-US" b="0" i="0" dirty="0">
                <a:solidFill>
                  <a:srgbClr val="333333"/>
                </a:solidFill>
                <a:effectLst/>
                <a:latin typeface="inter-regular"/>
              </a:rPr>
              <a:t>The important points about Java HashSet class are:</a:t>
            </a:r>
          </a:p>
          <a:p>
            <a:pPr algn="just">
              <a:buFont typeface="Arial" panose="020B0604020202020204" pitchFamily="34" charset="0"/>
              <a:buChar char="•"/>
            </a:pPr>
            <a:r>
              <a:rPr lang="en-US" b="0" i="0" dirty="0">
                <a:solidFill>
                  <a:srgbClr val="000000"/>
                </a:solidFill>
                <a:effectLst/>
                <a:latin typeface="inter-regular"/>
              </a:rPr>
              <a:t>HashSet stores the elements by using a mechanism called </a:t>
            </a:r>
            <a:r>
              <a:rPr lang="en-US" b="1" i="0" dirty="0">
                <a:solidFill>
                  <a:srgbClr val="000000"/>
                </a:solidFill>
                <a:effectLst/>
                <a:latin typeface="inter-bold"/>
              </a:rPr>
              <a:t>hashing.</a:t>
            </a: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HashSet contains unique elements only.</a:t>
            </a:r>
          </a:p>
          <a:p>
            <a:pPr algn="just">
              <a:buFont typeface="Arial" panose="020B0604020202020204" pitchFamily="34" charset="0"/>
              <a:buChar char="•"/>
            </a:pPr>
            <a:r>
              <a:rPr lang="en-US" b="0" i="0" dirty="0">
                <a:solidFill>
                  <a:srgbClr val="000000"/>
                </a:solidFill>
                <a:effectLst/>
                <a:latin typeface="inter-regular"/>
              </a:rPr>
              <a:t>HashSet allows null value.</a:t>
            </a:r>
          </a:p>
          <a:p>
            <a:pPr algn="just">
              <a:buFont typeface="Arial" panose="020B0604020202020204" pitchFamily="34" charset="0"/>
              <a:buChar char="•"/>
            </a:pPr>
            <a:r>
              <a:rPr lang="en-US" b="0" i="0" dirty="0">
                <a:solidFill>
                  <a:srgbClr val="000000"/>
                </a:solidFill>
                <a:effectLst/>
                <a:latin typeface="inter-regular"/>
              </a:rPr>
              <a:t>HashSet class is non synchronized.</a:t>
            </a:r>
          </a:p>
          <a:p>
            <a:pPr algn="just">
              <a:buFont typeface="Arial" panose="020B0604020202020204" pitchFamily="34" charset="0"/>
              <a:buChar char="•"/>
            </a:pPr>
            <a:r>
              <a:rPr lang="en-US" b="0" i="0" dirty="0">
                <a:solidFill>
                  <a:srgbClr val="000000"/>
                </a:solidFill>
                <a:effectLst/>
                <a:latin typeface="inter-regular"/>
              </a:rPr>
              <a:t>HashSet doesn't maintain the insertion order. Here, elements are inserted on the basis of their hashcode.</a:t>
            </a:r>
          </a:p>
          <a:p>
            <a:pPr marL="0" indent="0">
              <a:buNone/>
            </a:pPr>
            <a:endParaRPr lang="en-IN" dirty="0"/>
          </a:p>
        </p:txBody>
      </p:sp>
    </p:spTree>
    <p:extLst>
      <p:ext uri="{BB962C8B-B14F-4D97-AF65-F5344CB8AC3E}">
        <p14:creationId xmlns:p14="http://schemas.microsoft.com/office/powerpoint/2010/main" xmlns="" val="13400428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0ACCE7-9318-984C-EC99-D576837959BB}"/>
              </a:ext>
            </a:extLst>
          </p:cNvPr>
          <p:cNvSpPr>
            <a:spLocks noGrp="1"/>
          </p:cNvSpPr>
          <p:nvPr>
            <p:ph type="title"/>
          </p:nvPr>
        </p:nvSpPr>
        <p:spPr/>
        <p:txBody>
          <a:bodyPr/>
          <a:lstStyle/>
          <a:p>
            <a:r>
              <a:rPr lang="en-IN" b="0" i="0" dirty="0">
                <a:solidFill>
                  <a:srgbClr val="610B4B"/>
                </a:solidFill>
                <a:effectLst/>
                <a:latin typeface="erdana"/>
              </a:rPr>
              <a:t>Java HashSet Example</a:t>
            </a:r>
            <a:br>
              <a:rPr lang="en-IN" b="0" i="0" dirty="0">
                <a:solidFill>
                  <a:srgbClr val="610B4B"/>
                </a:solidFill>
                <a:effectLst/>
                <a:latin typeface="erdana"/>
              </a:rPr>
            </a:br>
            <a:endParaRPr lang="en-IN" dirty="0"/>
          </a:p>
        </p:txBody>
      </p:sp>
      <p:pic>
        <p:nvPicPr>
          <p:cNvPr id="5" name="Content Placeholder 4">
            <a:extLst>
              <a:ext uri="{FF2B5EF4-FFF2-40B4-BE49-F238E27FC236}">
                <a16:creationId xmlns:a16="http://schemas.microsoft.com/office/drawing/2014/main" xmlns="" id="{996072B0-F5B5-7539-4185-2C988818B2CF}"/>
              </a:ext>
            </a:extLst>
          </p:cNvPr>
          <p:cNvPicPr>
            <a:picLocks noGrp="1" noChangeAspect="1"/>
          </p:cNvPicPr>
          <p:nvPr>
            <p:ph idx="1"/>
          </p:nvPr>
        </p:nvPicPr>
        <p:blipFill>
          <a:blip r:embed="rId2" cstate="print"/>
          <a:stretch>
            <a:fillRect/>
          </a:stretch>
        </p:blipFill>
        <p:spPr>
          <a:xfrm>
            <a:off x="838200" y="1438183"/>
            <a:ext cx="6681186" cy="5189157"/>
          </a:xfrm>
        </p:spPr>
      </p:pic>
      <p:pic>
        <p:nvPicPr>
          <p:cNvPr id="7" name="Picture 6">
            <a:extLst>
              <a:ext uri="{FF2B5EF4-FFF2-40B4-BE49-F238E27FC236}">
                <a16:creationId xmlns:a16="http://schemas.microsoft.com/office/drawing/2014/main" xmlns="" id="{7C55DC81-D8E4-7417-8A67-DD3110C23271}"/>
              </a:ext>
            </a:extLst>
          </p:cNvPr>
          <p:cNvPicPr>
            <a:picLocks noChangeAspect="1"/>
          </p:cNvPicPr>
          <p:nvPr/>
        </p:nvPicPr>
        <p:blipFill>
          <a:blip r:embed="rId3" cstate="print"/>
          <a:stretch>
            <a:fillRect/>
          </a:stretch>
        </p:blipFill>
        <p:spPr>
          <a:xfrm>
            <a:off x="7649546" y="3583296"/>
            <a:ext cx="3324225" cy="2219325"/>
          </a:xfrm>
          <a:prstGeom prst="rect">
            <a:avLst/>
          </a:prstGeom>
        </p:spPr>
      </p:pic>
    </p:spTree>
    <p:extLst>
      <p:ext uri="{BB962C8B-B14F-4D97-AF65-F5344CB8AC3E}">
        <p14:creationId xmlns:p14="http://schemas.microsoft.com/office/powerpoint/2010/main" xmlns="" val="42511696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6E2190-2405-1675-DCE2-F762A16564EF}"/>
              </a:ext>
            </a:extLst>
          </p:cNvPr>
          <p:cNvSpPr>
            <a:spLocks noGrp="1"/>
          </p:cNvSpPr>
          <p:nvPr>
            <p:ph type="title"/>
          </p:nvPr>
        </p:nvSpPr>
        <p:spPr/>
        <p:txBody>
          <a:bodyPr>
            <a:normAutofit fontScale="90000"/>
          </a:bodyPr>
          <a:lstStyle/>
          <a:p>
            <a:r>
              <a:rPr lang="en-US" sz="4000" b="0" i="0" dirty="0">
                <a:solidFill>
                  <a:srgbClr val="610B4B"/>
                </a:solidFill>
                <a:effectLst/>
                <a:latin typeface="erdana"/>
              </a:rPr>
              <a:t>Java HashSet example ignoring duplicate elements</a:t>
            </a:r>
            <a:r>
              <a:rPr lang="en-US" b="0" i="0" dirty="0">
                <a:solidFill>
                  <a:srgbClr val="610B4B"/>
                </a:solidFill>
                <a:effectLst/>
                <a:latin typeface="erdana"/>
              </a:rPr>
              <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xmlns="" id="{EF29FBBD-6BA1-B667-3F6D-F1F47B36574B}"/>
              </a:ext>
            </a:extLst>
          </p:cNvPr>
          <p:cNvSpPr>
            <a:spLocks noGrp="1"/>
          </p:cNvSpPr>
          <p:nvPr>
            <p:ph idx="1"/>
          </p:nvPr>
        </p:nvSpPr>
        <p:spPr/>
        <p:txBody>
          <a:bodyPr>
            <a:normAutofit fontScale="55000" lnSpcReduction="20000"/>
          </a:bodyPr>
          <a:lstStyle/>
          <a:p>
            <a:pPr marL="0" indent="0" algn="just">
              <a:buNone/>
            </a:pPr>
            <a:r>
              <a:rPr lang="en-IN" sz="3100" i="0" dirty="0">
                <a:effectLst/>
                <a:latin typeface="inter-regular"/>
              </a:rPr>
              <a:t>import </a:t>
            </a:r>
            <a:r>
              <a:rPr lang="en-IN" sz="3100" i="0" dirty="0" err="1">
                <a:effectLst/>
                <a:latin typeface="inter-regular"/>
              </a:rPr>
              <a:t>java.util</a:t>
            </a:r>
            <a:r>
              <a:rPr lang="en-IN" sz="3100" i="0" dirty="0">
                <a:effectLst/>
                <a:latin typeface="inter-regular"/>
              </a:rPr>
              <a:t>.*;  </a:t>
            </a:r>
          </a:p>
          <a:p>
            <a:pPr marL="0" indent="0" algn="just">
              <a:buNone/>
            </a:pPr>
            <a:r>
              <a:rPr lang="en-IN" sz="3100" i="0" dirty="0">
                <a:effectLst/>
                <a:latin typeface="inter-regular"/>
              </a:rPr>
              <a:t>public class TestJavaCollection7{  </a:t>
            </a:r>
          </a:p>
          <a:p>
            <a:pPr marL="0" indent="0" algn="just">
              <a:buNone/>
            </a:pPr>
            <a:r>
              <a:rPr lang="en-IN" sz="3100" i="0" dirty="0">
                <a:effectLst/>
                <a:latin typeface="inter-regular"/>
              </a:rPr>
              <a:t>public static void main(String </a:t>
            </a:r>
            <a:r>
              <a:rPr lang="en-IN" sz="3100" i="0" dirty="0" err="1">
                <a:effectLst/>
                <a:latin typeface="inter-regular"/>
              </a:rPr>
              <a:t>args</a:t>
            </a:r>
            <a:r>
              <a:rPr lang="en-IN" sz="3100" i="0" dirty="0">
                <a:effectLst/>
                <a:latin typeface="inter-regular"/>
              </a:rPr>
              <a:t>[]){  </a:t>
            </a:r>
          </a:p>
          <a:p>
            <a:pPr marL="0" indent="0" algn="just">
              <a:buNone/>
            </a:pPr>
            <a:r>
              <a:rPr lang="en-IN" sz="3100" i="0" dirty="0">
                <a:effectLst/>
                <a:latin typeface="inter-regular"/>
              </a:rPr>
              <a:t>//Creating HashSet and adding elements  </a:t>
            </a:r>
          </a:p>
          <a:p>
            <a:pPr marL="0" indent="0" algn="just">
              <a:buNone/>
            </a:pPr>
            <a:r>
              <a:rPr lang="en-IN" sz="3100" i="0" dirty="0">
                <a:effectLst/>
                <a:latin typeface="inter-regular"/>
              </a:rPr>
              <a:t>HashSet&lt;String&gt; set=new HashSet&lt;String&gt;();  </a:t>
            </a:r>
          </a:p>
          <a:p>
            <a:pPr marL="0" indent="0" algn="just">
              <a:buNone/>
            </a:pPr>
            <a:r>
              <a:rPr lang="en-IN" sz="3100" i="0" dirty="0" err="1">
                <a:effectLst/>
                <a:latin typeface="inter-regular"/>
              </a:rPr>
              <a:t>set.add</a:t>
            </a:r>
            <a:r>
              <a:rPr lang="en-IN" sz="3100" i="0" dirty="0">
                <a:effectLst/>
                <a:latin typeface="inter-regular"/>
              </a:rPr>
              <a:t>("Ravi");  </a:t>
            </a:r>
          </a:p>
          <a:p>
            <a:pPr marL="0" indent="0" algn="just">
              <a:buNone/>
            </a:pPr>
            <a:r>
              <a:rPr lang="en-IN" sz="3100" i="0" dirty="0" err="1">
                <a:effectLst/>
                <a:latin typeface="inter-regular"/>
              </a:rPr>
              <a:t>set.add</a:t>
            </a:r>
            <a:r>
              <a:rPr lang="en-IN" sz="3100" i="0" dirty="0">
                <a:effectLst/>
                <a:latin typeface="inter-regular"/>
              </a:rPr>
              <a:t>("Vijay");  </a:t>
            </a:r>
          </a:p>
          <a:p>
            <a:pPr marL="0" indent="0" algn="just">
              <a:buNone/>
            </a:pPr>
            <a:r>
              <a:rPr lang="en-IN" sz="3100" i="0" dirty="0" err="1">
                <a:effectLst/>
                <a:latin typeface="inter-regular"/>
              </a:rPr>
              <a:t>set.add</a:t>
            </a:r>
            <a:r>
              <a:rPr lang="en-IN" sz="3100" i="0" dirty="0">
                <a:effectLst/>
                <a:latin typeface="inter-regular"/>
              </a:rPr>
              <a:t>("Ravi");  </a:t>
            </a:r>
          </a:p>
          <a:p>
            <a:pPr marL="0" indent="0" algn="just">
              <a:buNone/>
            </a:pPr>
            <a:r>
              <a:rPr lang="en-IN" sz="3100" i="0" dirty="0" err="1">
                <a:effectLst/>
                <a:latin typeface="inter-regular"/>
              </a:rPr>
              <a:t>set.add</a:t>
            </a:r>
            <a:r>
              <a:rPr lang="en-IN" sz="3100" i="0" dirty="0">
                <a:effectLst/>
                <a:latin typeface="inter-regular"/>
              </a:rPr>
              <a:t>("Ajay");  </a:t>
            </a:r>
          </a:p>
          <a:p>
            <a:pPr marL="0" indent="0" algn="just">
              <a:buNone/>
            </a:pPr>
            <a:r>
              <a:rPr lang="en-IN" sz="3100" i="0" dirty="0">
                <a:effectLst/>
                <a:latin typeface="inter-regular"/>
              </a:rPr>
              <a:t>//Traversing elements  </a:t>
            </a:r>
          </a:p>
          <a:p>
            <a:pPr marL="0" indent="0" algn="just">
              <a:buNone/>
            </a:pPr>
            <a:r>
              <a:rPr lang="en-IN" sz="3100" i="0" dirty="0">
                <a:effectLst/>
                <a:latin typeface="inter-regular"/>
              </a:rPr>
              <a:t>Iterator&lt;String&gt; </a:t>
            </a:r>
            <a:r>
              <a:rPr lang="en-IN" sz="3100" i="0" dirty="0" err="1">
                <a:effectLst/>
                <a:latin typeface="inter-regular"/>
              </a:rPr>
              <a:t>itr</a:t>
            </a:r>
            <a:r>
              <a:rPr lang="en-IN" sz="3100" i="0" dirty="0">
                <a:effectLst/>
                <a:latin typeface="inter-regular"/>
              </a:rPr>
              <a:t>=</a:t>
            </a:r>
            <a:r>
              <a:rPr lang="en-IN" sz="3100" i="0" dirty="0" err="1">
                <a:effectLst/>
                <a:latin typeface="inter-regular"/>
              </a:rPr>
              <a:t>set.iterator</a:t>
            </a:r>
            <a:r>
              <a:rPr lang="en-IN" sz="3100" i="0" dirty="0">
                <a:effectLst/>
                <a:latin typeface="inter-regular"/>
              </a:rPr>
              <a:t>();  </a:t>
            </a:r>
          </a:p>
          <a:p>
            <a:pPr marL="0" indent="0" algn="just">
              <a:buNone/>
            </a:pPr>
            <a:r>
              <a:rPr lang="en-IN" sz="3100" i="0" dirty="0">
                <a:effectLst/>
                <a:latin typeface="inter-regular"/>
              </a:rPr>
              <a:t>while(</a:t>
            </a:r>
            <a:r>
              <a:rPr lang="en-IN" sz="3100" i="0" dirty="0" err="1">
                <a:effectLst/>
                <a:latin typeface="inter-regular"/>
              </a:rPr>
              <a:t>itr.hasNext</a:t>
            </a:r>
            <a:r>
              <a:rPr lang="en-IN" sz="3100" i="0" dirty="0">
                <a:effectLst/>
                <a:latin typeface="inter-regular"/>
              </a:rPr>
              <a:t>()){  </a:t>
            </a:r>
          </a:p>
          <a:p>
            <a:pPr marL="0" indent="0" algn="just">
              <a:buNone/>
            </a:pPr>
            <a:r>
              <a:rPr lang="en-IN" sz="3100" i="0" dirty="0" err="1">
                <a:effectLst/>
                <a:latin typeface="inter-regular"/>
              </a:rPr>
              <a:t>System.out.println</a:t>
            </a:r>
            <a:r>
              <a:rPr lang="en-IN" sz="3100" i="0" dirty="0">
                <a:effectLst/>
                <a:latin typeface="inter-regular"/>
              </a:rPr>
              <a:t>(</a:t>
            </a:r>
            <a:r>
              <a:rPr lang="en-IN" sz="3100" i="0" dirty="0" err="1">
                <a:effectLst/>
                <a:latin typeface="inter-regular"/>
              </a:rPr>
              <a:t>itr.next</a:t>
            </a:r>
            <a:r>
              <a:rPr lang="en-IN" sz="3100" i="0" dirty="0">
                <a:effectLst/>
                <a:latin typeface="inter-regular"/>
              </a:rPr>
              <a:t>());  </a:t>
            </a:r>
          </a:p>
          <a:p>
            <a:pPr marL="0" indent="0" algn="just">
              <a:buNone/>
            </a:pPr>
            <a:r>
              <a:rPr lang="en-IN" sz="3100" i="0" dirty="0">
                <a:effectLst/>
                <a:latin typeface="inter-regular"/>
              </a:rPr>
              <a:t>}  }  }  </a:t>
            </a:r>
          </a:p>
          <a:p>
            <a:pPr marL="0" indent="0">
              <a:buNone/>
            </a:pPr>
            <a:endParaRPr lang="en-IN" dirty="0"/>
          </a:p>
        </p:txBody>
      </p:sp>
      <p:pic>
        <p:nvPicPr>
          <p:cNvPr id="5" name="Picture 4">
            <a:extLst>
              <a:ext uri="{FF2B5EF4-FFF2-40B4-BE49-F238E27FC236}">
                <a16:creationId xmlns:a16="http://schemas.microsoft.com/office/drawing/2014/main" xmlns="" id="{B922F0ED-ECDB-47A5-F223-12E5D92E70D2}"/>
              </a:ext>
            </a:extLst>
          </p:cNvPr>
          <p:cNvPicPr>
            <a:picLocks noChangeAspect="1"/>
          </p:cNvPicPr>
          <p:nvPr/>
        </p:nvPicPr>
        <p:blipFill>
          <a:blip r:embed="rId2" cstate="print"/>
          <a:stretch>
            <a:fillRect/>
          </a:stretch>
        </p:blipFill>
        <p:spPr>
          <a:xfrm>
            <a:off x="6461324" y="3195174"/>
            <a:ext cx="4010025" cy="2047875"/>
          </a:xfrm>
          <a:prstGeom prst="rect">
            <a:avLst/>
          </a:prstGeom>
        </p:spPr>
      </p:pic>
    </p:spTree>
    <p:extLst>
      <p:ext uri="{BB962C8B-B14F-4D97-AF65-F5344CB8AC3E}">
        <p14:creationId xmlns:p14="http://schemas.microsoft.com/office/powerpoint/2010/main" xmlns="" val="4599068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54E02F-09DD-1D70-7657-2849B92FCCE5}"/>
              </a:ext>
            </a:extLst>
          </p:cNvPr>
          <p:cNvSpPr>
            <a:spLocks noGrp="1"/>
          </p:cNvSpPr>
          <p:nvPr>
            <p:ph type="title"/>
          </p:nvPr>
        </p:nvSpPr>
        <p:spPr/>
        <p:txBody>
          <a:bodyPr/>
          <a:lstStyle/>
          <a:p>
            <a:r>
              <a:rPr lang="en-US" b="0" i="0" dirty="0">
                <a:solidFill>
                  <a:srgbClr val="610B38"/>
                </a:solidFill>
                <a:effectLst/>
                <a:latin typeface="erdana"/>
              </a:rPr>
              <a:t>Java Map Interface</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ECA9D322-8E2A-55C4-5587-C76777E61BC2}"/>
              </a:ext>
            </a:extLst>
          </p:cNvPr>
          <p:cNvSpPr>
            <a:spLocks noGrp="1"/>
          </p:cNvSpPr>
          <p:nvPr>
            <p:ph idx="1"/>
          </p:nvPr>
        </p:nvSpPr>
        <p:spPr>
          <a:xfrm>
            <a:off x="838200" y="1500326"/>
            <a:ext cx="10515600" cy="4676637"/>
          </a:xfrm>
        </p:spPr>
        <p:txBody>
          <a:bodyPr>
            <a:normAutofit fontScale="25000" lnSpcReduction="20000"/>
          </a:bodyPr>
          <a:lstStyle/>
          <a:p>
            <a:pPr marL="0" indent="0" algn="just">
              <a:buNone/>
            </a:pPr>
            <a:r>
              <a:rPr lang="en-US" sz="6400" b="0" i="0" dirty="0">
                <a:solidFill>
                  <a:srgbClr val="333333"/>
                </a:solidFill>
                <a:effectLst/>
                <a:latin typeface="inter-regular"/>
              </a:rPr>
              <a:t>A map contains values on the basis of key, i.e. key and value pair. Each key and value pair is known as an entry. A Map contains unique keys.</a:t>
            </a:r>
          </a:p>
          <a:p>
            <a:pPr marL="0" indent="0" algn="just">
              <a:buNone/>
            </a:pPr>
            <a:endParaRPr lang="en-US" sz="6400" b="0" i="0" dirty="0">
              <a:solidFill>
                <a:srgbClr val="333333"/>
              </a:solidFill>
              <a:effectLst/>
              <a:latin typeface="inter-regular"/>
            </a:endParaRPr>
          </a:p>
          <a:p>
            <a:pPr marL="0" indent="0" algn="just">
              <a:buNone/>
            </a:pPr>
            <a:r>
              <a:rPr lang="en-US" sz="6400" b="0" i="0" dirty="0">
                <a:solidFill>
                  <a:srgbClr val="333333"/>
                </a:solidFill>
                <a:effectLst/>
                <a:latin typeface="inter-regular"/>
              </a:rPr>
              <a:t>A Map is useful if you have to search, update or delete elements on the basis of a key.</a:t>
            </a:r>
          </a:p>
          <a:p>
            <a:pPr marL="0" indent="0" algn="just">
              <a:buNone/>
            </a:pPr>
            <a:endParaRPr lang="en-US" sz="6400" b="0" i="0" dirty="0">
              <a:solidFill>
                <a:srgbClr val="610B4B"/>
              </a:solidFill>
              <a:effectLst/>
              <a:latin typeface="erdana"/>
            </a:endParaRPr>
          </a:p>
          <a:p>
            <a:pPr marL="0" indent="0" algn="just">
              <a:buNone/>
            </a:pPr>
            <a:r>
              <a:rPr lang="en-US" sz="6400" dirty="0">
                <a:solidFill>
                  <a:srgbClr val="610B4B"/>
                </a:solidFill>
                <a:latin typeface="erdana"/>
              </a:rPr>
              <a:t>    </a:t>
            </a:r>
            <a:r>
              <a:rPr lang="en-US" sz="6400" b="0" i="0" dirty="0">
                <a:solidFill>
                  <a:srgbClr val="610B4B"/>
                </a:solidFill>
                <a:effectLst/>
                <a:latin typeface="erdana"/>
              </a:rPr>
              <a:t>HashMap class Parameters</a:t>
            </a:r>
          </a:p>
          <a:p>
            <a:pPr marL="0" indent="0" algn="just">
              <a:buNone/>
            </a:pPr>
            <a:endParaRPr lang="en-US" sz="6400" b="0" i="0" dirty="0">
              <a:solidFill>
                <a:srgbClr val="333333"/>
              </a:solidFill>
              <a:effectLst/>
              <a:latin typeface="inter-regular"/>
            </a:endParaRPr>
          </a:p>
          <a:p>
            <a:pPr algn="just">
              <a:buFont typeface="Arial" panose="020B0604020202020204" pitchFamily="34" charset="0"/>
              <a:buChar char="•"/>
            </a:pPr>
            <a:r>
              <a:rPr lang="en-US" sz="6400" b="1" i="0" dirty="0">
                <a:solidFill>
                  <a:srgbClr val="000000"/>
                </a:solidFill>
                <a:effectLst/>
                <a:latin typeface="inter-bold"/>
              </a:rPr>
              <a:t>K</a:t>
            </a:r>
            <a:r>
              <a:rPr lang="en-US" sz="6400" b="0" i="0" dirty="0">
                <a:solidFill>
                  <a:srgbClr val="000000"/>
                </a:solidFill>
                <a:effectLst/>
                <a:latin typeface="inter-regular"/>
              </a:rPr>
              <a:t>: It is the type of keys maintained by this map.</a:t>
            </a:r>
          </a:p>
          <a:p>
            <a:pPr algn="just">
              <a:buFont typeface="Arial" panose="020B0604020202020204" pitchFamily="34" charset="0"/>
              <a:buChar char="•"/>
            </a:pPr>
            <a:r>
              <a:rPr lang="en-US" sz="6400" b="1" i="0" dirty="0">
                <a:solidFill>
                  <a:srgbClr val="000000"/>
                </a:solidFill>
                <a:effectLst/>
                <a:latin typeface="inter-bold"/>
              </a:rPr>
              <a:t>V</a:t>
            </a:r>
            <a:r>
              <a:rPr lang="en-US" sz="6400" b="0" i="0" dirty="0">
                <a:solidFill>
                  <a:srgbClr val="000000"/>
                </a:solidFill>
                <a:effectLst/>
                <a:latin typeface="inter-regular"/>
              </a:rPr>
              <a:t>: It is the type of mapped values.</a:t>
            </a:r>
          </a:p>
          <a:p>
            <a:pPr marL="0" indent="0" algn="just">
              <a:buNone/>
            </a:pPr>
            <a:endParaRPr lang="en-US" sz="6400" b="0" i="0" dirty="0">
              <a:solidFill>
                <a:srgbClr val="333333"/>
              </a:solidFill>
              <a:effectLst/>
              <a:latin typeface="inter-regular"/>
            </a:endParaRPr>
          </a:p>
          <a:p>
            <a:pPr marL="0" indent="0" algn="just">
              <a:buNone/>
            </a:pPr>
            <a:endParaRPr lang="en-US" sz="6400" b="0" i="0" dirty="0">
              <a:solidFill>
                <a:srgbClr val="333333"/>
              </a:solidFill>
              <a:effectLst/>
              <a:latin typeface="inter-regular"/>
            </a:endParaRPr>
          </a:p>
          <a:p>
            <a:pPr marL="0" indent="0" algn="just">
              <a:buNone/>
            </a:pPr>
            <a:r>
              <a:rPr lang="en-IN" sz="6400" b="0" i="0" dirty="0">
                <a:solidFill>
                  <a:srgbClr val="610B4B"/>
                </a:solidFill>
                <a:effectLst/>
                <a:latin typeface="erdana"/>
              </a:rPr>
              <a:t>Points to remember</a:t>
            </a:r>
          </a:p>
          <a:p>
            <a:pPr algn="just">
              <a:buFont typeface="Arial" panose="020B0604020202020204" pitchFamily="34" charset="0"/>
              <a:buChar char="•"/>
            </a:pPr>
            <a:r>
              <a:rPr lang="en-IN" sz="6400" b="0" i="0" dirty="0">
                <a:solidFill>
                  <a:srgbClr val="000000"/>
                </a:solidFill>
                <a:effectLst/>
                <a:latin typeface="inter-regular"/>
              </a:rPr>
              <a:t>Java HashMap contains values based on the key.</a:t>
            </a:r>
          </a:p>
          <a:p>
            <a:pPr algn="just">
              <a:buFont typeface="Arial" panose="020B0604020202020204" pitchFamily="34" charset="0"/>
              <a:buChar char="•"/>
            </a:pPr>
            <a:r>
              <a:rPr lang="en-IN" sz="6400" b="0" i="0" dirty="0">
                <a:solidFill>
                  <a:srgbClr val="000000"/>
                </a:solidFill>
                <a:effectLst/>
                <a:latin typeface="inter-regular"/>
              </a:rPr>
              <a:t>Java HashMap contains only unique keys.</a:t>
            </a:r>
          </a:p>
          <a:p>
            <a:pPr algn="just">
              <a:buFont typeface="Arial" panose="020B0604020202020204" pitchFamily="34" charset="0"/>
              <a:buChar char="•"/>
            </a:pPr>
            <a:r>
              <a:rPr lang="en-IN" sz="6400" b="0" i="0" dirty="0">
                <a:solidFill>
                  <a:srgbClr val="000000"/>
                </a:solidFill>
                <a:effectLst/>
                <a:latin typeface="inter-regular"/>
              </a:rPr>
              <a:t>Java HashMap may have one null key and multiple null values.</a:t>
            </a:r>
          </a:p>
          <a:p>
            <a:pPr algn="just">
              <a:buFont typeface="Arial" panose="020B0604020202020204" pitchFamily="34" charset="0"/>
              <a:buChar char="•"/>
            </a:pPr>
            <a:r>
              <a:rPr lang="en-IN" sz="6400" b="0" i="0" dirty="0">
                <a:solidFill>
                  <a:srgbClr val="000000"/>
                </a:solidFill>
                <a:effectLst/>
                <a:latin typeface="inter-regular"/>
              </a:rPr>
              <a:t>Java HashMap is non synchronized.</a:t>
            </a:r>
          </a:p>
          <a:p>
            <a:pPr algn="just">
              <a:buFont typeface="Arial" panose="020B0604020202020204" pitchFamily="34" charset="0"/>
              <a:buChar char="•"/>
            </a:pPr>
            <a:r>
              <a:rPr lang="en-IN" sz="6400" b="0" i="0" dirty="0">
                <a:solidFill>
                  <a:srgbClr val="000000"/>
                </a:solidFill>
                <a:effectLst/>
                <a:latin typeface="inter-regular"/>
              </a:rPr>
              <a:t>Java HashMap maintains </a:t>
            </a:r>
            <a:r>
              <a:rPr lang="en-IN" sz="6400" b="0" i="0">
                <a:solidFill>
                  <a:srgbClr val="000000"/>
                </a:solidFill>
                <a:effectLst/>
                <a:latin typeface="inter-regular"/>
              </a:rPr>
              <a:t>no </a:t>
            </a:r>
            <a:r>
              <a:rPr lang="en-IN" sz="6400" b="0" i="0" smtClean="0">
                <a:solidFill>
                  <a:srgbClr val="000000"/>
                </a:solidFill>
                <a:effectLst/>
                <a:latin typeface="inter-regular"/>
              </a:rPr>
              <a:t>insertion </a:t>
            </a:r>
            <a:r>
              <a:rPr lang="en-IN" sz="6400" b="0" i="0" dirty="0" smtClean="0">
                <a:solidFill>
                  <a:srgbClr val="000000"/>
                </a:solidFill>
                <a:effectLst/>
                <a:latin typeface="inter-regular"/>
              </a:rPr>
              <a:t>order</a:t>
            </a:r>
            <a:r>
              <a:rPr lang="en-IN" sz="6400" b="0" i="0" dirty="0">
                <a:solidFill>
                  <a:srgbClr val="000000"/>
                </a:solidFill>
                <a:effectLst/>
                <a:latin typeface="inter-regular"/>
              </a:rPr>
              <a:t>.</a:t>
            </a:r>
          </a:p>
          <a:p>
            <a:pPr marL="0" indent="0">
              <a:buNone/>
            </a:pPr>
            <a:endParaRPr lang="en-IN" dirty="0"/>
          </a:p>
        </p:txBody>
      </p:sp>
    </p:spTree>
    <p:extLst>
      <p:ext uri="{BB962C8B-B14F-4D97-AF65-F5344CB8AC3E}">
        <p14:creationId xmlns:p14="http://schemas.microsoft.com/office/powerpoint/2010/main" xmlns="" val="32306996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5CFE60-4990-F412-F08B-79C66706CDF4}"/>
              </a:ext>
            </a:extLst>
          </p:cNvPr>
          <p:cNvSpPr>
            <a:spLocks noGrp="1"/>
          </p:cNvSpPr>
          <p:nvPr>
            <p:ph type="title"/>
          </p:nvPr>
        </p:nvSpPr>
        <p:spPr/>
        <p:txBody>
          <a:bodyPr/>
          <a:lstStyle/>
          <a:p>
            <a:r>
              <a:rPr lang="en-IN" b="0" i="0" dirty="0">
                <a:solidFill>
                  <a:srgbClr val="610B38"/>
                </a:solidFill>
                <a:effectLst/>
                <a:latin typeface="erdana"/>
              </a:rPr>
              <a:t>Java HashMap</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ECBFDD19-50FD-0DA9-0FFB-532503679094}"/>
              </a:ext>
            </a:extLst>
          </p:cNvPr>
          <p:cNvSpPr>
            <a:spLocks noGrp="1"/>
          </p:cNvSpPr>
          <p:nvPr>
            <p:ph idx="1"/>
          </p:nvPr>
        </p:nvSpPr>
        <p:spPr/>
        <p:txBody>
          <a:bodyPr>
            <a:normAutofit fontScale="92500" lnSpcReduction="10000"/>
          </a:bodyPr>
          <a:lstStyle/>
          <a:p>
            <a:pPr marL="0" indent="0" algn="just">
              <a:buNone/>
            </a:pPr>
            <a:r>
              <a:rPr lang="en-US" b="0" i="0" dirty="0">
                <a:solidFill>
                  <a:srgbClr val="333333"/>
                </a:solidFill>
                <a:effectLst/>
                <a:latin typeface="inter-regular"/>
              </a:rPr>
              <a:t>Java </a:t>
            </a:r>
            <a:r>
              <a:rPr lang="en-US" b="1" i="0" dirty="0">
                <a:solidFill>
                  <a:srgbClr val="333333"/>
                </a:solidFill>
                <a:effectLst/>
                <a:latin typeface="inter-bold"/>
              </a:rPr>
              <a:t>HashMap</a:t>
            </a:r>
            <a:r>
              <a:rPr lang="en-US" b="0" i="0" dirty="0">
                <a:solidFill>
                  <a:srgbClr val="333333"/>
                </a:solidFill>
                <a:effectLst/>
                <a:latin typeface="inter-regular"/>
              </a:rPr>
              <a:t> class implements the Map interface which allows us </a:t>
            </a:r>
            <a:r>
              <a:rPr lang="en-US" b="0" i="1" dirty="0">
                <a:solidFill>
                  <a:srgbClr val="333333"/>
                </a:solidFill>
                <a:effectLst/>
                <a:latin typeface="inter-regular"/>
              </a:rPr>
              <a:t>to store key and value pair</a:t>
            </a:r>
            <a:r>
              <a:rPr lang="en-US" b="0" i="0" dirty="0">
                <a:solidFill>
                  <a:srgbClr val="333333"/>
                </a:solidFill>
                <a:effectLst/>
                <a:latin typeface="inter-regular"/>
              </a:rPr>
              <a:t>, where keys should be unique. If you try to insert the duplicate key, it will replace the element of the corresponding key. It is easy to perform operations using the key index like </a:t>
            </a:r>
            <a:r>
              <a:rPr lang="en-US" b="0" i="0" dirty="0" err="1">
                <a:solidFill>
                  <a:srgbClr val="333333"/>
                </a:solidFill>
                <a:effectLst/>
                <a:latin typeface="inter-regular"/>
              </a:rPr>
              <a:t>updation</a:t>
            </a:r>
            <a:r>
              <a:rPr lang="en-US" b="0" i="0" dirty="0">
                <a:solidFill>
                  <a:srgbClr val="333333"/>
                </a:solidFill>
                <a:effectLst/>
                <a:latin typeface="inter-regular"/>
              </a:rPr>
              <a:t>, deletion, etc. HashMap class is found in the java.util package.</a:t>
            </a:r>
          </a:p>
          <a:p>
            <a:pPr marL="0" indent="0" algn="just">
              <a:buNone/>
            </a:pPr>
            <a:endParaRPr lang="en-US" b="0" i="0" dirty="0">
              <a:solidFill>
                <a:srgbClr val="333333"/>
              </a:solidFill>
              <a:effectLst/>
              <a:latin typeface="inter-regular"/>
            </a:endParaRPr>
          </a:p>
          <a:p>
            <a:pPr marL="0" indent="0" algn="just">
              <a:buNone/>
            </a:pPr>
            <a:r>
              <a:rPr lang="en-US" b="0" i="0" dirty="0">
                <a:solidFill>
                  <a:srgbClr val="333333"/>
                </a:solidFill>
                <a:effectLst/>
                <a:latin typeface="inter-regular"/>
              </a:rPr>
              <a:t>HashMap in Java is like the legacy </a:t>
            </a:r>
            <a:r>
              <a:rPr lang="en-US" b="0" i="0" dirty="0" err="1">
                <a:solidFill>
                  <a:srgbClr val="333333"/>
                </a:solidFill>
                <a:effectLst/>
                <a:latin typeface="inter-regular"/>
              </a:rPr>
              <a:t>Hashtable</a:t>
            </a:r>
            <a:r>
              <a:rPr lang="en-US" b="0" i="0" dirty="0">
                <a:solidFill>
                  <a:srgbClr val="333333"/>
                </a:solidFill>
                <a:effectLst/>
                <a:latin typeface="inter-regular"/>
              </a:rPr>
              <a:t> class, but it is not synchronized. It allows us to store the null elements as well, but there should be only one null key. Since Java 5, it is denoted as HashMap&lt;K,V&gt;, where K stands for key and V for value. It inherits the </a:t>
            </a:r>
            <a:r>
              <a:rPr lang="en-US" b="0" i="0" dirty="0" err="1">
                <a:solidFill>
                  <a:srgbClr val="333333"/>
                </a:solidFill>
                <a:effectLst/>
                <a:latin typeface="inter-regular"/>
              </a:rPr>
              <a:t>AbstractMap</a:t>
            </a:r>
            <a:r>
              <a:rPr lang="en-US" b="0" i="0" dirty="0">
                <a:solidFill>
                  <a:srgbClr val="333333"/>
                </a:solidFill>
                <a:effectLst/>
                <a:latin typeface="inter-regular"/>
              </a:rPr>
              <a:t> class and implements the Map interface.</a:t>
            </a:r>
          </a:p>
          <a:p>
            <a:pPr marL="0" indent="0">
              <a:buNone/>
            </a:pPr>
            <a:endParaRPr lang="en-IN" dirty="0"/>
          </a:p>
        </p:txBody>
      </p:sp>
    </p:spTree>
    <p:extLst>
      <p:ext uri="{BB962C8B-B14F-4D97-AF65-F5344CB8AC3E}">
        <p14:creationId xmlns:p14="http://schemas.microsoft.com/office/powerpoint/2010/main" xmlns="" val="19436290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5D612A-1ABF-4FD1-4066-9962CD0681D4}"/>
              </a:ext>
            </a:extLst>
          </p:cNvPr>
          <p:cNvSpPr>
            <a:spLocks noGrp="1"/>
          </p:cNvSpPr>
          <p:nvPr>
            <p:ph type="title"/>
          </p:nvPr>
        </p:nvSpPr>
        <p:spPr/>
        <p:txBody>
          <a:bodyPr/>
          <a:lstStyle/>
          <a:p>
            <a:r>
              <a:rPr lang="en-IN" b="0" i="0" dirty="0">
                <a:solidFill>
                  <a:srgbClr val="610B4B"/>
                </a:solidFill>
                <a:effectLst/>
                <a:latin typeface="erdana"/>
              </a:rPr>
              <a:t>Java HashMap Example</a:t>
            </a:r>
            <a:br>
              <a:rPr lang="en-IN" b="0" i="0" dirty="0">
                <a:solidFill>
                  <a:srgbClr val="610B4B"/>
                </a:solidFill>
                <a:effectLst/>
                <a:latin typeface="erdana"/>
              </a:rPr>
            </a:br>
            <a:endParaRPr lang="en-IN" dirty="0"/>
          </a:p>
        </p:txBody>
      </p:sp>
      <p:pic>
        <p:nvPicPr>
          <p:cNvPr id="5" name="Content Placeholder 4">
            <a:extLst>
              <a:ext uri="{FF2B5EF4-FFF2-40B4-BE49-F238E27FC236}">
                <a16:creationId xmlns:a16="http://schemas.microsoft.com/office/drawing/2014/main" xmlns="" id="{AFC49DED-AD1D-2A3A-EA26-5038383469EF}"/>
              </a:ext>
            </a:extLst>
          </p:cNvPr>
          <p:cNvPicPr>
            <a:picLocks noGrp="1" noChangeAspect="1"/>
          </p:cNvPicPr>
          <p:nvPr>
            <p:ph idx="1"/>
          </p:nvPr>
        </p:nvPicPr>
        <p:blipFill>
          <a:blip r:embed="rId2" cstate="print"/>
          <a:stretch>
            <a:fillRect/>
          </a:stretch>
        </p:blipFill>
        <p:spPr>
          <a:xfrm>
            <a:off x="838201" y="1403061"/>
            <a:ext cx="7620000" cy="5099050"/>
          </a:xfrm>
        </p:spPr>
      </p:pic>
      <p:pic>
        <p:nvPicPr>
          <p:cNvPr id="7" name="Picture 6">
            <a:extLst>
              <a:ext uri="{FF2B5EF4-FFF2-40B4-BE49-F238E27FC236}">
                <a16:creationId xmlns:a16="http://schemas.microsoft.com/office/drawing/2014/main" xmlns="" id="{932E10DF-8419-50BD-45CE-D063A3BD3E67}"/>
              </a:ext>
            </a:extLst>
          </p:cNvPr>
          <p:cNvPicPr>
            <a:picLocks noChangeAspect="1"/>
          </p:cNvPicPr>
          <p:nvPr/>
        </p:nvPicPr>
        <p:blipFill>
          <a:blip r:embed="rId3" cstate="print"/>
          <a:stretch>
            <a:fillRect/>
          </a:stretch>
        </p:blipFill>
        <p:spPr>
          <a:xfrm>
            <a:off x="8562975" y="3105944"/>
            <a:ext cx="3514725" cy="1971675"/>
          </a:xfrm>
          <a:prstGeom prst="rect">
            <a:avLst/>
          </a:prstGeom>
        </p:spPr>
      </p:pic>
    </p:spTree>
    <p:extLst>
      <p:ext uri="{BB962C8B-B14F-4D97-AF65-F5344CB8AC3E}">
        <p14:creationId xmlns:p14="http://schemas.microsoft.com/office/powerpoint/2010/main" xmlns="" val="21646054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985150-73EA-22E1-02D2-5AB1F0954C4C}"/>
              </a:ext>
            </a:extLst>
          </p:cNvPr>
          <p:cNvSpPr>
            <a:spLocks noGrp="1"/>
          </p:cNvSpPr>
          <p:nvPr>
            <p:ph type="title"/>
          </p:nvPr>
        </p:nvSpPr>
        <p:spPr/>
        <p:txBody>
          <a:bodyPr/>
          <a:lstStyle/>
          <a:p>
            <a:r>
              <a:rPr lang="en-US" sz="3600" b="0" i="0" dirty="0">
                <a:solidFill>
                  <a:srgbClr val="610B4B"/>
                </a:solidFill>
                <a:effectLst/>
                <a:latin typeface="erdana"/>
              </a:rPr>
              <a:t>No Duplicate Key on HashMap</a:t>
            </a:r>
            <a:r>
              <a:rPr lang="en-US" b="0" i="0" dirty="0">
                <a:solidFill>
                  <a:srgbClr val="610B4B"/>
                </a:solidFill>
                <a:effectLst/>
                <a:latin typeface="erdana"/>
              </a:rPr>
              <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xmlns="" id="{79AD2474-7F60-C5DE-E3E0-9C7FD5B2BAC3}"/>
              </a:ext>
            </a:extLst>
          </p:cNvPr>
          <p:cNvSpPr>
            <a:spLocks noGrp="1"/>
          </p:cNvSpPr>
          <p:nvPr>
            <p:ph idx="1"/>
          </p:nvPr>
        </p:nvSpPr>
        <p:spPr>
          <a:xfrm>
            <a:off x="838200" y="1278384"/>
            <a:ext cx="10515600" cy="4898579"/>
          </a:xfrm>
        </p:spPr>
        <p:txBody>
          <a:bodyPr>
            <a:normAutofit/>
          </a:bodyPr>
          <a:lstStyle/>
          <a:p>
            <a:pPr marL="0" indent="0">
              <a:buNone/>
            </a:pPr>
            <a:r>
              <a:rPr lang="en-US" sz="2000" b="0" i="0" dirty="0">
                <a:solidFill>
                  <a:srgbClr val="333333"/>
                </a:solidFill>
                <a:effectLst/>
                <a:latin typeface="inter-regular"/>
              </a:rPr>
              <a:t>You cannot store duplicate keys in HashMap. However, if you try to store duplicate key with another value, it will replace </a:t>
            </a:r>
            <a:r>
              <a:rPr lang="en-US" sz="2000" b="0" i="0">
                <a:solidFill>
                  <a:srgbClr val="333333"/>
                </a:solidFill>
                <a:effectLst/>
                <a:latin typeface="inter-regular"/>
              </a:rPr>
              <a:t>the </a:t>
            </a:r>
            <a:r>
              <a:rPr lang="en-US" sz="2000" b="0" i="0" smtClean="0">
                <a:solidFill>
                  <a:srgbClr val="333333"/>
                </a:solidFill>
                <a:effectLst/>
                <a:latin typeface="inter-regular"/>
              </a:rPr>
              <a:t>latest value</a:t>
            </a:r>
            <a:r>
              <a:rPr lang="en-US" sz="2000" b="0" i="0" dirty="0">
                <a:solidFill>
                  <a:srgbClr val="333333"/>
                </a:solidFill>
                <a:effectLst/>
                <a:latin typeface="inter-regular"/>
              </a:rPr>
              <a:t>.</a:t>
            </a:r>
            <a:endParaRPr lang="en-IN" sz="2000" dirty="0"/>
          </a:p>
        </p:txBody>
      </p:sp>
      <p:pic>
        <p:nvPicPr>
          <p:cNvPr id="5" name="Picture 4">
            <a:extLst>
              <a:ext uri="{FF2B5EF4-FFF2-40B4-BE49-F238E27FC236}">
                <a16:creationId xmlns:a16="http://schemas.microsoft.com/office/drawing/2014/main" xmlns="" id="{120200B9-7095-3E2E-D28E-2C104BB39995}"/>
              </a:ext>
            </a:extLst>
          </p:cNvPr>
          <p:cNvPicPr>
            <a:picLocks noChangeAspect="1"/>
          </p:cNvPicPr>
          <p:nvPr/>
        </p:nvPicPr>
        <p:blipFill>
          <a:blip r:embed="rId2" cstate="print"/>
          <a:stretch>
            <a:fillRect/>
          </a:stretch>
        </p:blipFill>
        <p:spPr>
          <a:xfrm>
            <a:off x="690562" y="1945133"/>
            <a:ext cx="7586663" cy="4684267"/>
          </a:xfrm>
          <a:prstGeom prst="rect">
            <a:avLst/>
          </a:prstGeom>
        </p:spPr>
      </p:pic>
      <p:pic>
        <p:nvPicPr>
          <p:cNvPr id="7" name="Picture 6">
            <a:extLst>
              <a:ext uri="{FF2B5EF4-FFF2-40B4-BE49-F238E27FC236}">
                <a16:creationId xmlns:a16="http://schemas.microsoft.com/office/drawing/2014/main" xmlns="" id="{B51B3E69-7085-AD1D-3FD4-2B1FF4CB80A9}"/>
              </a:ext>
            </a:extLst>
          </p:cNvPr>
          <p:cNvPicPr>
            <a:picLocks noChangeAspect="1"/>
          </p:cNvPicPr>
          <p:nvPr/>
        </p:nvPicPr>
        <p:blipFill>
          <a:blip r:embed="rId3" cstate="print"/>
          <a:stretch>
            <a:fillRect/>
          </a:stretch>
        </p:blipFill>
        <p:spPr>
          <a:xfrm>
            <a:off x="8424863" y="4057650"/>
            <a:ext cx="3409950" cy="1695450"/>
          </a:xfrm>
          <a:prstGeom prst="rect">
            <a:avLst/>
          </a:prstGeom>
        </p:spPr>
      </p:pic>
    </p:spTree>
    <p:extLst>
      <p:ext uri="{BB962C8B-B14F-4D97-AF65-F5344CB8AC3E}">
        <p14:creationId xmlns:p14="http://schemas.microsoft.com/office/powerpoint/2010/main" xmlns="" val="34173527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xmlns="" id="{1D15833E-5D52-6A54-9F0A-5FE412207694}"/>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9350997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2229334-00CB-1A81-E0B0-203698810663}"/>
              </a:ext>
            </a:extLst>
          </p:cNvPr>
          <p:cNvSpPr>
            <a:spLocks noGrp="1"/>
          </p:cNvSpPr>
          <p:nvPr>
            <p:ph idx="1"/>
          </p:nvPr>
        </p:nvSpPr>
        <p:spPr/>
        <p:txBody>
          <a:bodyPr/>
          <a:lstStyle/>
          <a:p>
            <a:pPr marL="0" indent="0" algn="just">
              <a:buNone/>
            </a:pPr>
            <a:r>
              <a:rPr lang="en-US" b="0" i="0" dirty="0">
                <a:solidFill>
                  <a:srgbClr val="610B4B"/>
                </a:solidFill>
                <a:effectLst/>
                <a:latin typeface="erdana"/>
              </a:rPr>
              <a:t>Difference between HashSet and HashMap: </a:t>
            </a:r>
          </a:p>
          <a:p>
            <a:pPr marL="0" indent="0" algn="just">
              <a:buNone/>
            </a:pPr>
            <a:endParaRPr lang="en-US" b="0" i="0" dirty="0">
              <a:solidFill>
                <a:srgbClr val="610B4B"/>
              </a:solidFill>
              <a:effectLst/>
              <a:latin typeface="erdana"/>
            </a:endParaRPr>
          </a:p>
          <a:p>
            <a:pPr marL="0" indent="0" algn="just">
              <a:buNone/>
            </a:pPr>
            <a:r>
              <a:rPr lang="en-US" b="0" i="0" dirty="0">
                <a:solidFill>
                  <a:srgbClr val="333333"/>
                </a:solidFill>
                <a:effectLst/>
                <a:latin typeface="inter-regular"/>
              </a:rPr>
              <a:t>HashSet contains only values whereas HashMap contains an entry(key and value).</a:t>
            </a:r>
          </a:p>
          <a:p>
            <a:pPr marL="0" indent="0">
              <a:buNone/>
            </a:pPr>
            <a:endParaRPr lang="en-IN" dirty="0"/>
          </a:p>
        </p:txBody>
      </p:sp>
    </p:spTree>
    <p:extLst>
      <p:ext uri="{BB962C8B-B14F-4D97-AF65-F5344CB8AC3E}">
        <p14:creationId xmlns:p14="http://schemas.microsoft.com/office/powerpoint/2010/main" xmlns="" val="3617002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24">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26">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28">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30">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1CE61841-8EF4-B618-54D9-58D03F12032E}"/>
              </a:ext>
            </a:extLst>
          </p:cNvPr>
          <p:cNvSpPr>
            <a:spLocks noGrp="1"/>
          </p:cNvSpPr>
          <p:nvPr>
            <p:ph type="title"/>
          </p:nvPr>
        </p:nvSpPr>
        <p:spPr>
          <a:xfrm>
            <a:off x="1371597" y="348865"/>
            <a:ext cx="10044023" cy="877729"/>
          </a:xfrm>
        </p:spPr>
        <p:txBody>
          <a:bodyPr anchor="ctr">
            <a:normAutofit fontScale="90000"/>
          </a:bodyPr>
          <a:lstStyle/>
          <a:p>
            <a:pPr fontAlgn="base"/>
            <a:r>
              <a:rPr lang="en-US" sz="1900" b="0" i="0" dirty="0">
                <a:solidFill>
                  <a:srgbClr val="FFFFFF"/>
                </a:solidFill>
                <a:effectLst/>
                <a:latin typeface="Roboto Slab"/>
              </a:rPr>
              <a:t/>
            </a:r>
            <a:br>
              <a:rPr lang="en-US" sz="1900" b="0" i="0" dirty="0">
                <a:solidFill>
                  <a:srgbClr val="FFFFFF"/>
                </a:solidFill>
                <a:effectLst/>
                <a:latin typeface="Roboto Slab"/>
              </a:rPr>
            </a:br>
            <a:r>
              <a:rPr lang="en-US" sz="3100" dirty="0">
                <a:solidFill>
                  <a:srgbClr val="FFFFFF"/>
                </a:solidFill>
                <a:latin typeface="Roboto Slab"/>
              </a:rPr>
              <a:t>Difference between Array and Collection in java</a:t>
            </a:r>
            <a:r>
              <a:rPr lang="en-US" sz="1900" dirty="0">
                <a:solidFill>
                  <a:srgbClr val="FFFFFF"/>
                </a:solidFill>
              </a:rPr>
              <a:t/>
            </a:r>
            <a:br>
              <a:rPr lang="en-US" sz="1900" dirty="0">
                <a:solidFill>
                  <a:srgbClr val="FFFFFF"/>
                </a:solidFill>
              </a:rPr>
            </a:br>
            <a:endParaRPr lang="en-IN" sz="1900" dirty="0">
              <a:solidFill>
                <a:srgbClr val="FFFFFF"/>
              </a:solidFill>
            </a:endParaRPr>
          </a:p>
        </p:txBody>
      </p:sp>
      <p:graphicFrame>
        <p:nvGraphicFramePr>
          <p:cNvPr id="4" name="Content Placeholder 3">
            <a:extLst>
              <a:ext uri="{FF2B5EF4-FFF2-40B4-BE49-F238E27FC236}">
                <a16:creationId xmlns:a16="http://schemas.microsoft.com/office/drawing/2014/main" xmlns="" id="{EC66A4A2-C5B7-ECF5-21D1-CEAA25A80E38}"/>
              </a:ext>
            </a:extLst>
          </p:cNvPr>
          <p:cNvGraphicFramePr>
            <a:graphicFrameLocks noGrp="1"/>
          </p:cNvGraphicFramePr>
          <p:nvPr>
            <p:ph idx="1"/>
            <p:extLst>
              <p:ext uri="{D42A27DB-BD31-4B8C-83A1-F6EECF244321}">
                <p14:modId xmlns:p14="http://schemas.microsoft.com/office/powerpoint/2010/main" xmlns="" val="3028197137"/>
              </p:ext>
            </p:extLst>
          </p:nvPr>
        </p:nvGraphicFramePr>
        <p:xfrm>
          <a:off x="644056" y="2503163"/>
          <a:ext cx="10927829" cy="3411641"/>
        </p:xfrm>
        <a:graphic>
          <a:graphicData uri="http://schemas.openxmlformats.org/drawingml/2006/table">
            <a:tbl>
              <a:tblPr firstRow="1" bandRow="1"/>
              <a:tblGrid>
                <a:gridCol w="2362049">
                  <a:extLst>
                    <a:ext uri="{9D8B030D-6E8A-4147-A177-3AD203B41FA5}">
                      <a16:colId xmlns:a16="http://schemas.microsoft.com/office/drawing/2014/main" xmlns="" val="2067116668"/>
                    </a:ext>
                  </a:extLst>
                </a:gridCol>
                <a:gridCol w="4217367">
                  <a:extLst>
                    <a:ext uri="{9D8B030D-6E8A-4147-A177-3AD203B41FA5}">
                      <a16:colId xmlns:a16="http://schemas.microsoft.com/office/drawing/2014/main" xmlns="" val="2911365162"/>
                    </a:ext>
                  </a:extLst>
                </a:gridCol>
                <a:gridCol w="4348413">
                  <a:extLst>
                    <a:ext uri="{9D8B030D-6E8A-4147-A177-3AD203B41FA5}">
                      <a16:colId xmlns:a16="http://schemas.microsoft.com/office/drawing/2014/main" xmlns="" val="124952064"/>
                    </a:ext>
                  </a:extLst>
                </a:gridCol>
              </a:tblGrid>
              <a:tr h="439120">
                <a:tc>
                  <a:txBody>
                    <a:bodyPr/>
                    <a:lstStyle/>
                    <a:p>
                      <a:pPr algn="ctr" fontAlgn="base">
                        <a:spcBef>
                          <a:spcPts val="0"/>
                        </a:spcBef>
                        <a:spcAft>
                          <a:spcPts val="0"/>
                        </a:spcAft>
                      </a:pPr>
                      <a:r>
                        <a:rPr lang="en-IN" sz="1700" b="1" i="0" u="none" strike="noStrike">
                          <a:effectLst/>
                          <a:latin typeface="inherit"/>
                        </a:rPr>
                        <a:t>Parameter</a:t>
                      </a:r>
                      <a:endParaRPr lang="en-IN" sz="1700" b="0" i="0" u="none" strike="noStrike">
                        <a:effectLst/>
                        <a:latin typeface="Arial" panose="020B0604020202020204" pitchFamily="34" charset="0"/>
                      </a:endParaRPr>
                    </a:p>
                  </a:txBody>
                  <a:tcPr marL="36269" marR="36269" marT="72536" marB="7253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F1F1F1"/>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base">
                        <a:spcBef>
                          <a:spcPts val="0"/>
                        </a:spcBef>
                        <a:spcAft>
                          <a:spcPts val="0"/>
                        </a:spcAft>
                      </a:pPr>
                      <a:r>
                        <a:rPr lang="en-IN" sz="1700" b="1" i="0" u="none" strike="noStrike" dirty="0">
                          <a:effectLst/>
                          <a:latin typeface="inherit"/>
                        </a:rPr>
                        <a:t>Array</a:t>
                      </a:r>
                      <a:endParaRPr lang="en-IN" sz="1700" b="0" i="0" u="none" strike="noStrike" dirty="0">
                        <a:effectLst/>
                        <a:latin typeface="Arial" panose="020B0604020202020204" pitchFamily="34" charset="0"/>
                      </a:endParaRPr>
                    </a:p>
                  </a:txBody>
                  <a:tcPr marL="36269" marR="36269" marT="72536" marB="7253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F1F1F1"/>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fontAlgn="base">
                        <a:spcBef>
                          <a:spcPts val="0"/>
                        </a:spcBef>
                        <a:spcAft>
                          <a:spcPts val="0"/>
                        </a:spcAft>
                      </a:pPr>
                      <a:r>
                        <a:rPr lang="en-IN" sz="1700" b="1" i="0" u="none" strike="noStrike">
                          <a:effectLst/>
                          <a:latin typeface="inherit"/>
                        </a:rPr>
                        <a:t>Collection</a:t>
                      </a:r>
                      <a:endParaRPr lang="en-IN" sz="1700" b="0" i="0" u="none" strike="noStrike">
                        <a:effectLst/>
                        <a:latin typeface="Arial" panose="020B0604020202020204" pitchFamily="34" charset="0"/>
                      </a:endParaRPr>
                    </a:p>
                  </a:txBody>
                  <a:tcPr marL="36269" marR="36269" marT="72536" marB="7253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F1F1F1"/>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2719990147"/>
                  </a:ext>
                </a:extLst>
              </a:tr>
              <a:tr h="366585">
                <a:tc>
                  <a:txBody>
                    <a:bodyPr/>
                    <a:lstStyle/>
                    <a:p>
                      <a:pPr algn="ctr" fontAlgn="ctr">
                        <a:spcBef>
                          <a:spcPts val="0"/>
                        </a:spcBef>
                        <a:spcAft>
                          <a:spcPts val="0"/>
                        </a:spcAft>
                      </a:pPr>
                      <a:r>
                        <a:rPr lang="en-IN" sz="1700" b="0" i="0" u="none" strike="noStrike" dirty="0">
                          <a:effectLst/>
                          <a:latin typeface="Arial" panose="020B0604020202020204" pitchFamily="34" charset="0"/>
                        </a:rPr>
                        <a:t>1) Size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US" sz="1700" b="0" i="0" u="none" strike="noStrike">
                          <a:effectLst/>
                          <a:latin typeface="Arial" panose="020B0604020202020204" pitchFamily="34" charset="0"/>
                        </a:rPr>
                        <a:t>Array is fixed in size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US" sz="1700" b="0" i="0" u="none" strike="noStrike">
                          <a:effectLst/>
                          <a:latin typeface="Arial" panose="020B0604020202020204" pitchFamily="34" charset="0"/>
                        </a:rPr>
                        <a:t>Collection is dynamic in size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xmlns="" val="845360134"/>
                  </a:ext>
                </a:extLst>
              </a:tr>
              <a:tr h="624255">
                <a:tc>
                  <a:txBody>
                    <a:bodyPr/>
                    <a:lstStyle/>
                    <a:p>
                      <a:pPr algn="ctr" fontAlgn="ctr">
                        <a:spcBef>
                          <a:spcPts val="0"/>
                        </a:spcBef>
                        <a:spcAft>
                          <a:spcPts val="0"/>
                        </a:spcAft>
                      </a:pPr>
                      <a:r>
                        <a:rPr lang="en-IN" sz="1700" b="0" i="0" u="none" strike="noStrike" dirty="0">
                          <a:effectLst/>
                          <a:latin typeface="Arial" panose="020B0604020202020204" pitchFamily="34" charset="0"/>
                        </a:rPr>
                        <a:t>2) Data</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dirty="0">
                          <a:effectLst/>
                          <a:latin typeface="Arial" panose="020B0604020202020204" pitchFamily="34" charset="0"/>
                        </a:rPr>
                        <a:t>Array can store only homogeneous data only</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a:effectLst/>
                          <a:latin typeface="Arial" panose="020B0604020202020204" pitchFamily="34" charset="0"/>
                        </a:rPr>
                        <a:t>Collection can store homogeneous as well as hetrogeneous data</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3194198760"/>
                  </a:ext>
                </a:extLst>
              </a:tr>
              <a:tr h="366585">
                <a:tc>
                  <a:txBody>
                    <a:bodyPr/>
                    <a:lstStyle/>
                    <a:p>
                      <a:pPr algn="ctr" fontAlgn="ctr">
                        <a:spcBef>
                          <a:spcPts val="0"/>
                        </a:spcBef>
                        <a:spcAft>
                          <a:spcPts val="0"/>
                        </a:spcAft>
                      </a:pPr>
                      <a:r>
                        <a:rPr lang="en-IN" sz="1700" b="0" i="0" u="none" strike="noStrike" dirty="0">
                          <a:effectLst/>
                          <a:latin typeface="Arial" panose="020B0604020202020204" pitchFamily="34" charset="0"/>
                        </a:rPr>
                        <a:t>3) Data Storage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US" sz="1700" b="0" i="0" u="none" strike="noStrike">
                          <a:effectLst/>
                          <a:latin typeface="Arial" panose="020B0604020202020204" pitchFamily="34" charset="0"/>
                        </a:rPr>
                        <a:t>Array can store primtive as well as objects</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IN" sz="1700" b="0" i="0" u="none" strike="noStrike">
                          <a:effectLst/>
                          <a:latin typeface="Arial" panose="020B0604020202020204" pitchFamily="34" charset="0"/>
                        </a:rPr>
                        <a:t>Collections stores only object</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xmlns="" val="3171691555"/>
                  </a:ext>
                </a:extLst>
              </a:tr>
              <a:tr h="881926">
                <a:tc>
                  <a:txBody>
                    <a:bodyPr/>
                    <a:lstStyle/>
                    <a:p>
                      <a:pPr algn="ctr" fontAlgn="ctr">
                        <a:spcBef>
                          <a:spcPts val="0"/>
                        </a:spcBef>
                        <a:spcAft>
                          <a:spcPts val="0"/>
                        </a:spcAft>
                      </a:pPr>
                      <a:r>
                        <a:rPr lang="en-IN" sz="1700" b="0" i="0" u="none" strike="noStrike" dirty="0">
                          <a:effectLst/>
                          <a:latin typeface="Arial" panose="020B0604020202020204" pitchFamily="34" charset="0"/>
                        </a:rPr>
                        <a:t>4) Data Structure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a:effectLst/>
                          <a:latin typeface="Arial" panose="020B0604020202020204" pitchFamily="34" charset="0"/>
                        </a:rPr>
                        <a:t>Array does not have any standard data structure so no ready-made methods available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a:effectLst/>
                          <a:latin typeface="Arial" panose="020B0604020202020204" pitchFamily="34" charset="0"/>
                        </a:rPr>
                        <a:t>Collection supports standard data structure so ready-made methods are available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971615656"/>
                  </a:ext>
                </a:extLst>
              </a:tr>
              <a:tr h="366585">
                <a:tc>
                  <a:txBody>
                    <a:bodyPr/>
                    <a:lstStyle/>
                    <a:p>
                      <a:pPr algn="ctr" fontAlgn="ctr">
                        <a:spcBef>
                          <a:spcPts val="0"/>
                        </a:spcBef>
                        <a:spcAft>
                          <a:spcPts val="0"/>
                        </a:spcAft>
                      </a:pPr>
                      <a:r>
                        <a:rPr lang="en-IN" sz="1700" b="0" i="0" u="none" strike="noStrike" dirty="0">
                          <a:effectLst/>
                          <a:latin typeface="Arial" panose="020B0604020202020204" pitchFamily="34" charset="0"/>
                        </a:rPr>
                        <a:t>5) Memory</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US" sz="1700" b="0" i="0" u="none" strike="noStrike">
                          <a:effectLst/>
                          <a:latin typeface="Arial" panose="020B0604020202020204" pitchFamily="34" charset="0"/>
                        </a:rPr>
                        <a:t>Memory wise array is worst choice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tc>
                  <a:txBody>
                    <a:bodyPr/>
                    <a:lstStyle/>
                    <a:p>
                      <a:pPr algn="l" fontAlgn="ctr">
                        <a:spcBef>
                          <a:spcPts val="0"/>
                        </a:spcBef>
                        <a:spcAft>
                          <a:spcPts val="0"/>
                        </a:spcAft>
                      </a:pPr>
                      <a:r>
                        <a:rPr lang="en-US" sz="1700" b="0" i="0" u="none" strike="noStrike">
                          <a:effectLst/>
                          <a:latin typeface="Arial" panose="020B0604020202020204" pitchFamily="34" charset="0"/>
                        </a:rPr>
                        <a:t>Memory wise collection is best choice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xmlns="" val="2728011599"/>
                  </a:ext>
                </a:extLst>
              </a:tr>
              <a:tr h="366585">
                <a:tc>
                  <a:txBody>
                    <a:bodyPr/>
                    <a:lstStyle/>
                    <a:p>
                      <a:pPr algn="ctr" fontAlgn="ctr">
                        <a:spcBef>
                          <a:spcPts val="0"/>
                        </a:spcBef>
                        <a:spcAft>
                          <a:spcPts val="0"/>
                        </a:spcAft>
                      </a:pPr>
                      <a:r>
                        <a:rPr lang="en-IN" sz="1700" b="0" i="0" u="none" strike="noStrike" dirty="0">
                          <a:effectLst/>
                          <a:latin typeface="Arial" panose="020B0604020202020204" pitchFamily="34" charset="0"/>
                        </a:rPr>
                        <a:t>6) Performance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F1F1F1"/>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a:effectLst/>
                          <a:latin typeface="Arial" panose="020B0604020202020204" pitchFamily="34" charset="0"/>
                        </a:rPr>
                        <a:t>Performance wise array is good choice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F1F1F1"/>
                      </a:solidFill>
                      <a:prstDash val="solid"/>
                      <a:round/>
                      <a:headEnd type="none" w="med" len="med"/>
                      <a:tailEnd type="none" w="med" len="med"/>
                    </a:lnB>
                  </a:tcPr>
                </a:tc>
                <a:tc>
                  <a:txBody>
                    <a:bodyPr/>
                    <a:lstStyle/>
                    <a:p>
                      <a:pPr algn="l" fontAlgn="ctr">
                        <a:spcBef>
                          <a:spcPts val="0"/>
                        </a:spcBef>
                        <a:spcAft>
                          <a:spcPts val="0"/>
                        </a:spcAft>
                      </a:pPr>
                      <a:r>
                        <a:rPr lang="en-US" sz="1700" b="0" i="0" u="none" strike="noStrike" dirty="0">
                          <a:effectLst/>
                          <a:latin typeface="Arial" panose="020B0604020202020204" pitchFamily="34" charset="0"/>
                        </a:rPr>
                        <a:t>Performance wise collection is worst choice</a:t>
                      </a:r>
                    </a:p>
                  </a:txBody>
                  <a:tcPr marL="36269" marR="36269" marT="36269" marB="36269"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F1F1F1"/>
                      </a:solidFill>
                      <a:prstDash val="solid"/>
                      <a:round/>
                      <a:headEnd type="none" w="med" len="med"/>
                      <a:tailEnd type="none" w="med" len="med"/>
                    </a:lnB>
                  </a:tcPr>
                </a:tc>
                <a:extLst>
                  <a:ext uri="{0D108BD9-81ED-4DB2-BD59-A6C34878D82A}">
                    <a16:rowId xmlns:a16="http://schemas.microsoft.com/office/drawing/2014/main" xmlns="" val="923841027"/>
                  </a:ext>
                </a:extLst>
              </a:tr>
            </a:tbl>
          </a:graphicData>
        </a:graphic>
      </p:graphicFrame>
    </p:spTree>
    <p:extLst>
      <p:ext uri="{BB962C8B-B14F-4D97-AF65-F5344CB8AC3E}">
        <p14:creationId xmlns:p14="http://schemas.microsoft.com/office/powerpoint/2010/main" xmlns="" val="2942122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1148</TotalTime>
  <Words>575</Words>
  <Application>Microsoft Office PowerPoint</Application>
  <PresentationFormat>Custom</PresentationFormat>
  <Paragraphs>140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Collection in Java</vt:lpstr>
      <vt:lpstr>Collection Framework</vt:lpstr>
      <vt:lpstr>List Interface </vt:lpstr>
      <vt:lpstr>ArrayList </vt:lpstr>
      <vt:lpstr>ArrayList</vt:lpstr>
      <vt:lpstr>Java Non-generic Vs. Generic Collection </vt:lpstr>
      <vt:lpstr>Slide 8</vt:lpstr>
      <vt:lpstr>Iterating ArrayList using For-each loop </vt:lpstr>
      <vt:lpstr>Slide 10</vt:lpstr>
      <vt:lpstr>Get and Set ArrayList </vt:lpstr>
      <vt:lpstr>How to Sort ArrayList </vt:lpstr>
      <vt:lpstr>Sorting and Reverse of Array List</vt:lpstr>
      <vt:lpstr>Set Interface </vt:lpstr>
      <vt:lpstr>HashSet </vt:lpstr>
      <vt:lpstr>Java HashSet Example </vt:lpstr>
      <vt:lpstr>Java HashSet example ignoring duplicate elements </vt:lpstr>
      <vt:lpstr>Java Map Interface </vt:lpstr>
      <vt:lpstr>Java HashMap </vt:lpstr>
      <vt:lpstr>Java HashMap Example </vt:lpstr>
      <vt:lpstr>No Duplicate Key on HashMap </vt:lpstr>
      <vt:lpstr>Slide 22</vt:lpstr>
      <vt:lpstr>Slide 23</vt:lpstr>
      <vt:lpstr> Difference between Array and Collection in java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2022-07-30T08:18:31Z</dcterms:created>
  <dcterms:modified xsi:type="dcterms:W3CDTF">2025-06-11T15:40:58Z</dcterms:modified>
</cp:coreProperties>
</file>