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8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0053EF16-5CD6-46E8-8E8E-95612DCA4B31}"/>
    <pc:docChg chg="modSld">
      <pc:chgData name="Manas Tuwani" userId="5d421215-a11f-4a6e-90ca-e8ac2213fab6" providerId="ADAL" clId="{0053EF16-5CD6-46E8-8E8E-95612DCA4B31}" dt="2022-08-21T11:01:44.188" v="2" actId="1076"/>
      <pc:docMkLst>
        <pc:docMk/>
      </pc:docMkLst>
      <pc:sldChg chg="modSp mod">
        <pc:chgData name="Manas Tuwani" userId="5d421215-a11f-4a6e-90ca-e8ac2213fab6" providerId="ADAL" clId="{0053EF16-5CD6-46E8-8E8E-95612DCA4B31}" dt="2022-08-21T11:01:44.188" v="2" actId="1076"/>
        <pc:sldMkLst>
          <pc:docMk/>
          <pc:sldMk cId="1592208999" sldId="260"/>
        </pc:sldMkLst>
        <pc:spChg chg="mod">
          <ac:chgData name="Manas Tuwani" userId="5d421215-a11f-4a6e-90ca-e8ac2213fab6" providerId="ADAL" clId="{0053EF16-5CD6-46E8-8E8E-95612DCA4B31}" dt="2022-08-21T11:01:38.755" v="1" actId="20577"/>
          <ac:spMkLst>
            <pc:docMk/>
            <pc:sldMk cId="1592208999" sldId="260"/>
            <ac:spMk id="3" creationId="{00000000-0000-0000-0000-000000000000}"/>
          </ac:spMkLst>
        </pc:spChg>
        <pc:spChg chg="mod">
          <ac:chgData name="Manas Tuwani" userId="5d421215-a11f-4a6e-90ca-e8ac2213fab6" providerId="ADAL" clId="{0053EF16-5CD6-46E8-8E8E-95612DCA4B31}" dt="2022-08-21T11:01:44.188" v="2" actId="1076"/>
          <ac:spMkLst>
            <pc:docMk/>
            <pc:sldMk cId="1592208999" sldId="260"/>
            <ac:spMk id="4" creationId="{00000000-0000-0000-0000-000000000000}"/>
          </ac:spMkLst>
        </pc:spChg>
      </pc:sldChg>
    </pc:docChg>
  </pc:docChgLst>
  <pc:docChgLst>
    <pc:chgData name="Manas Tuwani" userId="5d421215-a11f-4a6e-90ca-e8ac2213fab6" providerId="ADAL" clId="{C3A8ACC9-DC68-408B-81D5-7B9F5458EBC9}"/>
    <pc:docChg chg="modSld">
      <pc:chgData name="Manas Tuwani" userId="5d421215-a11f-4a6e-90ca-e8ac2213fab6" providerId="ADAL" clId="{C3A8ACC9-DC68-408B-81D5-7B9F5458EBC9}" dt="2024-03-26T03:15:36.026" v="1" actId="20577"/>
      <pc:docMkLst>
        <pc:docMk/>
      </pc:docMkLst>
      <pc:sldChg chg="modSp mod">
        <pc:chgData name="Manas Tuwani" userId="5d421215-a11f-4a6e-90ca-e8ac2213fab6" providerId="ADAL" clId="{C3A8ACC9-DC68-408B-81D5-7B9F5458EBC9}" dt="2024-03-26T03:15:36.026" v="1" actId="20577"/>
        <pc:sldMkLst>
          <pc:docMk/>
          <pc:sldMk cId="3837814589" sldId="265"/>
        </pc:sldMkLst>
        <pc:spChg chg="mod">
          <ac:chgData name="Manas Tuwani" userId="5d421215-a11f-4a6e-90ca-e8ac2213fab6" providerId="ADAL" clId="{C3A8ACC9-DC68-408B-81D5-7B9F5458EBC9}" dt="2024-03-26T03:15:36.026" v="1" actId="20577"/>
          <ac:spMkLst>
            <pc:docMk/>
            <pc:sldMk cId="3837814589" sldId="265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EE53C647-3EAA-493A-92E1-3C3E649BB189}"/>
    <pc:docChg chg="modSld">
      <pc:chgData name="Manas Tuwani" userId="5d421215-a11f-4a6e-90ca-e8ac2213fab6" providerId="ADAL" clId="{EE53C647-3EAA-493A-92E1-3C3E649BB189}" dt="2023-06-17T05:14:34.268" v="0" actId="1076"/>
      <pc:docMkLst>
        <pc:docMk/>
      </pc:docMkLst>
      <pc:sldChg chg="modSp mod">
        <pc:chgData name="Manas Tuwani" userId="5d421215-a11f-4a6e-90ca-e8ac2213fab6" providerId="ADAL" clId="{EE53C647-3EAA-493A-92E1-3C3E649BB189}" dt="2023-06-17T05:14:34.268" v="0" actId="1076"/>
        <pc:sldMkLst>
          <pc:docMk/>
          <pc:sldMk cId="558975552" sldId="264"/>
        </pc:sldMkLst>
        <pc:spChg chg="mod">
          <ac:chgData name="Manas Tuwani" userId="5d421215-a11f-4a6e-90ca-e8ac2213fab6" providerId="ADAL" clId="{EE53C647-3EAA-493A-92E1-3C3E649BB189}" dt="2023-06-17T05:14:34.268" v="0" actId="1076"/>
          <ac:spMkLst>
            <pc:docMk/>
            <pc:sldMk cId="558975552" sldId="264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51D059CB-7115-4CBE-99B7-626D4B695721}"/>
    <pc:docChg chg="modSld">
      <pc:chgData name="Manas Tuwani" userId="5d421215-a11f-4a6e-90ca-e8ac2213fab6" providerId="ADAL" clId="{51D059CB-7115-4CBE-99B7-626D4B695721}" dt="2023-11-27T14:27:20.201" v="0" actId="1076"/>
      <pc:docMkLst>
        <pc:docMk/>
      </pc:docMkLst>
      <pc:sldChg chg="modSp mod">
        <pc:chgData name="Manas Tuwani" userId="5d421215-a11f-4a6e-90ca-e8ac2213fab6" providerId="ADAL" clId="{51D059CB-7115-4CBE-99B7-626D4B695721}" dt="2023-11-27T14:27:20.201" v="0" actId="1076"/>
        <pc:sldMkLst>
          <pc:docMk/>
          <pc:sldMk cId="558975552" sldId="264"/>
        </pc:sldMkLst>
        <pc:spChg chg="mod">
          <ac:chgData name="Manas Tuwani" userId="5d421215-a11f-4a6e-90ca-e8ac2213fab6" providerId="ADAL" clId="{51D059CB-7115-4CBE-99B7-626D4B695721}" dt="2023-11-27T14:27:20.201" v="0" actId="1076"/>
          <ac:spMkLst>
            <pc:docMk/>
            <pc:sldMk cId="558975552" sldId="264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081D50ED-1AC9-4F27-A2B6-BA8F9FB8D2A6}"/>
    <pc:docChg chg="modSld">
      <pc:chgData name="Manas Tuwani" userId="5d421215-a11f-4a6e-90ca-e8ac2213fab6" providerId="ADAL" clId="{081D50ED-1AC9-4F27-A2B6-BA8F9FB8D2A6}" dt="2024-09-27T03:00:00.908" v="11" actId="20577"/>
      <pc:docMkLst>
        <pc:docMk/>
      </pc:docMkLst>
      <pc:sldChg chg="modSp mod">
        <pc:chgData name="Manas Tuwani" userId="5d421215-a11f-4a6e-90ca-e8ac2213fab6" providerId="ADAL" clId="{081D50ED-1AC9-4F27-A2B6-BA8F9FB8D2A6}" dt="2024-09-27T03:00:00.908" v="11" actId="20577"/>
        <pc:sldMkLst>
          <pc:docMk/>
          <pc:sldMk cId="3837814589" sldId="265"/>
        </pc:sldMkLst>
        <pc:spChg chg="mod">
          <ac:chgData name="Manas Tuwani" userId="5d421215-a11f-4a6e-90ca-e8ac2213fab6" providerId="ADAL" clId="{081D50ED-1AC9-4F27-A2B6-BA8F9FB8D2A6}" dt="2024-09-27T03:00:00.908" v="11" actId="20577"/>
          <ac:spMkLst>
            <pc:docMk/>
            <pc:sldMk cId="3837814589" sldId="265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06A5A948-F0CB-4C69-9C5B-FD0AC9D82516}"/>
    <pc:docChg chg="modSld">
      <pc:chgData name="Manas Tuwani" userId="5d421215-a11f-4a6e-90ca-e8ac2213fab6" providerId="ADAL" clId="{06A5A948-F0CB-4C69-9C5B-FD0AC9D82516}" dt="2022-07-10T05:54:16.975" v="5" actId="20577"/>
      <pc:docMkLst>
        <pc:docMk/>
      </pc:docMkLst>
      <pc:sldChg chg="modSp mod">
        <pc:chgData name="Manas Tuwani" userId="5d421215-a11f-4a6e-90ca-e8ac2213fab6" providerId="ADAL" clId="{06A5A948-F0CB-4C69-9C5B-FD0AC9D82516}" dt="2022-07-08T14:37:13.578" v="3" actId="1076"/>
        <pc:sldMkLst>
          <pc:docMk/>
          <pc:sldMk cId="2392604931" sldId="258"/>
        </pc:sldMkLst>
        <pc:spChg chg="mod">
          <ac:chgData name="Manas Tuwani" userId="5d421215-a11f-4a6e-90ca-e8ac2213fab6" providerId="ADAL" clId="{06A5A948-F0CB-4C69-9C5B-FD0AC9D82516}" dt="2022-07-08T14:37:05.281" v="2" actId="20577"/>
          <ac:spMkLst>
            <pc:docMk/>
            <pc:sldMk cId="2392604931" sldId="258"/>
            <ac:spMk id="3" creationId="{00000000-0000-0000-0000-000000000000}"/>
          </ac:spMkLst>
        </pc:spChg>
        <pc:spChg chg="mod">
          <ac:chgData name="Manas Tuwani" userId="5d421215-a11f-4a6e-90ca-e8ac2213fab6" providerId="ADAL" clId="{06A5A948-F0CB-4C69-9C5B-FD0AC9D82516}" dt="2022-07-08T14:37:13.578" v="3" actId="1076"/>
          <ac:spMkLst>
            <pc:docMk/>
            <pc:sldMk cId="2392604931" sldId="258"/>
            <ac:spMk id="4" creationId="{00000000-0000-0000-0000-000000000000}"/>
          </ac:spMkLst>
        </pc:spChg>
      </pc:sldChg>
      <pc:sldChg chg="modSp mod">
        <pc:chgData name="Manas Tuwani" userId="5d421215-a11f-4a6e-90ca-e8ac2213fab6" providerId="ADAL" clId="{06A5A948-F0CB-4C69-9C5B-FD0AC9D82516}" dt="2022-07-10T05:54:16.975" v="5" actId="20577"/>
        <pc:sldMkLst>
          <pc:docMk/>
          <pc:sldMk cId="3837814589" sldId="265"/>
        </pc:sldMkLst>
        <pc:spChg chg="mod">
          <ac:chgData name="Manas Tuwani" userId="5d421215-a11f-4a6e-90ca-e8ac2213fab6" providerId="ADAL" clId="{06A5A948-F0CB-4C69-9C5B-FD0AC9D82516}" dt="2022-07-10T05:54:16.975" v="5" actId="20577"/>
          <ac:spMkLst>
            <pc:docMk/>
            <pc:sldMk cId="3837814589" sldId="265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26AA052B-CAE3-4ED1-BDED-C4AA55ED760E}"/>
    <pc:docChg chg="custSel addSld modSld">
      <pc:chgData name="Manas Tuwani" userId="5d421215-a11f-4a6e-90ca-e8ac2213fab6" providerId="ADAL" clId="{26AA052B-CAE3-4ED1-BDED-C4AA55ED760E}" dt="2022-10-31T14:36:16.275" v="11" actId="26606"/>
      <pc:docMkLst>
        <pc:docMk/>
      </pc:docMkLst>
      <pc:sldChg chg="modSp mod">
        <pc:chgData name="Manas Tuwani" userId="5d421215-a11f-4a6e-90ca-e8ac2213fab6" providerId="ADAL" clId="{26AA052B-CAE3-4ED1-BDED-C4AA55ED760E}" dt="2022-10-31T14:25:16.432" v="8" actId="5793"/>
        <pc:sldMkLst>
          <pc:docMk/>
          <pc:sldMk cId="558975552" sldId="264"/>
        </pc:sldMkLst>
        <pc:spChg chg="mod">
          <ac:chgData name="Manas Tuwani" userId="5d421215-a11f-4a6e-90ca-e8ac2213fab6" providerId="ADAL" clId="{26AA052B-CAE3-4ED1-BDED-C4AA55ED760E}" dt="2022-10-31T14:25:16.432" v="8" actId="5793"/>
          <ac:spMkLst>
            <pc:docMk/>
            <pc:sldMk cId="558975552" sldId="264"/>
            <ac:spMk id="3" creationId="{00000000-0000-0000-0000-000000000000}"/>
          </ac:spMkLst>
        </pc:spChg>
      </pc:sldChg>
      <pc:sldChg chg="addSp modSp new mod setBg">
        <pc:chgData name="Manas Tuwani" userId="5d421215-a11f-4a6e-90ca-e8ac2213fab6" providerId="ADAL" clId="{26AA052B-CAE3-4ED1-BDED-C4AA55ED760E}" dt="2022-10-31T14:36:16.275" v="11" actId="26606"/>
        <pc:sldMkLst>
          <pc:docMk/>
          <pc:sldMk cId="1884138005" sldId="268"/>
        </pc:sldMkLst>
        <pc:spChg chg="add">
          <ac:chgData name="Manas Tuwani" userId="5d421215-a11f-4a6e-90ca-e8ac2213fab6" providerId="ADAL" clId="{26AA052B-CAE3-4ED1-BDED-C4AA55ED760E}" dt="2022-10-31T14:36:16.275" v="11" actId="26606"/>
          <ac:spMkLst>
            <pc:docMk/>
            <pc:sldMk cId="1884138005" sldId="268"/>
            <ac:spMk id="8" creationId="{F3060C83-F051-4F0E-ABAD-AA0DFC48B218}"/>
          </ac:spMkLst>
        </pc:spChg>
        <pc:spChg chg="add">
          <ac:chgData name="Manas Tuwani" userId="5d421215-a11f-4a6e-90ca-e8ac2213fab6" providerId="ADAL" clId="{26AA052B-CAE3-4ED1-BDED-C4AA55ED760E}" dt="2022-10-31T14:36:16.275" v="11" actId="26606"/>
          <ac:spMkLst>
            <pc:docMk/>
            <pc:sldMk cId="1884138005" sldId="268"/>
            <ac:spMk id="10" creationId="{83C98ABE-055B-441F-B07E-44F97F083C39}"/>
          </ac:spMkLst>
        </pc:spChg>
        <pc:spChg chg="add">
          <ac:chgData name="Manas Tuwani" userId="5d421215-a11f-4a6e-90ca-e8ac2213fab6" providerId="ADAL" clId="{26AA052B-CAE3-4ED1-BDED-C4AA55ED760E}" dt="2022-10-31T14:36:16.275" v="11" actId="26606"/>
          <ac:spMkLst>
            <pc:docMk/>
            <pc:sldMk cId="1884138005" sldId="268"/>
            <ac:spMk id="12" creationId="{29FDB030-9B49-4CED-8CCD-4D99382388AC}"/>
          </ac:spMkLst>
        </pc:spChg>
        <pc:spChg chg="add">
          <ac:chgData name="Manas Tuwani" userId="5d421215-a11f-4a6e-90ca-e8ac2213fab6" providerId="ADAL" clId="{26AA052B-CAE3-4ED1-BDED-C4AA55ED760E}" dt="2022-10-31T14:36:16.275" v="11" actId="26606"/>
          <ac:spMkLst>
            <pc:docMk/>
            <pc:sldMk cId="1884138005" sldId="268"/>
            <ac:spMk id="14" creationId="{3783CA14-24A1-485C-8B30-D6A5D87987AD}"/>
          </ac:spMkLst>
        </pc:spChg>
        <pc:spChg chg="add">
          <ac:chgData name="Manas Tuwani" userId="5d421215-a11f-4a6e-90ca-e8ac2213fab6" providerId="ADAL" clId="{26AA052B-CAE3-4ED1-BDED-C4AA55ED760E}" dt="2022-10-31T14:36:16.275" v="11" actId="26606"/>
          <ac:spMkLst>
            <pc:docMk/>
            <pc:sldMk cId="1884138005" sldId="268"/>
            <ac:spMk id="16" creationId="{9A97C86A-04D6-40F7-AE84-31AB43E6A846}"/>
          </ac:spMkLst>
        </pc:spChg>
        <pc:spChg chg="add">
          <ac:chgData name="Manas Tuwani" userId="5d421215-a11f-4a6e-90ca-e8ac2213fab6" providerId="ADAL" clId="{26AA052B-CAE3-4ED1-BDED-C4AA55ED760E}" dt="2022-10-31T14:36:16.275" v="11" actId="26606"/>
          <ac:spMkLst>
            <pc:docMk/>
            <pc:sldMk cId="1884138005" sldId="268"/>
            <ac:spMk id="18" creationId="{FF9F2414-84E8-453E-B1F3-389FDE8192D9}"/>
          </ac:spMkLst>
        </pc:spChg>
        <pc:spChg chg="add">
          <ac:chgData name="Manas Tuwani" userId="5d421215-a11f-4a6e-90ca-e8ac2213fab6" providerId="ADAL" clId="{26AA052B-CAE3-4ED1-BDED-C4AA55ED760E}" dt="2022-10-31T14:36:16.275" v="11" actId="26606"/>
          <ac:spMkLst>
            <pc:docMk/>
            <pc:sldMk cId="1884138005" sldId="268"/>
            <ac:spMk id="20" creationId="{3ECA69A1-7536-43AC-85EF-C7106179F5ED}"/>
          </ac:spMkLst>
        </pc:spChg>
        <pc:picChg chg="add mod">
          <ac:chgData name="Manas Tuwani" userId="5d421215-a11f-4a6e-90ca-e8ac2213fab6" providerId="ADAL" clId="{26AA052B-CAE3-4ED1-BDED-C4AA55ED760E}" dt="2022-10-31T14:36:16.275" v="11" actId="26606"/>
          <ac:picMkLst>
            <pc:docMk/>
            <pc:sldMk cId="1884138005" sldId="268"/>
            <ac:picMk id="3" creationId="{3AD84F51-AE7C-E3AD-61C7-4B430D80EFF0}"/>
          </ac:picMkLst>
        </pc:picChg>
      </pc:sldChg>
    </pc:docChg>
  </pc:docChgLst>
  <pc:docChgLst>
    <pc:chgData name="Manas Tuwani" userId="5d421215-a11f-4a6e-90ca-e8ac2213fab6" providerId="ADAL" clId="{059B3913-0504-4F16-9CE8-C401F5C7B0E9}"/>
    <pc:docChg chg="modSld">
      <pc:chgData name="Manas Tuwani" userId="5d421215-a11f-4a6e-90ca-e8ac2213fab6" providerId="ADAL" clId="{059B3913-0504-4F16-9CE8-C401F5C7B0E9}" dt="2022-12-20T15:34:42.926" v="5" actId="20577"/>
      <pc:docMkLst>
        <pc:docMk/>
      </pc:docMkLst>
      <pc:sldChg chg="modSp mod">
        <pc:chgData name="Manas Tuwani" userId="5d421215-a11f-4a6e-90ca-e8ac2213fab6" providerId="ADAL" clId="{059B3913-0504-4F16-9CE8-C401F5C7B0E9}" dt="2022-12-20T15:34:42.926" v="5" actId="20577"/>
        <pc:sldMkLst>
          <pc:docMk/>
          <pc:sldMk cId="2392604931" sldId="258"/>
        </pc:sldMkLst>
        <pc:spChg chg="mod">
          <ac:chgData name="Manas Tuwani" userId="5d421215-a11f-4a6e-90ca-e8ac2213fab6" providerId="ADAL" clId="{059B3913-0504-4F16-9CE8-C401F5C7B0E9}" dt="2022-12-20T15:34:42.926" v="5" actId="20577"/>
          <ac:spMkLst>
            <pc:docMk/>
            <pc:sldMk cId="2392604931" sldId="25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A6D2-5CD7-4233-82F4-22518344ED1C}" type="datetimeFigureOut">
              <a:rPr lang="en-IN" smtClean="0"/>
              <a:pPr/>
              <a:t>23-07-2025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33356-D6B8-433D-88DA-2E7DBB00446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463294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A6D2-5CD7-4233-82F4-22518344ED1C}" type="datetimeFigureOut">
              <a:rPr lang="en-IN" smtClean="0"/>
              <a:pPr/>
              <a:t>23-07-2025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33356-D6B8-433D-88DA-2E7DBB00446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61847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A6D2-5CD7-4233-82F4-22518344ED1C}" type="datetimeFigureOut">
              <a:rPr lang="en-IN" smtClean="0"/>
              <a:pPr/>
              <a:t>23-07-2025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33356-D6B8-433D-88DA-2E7DBB00446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30905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A6D2-5CD7-4233-82F4-22518344ED1C}" type="datetimeFigureOut">
              <a:rPr lang="en-IN" smtClean="0"/>
              <a:pPr/>
              <a:t>23-07-2025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33356-D6B8-433D-88DA-2E7DBB00446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95700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A6D2-5CD7-4233-82F4-22518344ED1C}" type="datetimeFigureOut">
              <a:rPr lang="en-IN" smtClean="0"/>
              <a:pPr/>
              <a:t>23-07-2025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33356-D6B8-433D-88DA-2E7DBB00446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479456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A6D2-5CD7-4233-82F4-22518344ED1C}" type="datetimeFigureOut">
              <a:rPr lang="en-IN" smtClean="0"/>
              <a:pPr/>
              <a:t>23-07-2025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33356-D6B8-433D-88DA-2E7DBB00446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737018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A6D2-5CD7-4233-82F4-22518344ED1C}" type="datetimeFigureOut">
              <a:rPr lang="en-IN" smtClean="0"/>
              <a:pPr/>
              <a:t>23-07-2025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33356-D6B8-433D-88DA-2E7DBB00446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560780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A6D2-5CD7-4233-82F4-22518344ED1C}" type="datetimeFigureOut">
              <a:rPr lang="en-IN" smtClean="0"/>
              <a:pPr/>
              <a:t>23-07-2025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33356-D6B8-433D-88DA-2E7DBB00446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695109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A6D2-5CD7-4233-82F4-22518344ED1C}" type="datetimeFigureOut">
              <a:rPr lang="en-IN" smtClean="0"/>
              <a:pPr/>
              <a:t>23-07-2025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33356-D6B8-433D-88DA-2E7DBB00446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94307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A6D2-5CD7-4233-82F4-22518344ED1C}" type="datetimeFigureOut">
              <a:rPr lang="en-IN" smtClean="0"/>
              <a:pPr/>
              <a:t>23-07-2025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33356-D6B8-433D-88DA-2E7DBB00446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901450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A6D2-5CD7-4233-82F4-22518344ED1C}" type="datetimeFigureOut">
              <a:rPr lang="en-IN" smtClean="0"/>
              <a:pPr/>
              <a:t>23-07-2025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33356-D6B8-433D-88DA-2E7DBB00446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911863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0A6D2-5CD7-4233-82F4-22518344ED1C}" type="datetimeFigureOut">
              <a:rPr lang="en-IN" smtClean="0"/>
              <a:pPr/>
              <a:t>23-07-2025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33356-D6B8-433D-88DA-2E7DBB00446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870440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48" y="0"/>
            <a:ext cx="91474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97500" y="612166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By: Manas Tuwani</a:t>
            </a:r>
          </a:p>
        </p:txBody>
      </p:sp>
    </p:spTree>
    <p:extLst>
      <p:ext uri="{BB962C8B-B14F-4D97-AF65-F5344CB8AC3E}">
        <p14:creationId xmlns="" xmlns:p14="http://schemas.microsoft.com/office/powerpoint/2010/main" val="165917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CONDITIONAL STATEMENTS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dirty="0"/>
              <a:t>We are using conditional statements to check/verify the conditions in Java program.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dirty="0"/>
              <a:t>There are four different types of conditional statements available in Java.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dirty="0"/>
              <a:t>1. If Condition</a:t>
            </a:r>
          </a:p>
          <a:p>
            <a:pPr marL="0" indent="0">
              <a:buNone/>
            </a:pPr>
            <a:r>
              <a:rPr lang="en-IN" sz="2800" dirty="0"/>
              <a:t>2. If else Condition</a:t>
            </a:r>
          </a:p>
          <a:p>
            <a:pPr marL="0" indent="0">
              <a:buNone/>
            </a:pPr>
            <a:r>
              <a:rPr lang="en-IN" sz="2800" dirty="0"/>
              <a:t>3. If else if condition/ nested if condition</a:t>
            </a:r>
          </a:p>
          <a:p>
            <a:pPr marL="0" indent="0">
              <a:buNone/>
            </a:pPr>
            <a:r>
              <a:rPr lang="en-IN" sz="2800" dirty="0"/>
              <a:t>4. Switch Case</a:t>
            </a:r>
          </a:p>
        </p:txBody>
      </p:sp>
    </p:spTree>
    <p:extLst>
      <p:ext uri="{BB962C8B-B14F-4D97-AF65-F5344CB8AC3E}">
        <p14:creationId xmlns="" xmlns:p14="http://schemas.microsoft.com/office/powerpoint/2010/main" val="372414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If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We are using if statement to check/verify the condition and will get the output only when the condition is true. We will not get the output if the condition is false.</a:t>
            </a:r>
          </a:p>
          <a:p>
            <a:pPr marL="0" indent="0">
              <a:buNone/>
            </a:pPr>
            <a:r>
              <a:rPr lang="en-IN" sz="2400" dirty="0"/>
              <a:t>Syntax: </a:t>
            </a:r>
          </a:p>
          <a:p>
            <a:pPr marL="0" indent="0">
              <a:buNone/>
            </a:pPr>
            <a:r>
              <a:rPr lang="en-IN" sz="2400" dirty="0"/>
              <a:t>              </a:t>
            </a:r>
          </a:p>
          <a:p>
            <a:pPr marL="0" indent="0">
              <a:buNone/>
            </a:pPr>
            <a:r>
              <a:rPr lang="en-IN" sz="2400" dirty="0"/>
              <a:t>              If (Condition)   {</a:t>
            </a:r>
          </a:p>
          <a:p>
            <a:pPr marL="0" indent="0">
              <a:buNone/>
            </a:pPr>
            <a:r>
              <a:rPr lang="en-IN" sz="2400" dirty="0"/>
              <a:t>                 Statement; }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552" y="3501008"/>
            <a:ext cx="3888432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39260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r>
              <a:rPr lang="en-IN" b="1" dirty="0"/>
              <a:t>If Condition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576" y="1196752"/>
            <a:ext cx="7848872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54642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4823"/>
            <a:ext cx="8229600" cy="1143000"/>
          </a:xfrm>
        </p:spPr>
        <p:txBody>
          <a:bodyPr/>
          <a:lstStyle/>
          <a:p>
            <a:r>
              <a:rPr lang="en-IN" b="1" dirty="0"/>
              <a:t>If Else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dirty="0"/>
              <a:t>We are using if else statement to check/verify the condition and will get the output even though the condition is true/false.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Syntax:  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       </a:t>
            </a:r>
            <a:r>
              <a:rPr lang="en-IN" sz="2400" dirty="0" smtClean="0"/>
              <a:t>if </a:t>
            </a:r>
            <a:r>
              <a:rPr lang="en-IN" sz="2400" dirty="0"/>
              <a:t>(Condition)</a:t>
            </a:r>
          </a:p>
          <a:p>
            <a:pPr marL="0" indent="0">
              <a:buNone/>
            </a:pPr>
            <a:r>
              <a:rPr lang="en-IN" sz="2400" dirty="0"/>
              <a:t>                Statement1;</a:t>
            </a:r>
          </a:p>
          <a:p>
            <a:pPr marL="0" indent="0">
              <a:buNone/>
            </a:pPr>
            <a:r>
              <a:rPr lang="en-IN" sz="2400" dirty="0"/>
              <a:t>                 </a:t>
            </a:r>
            <a:r>
              <a:rPr lang="en-IN" sz="2400" dirty="0" smtClean="0"/>
              <a:t>else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        Statement2;</a:t>
            </a:r>
          </a:p>
        </p:txBody>
      </p:sp>
      <p:sp>
        <p:nvSpPr>
          <p:cNvPr id="4" name="Rectangle 3"/>
          <p:cNvSpPr/>
          <p:nvPr/>
        </p:nvSpPr>
        <p:spPr>
          <a:xfrm>
            <a:off x="827584" y="3802367"/>
            <a:ext cx="5184576" cy="19442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9220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4674"/>
            <a:ext cx="8229600" cy="1143000"/>
          </a:xfrm>
        </p:spPr>
        <p:txBody>
          <a:bodyPr/>
          <a:lstStyle/>
          <a:p>
            <a:r>
              <a:rPr lang="en-IN" b="1" dirty="0"/>
              <a:t>If Else Condition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0" y="1268760"/>
            <a:ext cx="8770662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21830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7384" y="-171400"/>
            <a:ext cx="9371384" cy="1143000"/>
          </a:xfrm>
        </p:spPr>
        <p:txBody>
          <a:bodyPr>
            <a:normAutofit/>
          </a:bodyPr>
          <a:lstStyle/>
          <a:p>
            <a:r>
              <a:rPr lang="en-IN" sz="4000" b="1" dirty="0"/>
              <a:t>If Else If condition / Nested If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980728"/>
            <a:ext cx="8229600" cy="5760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We are using these statement to verify the condition and tool will print the output if the condition is true or it will check </a:t>
            </a:r>
            <a:r>
              <a:rPr lang="en-IN" sz="2000"/>
              <a:t>the </a:t>
            </a:r>
            <a:r>
              <a:rPr lang="en-IN" sz="2000" smtClean="0"/>
              <a:t>next condition </a:t>
            </a:r>
            <a:r>
              <a:rPr lang="en-IN" sz="2000" dirty="0"/>
              <a:t>if the condition is false.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Syntax:</a:t>
            </a:r>
          </a:p>
          <a:p>
            <a:pPr marL="0" indent="0">
              <a:buNone/>
            </a:pPr>
            <a:r>
              <a:rPr lang="en-IN" sz="2000" dirty="0"/>
              <a:t>If (condition1)</a:t>
            </a:r>
          </a:p>
          <a:p>
            <a:pPr marL="0" indent="0">
              <a:buNone/>
            </a:pPr>
            <a:r>
              <a:rPr lang="en-IN" sz="2000" dirty="0"/>
              <a:t>Statement 1;</a:t>
            </a:r>
          </a:p>
          <a:p>
            <a:pPr marL="0" indent="0">
              <a:buNone/>
            </a:pPr>
            <a:r>
              <a:rPr lang="en-IN" sz="2000" dirty="0"/>
              <a:t>Else</a:t>
            </a:r>
          </a:p>
          <a:p>
            <a:pPr marL="0" indent="0">
              <a:buNone/>
            </a:pPr>
            <a:r>
              <a:rPr lang="en-IN" sz="2000" dirty="0"/>
              <a:t>If (condition 2)</a:t>
            </a:r>
          </a:p>
          <a:p>
            <a:pPr marL="0" indent="0">
              <a:buNone/>
            </a:pPr>
            <a:r>
              <a:rPr lang="en-IN" sz="2000" dirty="0"/>
              <a:t>Statement 2;</a:t>
            </a:r>
          </a:p>
          <a:p>
            <a:pPr marL="0" indent="0">
              <a:buNone/>
            </a:pPr>
            <a:r>
              <a:rPr lang="en-IN" sz="2000" dirty="0"/>
              <a:t>Else</a:t>
            </a:r>
          </a:p>
          <a:p>
            <a:pPr marL="0" indent="0">
              <a:buNone/>
            </a:pPr>
            <a:r>
              <a:rPr lang="en-IN" sz="2000" dirty="0"/>
              <a:t>If (condition 3)</a:t>
            </a:r>
          </a:p>
          <a:p>
            <a:pPr marL="0" indent="0">
              <a:buNone/>
            </a:pPr>
            <a:r>
              <a:rPr lang="en-IN" sz="2000" dirty="0"/>
              <a:t>Statement 3;</a:t>
            </a:r>
          </a:p>
          <a:p>
            <a:pPr marL="0" indent="0">
              <a:buNone/>
            </a:pPr>
            <a:r>
              <a:rPr lang="en-IN" sz="2000" dirty="0"/>
              <a:t>Else</a:t>
            </a:r>
          </a:p>
          <a:p>
            <a:pPr marL="0" indent="0">
              <a:buNone/>
            </a:pPr>
            <a:r>
              <a:rPr lang="en-IN" sz="2000" dirty="0"/>
              <a:t>Statement 4;</a:t>
            </a:r>
          </a:p>
        </p:txBody>
      </p:sp>
    </p:spTree>
    <p:extLst>
      <p:ext uri="{BB962C8B-B14F-4D97-AF65-F5344CB8AC3E}">
        <p14:creationId xmlns="" xmlns:p14="http://schemas.microsoft.com/office/powerpoint/2010/main" val="2648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71400"/>
            <a:ext cx="8867328" cy="1143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If Else If condition / Nested If Condition</a:t>
            </a:r>
            <a:endParaRPr lang="en-IN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4" y="908720"/>
            <a:ext cx="9128375" cy="5838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331748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92696"/>
            <a:ext cx="9144000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-34320"/>
            <a:ext cx="8229600" cy="1143000"/>
          </a:xfrm>
        </p:spPr>
        <p:txBody>
          <a:bodyPr>
            <a:normAutofit/>
          </a:bodyPr>
          <a:lstStyle/>
          <a:p>
            <a:r>
              <a:rPr lang="en-IN" sz="4000" b="1" dirty="0"/>
              <a:t>Practice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980728"/>
            <a:ext cx="8229600" cy="568863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Prepare java Program to verify biggest variable among 4 variables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Condition{</a:t>
            </a:r>
          </a:p>
          <a:p>
            <a:pPr marL="0" indent="0">
              <a:buNone/>
            </a:pPr>
            <a:r>
              <a:rPr lang="en-IN" dirty="0"/>
              <a:t>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a=10; </a:t>
            </a:r>
            <a:r>
              <a:rPr lang="en-IN" dirty="0" err="1"/>
              <a:t>int</a:t>
            </a:r>
            <a:r>
              <a:rPr lang="en-IN" dirty="0"/>
              <a:t> b=20; </a:t>
            </a:r>
            <a:r>
              <a:rPr lang="en-IN" dirty="0" err="1"/>
              <a:t>int</a:t>
            </a:r>
            <a:r>
              <a:rPr lang="en-IN" dirty="0"/>
              <a:t> c=30; </a:t>
            </a:r>
            <a:r>
              <a:rPr lang="en-IN" dirty="0" err="1"/>
              <a:t>int</a:t>
            </a:r>
            <a:r>
              <a:rPr lang="en-IN" dirty="0"/>
              <a:t> d=40;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55897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-459432"/>
            <a:ext cx="8229600" cy="1368152"/>
          </a:xfrm>
        </p:spPr>
        <p:txBody>
          <a:bodyPr>
            <a:normAutofit/>
          </a:bodyPr>
          <a:lstStyle/>
          <a:p>
            <a:r>
              <a:rPr lang="en-IN" sz="4000" b="1" dirty="0"/>
              <a:t>Switch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54726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We are using this statement to verify multiple conditions at a time in JAVA program</a:t>
            </a:r>
            <a:r>
              <a:rPr lang="en-IN" sz="1800" dirty="0" smtClean="0"/>
              <a:t>. Switch Case statement </a:t>
            </a:r>
            <a:r>
              <a:rPr lang="en-US" sz="1800" dirty="0" smtClean="0"/>
              <a:t>allows you to execute one block of code out of many based on the value of a variable</a:t>
            </a: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Syntax:</a:t>
            </a:r>
          </a:p>
          <a:p>
            <a:pPr marL="0" indent="0">
              <a:buNone/>
            </a:pPr>
            <a:r>
              <a:rPr lang="en-IN" sz="1800" dirty="0"/>
              <a:t>switch (variable/value) {</a:t>
            </a:r>
          </a:p>
          <a:p>
            <a:pPr marL="0" indent="0">
              <a:buNone/>
            </a:pPr>
            <a:r>
              <a:rPr lang="en-IN" sz="1800" dirty="0"/>
              <a:t>case 1:</a:t>
            </a:r>
          </a:p>
          <a:p>
            <a:pPr marL="0" indent="0">
              <a:buNone/>
            </a:pPr>
            <a:r>
              <a:rPr lang="en-IN" sz="1800" dirty="0"/>
              <a:t>Statement 1;</a:t>
            </a:r>
          </a:p>
          <a:p>
            <a:pPr marL="0" indent="0">
              <a:buNone/>
            </a:pPr>
            <a:r>
              <a:rPr lang="en-IN" sz="1800" dirty="0"/>
              <a:t>Break;</a:t>
            </a:r>
          </a:p>
          <a:p>
            <a:pPr marL="0" indent="0">
              <a:buNone/>
            </a:pPr>
            <a:r>
              <a:rPr lang="en-IN" sz="1800" dirty="0"/>
              <a:t>case 2:</a:t>
            </a:r>
          </a:p>
          <a:p>
            <a:pPr marL="0" indent="0">
              <a:buNone/>
            </a:pPr>
            <a:r>
              <a:rPr lang="en-IN" sz="1800" dirty="0"/>
              <a:t>Statement 2;</a:t>
            </a:r>
          </a:p>
          <a:p>
            <a:pPr marL="0" indent="0">
              <a:buNone/>
            </a:pPr>
            <a:r>
              <a:rPr lang="en-IN" sz="1800" dirty="0"/>
              <a:t>Break;</a:t>
            </a:r>
          </a:p>
          <a:p>
            <a:pPr marL="0" indent="0">
              <a:buNone/>
            </a:pPr>
            <a:r>
              <a:rPr lang="en-IN" sz="1800" dirty="0"/>
              <a:t>case 3:</a:t>
            </a:r>
          </a:p>
          <a:p>
            <a:pPr marL="0" indent="0">
              <a:buNone/>
            </a:pPr>
            <a:r>
              <a:rPr lang="en-IN" sz="1800" dirty="0"/>
              <a:t>Statement 3;</a:t>
            </a:r>
          </a:p>
          <a:p>
            <a:pPr marL="0" indent="0">
              <a:buNone/>
            </a:pPr>
            <a:r>
              <a:rPr lang="en-IN" sz="1800" dirty="0"/>
              <a:t>Break;</a:t>
            </a:r>
          </a:p>
          <a:p>
            <a:pPr marL="0" indent="0">
              <a:buNone/>
            </a:pPr>
            <a:r>
              <a:rPr lang="en-IN" sz="1800" dirty="0"/>
              <a:t>Default:</a:t>
            </a:r>
          </a:p>
          <a:p>
            <a:pPr marL="0" indent="0">
              <a:buNone/>
            </a:pPr>
            <a:r>
              <a:rPr lang="en-IN" sz="1800" dirty="0"/>
              <a:t>Statement;</a:t>
            </a:r>
          </a:p>
          <a:p>
            <a:pPr marL="0" indent="0">
              <a:buNone/>
            </a:pPr>
            <a:r>
              <a:rPr lang="en-IN" sz="1800" dirty="0"/>
              <a:t>Break</a:t>
            </a:r>
            <a:r>
              <a:rPr lang="en-IN" sz="2000" dirty="0"/>
              <a:t>;</a:t>
            </a:r>
          </a:p>
        </p:txBody>
      </p:sp>
    </p:spTree>
    <p:extLst>
      <p:ext uri="{BB962C8B-B14F-4D97-AF65-F5344CB8AC3E}">
        <p14:creationId xmlns="" xmlns:p14="http://schemas.microsoft.com/office/powerpoint/2010/main" val="383781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836712"/>
          </a:xfrm>
        </p:spPr>
        <p:txBody>
          <a:bodyPr/>
          <a:lstStyle/>
          <a:p>
            <a:r>
              <a:rPr lang="en-IN" b="1" dirty="0"/>
              <a:t>Switch Case</a:t>
            </a:r>
            <a:endParaRPr lang="en-IN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80" y="692696"/>
            <a:ext cx="8583220" cy="6158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295159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AD84F51-AE7C-E3AD-61C7-4B430D80EFF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2600" y="1128713"/>
            <a:ext cx="8178799" cy="4600573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8413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196752"/>
            <a:ext cx="7704856" cy="456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88413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</TotalTime>
  <Words>342</Words>
  <Application>Microsoft Office PowerPoint</Application>
  <PresentationFormat>On-screen Show (4:3)</PresentationFormat>
  <Paragraphs>70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CONDITIONAL STATEMENTS </vt:lpstr>
      <vt:lpstr>If Condition</vt:lpstr>
      <vt:lpstr>If Condition</vt:lpstr>
      <vt:lpstr>If Else Condition</vt:lpstr>
      <vt:lpstr>If Else Condition</vt:lpstr>
      <vt:lpstr>If Else If condition / Nested If Condition</vt:lpstr>
      <vt:lpstr>If Else If condition / Nested If Condition</vt:lpstr>
      <vt:lpstr>Slide 9</vt:lpstr>
      <vt:lpstr>Practice Problem</vt:lpstr>
      <vt:lpstr>Switch Case</vt:lpstr>
      <vt:lpstr>Switch Case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1403375</dc:creator>
  <cp:lastModifiedBy>Manas Tuwani</cp:lastModifiedBy>
  <cp:revision>20</cp:revision>
  <dcterms:created xsi:type="dcterms:W3CDTF">2022-05-03T15:02:10Z</dcterms:created>
  <dcterms:modified xsi:type="dcterms:W3CDTF">2025-07-23T16:56:04Z</dcterms:modified>
</cp:coreProperties>
</file>