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71" r:id="rId2"/>
    <p:sldId id="257" r:id="rId3"/>
    <p:sldId id="272" r:id="rId4"/>
    <p:sldId id="273" r:id="rId5"/>
    <p:sldId id="258" r:id="rId6"/>
    <p:sldId id="274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1498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as Tuwani" userId="5d421215-a11f-4a6e-90ca-e8ac2213fab6" providerId="ADAL" clId="{F8910682-CDA6-42E5-BFF7-FAAE63931EF7}"/>
    <pc:docChg chg="modSld">
      <pc:chgData name="Manas Tuwani" userId="5d421215-a11f-4a6e-90ca-e8ac2213fab6" providerId="ADAL" clId="{F8910682-CDA6-42E5-BFF7-FAAE63931EF7}" dt="2022-12-02T02:47:33.939" v="30" actId="20577"/>
      <pc:docMkLst>
        <pc:docMk/>
      </pc:docMkLst>
      <pc:sldChg chg="modSp mod">
        <pc:chgData name="Manas Tuwani" userId="5d421215-a11f-4a6e-90ca-e8ac2213fab6" providerId="ADAL" clId="{F8910682-CDA6-42E5-BFF7-FAAE63931EF7}" dt="2022-12-02T02:45:43.483" v="1" actId="20577"/>
        <pc:sldMkLst>
          <pc:docMk/>
          <pc:sldMk cId="3233675117" sldId="260"/>
        </pc:sldMkLst>
        <pc:spChg chg="mod">
          <ac:chgData name="Manas Tuwani" userId="5d421215-a11f-4a6e-90ca-e8ac2213fab6" providerId="ADAL" clId="{F8910682-CDA6-42E5-BFF7-FAAE63931EF7}" dt="2022-12-02T02:45:43.483" v="1" actId="20577"/>
          <ac:spMkLst>
            <pc:docMk/>
            <pc:sldMk cId="3233675117" sldId="260"/>
            <ac:spMk id="3" creationId="{00000000-0000-0000-0000-000000000000}"/>
          </ac:spMkLst>
        </pc:spChg>
      </pc:sldChg>
      <pc:sldChg chg="modSp mod">
        <pc:chgData name="Manas Tuwani" userId="5d421215-a11f-4a6e-90ca-e8ac2213fab6" providerId="ADAL" clId="{F8910682-CDA6-42E5-BFF7-FAAE63931EF7}" dt="2022-12-02T02:47:33.939" v="30" actId="20577"/>
        <pc:sldMkLst>
          <pc:docMk/>
          <pc:sldMk cId="2567497966" sldId="262"/>
        </pc:sldMkLst>
        <pc:spChg chg="mod">
          <ac:chgData name="Manas Tuwani" userId="5d421215-a11f-4a6e-90ca-e8ac2213fab6" providerId="ADAL" clId="{F8910682-CDA6-42E5-BFF7-FAAE63931EF7}" dt="2022-12-02T02:47:33.939" v="30" actId="20577"/>
          <ac:spMkLst>
            <pc:docMk/>
            <pc:sldMk cId="2567497966" sldId="262"/>
            <ac:spMk id="3" creationId="{00000000-0000-0000-0000-000000000000}"/>
          </ac:spMkLst>
        </pc:spChg>
      </pc:sldChg>
    </pc:docChg>
  </pc:docChgLst>
  <pc:docChgLst>
    <pc:chgData name="Manas Tuwani" userId="5d421215-a11f-4a6e-90ca-e8ac2213fab6" providerId="ADAL" clId="{E674A0F8-91B8-416A-AD58-95D0BDBB2185}"/>
    <pc:docChg chg="custSel addSld delSld modSld">
      <pc:chgData name="Manas Tuwani" userId="5d421215-a11f-4a6e-90ca-e8ac2213fab6" providerId="ADAL" clId="{E674A0F8-91B8-416A-AD58-95D0BDBB2185}" dt="2022-07-05T17:12:49.568" v="146" actId="20577"/>
      <pc:docMkLst>
        <pc:docMk/>
      </pc:docMkLst>
      <pc:sldChg chg="modSp new mod">
        <pc:chgData name="Manas Tuwani" userId="5d421215-a11f-4a6e-90ca-e8ac2213fab6" providerId="ADAL" clId="{E674A0F8-91B8-416A-AD58-95D0BDBB2185}" dt="2022-07-05T16:58:58.800" v="23" actId="115"/>
        <pc:sldMkLst>
          <pc:docMk/>
          <pc:sldMk cId="1916078131" sldId="272"/>
        </pc:sldMkLst>
        <pc:spChg chg="mod">
          <ac:chgData name="Manas Tuwani" userId="5d421215-a11f-4a6e-90ca-e8ac2213fab6" providerId="ADAL" clId="{E674A0F8-91B8-416A-AD58-95D0BDBB2185}" dt="2022-07-05T16:58:58.800" v="23" actId="115"/>
          <ac:spMkLst>
            <pc:docMk/>
            <pc:sldMk cId="1916078131" sldId="272"/>
            <ac:spMk id="2" creationId="{3B195E51-6DBF-ACDE-CF68-B5675BE1507B}"/>
          </ac:spMkLst>
        </pc:spChg>
        <pc:spChg chg="mod">
          <ac:chgData name="Manas Tuwani" userId="5d421215-a11f-4a6e-90ca-e8ac2213fab6" providerId="ADAL" clId="{E674A0F8-91B8-416A-AD58-95D0BDBB2185}" dt="2022-07-05T16:58:21.586" v="6" actId="5793"/>
          <ac:spMkLst>
            <pc:docMk/>
            <pc:sldMk cId="1916078131" sldId="272"/>
            <ac:spMk id="3" creationId="{DE505CDF-23C7-4C82-210D-4DA32BE6B535}"/>
          </ac:spMkLst>
        </pc:spChg>
      </pc:sldChg>
      <pc:sldChg chg="modSp new mod">
        <pc:chgData name="Manas Tuwani" userId="5d421215-a11f-4a6e-90ca-e8ac2213fab6" providerId="ADAL" clId="{E674A0F8-91B8-416A-AD58-95D0BDBB2185}" dt="2022-07-05T17:03:06.997" v="43" actId="1076"/>
        <pc:sldMkLst>
          <pc:docMk/>
          <pc:sldMk cId="1440144967" sldId="273"/>
        </pc:sldMkLst>
        <pc:spChg chg="mod">
          <ac:chgData name="Manas Tuwani" userId="5d421215-a11f-4a6e-90ca-e8ac2213fab6" providerId="ADAL" clId="{E674A0F8-91B8-416A-AD58-95D0BDBB2185}" dt="2022-07-05T17:02:58.225" v="42" actId="20577"/>
          <ac:spMkLst>
            <pc:docMk/>
            <pc:sldMk cId="1440144967" sldId="273"/>
            <ac:spMk id="2" creationId="{9F2F95BD-1333-0159-DC7B-9F3BAF85F9F6}"/>
          </ac:spMkLst>
        </pc:spChg>
        <pc:spChg chg="mod">
          <ac:chgData name="Manas Tuwani" userId="5d421215-a11f-4a6e-90ca-e8ac2213fab6" providerId="ADAL" clId="{E674A0F8-91B8-416A-AD58-95D0BDBB2185}" dt="2022-07-05T17:03:06.997" v="43" actId="1076"/>
          <ac:spMkLst>
            <pc:docMk/>
            <pc:sldMk cId="1440144967" sldId="273"/>
            <ac:spMk id="3" creationId="{DE1C1F91-2A6A-CB2C-8B5D-34FDA8A21FB7}"/>
          </ac:spMkLst>
        </pc:spChg>
      </pc:sldChg>
      <pc:sldChg chg="modSp new del mod">
        <pc:chgData name="Manas Tuwani" userId="5d421215-a11f-4a6e-90ca-e8ac2213fab6" providerId="ADAL" clId="{E674A0F8-91B8-416A-AD58-95D0BDBB2185}" dt="2022-07-05T17:02:06.163" v="31" actId="47"/>
        <pc:sldMkLst>
          <pc:docMk/>
          <pc:sldMk cId="2797158716" sldId="273"/>
        </pc:sldMkLst>
        <pc:spChg chg="mod">
          <ac:chgData name="Manas Tuwani" userId="5d421215-a11f-4a6e-90ca-e8ac2213fab6" providerId="ADAL" clId="{E674A0F8-91B8-416A-AD58-95D0BDBB2185}" dt="2022-07-05T17:01:04.277" v="28" actId="115"/>
          <ac:spMkLst>
            <pc:docMk/>
            <pc:sldMk cId="2797158716" sldId="273"/>
            <ac:spMk id="2" creationId="{83F38E40-D880-1B60-050F-083FA1B89403}"/>
          </ac:spMkLst>
        </pc:spChg>
        <pc:spChg chg="mod">
          <ac:chgData name="Manas Tuwani" userId="5d421215-a11f-4a6e-90ca-e8ac2213fab6" providerId="ADAL" clId="{E674A0F8-91B8-416A-AD58-95D0BDBB2185}" dt="2022-07-05T17:01:27.336" v="30"/>
          <ac:spMkLst>
            <pc:docMk/>
            <pc:sldMk cId="2797158716" sldId="273"/>
            <ac:spMk id="3" creationId="{0F71779C-AEA1-D939-71CE-1CA2D52D0AC3}"/>
          </ac:spMkLst>
        </pc:spChg>
      </pc:sldChg>
      <pc:sldChg chg="modSp new mod">
        <pc:chgData name="Manas Tuwani" userId="5d421215-a11f-4a6e-90ca-e8ac2213fab6" providerId="ADAL" clId="{E674A0F8-91B8-416A-AD58-95D0BDBB2185}" dt="2022-07-05T17:12:49.568" v="146" actId="20577"/>
        <pc:sldMkLst>
          <pc:docMk/>
          <pc:sldMk cId="448858513" sldId="274"/>
        </pc:sldMkLst>
        <pc:spChg chg="mod">
          <ac:chgData name="Manas Tuwani" userId="5d421215-a11f-4a6e-90ca-e8ac2213fab6" providerId="ADAL" clId="{E674A0F8-91B8-416A-AD58-95D0BDBB2185}" dt="2022-07-05T17:10:26.578" v="54" actId="115"/>
          <ac:spMkLst>
            <pc:docMk/>
            <pc:sldMk cId="448858513" sldId="274"/>
            <ac:spMk id="2" creationId="{58348266-CE6A-6518-6BA6-005AA7A0776C}"/>
          </ac:spMkLst>
        </pc:spChg>
        <pc:spChg chg="mod">
          <ac:chgData name="Manas Tuwani" userId="5d421215-a11f-4a6e-90ca-e8ac2213fab6" providerId="ADAL" clId="{E674A0F8-91B8-416A-AD58-95D0BDBB2185}" dt="2022-07-05T17:12:49.568" v="146" actId="20577"/>
          <ac:spMkLst>
            <pc:docMk/>
            <pc:sldMk cId="448858513" sldId="274"/>
            <ac:spMk id="3" creationId="{3F5DF917-935E-D56C-E1E5-BE4B43264AC3}"/>
          </ac:spMkLst>
        </pc:spChg>
      </pc:sldChg>
    </pc:docChg>
  </pc:docChgLst>
  <pc:docChgLst>
    <pc:chgData name="Manas Tuwani" userId="5d421215-a11f-4a6e-90ca-e8ac2213fab6" providerId="ADAL" clId="{ED708DFF-67D7-4199-BC22-DE1E1AEFB897}"/>
    <pc:docChg chg="modSld">
      <pc:chgData name="Manas Tuwani" userId="5d421215-a11f-4a6e-90ca-e8ac2213fab6" providerId="ADAL" clId="{ED708DFF-67D7-4199-BC22-DE1E1AEFB897}" dt="2023-06-02T14:09:51.099" v="53" actId="20577"/>
      <pc:docMkLst>
        <pc:docMk/>
      </pc:docMkLst>
      <pc:sldChg chg="modSp mod">
        <pc:chgData name="Manas Tuwani" userId="5d421215-a11f-4a6e-90ca-e8ac2213fab6" providerId="ADAL" clId="{ED708DFF-67D7-4199-BC22-DE1E1AEFB897}" dt="2023-06-02T02:59:58.623" v="52" actId="20577"/>
        <pc:sldMkLst>
          <pc:docMk/>
          <pc:sldMk cId="3315453777" sldId="263"/>
        </pc:sldMkLst>
        <pc:spChg chg="mod">
          <ac:chgData name="Manas Tuwani" userId="5d421215-a11f-4a6e-90ca-e8ac2213fab6" providerId="ADAL" clId="{ED708DFF-67D7-4199-BC22-DE1E1AEFB897}" dt="2023-06-02T02:59:58.623" v="52" actId="20577"/>
          <ac:spMkLst>
            <pc:docMk/>
            <pc:sldMk cId="3315453777" sldId="263"/>
            <ac:spMk id="3" creationId="{00000000-0000-0000-0000-000000000000}"/>
          </ac:spMkLst>
        </pc:spChg>
      </pc:sldChg>
      <pc:sldChg chg="modSp mod">
        <pc:chgData name="Manas Tuwani" userId="5d421215-a11f-4a6e-90ca-e8ac2213fab6" providerId="ADAL" clId="{ED708DFF-67D7-4199-BC22-DE1E1AEFB897}" dt="2023-06-02T14:09:51.099" v="53" actId="20577"/>
        <pc:sldMkLst>
          <pc:docMk/>
          <pc:sldMk cId="1916078131" sldId="272"/>
        </pc:sldMkLst>
        <pc:spChg chg="mod">
          <ac:chgData name="Manas Tuwani" userId="5d421215-a11f-4a6e-90ca-e8ac2213fab6" providerId="ADAL" clId="{ED708DFF-67D7-4199-BC22-DE1E1AEFB897}" dt="2023-06-02T14:09:51.099" v="53" actId="20577"/>
          <ac:spMkLst>
            <pc:docMk/>
            <pc:sldMk cId="1916078131" sldId="272"/>
            <ac:spMk id="3" creationId="{DE505CDF-23C7-4C82-210D-4DA32BE6B535}"/>
          </ac:spMkLst>
        </pc:spChg>
      </pc:sldChg>
    </pc:docChg>
  </pc:docChgLst>
  <pc:docChgLst>
    <pc:chgData name="Manas Tuwani" userId="5d421215-a11f-4a6e-90ca-e8ac2213fab6" providerId="ADAL" clId="{6D297CE8-9F95-41F1-AB9C-9AECEAECFE83}"/>
    <pc:docChg chg="undo custSel addSld delSld modSld">
      <pc:chgData name="Manas Tuwani" userId="5d421215-a11f-4a6e-90ca-e8ac2213fab6" providerId="ADAL" clId="{6D297CE8-9F95-41F1-AB9C-9AECEAECFE83}" dt="2023-03-14T02:17:54.158" v="25" actId="47"/>
      <pc:docMkLst>
        <pc:docMk/>
      </pc:docMkLst>
      <pc:sldChg chg="modSp mod">
        <pc:chgData name="Manas Tuwani" userId="5d421215-a11f-4a6e-90ca-e8ac2213fab6" providerId="ADAL" clId="{6D297CE8-9F95-41F1-AB9C-9AECEAECFE83}" dt="2023-03-14T02:05:21.720" v="15" actId="20577"/>
        <pc:sldMkLst>
          <pc:docMk/>
          <pc:sldMk cId="3233675117" sldId="260"/>
        </pc:sldMkLst>
        <pc:spChg chg="mod">
          <ac:chgData name="Manas Tuwani" userId="5d421215-a11f-4a6e-90ca-e8ac2213fab6" providerId="ADAL" clId="{6D297CE8-9F95-41F1-AB9C-9AECEAECFE83}" dt="2023-03-14T02:05:21.720" v="15" actId="20577"/>
          <ac:spMkLst>
            <pc:docMk/>
            <pc:sldMk cId="3233675117" sldId="260"/>
            <ac:spMk id="3" creationId="{00000000-0000-0000-0000-000000000000}"/>
          </ac:spMkLst>
        </pc:spChg>
      </pc:sldChg>
      <pc:sldChg chg="modSp mod">
        <pc:chgData name="Manas Tuwani" userId="5d421215-a11f-4a6e-90ca-e8ac2213fab6" providerId="ADAL" clId="{6D297CE8-9F95-41F1-AB9C-9AECEAECFE83}" dt="2023-03-06T16:13:38.746" v="3" actId="1076"/>
        <pc:sldMkLst>
          <pc:docMk/>
          <pc:sldMk cId="2567497966" sldId="262"/>
        </pc:sldMkLst>
        <pc:spChg chg="mod">
          <ac:chgData name="Manas Tuwani" userId="5d421215-a11f-4a6e-90ca-e8ac2213fab6" providerId="ADAL" clId="{6D297CE8-9F95-41F1-AB9C-9AECEAECFE83}" dt="2023-03-06T16:13:38.746" v="3" actId="1076"/>
          <ac:spMkLst>
            <pc:docMk/>
            <pc:sldMk cId="2567497966" sldId="262"/>
            <ac:spMk id="3" creationId="{00000000-0000-0000-0000-000000000000}"/>
          </ac:spMkLst>
        </pc:spChg>
      </pc:sldChg>
      <pc:sldChg chg="add del">
        <pc:chgData name="Manas Tuwani" userId="5d421215-a11f-4a6e-90ca-e8ac2213fab6" providerId="ADAL" clId="{6D297CE8-9F95-41F1-AB9C-9AECEAECFE83}" dt="2023-03-14T02:17:46.301" v="22" actId="47"/>
        <pc:sldMkLst>
          <pc:docMk/>
          <pc:sldMk cId="2740143841" sldId="265"/>
        </pc:sldMkLst>
      </pc:sldChg>
      <pc:sldChg chg="del">
        <pc:chgData name="Manas Tuwani" userId="5d421215-a11f-4a6e-90ca-e8ac2213fab6" providerId="ADAL" clId="{6D297CE8-9F95-41F1-AB9C-9AECEAECFE83}" dt="2023-03-14T02:17:31.664" v="16" actId="47"/>
        <pc:sldMkLst>
          <pc:docMk/>
          <pc:sldMk cId="588203998" sldId="266"/>
        </pc:sldMkLst>
      </pc:sldChg>
      <pc:sldChg chg="del">
        <pc:chgData name="Manas Tuwani" userId="5d421215-a11f-4a6e-90ca-e8ac2213fab6" providerId="ADAL" clId="{6D297CE8-9F95-41F1-AB9C-9AECEAECFE83}" dt="2023-03-14T02:17:33.953" v="17" actId="47"/>
        <pc:sldMkLst>
          <pc:docMk/>
          <pc:sldMk cId="3662734403" sldId="267"/>
        </pc:sldMkLst>
      </pc:sldChg>
      <pc:sldChg chg="add del">
        <pc:chgData name="Manas Tuwani" userId="5d421215-a11f-4a6e-90ca-e8ac2213fab6" providerId="ADAL" clId="{6D297CE8-9F95-41F1-AB9C-9AECEAECFE83}" dt="2023-03-14T02:17:51.023" v="24" actId="47"/>
        <pc:sldMkLst>
          <pc:docMk/>
          <pc:sldMk cId="2190790959" sldId="268"/>
        </pc:sldMkLst>
      </pc:sldChg>
      <pc:sldChg chg="add del">
        <pc:chgData name="Manas Tuwani" userId="5d421215-a11f-4a6e-90ca-e8ac2213fab6" providerId="ADAL" clId="{6D297CE8-9F95-41F1-AB9C-9AECEAECFE83}" dt="2023-03-14T02:17:54.158" v="25" actId="47"/>
        <pc:sldMkLst>
          <pc:docMk/>
          <pc:sldMk cId="4046226905" sldId="269"/>
        </pc:sldMkLst>
      </pc:sldChg>
    </pc:docChg>
  </pc:docChgLst>
  <pc:docChgLst>
    <pc:chgData name="Manas Tuwani" userId="5d421215-a11f-4a6e-90ca-e8ac2213fab6" providerId="ADAL" clId="{1E650043-7B5E-413E-8311-8CAA2841959A}"/>
    <pc:docChg chg="undo redo custSel modSld">
      <pc:chgData name="Manas Tuwani" userId="5d421215-a11f-4a6e-90ca-e8ac2213fab6" providerId="ADAL" clId="{1E650043-7B5E-413E-8311-8CAA2841959A}" dt="2022-10-28T12:32:14.083" v="51" actId="20577"/>
      <pc:docMkLst>
        <pc:docMk/>
      </pc:docMkLst>
      <pc:sldChg chg="addSp modSp mod setBg">
        <pc:chgData name="Manas Tuwani" userId="5d421215-a11f-4a6e-90ca-e8ac2213fab6" providerId="ADAL" clId="{1E650043-7B5E-413E-8311-8CAA2841959A}" dt="2022-10-27T13:02:58.497" v="46" actId="255"/>
        <pc:sldMkLst>
          <pc:docMk/>
          <pc:sldMk cId="2923233977" sldId="257"/>
        </pc:sldMkLst>
        <pc:spChg chg="mod">
          <ac:chgData name="Manas Tuwani" userId="5d421215-a11f-4a6e-90ca-e8ac2213fab6" providerId="ADAL" clId="{1E650043-7B5E-413E-8311-8CAA2841959A}" dt="2022-10-27T12:55:48.829" v="0" actId="26606"/>
          <ac:spMkLst>
            <pc:docMk/>
            <pc:sldMk cId="2923233977" sldId="257"/>
            <ac:spMk id="2" creationId="{00000000-0000-0000-0000-000000000000}"/>
          </ac:spMkLst>
        </pc:spChg>
        <pc:spChg chg="mod">
          <ac:chgData name="Manas Tuwani" userId="5d421215-a11f-4a6e-90ca-e8ac2213fab6" providerId="ADAL" clId="{1E650043-7B5E-413E-8311-8CAA2841959A}" dt="2022-10-27T13:02:58.497" v="46" actId="255"/>
          <ac:spMkLst>
            <pc:docMk/>
            <pc:sldMk cId="2923233977" sldId="257"/>
            <ac:spMk id="3" creationId="{00000000-0000-0000-0000-000000000000}"/>
          </ac:spMkLst>
        </pc:spChg>
        <pc:spChg chg="add">
          <ac:chgData name="Manas Tuwani" userId="5d421215-a11f-4a6e-90ca-e8ac2213fab6" providerId="ADAL" clId="{1E650043-7B5E-413E-8311-8CAA2841959A}" dt="2022-10-27T12:55:48.829" v="0" actId="26606"/>
          <ac:spMkLst>
            <pc:docMk/>
            <pc:sldMk cId="2923233977" sldId="257"/>
            <ac:spMk id="8" creationId="{1B15ED52-F352-441B-82BF-E0EA34836D08}"/>
          </ac:spMkLst>
        </pc:spChg>
        <pc:spChg chg="add">
          <ac:chgData name="Manas Tuwani" userId="5d421215-a11f-4a6e-90ca-e8ac2213fab6" providerId="ADAL" clId="{1E650043-7B5E-413E-8311-8CAA2841959A}" dt="2022-10-27T12:55:48.829" v="0" actId="26606"/>
          <ac:spMkLst>
            <pc:docMk/>
            <pc:sldMk cId="2923233977" sldId="257"/>
            <ac:spMk id="10" creationId="{3B2E3793-BFE6-45A2-9B7B-E18844431C99}"/>
          </ac:spMkLst>
        </pc:spChg>
        <pc:spChg chg="add">
          <ac:chgData name="Manas Tuwani" userId="5d421215-a11f-4a6e-90ca-e8ac2213fab6" providerId="ADAL" clId="{1E650043-7B5E-413E-8311-8CAA2841959A}" dt="2022-10-27T12:55:48.829" v="0" actId="26606"/>
          <ac:spMkLst>
            <pc:docMk/>
            <pc:sldMk cId="2923233977" sldId="257"/>
            <ac:spMk id="12" creationId="{BC4C4868-CB8F-4AF9-9CDB-8108F2C19B67}"/>
          </ac:spMkLst>
        </pc:spChg>
        <pc:spChg chg="add">
          <ac:chgData name="Manas Tuwani" userId="5d421215-a11f-4a6e-90ca-e8ac2213fab6" providerId="ADAL" clId="{1E650043-7B5E-413E-8311-8CAA2841959A}" dt="2022-10-27T12:55:48.829" v="0" actId="26606"/>
          <ac:spMkLst>
            <pc:docMk/>
            <pc:sldMk cId="2923233977" sldId="257"/>
            <ac:spMk id="14" creationId="{375E0459-6403-40CD-989D-56A4407CA12E}"/>
          </ac:spMkLst>
        </pc:spChg>
        <pc:spChg chg="add">
          <ac:chgData name="Manas Tuwani" userId="5d421215-a11f-4a6e-90ca-e8ac2213fab6" providerId="ADAL" clId="{1E650043-7B5E-413E-8311-8CAA2841959A}" dt="2022-10-27T12:55:48.829" v="0" actId="26606"/>
          <ac:spMkLst>
            <pc:docMk/>
            <pc:sldMk cId="2923233977" sldId="257"/>
            <ac:spMk id="16" creationId="{53E5B1A8-3AC9-4BD1-9BBC-78CA94F2D1BA}"/>
          </ac:spMkLst>
        </pc:spChg>
      </pc:sldChg>
      <pc:sldChg chg="addSp modSp mod setBg">
        <pc:chgData name="Manas Tuwani" userId="5d421215-a11f-4a6e-90ca-e8ac2213fab6" providerId="ADAL" clId="{1E650043-7B5E-413E-8311-8CAA2841959A}" dt="2022-10-27T13:05:42.038" v="49" actId="20577"/>
        <pc:sldMkLst>
          <pc:docMk/>
          <pc:sldMk cId="2434401836" sldId="258"/>
        </pc:sldMkLst>
        <pc:spChg chg="mod">
          <ac:chgData name="Manas Tuwani" userId="5d421215-a11f-4a6e-90ca-e8ac2213fab6" providerId="ADAL" clId="{1E650043-7B5E-413E-8311-8CAA2841959A}" dt="2022-10-27T12:57:11.485" v="13" actId="26606"/>
          <ac:spMkLst>
            <pc:docMk/>
            <pc:sldMk cId="2434401836" sldId="258"/>
            <ac:spMk id="2" creationId="{00000000-0000-0000-0000-000000000000}"/>
          </ac:spMkLst>
        </pc:spChg>
        <pc:spChg chg="mod">
          <ac:chgData name="Manas Tuwani" userId="5d421215-a11f-4a6e-90ca-e8ac2213fab6" providerId="ADAL" clId="{1E650043-7B5E-413E-8311-8CAA2841959A}" dt="2022-10-27T13:05:42.038" v="49" actId="20577"/>
          <ac:spMkLst>
            <pc:docMk/>
            <pc:sldMk cId="2434401836" sldId="258"/>
            <ac:spMk id="3" creationId="{00000000-0000-0000-0000-000000000000}"/>
          </ac:spMkLst>
        </pc:spChg>
        <pc:spChg chg="add">
          <ac:chgData name="Manas Tuwani" userId="5d421215-a11f-4a6e-90ca-e8ac2213fab6" providerId="ADAL" clId="{1E650043-7B5E-413E-8311-8CAA2841959A}" dt="2022-10-27T12:57:11.485" v="13" actId="26606"/>
          <ac:spMkLst>
            <pc:docMk/>
            <pc:sldMk cId="2434401836" sldId="258"/>
            <ac:spMk id="8" creationId="{1B15ED52-F352-441B-82BF-E0EA34836D08}"/>
          </ac:spMkLst>
        </pc:spChg>
        <pc:spChg chg="add">
          <ac:chgData name="Manas Tuwani" userId="5d421215-a11f-4a6e-90ca-e8ac2213fab6" providerId="ADAL" clId="{1E650043-7B5E-413E-8311-8CAA2841959A}" dt="2022-10-27T12:57:11.485" v="13" actId="26606"/>
          <ac:spMkLst>
            <pc:docMk/>
            <pc:sldMk cId="2434401836" sldId="258"/>
            <ac:spMk id="10" creationId="{3B2E3793-BFE6-45A2-9B7B-E18844431C99}"/>
          </ac:spMkLst>
        </pc:spChg>
        <pc:spChg chg="add">
          <ac:chgData name="Manas Tuwani" userId="5d421215-a11f-4a6e-90ca-e8ac2213fab6" providerId="ADAL" clId="{1E650043-7B5E-413E-8311-8CAA2841959A}" dt="2022-10-27T12:57:11.485" v="13" actId="26606"/>
          <ac:spMkLst>
            <pc:docMk/>
            <pc:sldMk cId="2434401836" sldId="258"/>
            <ac:spMk id="12" creationId="{BC4C4868-CB8F-4AF9-9CDB-8108F2C19B67}"/>
          </ac:spMkLst>
        </pc:spChg>
        <pc:spChg chg="add">
          <ac:chgData name="Manas Tuwani" userId="5d421215-a11f-4a6e-90ca-e8ac2213fab6" providerId="ADAL" clId="{1E650043-7B5E-413E-8311-8CAA2841959A}" dt="2022-10-27T12:57:11.485" v="13" actId="26606"/>
          <ac:spMkLst>
            <pc:docMk/>
            <pc:sldMk cId="2434401836" sldId="258"/>
            <ac:spMk id="14" creationId="{375E0459-6403-40CD-989D-56A4407CA12E}"/>
          </ac:spMkLst>
        </pc:spChg>
        <pc:spChg chg="add">
          <ac:chgData name="Manas Tuwani" userId="5d421215-a11f-4a6e-90ca-e8ac2213fab6" providerId="ADAL" clId="{1E650043-7B5E-413E-8311-8CAA2841959A}" dt="2022-10-27T12:57:11.485" v="13" actId="26606"/>
          <ac:spMkLst>
            <pc:docMk/>
            <pc:sldMk cId="2434401836" sldId="258"/>
            <ac:spMk id="16" creationId="{53E5B1A8-3AC9-4BD1-9BBC-78CA94F2D1BA}"/>
          </ac:spMkLst>
        </pc:spChg>
      </pc:sldChg>
      <pc:sldChg chg="addSp modSp mod setBg">
        <pc:chgData name="Manas Tuwani" userId="5d421215-a11f-4a6e-90ca-e8ac2213fab6" providerId="ADAL" clId="{1E650043-7B5E-413E-8311-8CAA2841959A}" dt="2022-10-27T12:57:36.896" v="17" actId="255"/>
        <pc:sldMkLst>
          <pc:docMk/>
          <pc:sldMk cId="3869805717" sldId="259"/>
        </pc:sldMkLst>
        <pc:spChg chg="mod">
          <ac:chgData name="Manas Tuwani" userId="5d421215-a11f-4a6e-90ca-e8ac2213fab6" providerId="ADAL" clId="{1E650043-7B5E-413E-8311-8CAA2841959A}" dt="2022-10-27T12:57:30.073" v="16" actId="26606"/>
          <ac:spMkLst>
            <pc:docMk/>
            <pc:sldMk cId="3869805717" sldId="259"/>
            <ac:spMk id="2" creationId="{00000000-0000-0000-0000-000000000000}"/>
          </ac:spMkLst>
        </pc:spChg>
        <pc:spChg chg="mod">
          <ac:chgData name="Manas Tuwani" userId="5d421215-a11f-4a6e-90ca-e8ac2213fab6" providerId="ADAL" clId="{1E650043-7B5E-413E-8311-8CAA2841959A}" dt="2022-10-27T12:57:36.896" v="17" actId="255"/>
          <ac:spMkLst>
            <pc:docMk/>
            <pc:sldMk cId="3869805717" sldId="259"/>
            <ac:spMk id="3" creationId="{00000000-0000-0000-0000-000000000000}"/>
          </ac:spMkLst>
        </pc:spChg>
        <pc:spChg chg="add">
          <ac:chgData name="Manas Tuwani" userId="5d421215-a11f-4a6e-90ca-e8ac2213fab6" providerId="ADAL" clId="{1E650043-7B5E-413E-8311-8CAA2841959A}" dt="2022-10-27T12:57:30.073" v="16" actId="26606"/>
          <ac:spMkLst>
            <pc:docMk/>
            <pc:sldMk cId="3869805717" sldId="259"/>
            <ac:spMk id="8" creationId="{1B15ED52-F352-441B-82BF-E0EA34836D08}"/>
          </ac:spMkLst>
        </pc:spChg>
        <pc:spChg chg="add">
          <ac:chgData name="Manas Tuwani" userId="5d421215-a11f-4a6e-90ca-e8ac2213fab6" providerId="ADAL" clId="{1E650043-7B5E-413E-8311-8CAA2841959A}" dt="2022-10-27T12:57:30.073" v="16" actId="26606"/>
          <ac:spMkLst>
            <pc:docMk/>
            <pc:sldMk cId="3869805717" sldId="259"/>
            <ac:spMk id="10" creationId="{3B2E3793-BFE6-45A2-9B7B-E18844431C99}"/>
          </ac:spMkLst>
        </pc:spChg>
        <pc:spChg chg="add">
          <ac:chgData name="Manas Tuwani" userId="5d421215-a11f-4a6e-90ca-e8ac2213fab6" providerId="ADAL" clId="{1E650043-7B5E-413E-8311-8CAA2841959A}" dt="2022-10-27T12:57:30.073" v="16" actId="26606"/>
          <ac:spMkLst>
            <pc:docMk/>
            <pc:sldMk cId="3869805717" sldId="259"/>
            <ac:spMk id="12" creationId="{BC4C4868-CB8F-4AF9-9CDB-8108F2C19B67}"/>
          </ac:spMkLst>
        </pc:spChg>
        <pc:spChg chg="add">
          <ac:chgData name="Manas Tuwani" userId="5d421215-a11f-4a6e-90ca-e8ac2213fab6" providerId="ADAL" clId="{1E650043-7B5E-413E-8311-8CAA2841959A}" dt="2022-10-27T12:57:30.073" v="16" actId="26606"/>
          <ac:spMkLst>
            <pc:docMk/>
            <pc:sldMk cId="3869805717" sldId="259"/>
            <ac:spMk id="14" creationId="{375E0459-6403-40CD-989D-56A4407CA12E}"/>
          </ac:spMkLst>
        </pc:spChg>
        <pc:spChg chg="add">
          <ac:chgData name="Manas Tuwani" userId="5d421215-a11f-4a6e-90ca-e8ac2213fab6" providerId="ADAL" clId="{1E650043-7B5E-413E-8311-8CAA2841959A}" dt="2022-10-27T12:57:30.073" v="16" actId="26606"/>
          <ac:spMkLst>
            <pc:docMk/>
            <pc:sldMk cId="3869805717" sldId="259"/>
            <ac:spMk id="16" creationId="{53E5B1A8-3AC9-4BD1-9BBC-78CA94F2D1BA}"/>
          </ac:spMkLst>
        </pc:spChg>
      </pc:sldChg>
      <pc:sldChg chg="addSp modSp mod setBg">
        <pc:chgData name="Manas Tuwani" userId="5d421215-a11f-4a6e-90ca-e8ac2213fab6" providerId="ADAL" clId="{1E650043-7B5E-413E-8311-8CAA2841959A}" dt="2022-10-27T12:57:41.769" v="18" actId="26606"/>
        <pc:sldMkLst>
          <pc:docMk/>
          <pc:sldMk cId="3233675117" sldId="260"/>
        </pc:sldMkLst>
        <pc:spChg chg="mod">
          <ac:chgData name="Manas Tuwani" userId="5d421215-a11f-4a6e-90ca-e8ac2213fab6" providerId="ADAL" clId="{1E650043-7B5E-413E-8311-8CAA2841959A}" dt="2022-10-27T12:57:41.769" v="18" actId="26606"/>
          <ac:spMkLst>
            <pc:docMk/>
            <pc:sldMk cId="3233675117" sldId="260"/>
            <ac:spMk id="2" creationId="{00000000-0000-0000-0000-000000000000}"/>
          </ac:spMkLst>
        </pc:spChg>
        <pc:spChg chg="mod">
          <ac:chgData name="Manas Tuwani" userId="5d421215-a11f-4a6e-90ca-e8ac2213fab6" providerId="ADAL" clId="{1E650043-7B5E-413E-8311-8CAA2841959A}" dt="2022-10-27T12:57:41.769" v="18" actId="26606"/>
          <ac:spMkLst>
            <pc:docMk/>
            <pc:sldMk cId="3233675117" sldId="260"/>
            <ac:spMk id="3" creationId="{00000000-0000-0000-0000-000000000000}"/>
          </ac:spMkLst>
        </pc:spChg>
        <pc:spChg chg="add">
          <ac:chgData name="Manas Tuwani" userId="5d421215-a11f-4a6e-90ca-e8ac2213fab6" providerId="ADAL" clId="{1E650043-7B5E-413E-8311-8CAA2841959A}" dt="2022-10-27T12:57:41.769" v="18" actId="26606"/>
          <ac:spMkLst>
            <pc:docMk/>
            <pc:sldMk cId="3233675117" sldId="260"/>
            <ac:spMk id="8" creationId="{1B15ED52-F352-441B-82BF-E0EA34836D08}"/>
          </ac:spMkLst>
        </pc:spChg>
        <pc:spChg chg="add">
          <ac:chgData name="Manas Tuwani" userId="5d421215-a11f-4a6e-90ca-e8ac2213fab6" providerId="ADAL" clId="{1E650043-7B5E-413E-8311-8CAA2841959A}" dt="2022-10-27T12:57:41.769" v="18" actId="26606"/>
          <ac:spMkLst>
            <pc:docMk/>
            <pc:sldMk cId="3233675117" sldId="260"/>
            <ac:spMk id="10" creationId="{3B2E3793-BFE6-45A2-9B7B-E18844431C99}"/>
          </ac:spMkLst>
        </pc:spChg>
        <pc:spChg chg="add">
          <ac:chgData name="Manas Tuwani" userId="5d421215-a11f-4a6e-90ca-e8ac2213fab6" providerId="ADAL" clId="{1E650043-7B5E-413E-8311-8CAA2841959A}" dt="2022-10-27T12:57:41.769" v="18" actId="26606"/>
          <ac:spMkLst>
            <pc:docMk/>
            <pc:sldMk cId="3233675117" sldId="260"/>
            <ac:spMk id="12" creationId="{BC4C4868-CB8F-4AF9-9CDB-8108F2C19B67}"/>
          </ac:spMkLst>
        </pc:spChg>
        <pc:spChg chg="add">
          <ac:chgData name="Manas Tuwani" userId="5d421215-a11f-4a6e-90ca-e8ac2213fab6" providerId="ADAL" clId="{1E650043-7B5E-413E-8311-8CAA2841959A}" dt="2022-10-27T12:57:41.769" v="18" actId="26606"/>
          <ac:spMkLst>
            <pc:docMk/>
            <pc:sldMk cId="3233675117" sldId="260"/>
            <ac:spMk id="14" creationId="{375E0459-6403-40CD-989D-56A4407CA12E}"/>
          </ac:spMkLst>
        </pc:spChg>
        <pc:spChg chg="add">
          <ac:chgData name="Manas Tuwani" userId="5d421215-a11f-4a6e-90ca-e8ac2213fab6" providerId="ADAL" clId="{1E650043-7B5E-413E-8311-8CAA2841959A}" dt="2022-10-27T12:57:41.769" v="18" actId="26606"/>
          <ac:spMkLst>
            <pc:docMk/>
            <pc:sldMk cId="3233675117" sldId="260"/>
            <ac:spMk id="16" creationId="{53E5B1A8-3AC9-4BD1-9BBC-78CA94F2D1BA}"/>
          </ac:spMkLst>
        </pc:spChg>
      </pc:sldChg>
      <pc:sldChg chg="addSp modSp mod setBg">
        <pc:chgData name="Manas Tuwani" userId="5d421215-a11f-4a6e-90ca-e8ac2213fab6" providerId="ADAL" clId="{1E650043-7B5E-413E-8311-8CAA2841959A}" dt="2022-10-27T12:57:52.371" v="20" actId="255"/>
        <pc:sldMkLst>
          <pc:docMk/>
          <pc:sldMk cId="3857878002" sldId="261"/>
        </pc:sldMkLst>
        <pc:spChg chg="mod">
          <ac:chgData name="Manas Tuwani" userId="5d421215-a11f-4a6e-90ca-e8ac2213fab6" providerId="ADAL" clId="{1E650043-7B5E-413E-8311-8CAA2841959A}" dt="2022-10-27T12:57:46.686" v="19" actId="26606"/>
          <ac:spMkLst>
            <pc:docMk/>
            <pc:sldMk cId="3857878002" sldId="261"/>
            <ac:spMk id="2" creationId="{00000000-0000-0000-0000-000000000000}"/>
          </ac:spMkLst>
        </pc:spChg>
        <pc:spChg chg="mod">
          <ac:chgData name="Manas Tuwani" userId="5d421215-a11f-4a6e-90ca-e8ac2213fab6" providerId="ADAL" clId="{1E650043-7B5E-413E-8311-8CAA2841959A}" dt="2022-10-27T12:57:52.371" v="20" actId="255"/>
          <ac:spMkLst>
            <pc:docMk/>
            <pc:sldMk cId="3857878002" sldId="261"/>
            <ac:spMk id="3" creationId="{00000000-0000-0000-0000-000000000000}"/>
          </ac:spMkLst>
        </pc:spChg>
        <pc:spChg chg="add">
          <ac:chgData name="Manas Tuwani" userId="5d421215-a11f-4a6e-90ca-e8ac2213fab6" providerId="ADAL" clId="{1E650043-7B5E-413E-8311-8CAA2841959A}" dt="2022-10-27T12:57:46.686" v="19" actId="26606"/>
          <ac:spMkLst>
            <pc:docMk/>
            <pc:sldMk cId="3857878002" sldId="261"/>
            <ac:spMk id="8" creationId="{1B15ED52-F352-441B-82BF-E0EA34836D08}"/>
          </ac:spMkLst>
        </pc:spChg>
        <pc:spChg chg="add">
          <ac:chgData name="Manas Tuwani" userId="5d421215-a11f-4a6e-90ca-e8ac2213fab6" providerId="ADAL" clId="{1E650043-7B5E-413E-8311-8CAA2841959A}" dt="2022-10-27T12:57:46.686" v="19" actId="26606"/>
          <ac:spMkLst>
            <pc:docMk/>
            <pc:sldMk cId="3857878002" sldId="261"/>
            <ac:spMk id="10" creationId="{3B2E3793-BFE6-45A2-9B7B-E18844431C99}"/>
          </ac:spMkLst>
        </pc:spChg>
        <pc:spChg chg="add">
          <ac:chgData name="Manas Tuwani" userId="5d421215-a11f-4a6e-90ca-e8ac2213fab6" providerId="ADAL" clId="{1E650043-7B5E-413E-8311-8CAA2841959A}" dt="2022-10-27T12:57:46.686" v="19" actId="26606"/>
          <ac:spMkLst>
            <pc:docMk/>
            <pc:sldMk cId="3857878002" sldId="261"/>
            <ac:spMk id="12" creationId="{BC4C4868-CB8F-4AF9-9CDB-8108F2C19B67}"/>
          </ac:spMkLst>
        </pc:spChg>
        <pc:spChg chg="add">
          <ac:chgData name="Manas Tuwani" userId="5d421215-a11f-4a6e-90ca-e8ac2213fab6" providerId="ADAL" clId="{1E650043-7B5E-413E-8311-8CAA2841959A}" dt="2022-10-27T12:57:46.686" v="19" actId="26606"/>
          <ac:spMkLst>
            <pc:docMk/>
            <pc:sldMk cId="3857878002" sldId="261"/>
            <ac:spMk id="14" creationId="{375E0459-6403-40CD-989D-56A4407CA12E}"/>
          </ac:spMkLst>
        </pc:spChg>
        <pc:spChg chg="add">
          <ac:chgData name="Manas Tuwani" userId="5d421215-a11f-4a6e-90ca-e8ac2213fab6" providerId="ADAL" clId="{1E650043-7B5E-413E-8311-8CAA2841959A}" dt="2022-10-27T12:57:46.686" v="19" actId="26606"/>
          <ac:spMkLst>
            <pc:docMk/>
            <pc:sldMk cId="3857878002" sldId="261"/>
            <ac:spMk id="16" creationId="{53E5B1A8-3AC9-4BD1-9BBC-78CA94F2D1BA}"/>
          </ac:spMkLst>
        </pc:spChg>
      </pc:sldChg>
      <pc:sldChg chg="addSp modSp mod setBg">
        <pc:chgData name="Manas Tuwani" userId="5d421215-a11f-4a6e-90ca-e8ac2213fab6" providerId="ADAL" clId="{1E650043-7B5E-413E-8311-8CAA2841959A}" dt="2022-10-28T12:32:14.083" v="51" actId="20577"/>
        <pc:sldMkLst>
          <pc:docMk/>
          <pc:sldMk cId="2567497966" sldId="262"/>
        </pc:sldMkLst>
        <pc:spChg chg="mod">
          <ac:chgData name="Manas Tuwani" userId="5d421215-a11f-4a6e-90ca-e8ac2213fab6" providerId="ADAL" clId="{1E650043-7B5E-413E-8311-8CAA2841959A}" dt="2022-10-27T12:57:56.879" v="21" actId="26606"/>
          <ac:spMkLst>
            <pc:docMk/>
            <pc:sldMk cId="2567497966" sldId="262"/>
            <ac:spMk id="2" creationId="{00000000-0000-0000-0000-000000000000}"/>
          </ac:spMkLst>
        </pc:spChg>
        <pc:spChg chg="mod">
          <ac:chgData name="Manas Tuwani" userId="5d421215-a11f-4a6e-90ca-e8ac2213fab6" providerId="ADAL" clId="{1E650043-7B5E-413E-8311-8CAA2841959A}" dt="2022-10-28T12:32:14.083" v="51" actId="20577"/>
          <ac:spMkLst>
            <pc:docMk/>
            <pc:sldMk cId="2567497966" sldId="262"/>
            <ac:spMk id="3" creationId="{00000000-0000-0000-0000-000000000000}"/>
          </ac:spMkLst>
        </pc:spChg>
        <pc:spChg chg="add">
          <ac:chgData name="Manas Tuwani" userId="5d421215-a11f-4a6e-90ca-e8ac2213fab6" providerId="ADAL" clId="{1E650043-7B5E-413E-8311-8CAA2841959A}" dt="2022-10-27T12:57:56.879" v="21" actId="26606"/>
          <ac:spMkLst>
            <pc:docMk/>
            <pc:sldMk cId="2567497966" sldId="262"/>
            <ac:spMk id="8" creationId="{1B15ED52-F352-441B-82BF-E0EA34836D08}"/>
          </ac:spMkLst>
        </pc:spChg>
        <pc:spChg chg="add">
          <ac:chgData name="Manas Tuwani" userId="5d421215-a11f-4a6e-90ca-e8ac2213fab6" providerId="ADAL" clId="{1E650043-7B5E-413E-8311-8CAA2841959A}" dt="2022-10-27T12:57:56.879" v="21" actId="26606"/>
          <ac:spMkLst>
            <pc:docMk/>
            <pc:sldMk cId="2567497966" sldId="262"/>
            <ac:spMk id="10" creationId="{3B2E3793-BFE6-45A2-9B7B-E18844431C99}"/>
          </ac:spMkLst>
        </pc:spChg>
        <pc:spChg chg="add">
          <ac:chgData name="Manas Tuwani" userId="5d421215-a11f-4a6e-90ca-e8ac2213fab6" providerId="ADAL" clId="{1E650043-7B5E-413E-8311-8CAA2841959A}" dt="2022-10-27T12:57:56.879" v="21" actId="26606"/>
          <ac:spMkLst>
            <pc:docMk/>
            <pc:sldMk cId="2567497966" sldId="262"/>
            <ac:spMk id="12" creationId="{BC4C4868-CB8F-4AF9-9CDB-8108F2C19B67}"/>
          </ac:spMkLst>
        </pc:spChg>
        <pc:spChg chg="add">
          <ac:chgData name="Manas Tuwani" userId="5d421215-a11f-4a6e-90ca-e8ac2213fab6" providerId="ADAL" clId="{1E650043-7B5E-413E-8311-8CAA2841959A}" dt="2022-10-27T12:57:56.879" v="21" actId="26606"/>
          <ac:spMkLst>
            <pc:docMk/>
            <pc:sldMk cId="2567497966" sldId="262"/>
            <ac:spMk id="14" creationId="{375E0459-6403-40CD-989D-56A4407CA12E}"/>
          </ac:spMkLst>
        </pc:spChg>
        <pc:spChg chg="add">
          <ac:chgData name="Manas Tuwani" userId="5d421215-a11f-4a6e-90ca-e8ac2213fab6" providerId="ADAL" clId="{1E650043-7B5E-413E-8311-8CAA2841959A}" dt="2022-10-27T12:57:56.879" v="21" actId="26606"/>
          <ac:spMkLst>
            <pc:docMk/>
            <pc:sldMk cId="2567497966" sldId="262"/>
            <ac:spMk id="16" creationId="{53E5B1A8-3AC9-4BD1-9BBC-78CA94F2D1BA}"/>
          </ac:spMkLst>
        </pc:spChg>
      </pc:sldChg>
      <pc:sldChg chg="addSp modSp mod setBg">
        <pc:chgData name="Manas Tuwani" userId="5d421215-a11f-4a6e-90ca-e8ac2213fab6" providerId="ADAL" clId="{1E650043-7B5E-413E-8311-8CAA2841959A}" dt="2022-10-27T12:58:17.070" v="26" actId="255"/>
        <pc:sldMkLst>
          <pc:docMk/>
          <pc:sldMk cId="3315453777" sldId="263"/>
        </pc:sldMkLst>
        <pc:spChg chg="mod">
          <ac:chgData name="Manas Tuwani" userId="5d421215-a11f-4a6e-90ca-e8ac2213fab6" providerId="ADAL" clId="{1E650043-7B5E-413E-8311-8CAA2841959A}" dt="2022-10-27T12:58:11.341" v="25" actId="26606"/>
          <ac:spMkLst>
            <pc:docMk/>
            <pc:sldMk cId="3315453777" sldId="263"/>
            <ac:spMk id="2" creationId="{00000000-0000-0000-0000-000000000000}"/>
          </ac:spMkLst>
        </pc:spChg>
        <pc:spChg chg="mod">
          <ac:chgData name="Manas Tuwani" userId="5d421215-a11f-4a6e-90ca-e8ac2213fab6" providerId="ADAL" clId="{1E650043-7B5E-413E-8311-8CAA2841959A}" dt="2022-10-27T12:58:17.070" v="26" actId="255"/>
          <ac:spMkLst>
            <pc:docMk/>
            <pc:sldMk cId="3315453777" sldId="263"/>
            <ac:spMk id="3" creationId="{00000000-0000-0000-0000-000000000000}"/>
          </ac:spMkLst>
        </pc:spChg>
        <pc:spChg chg="add">
          <ac:chgData name="Manas Tuwani" userId="5d421215-a11f-4a6e-90ca-e8ac2213fab6" providerId="ADAL" clId="{1E650043-7B5E-413E-8311-8CAA2841959A}" dt="2022-10-27T12:58:11.341" v="25" actId="26606"/>
          <ac:spMkLst>
            <pc:docMk/>
            <pc:sldMk cId="3315453777" sldId="263"/>
            <ac:spMk id="8" creationId="{1B15ED52-F352-441B-82BF-E0EA34836D08}"/>
          </ac:spMkLst>
        </pc:spChg>
        <pc:spChg chg="add">
          <ac:chgData name="Manas Tuwani" userId="5d421215-a11f-4a6e-90ca-e8ac2213fab6" providerId="ADAL" clId="{1E650043-7B5E-413E-8311-8CAA2841959A}" dt="2022-10-27T12:58:11.341" v="25" actId="26606"/>
          <ac:spMkLst>
            <pc:docMk/>
            <pc:sldMk cId="3315453777" sldId="263"/>
            <ac:spMk id="10" creationId="{3B2E3793-BFE6-45A2-9B7B-E18844431C99}"/>
          </ac:spMkLst>
        </pc:spChg>
        <pc:spChg chg="add">
          <ac:chgData name="Manas Tuwani" userId="5d421215-a11f-4a6e-90ca-e8ac2213fab6" providerId="ADAL" clId="{1E650043-7B5E-413E-8311-8CAA2841959A}" dt="2022-10-27T12:58:11.341" v="25" actId="26606"/>
          <ac:spMkLst>
            <pc:docMk/>
            <pc:sldMk cId="3315453777" sldId="263"/>
            <ac:spMk id="12" creationId="{BC4C4868-CB8F-4AF9-9CDB-8108F2C19B67}"/>
          </ac:spMkLst>
        </pc:spChg>
        <pc:spChg chg="add">
          <ac:chgData name="Manas Tuwani" userId="5d421215-a11f-4a6e-90ca-e8ac2213fab6" providerId="ADAL" clId="{1E650043-7B5E-413E-8311-8CAA2841959A}" dt="2022-10-27T12:58:11.341" v="25" actId="26606"/>
          <ac:spMkLst>
            <pc:docMk/>
            <pc:sldMk cId="3315453777" sldId="263"/>
            <ac:spMk id="14" creationId="{375E0459-6403-40CD-989D-56A4407CA12E}"/>
          </ac:spMkLst>
        </pc:spChg>
        <pc:spChg chg="add">
          <ac:chgData name="Manas Tuwani" userId="5d421215-a11f-4a6e-90ca-e8ac2213fab6" providerId="ADAL" clId="{1E650043-7B5E-413E-8311-8CAA2841959A}" dt="2022-10-27T12:58:11.341" v="25" actId="26606"/>
          <ac:spMkLst>
            <pc:docMk/>
            <pc:sldMk cId="3315453777" sldId="263"/>
            <ac:spMk id="16" creationId="{53E5B1A8-3AC9-4BD1-9BBC-78CA94F2D1BA}"/>
          </ac:spMkLst>
        </pc:spChg>
      </pc:sldChg>
      <pc:sldChg chg="addSp modSp mod setBg">
        <pc:chgData name="Manas Tuwani" userId="5d421215-a11f-4a6e-90ca-e8ac2213fab6" providerId="ADAL" clId="{1E650043-7B5E-413E-8311-8CAA2841959A}" dt="2022-10-27T12:58:22.405" v="27" actId="26606"/>
        <pc:sldMkLst>
          <pc:docMk/>
          <pc:sldMk cId="2927155395" sldId="264"/>
        </pc:sldMkLst>
        <pc:spChg chg="mod">
          <ac:chgData name="Manas Tuwani" userId="5d421215-a11f-4a6e-90ca-e8ac2213fab6" providerId="ADAL" clId="{1E650043-7B5E-413E-8311-8CAA2841959A}" dt="2022-10-27T12:58:22.405" v="27" actId="26606"/>
          <ac:spMkLst>
            <pc:docMk/>
            <pc:sldMk cId="2927155395" sldId="264"/>
            <ac:spMk id="2" creationId="{00000000-0000-0000-0000-000000000000}"/>
          </ac:spMkLst>
        </pc:spChg>
        <pc:spChg chg="mod">
          <ac:chgData name="Manas Tuwani" userId="5d421215-a11f-4a6e-90ca-e8ac2213fab6" providerId="ADAL" clId="{1E650043-7B5E-413E-8311-8CAA2841959A}" dt="2022-10-27T12:58:22.405" v="27" actId="26606"/>
          <ac:spMkLst>
            <pc:docMk/>
            <pc:sldMk cId="2927155395" sldId="264"/>
            <ac:spMk id="3" creationId="{00000000-0000-0000-0000-000000000000}"/>
          </ac:spMkLst>
        </pc:spChg>
        <pc:spChg chg="add">
          <ac:chgData name="Manas Tuwani" userId="5d421215-a11f-4a6e-90ca-e8ac2213fab6" providerId="ADAL" clId="{1E650043-7B5E-413E-8311-8CAA2841959A}" dt="2022-10-27T12:58:22.405" v="27" actId="26606"/>
          <ac:spMkLst>
            <pc:docMk/>
            <pc:sldMk cId="2927155395" sldId="264"/>
            <ac:spMk id="8" creationId="{1B15ED52-F352-441B-82BF-E0EA34836D08}"/>
          </ac:spMkLst>
        </pc:spChg>
        <pc:spChg chg="add">
          <ac:chgData name="Manas Tuwani" userId="5d421215-a11f-4a6e-90ca-e8ac2213fab6" providerId="ADAL" clId="{1E650043-7B5E-413E-8311-8CAA2841959A}" dt="2022-10-27T12:58:22.405" v="27" actId="26606"/>
          <ac:spMkLst>
            <pc:docMk/>
            <pc:sldMk cId="2927155395" sldId="264"/>
            <ac:spMk id="10" creationId="{3B2E3793-BFE6-45A2-9B7B-E18844431C99}"/>
          </ac:spMkLst>
        </pc:spChg>
        <pc:spChg chg="add">
          <ac:chgData name="Manas Tuwani" userId="5d421215-a11f-4a6e-90ca-e8ac2213fab6" providerId="ADAL" clId="{1E650043-7B5E-413E-8311-8CAA2841959A}" dt="2022-10-27T12:58:22.405" v="27" actId="26606"/>
          <ac:spMkLst>
            <pc:docMk/>
            <pc:sldMk cId="2927155395" sldId="264"/>
            <ac:spMk id="12" creationId="{BC4C4868-CB8F-4AF9-9CDB-8108F2C19B67}"/>
          </ac:spMkLst>
        </pc:spChg>
        <pc:spChg chg="add">
          <ac:chgData name="Manas Tuwani" userId="5d421215-a11f-4a6e-90ca-e8ac2213fab6" providerId="ADAL" clId="{1E650043-7B5E-413E-8311-8CAA2841959A}" dt="2022-10-27T12:58:22.405" v="27" actId="26606"/>
          <ac:spMkLst>
            <pc:docMk/>
            <pc:sldMk cId="2927155395" sldId="264"/>
            <ac:spMk id="14" creationId="{375E0459-6403-40CD-989D-56A4407CA12E}"/>
          </ac:spMkLst>
        </pc:spChg>
        <pc:spChg chg="add">
          <ac:chgData name="Manas Tuwani" userId="5d421215-a11f-4a6e-90ca-e8ac2213fab6" providerId="ADAL" clId="{1E650043-7B5E-413E-8311-8CAA2841959A}" dt="2022-10-27T12:58:22.405" v="27" actId="26606"/>
          <ac:spMkLst>
            <pc:docMk/>
            <pc:sldMk cId="2927155395" sldId="264"/>
            <ac:spMk id="16" creationId="{53E5B1A8-3AC9-4BD1-9BBC-78CA94F2D1BA}"/>
          </ac:spMkLst>
        </pc:spChg>
      </pc:sldChg>
      <pc:sldChg chg="addSp modSp mod setBg">
        <pc:chgData name="Manas Tuwani" userId="5d421215-a11f-4a6e-90ca-e8ac2213fab6" providerId="ADAL" clId="{1E650043-7B5E-413E-8311-8CAA2841959A}" dt="2022-10-27T12:58:29.763" v="28" actId="26606"/>
        <pc:sldMkLst>
          <pc:docMk/>
          <pc:sldMk cId="2740143841" sldId="265"/>
        </pc:sldMkLst>
        <pc:spChg chg="mod">
          <ac:chgData name="Manas Tuwani" userId="5d421215-a11f-4a6e-90ca-e8ac2213fab6" providerId="ADAL" clId="{1E650043-7B5E-413E-8311-8CAA2841959A}" dt="2022-10-27T12:58:29.763" v="28" actId="26606"/>
          <ac:spMkLst>
            <pc:docMk/>
            <pc:sldMk cId="2740143841" sldId="265"/>
            <ac:spMk id="2" creationId="{00000000-0000-0000-0000-000000000000}"/>
          </ac:spMkLst>
        </pc:spChg>
        <pc:spChg chg="mod">
          <ac:chgData name="Manas Tuwani" userId="5d421215-a11f-4a6e-90ca-e8ac2213fab6" providerId="ADAL" clId="{1E650043-7B5E-413E-8311-8CAA2841959A}" dt="2022-10-27T12:58:29.763" v="28" actId="26606"/>
          <ac:spMkLst>
            <pc:docMk/>
            <pc:sldMk cId="2740143841" sldId="265"/>
            <ac:spMk id="3" creationId="{00000000-0000-0000-0000-000000000000}"/>
          </ac:spMkLst>
        </pc:spChg>
        <pc:spChg chg="add">
          <ac:chgData name="Manas Tuwani" userId="5d421215-a11f-4a6e-90ca-e8ac2213fab6" providerId="ADAL" clId="{1E650043-7B5E-413E-8311-8CAA2841959A}" dt="2022-10-27T12:58:29.763" v="28" actId="26606"/>
          <ac:spMkLst>
            <pc:docMk/>
            <pc:sldMk cId="2740143841" sldId="265"/>
            <ac:spMk id="8" creationId="{1B15ED52-F352-441B-82BF-E0EA34836D08}"/>
          </ac:spMkLst>
        </pc:spChg>
        <pc:spChg chg="add">
          <ac:chgData name="Manas Tuwani" userId="5d421215-a11f-4a6e-90ca-e8ac2213fab6" providerId="ADAL" clId="{1E650043-7B5E-413E-8311-8CAA2841959A}" dt="2022-10-27T12:58:29.763" v="28" actId="26606"/>
          <ac:spMkLst>
            <pc:docMk/>
            <pc:sldMk cId="2740143841" sldId="265"/>
            <ac:spMk id="10" creationId="{3B2E3793-BFE6-45A2-9B7B-E18844431C99}"/>
          </ac:spMkLst>
        </pc:spChg>
        <pc:spChg chg="add">
          <ac:chgData name="Manas Tuwani" userId="5d421215-a11f-4a6e-90ca-e8ac2213fab6" providerId="ADAL" clId="{1E650043-7B5E-413E-8311-8CAA2841959A}" dt="2022-10-27T12:58:29.763" v="28" actId="26606"/>
          <ac:spMkLst>
            <pc:docMk/>
            <pc:sldMk cId="2740143841" sldId="265"/>
            <ac:spMk id="12" creationId="{BC4C4868-CB8F-4AF9-9CDB-8108F2C19B67}"/>
          </ac:spMkLst>
        </pc:spChg>
        <pc:spChg chg="add">
          <ac:chgData name="Manas Tuwani" userId="5d421215-a11f-4a6e-90ca-e8ac2213fab6" providerId="ADAL" clId="{1E650043-7B5E-413E-8311-8CAA2841959A}" dt="2022-10-27T12:58:29.763" v="28" actId="26606"/>
          <ac:spMkLst>
            <pc:docMk/>
            <pc:sldMk cId="2740143841" sldId="265"/>
            <ac:spMk id="14" creationId="{375E0459-6403-40CD-989D-56A4407CA12E}"/>
          </ac:spMkLst>
        </pc:spChg>
        <pc:spChg chg="add">
          <ac:chgData name="Manas Tuwani" userId="5d421215-a11f-4a6e-90ca-e8ac2213fab6" providerId="ADAL" clId="{1E650043-7B5E-413E-8311-8CAA2841959A}" dt="2022-10-27T12:58:29.763" v="28" actId="26606"/>
          <ac:spMkLst>
            <pc:docMk/>
            <pc:sldMk cId="2740143841" sldId="265"/>
            <ac:spMk id="16" creationId="{53E5B1A8-3AC9-4BD1-9BBC-78CA94F2D1BA}"/>
          </ac:spMkLst>
        </pc:spChg>
      </pc:sldChg>
      <pc:sldChg chg="addSp modSp mod setBg">
        <pc:chgData name="Manas Tuwani" userId="5d421215-a11f-4a6e-90ca-e8ac2213fab6" providerId="ADAL" clId="{1E650043-7B5E-413E-8311-8CAA2841959A}" dt="2022-10-27T12:58:48.870" v="31" actId="14100"/>
        <pc:sldMkLst>
          <pc:docMk/>
          <pc:sldMk cId="588203998" sldId="266"/>
        </pc:sldMkLst>
        <pc:spChg chg="mod">
          <ac:chgData name="Manas Tuwani" userId="5d421215-a11f-4a6e-90ca-e8ac2213fab6" providerId="ADAL" clId="{1E650043-7B5E-413E-8311-8CAA2841959A}" dt="2022-10-27T12:58:36.361" v="29" actId="26606"/>
          <ac:spMkLst>
            <pc:docMk/>
            <pc:sldMk cId="588203998" sldId="266"/>
            <ac:spMk id="2" creationId="{00000000-0000-0000-0000-000000000000}"/>
          </ac:spMkLst>
        </pc:spChg>
        <pc:spChg chg="mod">
          <ac:chgData name="Manas Tuwani" userId="5d421215-a11f-4a6e-90ca-e8ac2213fab6" providerId="ADAL" clId="{1E650043-7B5E-413E-8311-8CAA2841959A}" dt="2022-10-27T12:58:48.870" v="31" actId="14100"/>
          <ac:spMkLst>
            <pc:docMk/>
            <pc:sldMk cId="588203998" sldId="266"/>
            <ac:spMk id="3" creationId="{00000000-0000-0000-0000-000000000000}"/>
          </ac:spMkLst>
        </pc:spChg>
        <pc:spChg chg="add">
          <ac:chgData name="Manas Tuwani" userId="5d421215-a11f-4a6e-90ca-e8ac2213fab6" providerId="ADAL" clId="{1E650043-7B5E-413E-8311-8CAA2841959A}" dt="2022-10-27T12:58:36.361" v="29" actId="26606"/>
          <ac:spMkLst>
            <pc:docMk/>
            <pc:sldMk cId="588203998" sldId="266"/>
            <ac:spMk id="8" creationId="{1B15ED52-F352-441B-82BF-E0EA34836D08}"/>
          </ac:spMkLst>
        </pc:spChg>
        <pc:spChg chg="add">
          <ac:chgData name="Manas Tuwani" userId="5d421215-a11f-4a6e-90ca-e8ac2213fab6" providerId="ADAL" clId="{1E650043-7B5E-413E-8311-8CAA2841959A}" dt="2022-10-27T12:58:36.361" v="29" actId="26606"/>
          <ac:spMkLst>
            <pc:docMk/>
            <pc:sldMk cId="588203998" sldId="266"/>
            <ac:spMk id="10" creationId="{3B2E3793-BFE6-45A2-9B7B-E18844431C99}"/>
          </ac:spMkLst>
        </pc:spChg>
        <pc:spChg chg="add">
          <ac:chgData name="Manas Tuwani" userId="5d421215-a11f-4a6e-90ca-e8ac2213fab6" providerId="ADAL" clId="{1E650043-7B5E-413E-8311-8CAA2841959A}" dt="2022-10-27T12:58:36.361" v="29" actId="26606"/>
          <ac:spMkLst>
            <pc:docMk/>
            <pc:sldMk cId="588203998" sldId="266"/>
            <ac:spMk id="12" creationId="{BC4C4868-CB8F-4AF9-9CDB-8108F2C19B67}"/>
          </ac:spMkLst>
        </pc:spChg>
        <pc:spChg chg="add">
          <ac:chgData name="Manas Tuwani" userId="5d421215-a11f-4a6e-90ca-e8ac2213fab6" providerId="ADAL" clId="{1E650043-7B5E-413E-8311-8CAA2841959A}" dt="2022-10-27T12:58:36.361" v="29" actId="26606"/>
          <ac:spMkLst>
            <pc:docMk/>
            <pc:sldMk cId="588203998" sldId="266"/>
            <ac:spMk id="14" creationId="{375E0459-6403-40CD-989D-56A4407CA12E}"/>
          </ac:spMkLst>
        </pc:spChg>
        <pc:spChg chg="add">
          <ac:chgData name="Manas Tuwani" userId="5d421215-a11f-4a6e-90ca-e8ac2213fab6" providerId="ADAL" clId="{1E650043-7B5E-413E-8311-8CAA2841959A}" dt="2022-10-27T12:58:36.361" v="29" actId="26606"/>
          <ac:spMkLst>
            <pc:docMk/>
            <pc:sldMk cId="588203998" sldId="266"/>
            <ac:spMk id="16" creationId="{53E5B1A8-3AC9-4BD1-9BBC-78CA94F2D1BA}"/>
          </ac:spMkLst>
        </pc:spChg>
      </pc:sldChg>
      <pc:sldChg chg="addSp modSp mod setBg">
        <pc:chgData name="Manas Tuwani" userId="5d421215-a11f-4a6e-90ca-e8ac2213fab6" providerId="ADAL" clId="{1E650043-7B5E-413E-8311-8CAA2841959A}" dt="2022-10-27T12:59:26.853" v="37" actId="120"/>
        <pc:sldMkLst>
          <pc:docMk/>
          <pc:sldMk cId="3662734403" sldId="267"/>
        </pc:sldMkLst>
        <pc:spChg chg="mod">
          <ac:chgData name="Manas Tuwani" userId="5d421215-a11f-4a6e-90ca-e8ac2213fab6" providerId="ADAL" clId="{1E650043-7B5E-413E-8311-8CAA2841959A}" dt="2022-10-27T12:59:26.853" v="37" actId="120"/>
          <ac:spMkLst>
            <pc:docMk/>
            <pc:sldMk cId="3662734403" sldId="267"/>
            <ac:spMk id="2" creationId="{00000000-0000-0000-0000-000000000000}"/>
          </ac:spMkLst>
        </pc:spChg>
        <pc:spChg chg="mod">
          <ac:chgData name="Manas Tuwani" userId="5d421215-a11f-4a6e-90ca-e8ac2213fab6" providerId="ADAL" clId="{1E650043-7B5E-413E-8311-8CAA2841959A}" dt="2022-10-27T12:59:19.232" v="36" actId="255"/>
          <ac:spMkLst>
            <pc:docMk/>
            <pc:sldMk cId="3662734403" sldId="267"/>
            <ac:spMk id="3" creationId="{00000000-0000-0000-0000-000000000000}"/>
          </ac:spMkLst>
        </pc:spChg>
        <pc:spChg chg="add">
          <ac:chgData name="Manas Tuwani" userId="5d421215-a11f-4a6e-90ca-e8ac2213fab6" providerId="ADAL" clId="{1E650043-7B5E-413E-8311-8CAA2841959A}" dt="2022-10-27T12:58:54.344" v="32" actId="26606"/>
          <ac:spMkLst>
            <pc:docMk/>
            <pc:sldMk cId="3662734403" sldId="267"/>
            <ac:spMk id="8" creationId="{1B15ED52-F352-441B-82BF-E0EA34836D08}"/>
          </ac:spMkLst>
        </pc:spChg>
        <pc:spChg chg="add">
          <ac:chgData name="Manas Tuwani" userId="5d421215-a11f-4a6e-90ca-e8ac2213fab6" providerId="ADAL" clId="{1E650043-7B5E-413E-8311-8CAA2841959A}" dt="2022-10-27T12:58:54.344" v="32" actId="26606"/>
          <ac:spMkLst>
            <pc:docMk/>
            <pc:sldMk cId="3662734403" sldId="267"/>
            <ac:spMk id="10" creationId="{3B2E3793-BFE6-45A2-9B7B-E18844431C99}"/>
          </ac:spMkLst>
        </pc:spChg>
        <pc:spChg chg="add">
          <ac:chgData name="Manas Tuwani" userId="5d421215-a11f-4a6e-90ca-e8ac2213fab6" providerId="ADAL" clId="{1E650043-7B5E-413E-8311-8CAA2841959A}" dt="2022-10-27T12:58:54.344" v="32" actId="26606"/>
          <ac:spMkLst>
            <pc:docMk/>
            <pc:sldMk cId="3662734403" sldId="267"/>
            <ac:spMk id="12" creationId="{BC4C4868-CB8F-4AF9-9CDB-8108F2C19B67}"/>
          </ac:spMkLst>
        </pc:spChg>
        <pc:spChg chg="add">
          <ac:chgData name="Manas Tuwani" userId="5d421215-a11f-4a6e-90ca-e8ac2213fab6" providerId="ADAL" clId="{1E650043-7B5E-413E-8311-8CAA2841959A}" dt="2022-10-27T12:58:54.344" v="32" actId="26606"/>
          <ac:spMkLst>
            <pc:docMk/>
            <pc:sldMk cId="3662734403" sldId="267"/>
            <ac:spMk id="14" creationId="{375E0459-6403-40CD-989D-56A4407CA12E}"/>
          </ac:spMkLst>
        </pc:spChg>
        <pc:spChg chg="add">
          <ac:chgData name="Manas Tuwani" userId="5d421215-a11f-4a6e-90ca-e8ac2213fab6" providerId="ADAL" clId="{1E650043-7B5E-413E-8311-8CAA2841959A}" dt="2022-10-27T12:58:54.344" v="32" actId="26606"/>
          <ac:spMkLst>
            <pc:docMk/>
            <pc:sldMk cId="3662734403" sldId="267"/>
            <ac:spMk id="16" creationId="{53E5B1A8-3AC9-4BD1-9BBC-78CA94F2D1BA}"/>
          </ac:spMkLst>
        </pc:spChg>
      </pc:sldChg>
      <pc:sldChg chg="addSp modSp mod setBg">
        <pc:chgData name="Manas Tuwani" userId="5d421215-a11f-4a6e-90ca-e8ac2213fab6" providerId="ADAL" clId="{1E650043-7B5E-413E-8311-8CAA2841959A}" dt="2022-10-27T13:00:00.356" v="44" actId="27636"/>
        <pc:sldMkLst>
          <pc:docMk/>
          <pc:sldMk cId="2190790959" sldId="268"/>
        </pc:sldMkLst>
        <pc:spChg chg="mod">
          <ac:chgData name="Manas Tuwani" userId="5d421215-a11f-4a6e-90ca-e8ac2213fab6" providerId="ADAL" clId="{1E650043-7B5E-413E-8311-8CAA2841959A}" dt="2022-10-27T12:59:41.937" v="38" actId="26606"/>
          <ac:spMkLst>
            <pc:docMk/>
            <pc:sldMk cId="2190790959" sldId="268"/>
            <ac:spMk id="2" creationId="{00000000-0000-0000-0000-000000000000}"/>
          </ac:spMkLst>
        </pc:spChg>
        <pc:spChg chg="mod">
          <ac:chgData name="Manas Tuwani" userId="5d421215-a11f-4a6e-90ca-e8ac2213fab6" providerId="ADAL" clId="{1E650043-7B5E-413E-8311-8CAA2841959A}" dt="2022-10-27T13:00:00.356" v="44" actId="27636"/>
          <ac:spMkLst>
            <pc:docMk/>
            <pc:sldMk cId="2190790959" sldId="268"/>
            <ac:spMk id="3" creationId="{00000000-0000-0000-0000-000000000000}"/>
          </ac:spMkLst>
        </pc:spChg>
        <pc:spChg chg="add">
          <ac:chgData name="Manas Tuwani" userId="5d421215-a11f-4a6e-90ca-e8ac2213fab6" providerId="ADAL" clId="{1E650043-7B5E-413E-8311-8CAA2841959A}" dt="2022-10-27T12:59:41.937" v="38" actId="26606"/>
          <ac:spMkLst>
            <pc:docMk/>
            <pc:sldMk cId="2190790959" sldId="268"/>
            <ac:spMk id="8" creationId="{1B15ED52-F352-441B-82BF-E0EA34836D08}"/>
          </ac:spMkLst>
        </pc:spChg>
        <pc:spChg chg="add">
          <ac:chgData name="Manas Tuwani" userId="5d421215-a11f-4a6e-90ca-e8ac2213fab6" providerId="ADAL" clId="{1E650043-7B5E-413E-8311-8CAA2841959A}" dt="2022-10-27T12:59:41.937" v="38" actId="26606"/>
          <ac:spMkLst>
            <pc:docMk/>
            <pc:sldMk cId="2190790959" sldId="268"/>
            <ac:spMk id="10" creationId="{3B2E3793-BFE6-45A2-9B7B-E18844431C99}"/>
          </ac:spMkLst>
        </pc:spChg>
        <pc:spChg chg="add">
          <ac:chgData name="Manas Tuwani" userId="5d421215-a11f-4a6e-90ca-e8ac2213fab6" providerId="ADAL" clId="{1E650043-7B5E-413E-8311-8CAA2841959A}" dt="2022-10-27T12:59:41.937" v="38" actId="26606"/>
          <ac:spMkLst>
            <pc:docMk/>
            <pc:sldMk cId="2190790959" sldId="268"/>
            <ac:spMk id="12" creationId="{BC4C4868-CB8F-4AF9-9CDB-8108F2C19B67}"/>
          </ac:spMkLst>
        </pc:spChg>
        <pc:spChg chg="add">
          <ac:chgData name="Manas Tuwani" userId="5d421215-a11f-4a6e-90ca-e8ac2213fab6" providerId="ADAL" clId="{1E650043-7B5E-413E-8311-8CAA2841959A}" dt="2022-10-27T12:59:41.937" v="38" actId="26606"/>
          <ac:spMkLst>
            <pc:docMk/>
            <pc:sldMk cId="2190790959" sldId="268"/>
            <ac:spMk id="14" creationId="{375E0459-6403-40CD-989D-56A4407CA12E}"/>
          </ac:spMkLst>
        </pc:spChg>
        <pc:spChg chg="add">
          <ac:chgData name="Manas Tuwani" userId="5d421215-a11f-4a6e-90ca-e8ac2213fab6" providerId="ADAL" clId="{1E650043-7B5E-413E-8311-8CAA2841959A}" dt="2022-10-27T12:59:41.937" v="38" actId="26606"/>
          <ac:spMkLst>
            <pc:docMk/>
            <pc:sldMk cId="2190790959" sldId="268"/>
            <ac:spMk id="16" creationId="{53E5B1A8-3AC9-4BD1-9BBC-78CA94F2D1BA}"/>
          </ac:spMkLst>
        </pc:spChg>
      </pc:sldChg>
      <pc:sldChg chg="addSp modSp mod setBg">
        <pc:chgData name="Manas Tuwani" userId="5d421215-a11f-4a6e-90ca-e8ac2213fab6" providerId="ADAL" clId="{1E650043-7B5E-413E-8311-8CAA2841959A}" dt="2022-10-27T13:00:05.407" v="45" actId="26606"/>
        <pc:sldMkLst>
          <pc:docMk/>
          <pc:sldMk cId="4046226905" sldId="269"/>
        </pc:sldMkLst>
        <pc:spChg chg="mod">
          <ac:chgData name="Manas Tuwani" userId="5d421215-a11f-4a6e-90ca-e8ac2213fab6" providerId="ADAL" clId="{1E650043-7B5E-413E-8311-8CAA2841959A}" dt="2022-10-27T13:00:05.407" v="45" actId="26606"/>
          <ac:spMkLst>
            <pc:docMk/>
            <pc:sldMk cId="4046226905" sldId="269"/>
            <ac:spMk id="2" creationId="{00000000-0000-0000-0000-000000000000}"/>
          </ac:spMkLst>
        </pc:spChg>
        <pc:spChg chg="mod">
          <ac:chgData name="Manas Tuwani" userId="5d421215-a11f-4a6e-90ca-e8ac2213fab6" providerId="ADAL" clId="{1E650043-7B5E-413E-8311-8CAA2841959A}" dt="2022-10-27T13:00:05.407" v="45" actId="26606"/>
          <ac:spMkLst>
            <pc:docMk/>
            <pc:sldMk cId="4046226905" sldId="269"/>
            <ac:spMk id="3" creationId="{00000000-0000-0000-0000-000000000000}"/>
          </ac:spMkLst>
        </pc:spChg>
        <pc:spChg chg="add">
          <ac:chgData name="Manas Tuwani" userId="5d421215-a11f-4a6e-90ca-e8ac2213fab6" providerId="ADAL" clId="{1E650043-7B5E-413E-8311-8CAA2841959A}" dt="2022-10-27T13:00:05.407" v="45" actId="26606"/>
          <ac:spMkLst>
            <pc:docMk/>
            <pc:sldMk cId="4046226905" sldId="269"/>
            <ac:spMk id="8" creationId="{1B15ED52-F352-441B-82BF-E0EA34836D08}"/>
          </ac:spMkLst>
        </pc:spChg>
        <pc:spChg chg="add">
          <ac:chgData name="Manas Tuwani" userId="5d421215-a11f-4a6e-90ca-e8ac2213fab6" providerId="ADAL" clId="{1E650043-7B5E-413E-8311-8CAA2841959A}" dt="2022-10-27T13:00:05.407" v="45" actId="26606"/>
          <ac:spMkLst>
            <pc:docMk/>
            <pc:sldMk cId="4046226905" sldId="269"/>
            <ac:spMk id="10" creationId="{3B2E3793-BFE6-45A2-9B7B-E18844431C99}"/>
          </ac:spMkLst>
        </pc:spChg>
        <pc:spChg chg="add">
          <ac:chgData name="Manas Tuwani" userId="5d421215-a11f-4a6e-90ca-e8ac2213fab6" providerId="ADAL" clId="{1E650043-7B5E-413E-8311-8CAA2841959A}" dt="2022-10-27T13:00:05.407" v="45" actId="26606"/>
          <ac:spMkLst>
            <pc:docMk/>
            <pc:sldMk cId="4046226905" sldId="269"/>
            <ac:spMk id="12" creationId="{BC4C4868-CB8F-4AF9-9CDB-8108F2C19B67}"/>
          </ac:spMkLst>
        </pc:spChg>
        <pc:spChg chg="add">
          <ac:chgData name="Manas Tuwani" userId="5d421215-a11f-4a6e-90ca-e8ac2213fab6" providerId="ADAL" clId="{1E650043-7B5E-413E-8311-8CAA2841959A}" dt="2022-10-27T13:00:05.407" v="45" actId="26606"/>
          <ac:spMkLst>
            <pc:docMk/>
            <pc:sldMk cId="4046226905" sldId="269"/>
            <ac:spMk id="14" creationId="{375E0459-6403-40CD-989D-56A4407CA12E}"/>
          </ac:spMkLst>
        </pc:spChg>
        <pc:spChg chg="add">
          <ac:chgData name="Manas Tuwani" userId="5d421215-a11f-4a6e-90ca-e8ac2213fab6" providerId="ADAL" clId="{1E650043-7B5E-413E-8311-8CAA2841959A}" dt="2022-10-27T13:00:05.407" v="45" actId="26606"/>
          <ac:spMkLst>
            <pc:docMk/>
            <pc:sldMk cId="4046226905" sldId="269"/>
            <ac:spMk id="16" creationId="{53E5B1A8-3AC9-4BD1-9BBC-78CA94F2D1BA}"/>
          </ac:spMkLst>
        </pc:spChg>
      </pc:sldChg>
      <pc:sldChg chg="addSp modSp mod setBg">
        <pc:chgData name="Manas Tuwani" userId="5d421215-a11f-4a6e-90ca-e8ac2213fab6" providerId="ADAL" clId="{1E650043-7B5E-413E-8311-8CAA2841959A}" dt="2022-10-27T12:56:10.252" v="4" actId="20577"/>
        <pc:sldMkLst>
          <pc:docMk/>
          <pc:sldMk cId="1916078131" sldId="272"/>
        </pc:sldMkLst>
        <pc:spChg chg="mod">
          <ac:chgData name="Manas Tuwani" userId="5d421215-a11f-4a6e-90ca-e8ac2213fab6" providerId="ADAL" clId="{1E650043-7B5E-413E-8311-8CAA2841959A}" dt="2022-10-27T12:56:07.563" v="3" actId="26606"/>
          <ac:spMkLst>
            <pc:docMk/>
            <pc:sldMk cId="1916078131" sldId="272"/>
            <ac:spMk id="2" creationId="{3B195E51-6DBF-ACDE-CF68-B5675BE1507B}"/>
          </ac:spMkLst>
        </pc:spChg>
        <pc:spChg chg="mod">
          <ac:chgData name="Manas Tuwani" userId="5d421215-a11f-4a6e-90ca-e8ac2213fab6" providerId="ADAL" clId="{1E650043-7B5E-413E-8311-8CAA2841959A}" dt="2022-10-27T12:56:10.252" v="4" actId="20577"/>
          <ac:spMkLst>
            <pc:docMk/>
            <pc:sldMk cId="1916078131" sldId="272"/>
            <ac:spMk id="3" creationId="{DE505CDF-23C7-4C82-210D-4DA32BE6B535}"/>
          </ac:spMkLst>
        </pc:spChg>
        <pc:spChg chg="add">
          <ac:chgData name="Manas Tuwani" userId="5d421215-a11f-4a6e-90ca-e8ac2213fab6" providerId="ADAL" clId="{1E650043-7B5E-413E-8311-8CAA2841959A}" dt="2022-10-27T12:56:07.563" v="3" actId="26606"/>
          <ac:spMkLst>
            <pc:docMk/>
            <pc:sldMk cId="1916078131" sldId="272"/>
            <ac:spMk id="8" creationId="{1B15ED52-F352-441B-82BF-E0EA34836D08}"/>
          </ac:spMkLst>
        </pc:spChg>
        <pc:spChg chg="add">
          <ac:chgData name="Manas Tuwani" userId="5d421215-a11f-4a6e-90ca-e8ac2213fab6" providerId="ADAL" clId="{1E650043-7B5E-413E-8311-8CAA2841959A}" dt="2022-10-27T12:56:07.563" v="3" actId="26606"/>
          <ac:spMkLst>
            <pc:docMk/>
            <pc:sldMk cId="1916078131" sldId="272"/>
            <ac:spMk id="10" creationId="{3B2E3793-BFE6-45A2-9B7B-E18844431C99}"/>
          </ac:spMkLst>
        </pc:spChg>
        <pc:spChg chg="add">
          <ac:chgData name="Manas Tuwani" userId="5d421215-a11f-4a6e-90ca-e8ac2213fab6" providerId="ADAL" clId="{1E650043-7B5E-413E-8311-8CAA2841959A}" dt="2022-10-27T12:56:07.563" v="3" actId="26606"/>
          <ac:spMkLst>
            <pc:docMk/>
            <pc:sldMk cId="1916078131" sldId="272"/>
            <ac:spMk id="12" creationId="{BC4C4868-CB8F-4AF9-9CDB-8108F2C19B67}"/>
          </ac:spMkLst>
        </pc:spChg>
        <pc:spChg chg="add">
          <ac:chgData name="Manas Tuwani" userId="5d421215-a11f-4a6e-90ca-e8ac2213fab6" providerId="ADAL" clId="{1E650043-7B5E-413E-8311-8CAA2841959A}" dt="2022-10-27T12:56:07.563" v="3" actId="26606"/>
          <ac:spMkLst>
            <pc:docMk/>
            <pc:sldMk cId="1916078131" sldId="272"/>
            <ac:spMk id="14" creationId="{375E0459-6403-40CD-989D-56A4407CA12E}"/>
          </ac:spMkLst>
        </pc:spChg>
        <pc:spChg chg="add">
          <ac:chgData name="Manas Tuwani" userId="5d421215-a11f-4a6e-90ca-e8ac2213fab6" providerId="ADAL" clId="{1E650043-7B5E-413E-8311-8CAA2841959A}" dt="2022-10-27T12:56:07.563" v="3" actId="26606"/>
          <ac:spMkLst>
            <pc:docMk/>
            <pc:sldMk cId="1916078131" sldId="272"/>
            <ac:spMk id="16" creationId="{53E5B1A8-3AC9-4BD1-9BBC-78CA94F2D1BA}"/>
          </ac:spMkLst>
        </pc:spChg>
      </pc:sldChg>
      <pc:sldChg chg="addSp modSp mod setBg">
        <pc:chgData name="Manas Tuwani" userId="5d421215-a11f-4a6e-90ca-e8ac2213fab6" providerId="ADAL" clId="{1E650043-7B5E-413E-8311-8CAA2841959A}" dt="2022-10-27T12:57:05.633" v="12" actId="27636"/>
        <pc:sldMkLst>
          <pc:docMk/>
          <pc:sldMk cId="1440144967" sldId="273"/>
        </pc:sldMkLst>
        <pc:spChg chg="mod">
          <ac:chgData name="Manas Tuwani" userId="5d421215-a11f-4a6e-90ca-e8ac2213fab6" providerId="ADAL" clId="{1E650043-7B5E-413E-8311-8CAA2841959A}" dt="2022-10-27T12:57:05.633" v="12" actId="27636"/>
          <ac:spMkLst>
            <pc:docMk/>
            <pc:sldMk cId="1440144967" sldId="273"/>
            <ac:spMk id="2" creationId="{9F2F95BD-1333-0159-DC7B-9F3BAF85F9F6}"/>
          </ac:spMkLst>
        </pc:spChg>
        <pc:spChg chg="mod">
          <ac:chgData name="Manas Tuwani" userId="5d421215-a11f-4a6e-90ca-e8ac2213fab6" providerId="ADAL" clId="{1E650043-7B5E-413E-8311-8CAA2841959A}" dt="2022-10-27T12:56:53.238" v="10" actId="1076"/>
          <ac:spMkLst>
            <pc:docMk/>
            <pc:sldMk cId="1440144967" sldId="273"/>
            <ac:spMk id="3" creationId="{DE1C1F91-2A6A-CB2C-8B5D-34FDA8A21FB7}"/>
          </ac:spMkLst>
        </pc:spChg>
        <pc:spChg chg="add">
          <ac:chgData name="Manas Tuwani" userId="5d421215-a11f-4a6e-90ca-e8ac2213fab6" providerId="ADAL" clId="{1E650043-7B5E-413E-8311-8CAA2841959A}" dt="2022-10-27T12:56:15.446" v="5" actId="26606"/>
          <ac:spMkLst>
            <pc:docMk/>
            <pc:sldMk cId="1440144967" sldId="273"/>
            <ac:spMk id="8" creationId="{1B15ED52-F352-441B-82BF-E0EA34836D08}"/>
          </ac:spMkLst>
        </pc:spChg>
        <pc:spChg chg="add">
          <ac:chgData name="Manas Tuwani" userId="5d421215-a11f-4a6e-90ca-e8ac2213fab6" providerId="ADAL" clId="{1E650043-7B5E-413E-8311-8CAA2841959A}" dt="2022-10-27T12:56:15.446" v="5" actId="26606"/>
          <ac:spMkLst>
            <pc:docMk/>
            <pc:sldMk cId="1440144967" sldId="273"/>
            <ac:spMk id="10" creationId="{3B2E3793-BFE6-45A2-9B7B-E18844431C99}"/>
          </ac:spMkLst>
        </pc:spChg>
        <pc:spChg chg="add">
          <ac:chgData name="Manas Tuwani" userId="5d421215-a11f-4a6e-90ca-e8ac2213fab6" providerId="ADAL" clId="{1E650043-7B5E-413E-8311-8CAA2841959A}" dt="2022-10-27T12:56:15.446" v="5" actId="26606"/>
          <ac:spMkLst>
            <pc:docMk/>
            <pc:sldMk cId="1440144967" sldId="273"/>
            <ac:spMk id="12" creationId="{BC4C4868-CB8F-4AF9-9CDB-8108F2C19B67}"/>
          </ac:spMkLst>
        </pc:spChg>
        <pc:spChg chg="add">
          <ac:chgData name="Manas Tuwani" userId="5d421215-a11f-4a6e-90ca-e8ac2213fab6" providerId="ADAL" clId="{1E650043-7B5E-413E-8311-8CAA2841959A}" dt="2022-10-27T12:56:15.446" v="5" actId="26606"/>
          <ac:spMkLst>
            <pc:docMk/>
            <pc:sldMk cId="1440144967" sldId="273"/>
            <ac:spMk id="14" creationId="{375E0459-6403-40CD-989D-56A4407CA12E}"/>
          </ac:spMkLst>
        </pc:spChg>
        <pc:spChg chg="add">
          <ac:chgData name="Manas Tuwani" userId="5d421215-a11f-4a6e-90ca-e8ac2213fab6" providerId="ADAL" clId="{1E650043-7B5E-413E-8311-8CAA2841959A}" dt="2022-10-27T12:56:15.446" v="5" actId="26606"/>
          <ac:spMkLst>
            <pc:docMk/>
            <pc:sldMk cId="1440144967" sldId="273"/>
            <ac:spMk id="16" creationId="{53E5B1A8-3AC9-4BD1-9BBC-78CA94F2D1BA}"/>
          </ac:spMkLst>
        </pc:spChg>
      </pc:sldChg>
      <pc:sldChg chg="addSp modSp mod setBg">
        <pc:chgData name="Manas Tuwani" userId="5d421215-a11f-4a6e-90ca-e8ac2213fab6" providerId="ADAL" clId="{1E650043-7B5E-413E-8311-8CAA2841959A}" dt="2022-10-27T13:05:48.111" v="50" actId="20577"/>
        <pc:sldMkLst>
          <pc:docMk/>
          <pc:sldMk cId="448858513" sldId="274"/>
        </pc:sldMkLst>
        <pc:spChg chg="mod">
          <ac:chgData name="Manas Tuwani" userId="5d421215-a11f-4a6e-90ca-e8ac2213fab6" providerId="ADAL" clId="{1E650043-7B5E-413E-8311-8CAA2841959A}" dt="2022-10-27T12:57:24.699" v="15" actId="26606"/>
          <ac:spMkLst>
            <pc:docMk/>
            <pc:sldMk cId="448858513" sldId="274"/>
            <ac:spMk id="2" creationId="{58348266-CE6A-6518-6BA6-005AA7A0776C}"/>
          </ac:spMkLst>
        </pc:spChg>
        <pc:spChg chg="mod">
          <ac:chgData name="Manas Tuwani" userId="5d421215-a11f-4a6e-90ca-e8ac2213fab6" providerId="ADAL" clId="{1E650043-7B5E-413E-8311-8CAA2841959A}" dt="2022-10-27T13:05:48.111" v="50" actId="20577"/>
          <ac:spMkLst>
            <pc:docMk/>
            <pc:sldMk cId="448858513" sldId="274"/>
            <ac:spMk id="3" creationId="{3F5DF917-935E-D56C-E1E5-BE4B43264AC3}"/>
          </ac:spMkLst>
        </pc:spChg>
        <pc:spChg chg="add">
          <ac:chgData name="Manas Tuwani" userId="5d421215-a11f-4a6e-90ca-e8ac2213fab6" providerId="ADAL" clId="{1E650043-7B5E-413E-8311-8CAA2841959A}" dt="2022-10-27T12:57:24.699" v="15" actId="26606"/>
          <ac:spMkLst>
            <pc:docMk/>
            <pc:sldMk cId="448858513" sldId="274"/>
            <ac:spMk id="8" creationId="{1B15ED52-F352-441B-82BF-E0EA34836D08}"/>
          </ac:spMkLst>
        </pc:spChg>
        <pc:spChg chg="add">
          <ac:chgData name="Manas Tuwani" userId="5d421215-a11f-4a6e-90ca-e8ac2213fab6" providerId="ADAL" clId="{1E650043-7B5E-413E-8311-8CAA2841959A}" dt="2022-10-27T12:57:24.699" v="15" actId="26606"/>
          <ac:spMkLst>
            <pc:docMk/>
            <pc:sldMk cId="448858513" sldId="274"/>
            <ac:spMk id="10" creationId="{3B2E3793-BFE6-45A2-9B7B-E18844431C99}"/>
          </ac:spMkLst>
        </pc:spChg>
        <pc:spChg chg="add">
          <ac:chgData name="Manas Tuwani" userId="5d421215-a11f-4a6e-90ca-e8ac2213fab6" providerId="ADAL" clId="{1E650043-7B5E-413E-8311-8CAA2841959A}" dt="2022-10-27T12:57:24.699" v="15" actId="26606"/>
          <ac:spMkLst>
            <pc:docMk/>
            <pc:sldMk cId="448858513" sldId="274"/>
            <ac:spMk id="12" creationId="{BC4C4868-CB8F-4AF9-9CDB-8108F2C19B67}"/>
          </ac:spMkLst>
        </pc:spChg>
        <pc:spChg chg="add">
          <ac:chgData name="Manas Tuwani" userId="5d421215-a11f-4a6e-90ca-e8ac2213fab6" providerId="ADAL" clId="{1E650043-7B5E-413E-8311-8CAA2841959A}" dt="2022-10-27T12:57:24.699" v="15" actId="26606"/>
          <ac:spMkLst>
            <pc:docMk/>
            <pc:sldMk cId="448858513" sldId="274"/>
            <ac:spMk id="14" creationId="{375E0459-6403-40CD-989D-56A4407CA12E}"/>
          </ac:spMkLst>
        </pc:spChg>
        <pc:spChg chg="add">
          <ac:chgData name="Manas Tuwani" userId="5d421215-a11f-4a6e-90ca-e8ac2213fab6" providerId="ADAL" clId="{1E650043-7B5E-413E-8311-8CAA2841959A}" dt="2022-10-27T12:57:24.699" v="15" actId="26606"/>
          <ac:spMkLst>
            <pc:docMk/>
            <pc:sldMk cId="448858513" sldId="274"/>
            <ac:spMk id="16" creationId="{53E5B1A8-3AC9-4BD1-9BBC-78CA94F2D1B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6F633E-A498-442E-90EF-50EE38BD8C53}" type="datetimeFigureOut">
              <a:rPr lang="en-IN" smtClean="0"/>
              <a:t>02-06-2023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93EEFB-5673-44A1-9F48-DC00892705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70982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09A54-09F7-4318-A09B-C3ABF3A18FB1}" type="datetimeFigureOut">
              <a:rPr lang="en-IN" smtClean="0"/>
              <a:t>02-06-2023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F6BB8-DE46-4A38-BD4C-D455479F56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29369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09A54-09F7-4318-A09B-C3ABF3A18FB1}" type="datetimeFigureOut">
              <a:rPr lang="en-IN" smtClean="0"/>
              <a:t>02-06-2023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F6BB8-DE46-4A38-BD4C-D455479F56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91595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09A54-09F7-4318-A09B-C3ABF3A18FB1}" type="datetimeFigureOut">
              <a:rPr lang="en-IN" smtClean="0"/>
              <a:t>02-06-2023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F6BB8-DE46-4A38-BD4C-D455479F56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7428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09A54-09F7-4318-A09B-C3ABF3A18FB1}" type="datetimeFigureOut">
              <a:rPr lang="en-IN" smtClean="0"/>
              <a:t>02-06-2023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F6BB8-DE46-4A38-BD4C-D455479F56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06519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09A54-09F7-4318-A09B-C3ABF3A18FB1}" type="datetimeFigureOut">
              <a:rPr lang="en-IN" smtClean="0"/>
              <a:t>02-06-2023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F6BB8-DE46-4A38-BD4C-D455479F56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66094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09A54-09F7-4318-A09B-C3ABF3A18FB1}" type="datetimeFigureOut">
              <a:rPr lang="en-IN" smtClean="0"/>
              <a:t>02-06-2023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F6BB8-DE46-4A38-BD4C-D455479F56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1627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09A54-09F7-4318-A09B-C3ABF3A18FB1}" type="datetimeFigureOut">
              <a:rPr lang="en-IN" smtClean="0"/>
              <a:t>02-06-2023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F6BB8-DE46-4A38-BD4C-D455479F56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47814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09A54-09F7-4318-A09B-C3ABF3A18FB1}" type="datetimeFigureOut">
              <a:rPr lang="en-IN" smtClean="0"/>
              <a:t>02-06-2023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F6BB8-DE46-4A38-BD4C-D455479F56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79428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09A54-09F7-4318-A09B-C3ABF3A18FB1}" type="datetimeFigureOut">
              <a:rPr lang="en-IN" smtClean="0"/>
              <a:t>02-06-2023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F6BB8-DE46-4A38-BD4C-D455479F56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48672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09A54-09F7-4318-A09B-C3ABF3A18FB1}" type="datetimeFigureOut">
              <a:rPr lang="en-IN" smtClean="0"/>
              <a:t>02-06-2023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F6BB8-DE46-4A38-BD4C-D455479F56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1554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09A54-09F7-4318-A09B-C3ABF3A18FB1}" type="datetimeFigureOut">
              <a:rPr lang="en-IN" smtClean="0"/>
              <a:t>02-06-2023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F6BB8-DE46-4A38-BD4C-D455479F56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4553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209A54-09F7-4318-A09B-C3ABF3A18FB1}" type="datetimeFigureOut">
              <a:rPr lang="en-IN" smtClean="0"/>
              <a:t>02-06-2023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DF6BB8-DE46-4A38-BD4C-D455479F56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1511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448" y="0"/>
            <a:ext cx="9147448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97500" y="6121664"/>
            <a:ext cx="230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By: Manas Tuwani</a:t>
            </a:r>
          </a:p>
        </p:txBody>
      </p:sp>
    </p:spTree>
    <p:extLst>
      <p:ext uri="{BB962C8B-B14F-4D97-AF65-F5344CB8AC3E}">
        <p14:creationId xmlns:p14="http://schemas.microsoft.com/office/powerpoint/2010/main" val="27958965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IN" sz="3500" b="1" u="sng" dirty="0">
                <a:solidFill>
                  <a:srgbClr val="FFFFFF"/>
                </a:solidFill>
              </a:rPr>
              <a:t>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699" y="1878129"/>
            <a:ext cx="7293023" cy="36833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IN" sz="2400" dirty="0"/>
              <a:t>JAVA is Object Oriented Programming Language which has developed by “SUN MICROSYSTEMS” &amp; later on it was acquired by Oracle. JAVA is the secured and “platform independent” language which is using to develop the online applications, secured applications, online games etc.</a:t>
            </a:r>
          </a:p>
        </p:txBody>
      </p:sp>
    </p:spTree>
    <p:extLst>
      <p:ext uri="{BB962C8B-B14F-4D97-AF65-F5344CB8AC3E}">
        <p14:creationId xmlns:p14="http://schemas.microsoft.com/office/powerpoint/2010/main" val="29232339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195E51-6DBF-ACDE-CF68-B5675BE15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200" b="1" i="0" u="sng" dirty="0">
                <a:solidFill>
                  <a:srgbClr val="FFFFFF"/>
                </a:solidFill>
                <a:effectLst/>
                <a:latin typeface="erdana"/>
              </a:rPr>
              <a:t>Application Of Java</a:t>
            </a:r>
            <a:br>
              <a:rPr lang="en-US" sz="3200" b="0" i="0" dirty="0">
                <a:solidFill>
                  <a:srgbClr val="FFFFFF"/>
                </a:solidFill>
                <a:effectLst/>
                <a:latin typeface="erdana"/>
              </a:rPr>
            </a:br>
            <a:endParaRPr lang="en-IN" sz="32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505CDF-23C7-4C82-210D-4DA32BE6B5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700" b="0" i="0" dirty="0">
                <a:effectLst/>
                <a:latin typeface="inter-regular"/>
              </a:rPr>
              <a:t>According to Sun, 13 billion devices run Java. There are many devices where Java is currently used. Some of them are as follows:</a:t>
            </a:r>
          </a:p>
          <a:p>
            <a:pPr marL="0" indent="0">
              <a:buNone/>
            </a:pPr>
            <a:endParaRPr lang="en-US" sz="1700" b="0" i="0" dirty="0">
              <a:effectLst/>
              <a:latin typeface="inter-regular"/>
            </a:endParaRPr>
          </a:p>
          <a:p>
            <a:pPr>
              <a:buFont typeface="+mj-lt"/>
              <a:buAutoNum type="arabicPeriod"/>
            </a:pPr>
            <a:r>
              <a:rPr lang="en-US" sz="1700" b="0" i="0" dirty="0">
                <a:effectLst/>
                <a:latin typeface="inter-regular"/>
              </a:rPr>
              <a:t>Desktop Applications such as acrobat reader, media player, antivirus, etc.</a:t>
            </a:r>
          </a:p>
          <a:p>
            <a:pPr>
              <a:buFont typeface="+mj-lt"/>
              <a:buAutoNum type="arabicPeriod"/>
            </a:pPr>
            <a:r>
              <a:rPr lang="en-US" sz="1700" b="0" i="0" dirty="0">
                <a:effectLst/>
                <a:latin typeface="inter-regular"/>
              </a:rPr>
              <a:t>Web Applications such as irctc.co.in, javatpoint.com, etc.</a:t>
            </a:r>
          </a:p>
          <a:p>
            <a:pPr>
              <a:buFont typeface="+mj-lt"/>
              <a:buAutoNum type="arabicPeriod"/>
            </a:pPr>
            <a:r>
              <a:rPr lang="en-US" sz="1700" b="0" i="0" dirty="0">
                <a:effectLst/>
                <a:latin typeface="inter-regular"/>
              </a:rPr>
              <a:t>Enterprise Applications such as banking applications.</a:t>
            </a:r>
          </a:p>
          <a:p>
            <a:pPr>
              <a:buFont typeface="+mj-lt"/>
              <a:buAutoNum type="arabicPeriod"/>
            </a:pPr>
            <a:r>
              <a:rPr lang="en-US" sz="1700" b="0" i="0" dirty="0">
                <a:effectLst/>
                <a:latin typeface="inter-regular"/>
              </a:rPr>
              <a:t>Mobile</a:t>
            </a:r>
          </a:p>
          <a:p>
            <a:pPr>
              <a:buFont typeface="+mj-lt"/>
              <a:buAutoNum type="arabicPeriod"/>
            </a:pPr>
            <a:r>
              <a:rPr lang="en-US" sz="1700" b="0" i="0" dirty="0">
                <a:effectLst/>
                <a:latin typeface="inter-regular"/>
              </a:rPr>
              <a:t>Embedded System</a:t>
            </a:r>
          </a:p>
          <a:p>
            <a:pPr>
              <a:buFont typeface="+mj-lt"/>
              <a:buAutoNum type="arabicPeriod"/>
            </a:pPr>
            <a:r>
              <a:rPr lang="en-US" sz="1700" b="0" i="0" dirty="0">
                <a:effectLst/>
                <a:latin typeface="inter-regular"/>
              </a:rPr>
              <a:t>Smart Card</a:t>
            </a:r>
          </a:p>
          <a:p>
            <a:pPr>
              <a:buFont typeface="+mj-lt"/>
              <a:buAutoNum type="arabicPeriod"/>
            </a:pPr>
            <a:r>
              <a:rPr lang="en-US" sz="1700" b="0" i="0" dirty="0">
                <a:effectLst/>
                <a:latin typeface="inter-regular"/>
              </a:rPr>
              <a:t>Robotics</a:t>
            </a:r>
          </a:p>
          <a:p>
            <a:pPr>
              <a:buFont typeface="+mj-lt"/>
              <a:buAutoNum type="arabicPeriod"/>
            </a:pPr>
            <a:r>
              <a:rPr lang="en-US" sz="1700" b="0" i="0" dirty="0">
                <a:effectLst/>
                <a:latin typeface="inter-regular"/>
              </a:rPr>
              <a:t>Games, etc.</a:t>
            </a:r>
          </a:p>
          <a:p>
            <a:pPr marL="0" indent="0">
              <a:buNone/>
            </a:pPr>
            <a:endParaRPr lang="en-IN" sz="1700" dirty="0"/>
          </a:p>
        </p:txBody>
      </p:sp>
    </p:spTree>
    <p:extLst>
      <p:ext uri="{BB962C8B-B14F-4D97-AF65-F5344CB8AC3E}">
        <p14:creationId xmlns:p14="http://schemas.microsoft.com/office/powerpoint/2010/main" val="19160781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2F95BD-1333-0159-DC7B-9F3BAF85F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IN" sz="3200" b="0" i="0" u="sng" dirty="0">
                <a:solidFill>
                  <a:srgbClr val="FFFFFF"/>
                </a:solidFill>
                <a:effectLst/>
                <a:latin typeface="erdana"/>
              </a:rPr>
              <a:t>Java Version History</a:t>
            </a:r>
            <a:br>
              <a:rPr lang="en-IN" sz="2200" b="0" i="0" u="sng" dirty="0">
                <a:solidFill>
                  <a:srgbClr val="FFFFFF"/>
                </a:solidFill>
                <a:effectLst/>
                <a:latin typeface="erdana"/>
              </a:rPr>
            </a:br>
            <a:br>
              <a:rPr lang="en-IN" sz="2200" b="0" i="0" dirty="0">
                <a:solidFill>
                  <a:srgbClr val="FFFFFF"/>
                </a:solidFill>
                <a:effectLst/>
                <a:latin typeface="erdana"/>
              </a:rPr>
            </a:br>
            <a:endParaRPr lang="en-IN" sz="22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1C1F91-2A6A-CB2C-8B5D-34FDA8A21F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5486" y="2492896"/>
            <a:ext cx="7293023" cy="3796691"/>
          </a:xfrm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  <a:buFont typeface="+mj-lt"/>
              <a:buAutoNum type="arabicPeriod"/>
            </a:pPr>
            <a:r>
              <a:rPr lang="en-IN" sz="1400" b="0" i="0" dirty="0">
                <a:effectLst/>
                <a:latin typeface="inter-regular"/>
              </a:rPr>
              <a:t>JDK Alpha and Beta (1995)</a:t>
            </a:r>
          </a:p>
          <a:p>
            <a:pPr>
              <a:lnSpc>
                <a:spcPct val="90000"/>
              </a:lnSpc>
              <a:buFont typeface="+mj-lt"/>
              <a:buAutoNum type="arabicPeriod"/>
            </a:pPr>
            <a:r>
              <a:rPr lang="en-IN" sz="1400" b="0" i="0" dirty="0">
                <a:effectLst/>
                <a:latin typeface="inter-regular"/>
              </a:rPr>
              <a:t>JDK 1.0 (23rd Jan 1996)</a:t>
            </a:r>
          </a:p>
          <a:p>
            <a:pPr>
              <a:lnSpc>
                <a:spcPct val="90000"/>
              </a:lnSpc>
              <a:buFont typeface="+mj-lt"/>
              <a:buAutoNum type="arabicPeriod"/>
            </a:pPr>
            <a:r>
              <a:rPr lang="en-IN" sz="1400" b="0" i="0" dirty="0">
                <a:effectLst/>
                <a:latin typeface="inter-regular"/>
              </a:rPr>
              <a:t>JDK 1.1 (19th Feb 1997)</a:t>
            </a:r>
          </a:p>
          <a:p>
            <a:pPr>
              <a:lnSpc>
                <a:spcPct val="90000"/>
              </a:lnSpc>
              <a:buFont typeface="+mj-lt"/>
              <a:buAutoNum type="arabicPeriod"/>
            </a:pPr>
            <a:r>
              <a:rPr lang="en-IN" sz="1400" b="0" i="0" dirty="0">
                <a:effectLst/>
                <a:latin typeface="inter-regular"/>
              </a:rPr>
              <a:t>J2SE 1.2 (8th Dec 1998)</a:t>
            </a:r>
          </a:p>
          <a:p>
            <a:pPr>
              <a:lnSpc>
                <a:spcPct val="90000"/>
              </a:lnSpc>
              <a:buFont typeface="+mj-lt"/>
              <a:buAutoNum type="arabicPeriod"/>
            </a:pPr>
            <a:r>
              <a:rPr lang="en-IN" sz="1400" b="0" i="0" dirty="0">
                <a:effectLst/>
                <a:latin typeface="inter-regular"/>
              </a:rPr>
              <a:t>J2SE 1.3 (8th May 2000)</a:t>
            </a:r>
          </a:p>
          <a:p>
            <a:pPr>
              <a:lnSpc>
                <a:spcPct val="90000"/>
              </a:lnSpc>
              <a:buFont typeface="+mj-lt"/>
              <a:buAutoNum type="arabicPeriod"/>
            </a:pPr>
            <a:r>
              <a:rPr lang="en-IN" sz="1400" b="0" i="0" dirty="0">
                <a:effectLst/>
                <a:latin typeface="inter-regular"/>
              </a:rPr>
              <a:t>J2SE 1.4 (6th Feb 2002)</a:t>
            </a:r>
          </a:p>
          <a:p>
            <a:pPr>
              <a:lnSpc>
                <a:spcPct val="90000"/>
              </a:lnSpc>
              <a:buFont typeface="+mj-lt"/>
              <a:buAutoNum type="arabicPeriod"/>
            </a:pPr>
            <a:r>
              <a:rPr lang="en-IN" sz="1400" b="0" i="0" dirty="0">
                <a:effectLst/>
                <a:latin typeface="inter-regular"/>
              </a:rPr>
              <a:t>J2SE 5.0 (30th Sep 2004)</a:t>
            </a:r>
          </a:p>
          <a:p>
            <a:pPr>
              <a:lnSpc>
                <a:spcPct val="90000"/>
              </a:lnSpc>
              <a:buFont typeface="+mj-lt"/>
              <a:buAutoNum type="arabicPeriod"/>
            </a:pPr>
            <a:r>
              <a:rPr lang="en-IN" sz="1400" b="0" i="0" dirty="0">
                <a:effectLst/>
                <a:latin typeface="inter-regular"/>
              </a:rPr>
              <a:t>Java SE 6 (11th Dec 2006)</a:t>
            </a:r>
          </a:p>
          <a:p>
            <a:pPr>
              <a:lnSpc>
                <a:spcPct val="90000"/>
              </a:lnSpc>
              <a:buFont typeface="+mj-lt"/>
              <a:buAutoNum type="arabicPeriod"/>
            </a:pPr>
            <a:r>
              <a:rPr lang="en-IN" sz="1400" b="0" i="0" dirty="0">
                <a:effectLst/>
                <a:latin typeface="inter-regular"/>
              </a:rPr>
              <a:t>Java SE 7 (28th July 2011)</a:t>
            </a:r>
          </a:p>
          <a:p>
            <a:pPr>
              <a:lnSpc>
                <a:spcPct val="90000"/>
              </a:lnSpc>
              <a:buFont typeface="+mj-lt"/>
              <a:buAutoNum type="arabicPeriod"/>
            </a:pPr>
            <a:r>
              <a:rPr lang="en-IN" sz="1400" b="0" i="0" dirty="0">
                <a:effectLst/>
                <a:latin typeface="inter-regular"/>
              </a:rPr>
              <a:t>Java SE 8 (18th Mar 2014)</a:t>
            </a:r>
          </a:p>
          <a:p>
            <a:pPr>
              <a:lnSpc>
                <a:spcPct val="90000"/>
              </a:lnSpc>
              <a:buFont typeface="+mj-lt"/>
              <a:buAutoNum type="arabicPeriod"/>
            </a:pPr>
            <a:r>
              <a:rPr lang="en-IN" sz="1400" b="0" i="0" dirty="0">
                <a:effectLst/>
                <a:latin typeface="inter-regular"/>
              </a:rPr>
              <a:t>Java SE 9 (21st Sep 2017)</a:t>
            </a:r>
          </a:p>
          <a:p>
            <a:pPr>
              <a:lnSpc>
                <a:spcPct val="90000"/>
              </a:lnSpc>
              <a:buFont typeface="+mj-lt"/>
              <a:buAutoNum type="arabicPeriod"/>
            </a:pPr>
            <a:r>
              <a:rPr lang="en-IN" sz="1400" b="0" i="0" dirty="0">
                <a:effectLst/>
                <a:latin typeface="inter-regular"/>
              </a:rPr>
              <a:t>Java SE 10 (20th Mar 2018)</a:t>
            </a:r>
          </a:p>
          <a:p>
            <a:pPr>
              <a:lnSpc>
                <a:spcPct val="90000"/>
              </a:lnSpc>
              <a:buFont typeface="+mj-lt"/>
              <a:buAutoNum type="arabicPeriod"/>
            </a:pPr>
            <a:r>
              <a:rPr lang="en-IN" sz="1400" b="0" i="0" dirty="0">
                <a:effectLst/>
                <a:latin typeface="inter-regular"/>
              </a:rPr>
              <a:t>Java SE 11 (September 2018)</a:t>
            </a:r>
          </a:p>
          <a:p>
            <a:pPr>
              <a:lnSpc>
                <a:spcPct val="90000"/>
              </a:lnSpc>
              <a:buFont typeface="+mj-lt"/>
              <a:buAutoNum type="arabicPeriod"/>
            </a:pPr>
            <a:r>
              <a:rPr lang="en-IN" sz="1400" b="0" i="0" dirty="0">
                <a:effectLst/>
                <a:latin typeface="inter-regular"/>
              </a:rPr>
              <a:t>Java SE 12 (March 2019)</a:t>
            </a:r>
          </a:p>
          <a:p>
            <a:pPr>
              <a:lnSpc>
                <a:spcPct val="90000"/>
              </a:lnSpc>
              <a:buFont typeface="+mj-lt"/>
              <a:buAutoNum type="arabicPeriod"/>
            </a:pPr>
            <a:r>
              <a:rPr lang="en-IN" sz="1400" b="0" i="0" dirty="0">
                <a:effectLst/>
                <a:latin typeface="inter-regular"/>
              </a:rPr>
              <a:t>Java SE 13 (September 2019)</a:t>
            </a:r>
          </a:p>
          <a:p>
            <a:pPr>
              <a:lnSpc>
                <a:spcPct val="90000"/>
              </a:lnSpc>
              <a:buFont typeface="+mj-lt"/>
              <a:buAutoNum type="arabicPeriod"/>
            </a:pPr>
            <a:r>
              <a:rPr lang="en-IN" sz="1400" b="0" i="0" dirty="0">
                <a:effectLst/>
                <a:latin typeface="inter-regular"/>
              </a:rPr>
              <a:t>Java SE 14 (Mar 2020)</a:t>
            </a:r>
          </a:p>
          <a:p>
            <a:pPr>
              <a:lnSpc>
                <a:spcPct val="90000"/>
              </a:lnSpc>
              <a:buFont typeface="+mj-lt"/>
              <a:buAutoNum type="arabicPeriod"/>
            </a:pPr>
            <a:r>
              <a:rPr lang="en-IN" sz="1400" b="0" i="0" dirty="0">
                <a:effectLst/>
                <a:latin typeface="inter-regular"/>
              </a:rPr>
              <a:t>Java SE 15 (September 2020)</a:t>
            </a:r>
          </a:p>
          <a:p>
            <a:pPr>
              <a:lnSpc>
                <a:spcPct val="90000"/>
              </a:lnSpc>
              <a:buFont typeface="+mj-lt"/>
              <a:buAutoNum type="arabicPeriod"/>
            </a:pPr>
            <a:r>
              <a:rPr lang="en-IN" sz="1400" b="0" i="0" dirty="0">
                <a:effectLst/>
                <a:latin typeface="inter-regular"/>
              </a:rPr>
              <a:t>Java SE 16 (Mar 2021)</a:t>
            </a:r>
          </a:p>
          <a:p>
            <a:pPr>
              <a:lnSpc>
                <a:spcPct val="90000"/>
              </a:lnSpc>
              <a:buFont typeface="+mj-lt"/>
              <a:buAutoNum type="arabicPeriod"/>
            </a:pPr>
            <a:r>
              <a:rPr lang="en-IN" sz="1400" b="0" i="0" dirty="0">
                <a:effectLst/>
                <a:latin typeface="inter-regular"/>
              </a:rPr>
              <a:t>Java SE 17 (September 2021)</a:t>
            </a:r>
          </a:p>
          <a:p>
            <a:pPr>
              <a:lnSpc>
                <a:spcPct val="90000"/>
              </a:lnSpc>
              <a:buFont typeface="+mj-lt"/>
              <a:buAutoNum type="arabicPeriod"/>
            </a:pPr>
            <a:r>
              <a:rPr lang="en-IN" sz="1400" b="0" i="0" dirty="0">
                <a:effectLst/>
                <a:latin typeface="inter-regular"/>
              </a:rPr>
              <a:t>Java SE 18 (to be released by March 2022)</a:t>
            </a:r>
          </a:p>
          <a:p>
            <a:pPr marL="0" indent="0">
              <a:lnSpc>
                <a:spcPct val="90000"/>
              </a:lnSpc>
              <a:buNone/>
            </a:pP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14401449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IN" sz="3200" b="1" u="sng" dirty="0">
                <a:solidFill>
                  <a:srgbClr val="FFFFFF"/>
                </a:solidFill>
              </a:rPr>
              <a:t>Features of Java</a:t>
            </a:r>
            <a:br>
              <a:rPr lang="en-IN" sz="3200" dirty="0">
                <a:solidFill>
                  <a:srgbClr val="FFFFFF"/>
                </a:solidFill>
              </a:rPr>
            </a:br>
            <a:endParaRPr lang="en-IN" sz="3200" dirty="0">
              <a:solidFill>
                <a:srgbClr val="FFFF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IN" sz="2000" dirty="0"/>
              <a:t> Java is Platform independent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2000" dirty="0"/>
              <a:t>Java is Object Oriented language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2000" dirty="0"/>
              <a:t>Java is Simple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2000" dirty="0"/>
              <a:t>Java is Robust Language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2000" dirty="0"/>
              <a:t> Java is Secured Language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2000" dirty="0"/>
              <a:t>Java is Portable</a:t>
            </a:r>
          </a:p>
        </p:txBody>
      </p:sp>
    </p:spTree>
    <p:extLst>
      <p:ext uri="{BB962C8B-B14F-4D97-AF65-F5344CB8AC3E}">
        <p14:creationId xmlns:p14="http://schemas.microsoft.com/office/powerpoint/2010/main" val="24344018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348266-CE6A-6518-6BA6-005AA7A07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200" b="1" i="0" u="sng" dirty="0">
                <a:solidFill>
                  <a:srgbClr val="FFFFFF"/>
                </a:solidFill>
                <a:effectLst/>
                <a:latin typeface="Heebo" panose="020B0604020202020204" pitchFamily="2" charset="-79"/>
                <a:cs typeface="Heebo" panose="020B0604020202020204" pitchFamily="2" charset="-79"/>
              </a:rPr>
              <a:t>Popular Java Editors</a:t>
            </a:r>
            <a:br>
              <a:rPr lang="en-US" sz="3200" b="0" i="0" dirty="0">
                <a:solidFill>
                  <a:srgbClr val="FFFFFF"/>
                </a:solidFill>
                <a:effectLst/>
                <a:latin typeface="Heebo" panose="020B0604020202020204" pitchFamily="2" charset="-79"/>
                <a:cs typeface="Heebo" panose="020B0604020202020204" pitchFamily="2" charset="-79"/>
              </a:rPr>
            </a:br>
            <a:endParaRPr lang="en-IN" sz="32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5DF917-935E-D56C-E1E5-BE4B43264A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700" b="0" i="0" dirty="0">
                <a:effectLst/>
                <a:latin typeface="Nunito" pitchFamily="2" charset="0"/>
              </a:rPr>
              <a:t>To write your Java programs, you will need a text editor. There are even more sophisticated IDEs available in the market. But for now, you can consider one of the following :</a:t>
            </a:r>
          </a:p>
          <a:p>
            <a:pPr marL="0" indent="0">
              <a:buNone/>
            </a:pPr>
            <a:endParaRPr lang="en-US" sz="1700" b="0" i="0" dirty="0">
              <a:effectLst/>
              <a:latin typeface="Nunito" pitchFamily="2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700" b="1" i="0" dirty="0">
                <a:effectLst/>
                <a:latin typeface="Nunito" pitchFamily="2" charset="0"/>
              </a:rPr>
              <a:t>Notepad</a:t>
            </a:r>
            <a:r>
              <a:rPr lang="en-US" sz="1700" b="0" i="0" dirty="0">
                <a:effectLst/>
                <a:latin typeface="Nunito" pitchFamily="2" charset="0"/>
              </a:rPr>
              <a:t> − On Windows machine, you can use any simple text editor like Notepad, </a:t>
            </a:r>
            <a:r>
              <a:rPr lang="en-US" sz="1700" b="0" i="0" dirty="0" err="1">
                <a:effectLst/>
                <a:latin typeface="Nunito" pitchFamily="2" charset="0"/>
              </a:rPr>
              <a:t>Textpad</a:t>
            </a:r>
            <a:r>
              <a:rPr lang="en-US" sz="1700" b="0" i="0" dirty="0">
                <a:effectLst/>
                <a:latin typeface="Nunito" pitchFamily="2" charset="0"/>
              </a:rPr>
              <a:t> etc.</a:t>
            </a:r>
          </a:p>
          <a:p>
            <a:pPr marL="0" indent="0">
              <a:buNone/>
            </a:pPr>
            <a:endParaRPr lang="en-US" sz="1700" b="0" i="0" dirty="0">
              <a:effectLst/>
              <a:latin typeface="Nunito" pitchFamily="2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700" b="1" i="0" dirty="0" err="1">
                <a:effectLst/>
                <a:latin typeface="Nunito" pitchFamily="2" charset="0"/>
              </a:rPr>
              <a:t>Netbeans</a:t>
            </a:r>
            <a:r>
              <a:rPr lang="en-US" sz="1700" b="0" i="0" dirty="0">
                <a:effectLst/>
                <a:latin typeface="Nunito" pitchFamily="2" charset="0"/>
              </a:rPr>
              <a:t> − A Java IDE that is open-source.</a:t>
            </a:r>
          </a:p>
          <a:p>
            <a:pPr marL="0" indent="0">
              <a:buNone/>
            </a:pPr>
            <a:endParaRPr lang="en-US" sz="1700" b="0" i="0" dirty="0">
              <a:effectLst/>
              <a:latin typeface="Nunito" pitchFamily="2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700" b="1" i="0" dirty="0">
                <a:effectLst/>
                <a:latin typeface="Nunito" pitchFamily="2" charset="0"/>
              </a:rPr>
              <a:t>Eclipse</a:t>
            </a:r>
            <a:r>
              <a:rPr lang="en-US" sz="1700" b="0" i="0" dirty="0">
                <a:effectLst/>
                <a:latin typeface="Nunito" pitchFamily="2" charset="0"/>
              </a:rPr>
              <a:t> − Eclipse is also open source and most popular IDE for Java</a:t>
            </a:r>
          </a:p>
          <a:p>
            <a:pPr marL="0" indent="0">
              <a:buNone/>
            </a:pPr>
            <a:endParaRPr lang="en-IN" sz="1700" dirty="0"/>
          </a:p>
        </p:txBody>
      </p:sp>
    </p:spTree>
    <p:extLst>
      <p:ext uri="{BB962C8B-B14F-4D97-AF65-F5344CB8AC3E}">
        <p14:creationId xmlns:p14="http://schemas.microsoft.com/office/powerpoint/2010/main" val="4488585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IN" sz="3500" b="1">
                <a:solidFill>
                  <a:srgbClr val="FFFFFF"/>
                </a:solidFill>
              </a:rPr>
              <a:t>STRUCTURE OF THE JAVA PROGRAM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IN" sz="1800" dirty="0"/>
              <a:t>package </a:t>
            </a:r>
            <a:r>
              <a:rPr lang="en-IN" sz="1800" dirty="0" err="1"/>
              <a:t>packagename</a:t>
            </a:r>
            <a:r>
              <a:rPr lang="en-IN" sz="1800" dirty="0"/>
              <a:t>;</a:t>
            </a:r>
          </a:p>
          <a:p>
            <a:pPr marL="0" indent="0">
              <a:lnSpc>
                <a:spcPct val="90000"/>
              </a:lnSpc>
              <a:buNone/>
            </a:pPr>
            <a:endParaRPr lang="en-IN" sz="1800" dirty="0"/>
          </a:p>
          <a:p>
            <a:pPr marL="0" indent="0">
              <a:lnSpc>
                <a:spcPct val="90000"/>
              </a:lnSpc>
              <a:buNone/>
            </a:pPr>
            <a:r>
              <a:rPr lang="en-IN" sz="1800" dirty="0"/>
              <a:t>import Statements (Optional);</a:t>
            </a:r>
          </a:p>
          <a:p>
            <a:pPr marL="0" indent="0">
              <a:lnSpc>
                <a:spcPct val="90000"/>
              </a:lnSpc>
              <a:buNone/>
            </a:pPr>
            <a:endParaRPr lang="en-IN" sz="1800" dirty="0"/>
          </a:p>
          <a:p>
            <a:pPr marL="0" indent="0">
              <a:lnSpc>
                <a:spcPct val="90000"/>
              </a:lnSpc>
              <a:buNone/>
            </a:pPr>
            <a:r>
              <a:rPr lang="en-IN" sz="1800" dirty="0"/>
              <a:t>public class </a:t>
            </a:r>
            <a:r>
              <a:rPr lang="en-IN" sz="1800" dirty="0" err="1"/>
              <a:t>ClassName</a:t>
            </a:r>
            <a:r>
              <a:rPr lang="en-IN" sz="1800" dirty="0"/>
              <a:t> {</a:t>
            </a:r>
          </a:p>
          <a:p>
            <a:pPr marL="0" indent="0">
              <a:lnSpc>
                <a:spcPct val="90000"/>
              </a:lnSpc>
              <a:buNone/>
            </a:pPr>
            <a:endParaRPr lang="en-IN" sz="1800" dirty="0"/>
          </a:p>
          <a:p>
            <a:pPr marL="0" indent="0">
              <a:lnSpc>
                <a:spcPct val="90000"/>
              </a:lnSpc>
              <a:buNone/>
            </a:pPr>
            <a:r>
              <a:rPr lang="en-IN" sz="1800" dirty="0"/>
              <a:t>public  static void main(String[] </a:t>
            </a:r>
            <a:r>
              <a:rPr lang="en-IN" sz="1800" dirty="0" err="1"/>
              <a:t>args</a:t>
            </a:r>
            <a:r>
              <a:rPr lang="en-IN" sz="1800" dirty="0"/>
              <a:t>) 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IN" sz="1800" dirty="0"/>
              <a:t>{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IN" sz="1800" dirty="0"/>
              <a:t>     Statements;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IN" sz="1800" dirty="0"/>
              <a:t>     Statements;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IN" sz="1800" dirty="0"/>
              <a:t>     Statements;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IN" sz="1800" dirty="0"/>
              <a:t>  }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IN" sz="18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698057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IN" sz="3500" b="1">
                <a:solidFill>
                  <a:srgbClr val="FFFFFF"/>
                </a:solidFill>
              </a:rPr>
              <a:t>Naming Conventions in 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IN" sz="1700" dirty="0"/>
              <a:t> Java is pure case sensitive language and strictly following the below naming conventions.</a:t>
            </a:r>
          </a:p>
          <a:p>
            <a:pPr marL="0" indent="0">
              <a:buNone/>
            </a:pPr>
            <a:endParaRPr lang="en-IN" sz="1700" dirty="0"/>
          </a:p>
          <a:p>
            <a:pPr marL="0" indent="0">
              <a:buNone/>
            </a:pPr>
            <a:r>
              <a:rPr lang="en-IN" sz="1700" b="1" dirty="0"/>
              <a:t>Package:</a:t>
            </a:r>
            <a:r>
              <a:rPr lang="en-IN" sz="1700" dirty="0"/>
              <a:t> package name should always start with lower case.</a:t>
            </a:r>
          </a:p>
          <a:p>
            <a:pPr marL="0" indent="0">
              <a:buNone/>
            </a:pPr>
            <a:r>
              <a:rPr lang="en-IN" sz="1700" dirty="0"/>
              <a:t>Example: package </a:t>
            </a:r>
            <a:r>
              <a:rPr lang="en-IN" sz="1700" dirty="0" err="1"/>
              <a:t>packone</a:t>
            </a:r>
            <a:r>
              <a:rPr lang="en-IN" sz="1700" dirty="0"/>
              <a:t>;</a:t>
            </a:r>
          </a:p>
          <a:p>
            <a:pPr marL="0" indent="0">
              <a:buNone/>
            </a:pPr>
            <a:r>
              <a:rPr lang="en-IN" sz="1700" dirty="0"/>
              <a:t>Package pack2 etc.</a:t>
            </a:r>
          </a:p>
          <a:p>
            <a:pPr marL="0" indent="0">
              <a:buNone/>
            </a:pPr>
            <a:endParaRPr lang="en-IN" sz="1700" dirty="0"/>
          </a:p>
          <a:p>
            <a:pPr marL="0" indent="0">
              <a:buNone/>
            </a:pPr>
            <a:r>
              <a:rPr lang="en-IN" sz="1700" b="1" dirty="0"/>
              <a:t>Class: </a:t>
            </a:r>
            <a:r>
              <a:rPr lang="en-IN" sz="1700" dirty="0"/>
              <a:t>Class name should start with upper case and first character of every word in a class name should be upper case.</a:t>
            </a:r>
          </a:p>
          <a:p>
            <a:pPr marL="0" indent="0">
              <a:buNone/>
            </a:pPr>
            <a:r>
              <a:rPr lang="en-IN" sz="1700" dirty="0"/>
              <a:t>Example: class </a:t>
            </a:r>
            <a:r>
              <a:rPr lang="en-IN" sz="1700" dirty="0" err="1"/>
              <a:t>ClassOne</a:t>
            </a:r>
            <a:endParaRPr lang="en-IN" sz="1700" dirty="0"/>
          </a:p>
          <a:p>
            <a:pPr marL="0" indent="0">
              <a:buNone/>
            </a:pPr>
            <a:r>
              <a:rPr lang="en-IN" sz="1700" dirty="0"/>
              <a:t>Class </a:t>
            </a:r>
            <a:r>
              <a:rPr lang="en-IN" sz="1700" dirty="0" err="1"/>
              <a:t>ClassOneTwo</a:t>
            </a:r>
            <a:endParaRPr lang="en-IN" sz="1700" dirty="0"/>
          </a:p>
        </p:txBody>
      </p:sp>
    </p:spTree>
    <p:extLst>
      <p:ext uri="{BB962C8B-B14F-4D97-AF65-F5344CB8AC3E}">
        <p14:creationId xmlns:p14="http://schemas.microsoft.com/office/powerpoint/2010/main" val="32336751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IN" sz="3500" b="1">
                <a:solidFill>
                  <a:srgbClr val="FFFFFF"/>
                </a:solidFill>
              </a:rPr>
              <a:t>Naming Conventions in Java</a:t>
            </a:r>
            <a:endParaRPr lang="en-IN" sz="3500">
              <a:solidFill>
                <a:srgbClr val="FFFF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IN" sz="2400" dirty="0"/>
              <a:t>Method/Function: Method/Function should starts with lower case and first character of second word onwards should be upper case.</a:t>
            </a:r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r>
              <a:rPr lang="en-IN" sz="2400" dirty="0"/>
              <a:t>Example: </a:t>
            </a:r>
            <a:r>
              <a:rPr lang="en-IN" sz="2400" dirty="0" err="1"/>
              <a:t>methodOne</a:t>
            </a:r>
            <a:r>
              <a:rPr lang="en-IN" sz="2400" dirty="0"/>
              <a:t>(); </a:t>
            </a:r>
            <a:r>
              <a:rPr lang="en-IN" sz="2400" dirty="0" err="1"/>
              <a:t>methodOneTwo</a:t>
            </a:r>
            <a:r>
              <a:rPr lang="en-IN" sz="2400" dirty="0"/>
              <a:t>()</a:t>
            </a:r>
          </a:p>
          <a:p>
            <a:endParaRPr lang="en-IN" sz="1700" dirty="0"/>
          </a:p>
        </p:txBody>
      </p:sp>
    </p:spTree>
    <p:extLst>
      <p:ext uri="{BB962C8B-B14F-4D97-AF65-F5344CB8AC3E}">
        <p14:creationId xmlns:p14="http://schemas.microsoft.com/office/powerpoint/2010/main" val="38578780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IN" sz="3500" b="1">
                <a:solidFill>
                  <a:srgbClr val="FFFFFF"/>
                </a:solidFill>
              </a:rPr>
              <a:t>Note: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699" y="1772816"/>
            <a:ext cx="7293023" cy="3683358"/>
          </a:xfrm>
        </p:spPr>
        <p:txBody>
          <a:bodyPr anchor="ctr"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2400" dirty="0"/>
              <a:t>method name, package name, class name should not contain spaces and special characters, should start with alphabets and can contains numeric. </a:t>
            </a:r>
          </a:p>
        </p:txBody>
      </p:sp>
    </p:spTree>
    <p:extLst>
      <p:ext uri="{BB962C8B-B14F-4D97-AF65-F5344CB8AC3E}">
        <p14:creationId xmlns:p14="http://schemas.microsoft.com/office/powerpoint/2010/main" val="25674979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IN" sz="3500" b="1">
                <a:solidFill>
                  <a:srgbClr val="FFFFFF"/>
                </a:solidFill>
              </a:rPr>
              <a:t>OPERATORS IN 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IN" sz="1600" dirty="0"/>
              <a:t>We are using operators to perform the operations in a java program. We are using 3 different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IN" sz="1600" dirty="0"/>
              <a:t>types of operators in JAVA.</a:t>
            </a:r>
          </a:p>
          <a:p>
            <a:pPr marL="0" indent="0">
              <a:lnSpc>
                <a:spcPct val="90000"/>
              </a:lnSpc>
              <a:buNone/>
            </a:pPr>
            <a:endParaRPr lang="en-IN" sz="1600" dirty="0"/>
          </a:p>
          <a:p>
            <a:pPr marL="0" indent="0">
              <a:lnSpc>
                <a:spcPct val="90000"/>
              </a:lnSpc>
              <a:buNone/>
            </a:pPr>
            <a:r>
              <a:rPr lang="en-IN" sz="1600" b="1" dirty="0"/>
              <a:t>Note: Without using operators we can’t write even single program in Java</a:t>
            </a:r>
          </a:p>
          <a:p>
            <a:pPr marL="0" indent="0">
              <a:lnSpc>
                <a:spcPct val="90000"/>
              </a:lnSpc>
              <a:buNone/>
            </a:pPr>
            <a:endParaRPr lang="en-IN" sz="1600" b="1" dirty="0"/>
          </a:p>
          <a:p>
            <a:pPr marL="0" indent="0">
              <a:lnSpc>
                <a:spcPct val="90000"/>
              </a:lnSpc>
              <a:buNone/>
            </a:pPr>
            <a:r>
              <a:rPr lang="en-IN" sz="1600" b="1" dirty="0"/>
              <a:t>1. Arithmetic Operators</a:t>
            </a:r>
            <a:r>
              <a:rPr lang="en-IN" sz="1600" dirty="0"/>
              <a:t>: We are using arithmetic operators to perform mathematical operations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IN" sz="1600" dirty="0"/>
              <a:t>like addition, subtraction, multiplication etc.</a:t>
            </a:r>
          </a:p>
          <a:p>
            <a:pPr marL="0" indent="0">
              <a:lnSpc>
                <a:spcPct val="90000"/>
              </a:lnSpc>
              <a:buNone/>
            </a:pPr>
            <a:endParaRPr lang="en-IN" sz="1600" dirty="0"/>
          </a:p>
          <a:p>
            <a:pPr marL="0" indent="0">
              <a:lnSpc>
                <a:spcPct val="90000"/>
              </a:lnSpc>
              <a:buNone/>
            </a:pPr>
            <a:r>
              <a:rPr lang="en-IN" sz="1600" dirty="0"/>
              <a:t>Addition, string concatenation     +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IN" sz="1600" dirty="0"/>
              <a:t>Subtraction, negation                    -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IN" sz="1600" dirty="0"/>
              <a:t>Multiplication                                  *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IN" sz="1600" dirty="0"/>
              <a:t>Division                                            /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IN" sz="1600" dirty="0"/>
              <a:t>Reminder                                         %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IN" sz="1600" dirty="0"/>
              <a:t>Equal                                                =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IN" sz="1600" dirty="0"/>
              <a:t>Increment                                       ++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IN" sz="1600" dirty="0"/>
              <a:t>Decrement                                      --</a:t>
            </a:r>
          </a:p>
        </p:txBody>
      </p:sp>
    </p:spTree>
    <p:extLst>
      <p:ext uri="{BB962C8B-B14F-4D97-AF65-F5344CB8AC3E}">
        <p14:creationId xmlns:p14="http://schemas.microsoft.com/office/powerpoint/2010/main" val="33154537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IN" sz="3500" b="1">
                <a:solidFill>
                  <a:srgbClr val="FFFFFF"/>
                </a:solidFill>
              </a:rPr>
              <a:t>OPERATORS IN JAVA</a:t>
            </a:r>
            <a:endParaRPr lang="en-IN" sz="3500">
              <a:solidFill>
                <a:srgbClr val="FFFF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IN" sz="1700" b="1" dirty="0"/>
              <a:t>2. Conditional Operators: </a:t>
            </a:r>
            <a:r>
              <a:rPr lang="en-IN" sz="1700" dirty="0"/>
              <a:t>To check/verify the conditions in a java program. (Relational operators). These are giving Boolean results.</a:t>
            </a:r>
          </a:p>
          <a:p>
            <a:endParaRPr lang="en-IN" sz="1700" dirty="0"/>
          </a:p>
          <a:p>
            <a:endParaRPr lang="en-IN" sz="1700" dirty="0"/>
          </a:p>
          <a:p>
            <a:pPr marL="0" indent="0">
              <a:buNone/>
            </a:pPr>
            <a:r>
              <a:rPr lang="en-IN" sz="1700" dirty="0"/>
              <a:t> Less than                                &lt;</a:t>
            </a:r>
          </a:p>
          <a:p>
            <a:pPr marL="0" indent="0">
              <a:buNone/>
            </a:pPr>
            <a:r>
              <a:rPr lang="en-IN" sz="1700" dirty="0"/>
              <a:t>Greater than                           &gt;</a:t>
            </a:r>
          </a:p>
          <a:p>
            <a:pPr marL="0" indent="0">
              <a:buNone/>
            </a:pPr>
            <a:r>
              <a:rPr lang="en-IN" sz="1700" dirty="0"/>
              <a:t>Less than equal to                  &lt;=</a:t>
            </a:r>
          </a:p>
          <a:p>
            <a:pPr marL="0" indent="0">
              <a:buNone/>
            </a:pPr>
            <a:r>
              <a:rPr lang="en-IN" sz="1700" dirty="0"/>
              <a:t>Greater equal                          &gt;=</a:t>
            </a:r>
          </a:p>
          <a:p>
            <a:pPr marL="0" indent="0">
              <a:buNone/>
            </a:pPr>
            <a:r>
              <a:rPr lang="en-IN" sz="1700" dirty="0"/>
              <a:t>Double equal                           ==</a:t>
            </a:r>
          </a:p>
          <a:p>
            <a:pPr marL="0" indent="0">
              <a:buNone/>
            </a:pPr>
            <a:r>
              <a:rPr lang="en-IN" sz="1700" dirty="0"/>
              <a:t>Not equal                                 !=</a:t>
            </a:r>
          </a:p>
        </p:txBody>
      </p:sp>
    </p:spTree>
    <p:extLst>
      <p:ext uri="{BB962C8B-B14F-4D97-AF65-F5344CB8AC3E}">
        <p14:creationId xmlns:p14="http://schemas.microsoft.com/office/powerpoint/2010/main" val="29271553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IN" sz="3500" b="1">
                <a:solidFill>
                  <a:srgbClr val="FFFFFF"/>
                </a:solidFill>
              </a:rPr>
              <a:t>OPERATORS IN JAVA</a:t>
            </a:r>
            <a:endParaRPr lang="en-IN" sz="3500">
              <a:solidFill>
                <a:srgbClr val="FFFF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IN" sz="1700" b="1" dirty="0"/>
              <a:t>3. Logical Operators: </a:t>
            </a:r>
            <a:r>
              <a:rPr lang="en-IN" sz="1700" dirty="0"/>
              <a:t>To perform the logical operations in a Java Program.</a:t>
            </a:r>
          </a:p>
          <a:p>
            <a:pPr marL="0" indent="0">
              <a:buNone/>
            </a:pPr>
            <a:endParaRPr lang="en-IN" sz="1700" dirty="0"/>
          </a:p>
          <a:p>
            <a:pPr marL="0" indent="0">
              <a:buNone/>
            </a:pPr>
            <a:r>
              <a:rPr lang="en-IN" sz="1700" dirty="0"/>
              <a:t>AND (Any 1 condition false result false)   &amp;&amp;</a:t>
            </a:r>
          </a:p>
          <a:p>
            <a:pPr marL="0" indent="0">
              <a:buNone/>
            </a:pPr>
            <a:r>
              <a:rPr lang="en-IN" sz="1700" dirty="0"/>
              <a:t>OR (Any 1 condition true result true)        ||</a:t>
            </a:r>
          </a:p>
          <a:p>
            <a:pPr marL="0" indent="0">
              <a:buNone/>
            </a:pPr>
            <a:endParaRPr lang="en-IN" sz="1700" dirty="0"/>
          </a:p>
          <a:p>
            <a:pPr marL="0" indent="0">
              <a:buNone/>
            </a:pPr>
            <a:r>
              <a:rPr lang="en-IN" sz="1700" b="1" dirty="0"/>
              <a:t>Note: </a:t>
            </a:r>
            <a:r>
              <a:rPr lang="en-IN" sz="1700" dirty="0"/>
              <a:t>Operators are mandatory in every language but the syntaxes are different from one language to another language</a:t>
            </a:r>
          </a:p>
        </p:txBody>
      </p:sp>
    </p:spTree>
    <p:extLst>
      <p:ext uri="{BB962C8B-B14F-4D97-AF65-F5344CB8AC3E}">
        <p14:creationId xmlns:p14="http://schemas.microsoft.com/office/powerpoint/2010/main" val="27401438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428</TotalTime>
  <Words>755</Words>
  <Application>Microsoft Office PowerPoint</Application>
  <PresentationFormat>On-screen Show (4:3)</PresentationFormat>
  <Paragraphs>114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</vt:lpstr>
      <vt:lpstr>Calibri</vt:lpstr>
      <vt:lpstr>erdana</vt:lpstr>
      <vt:lpstr>Heebo</vt:lpstr>
      <vt:lpstr>inter-regular</vt:lpstr>
      <vt:lpstr>Nunito</vt:lpstr>
      <vt:lpstr>Wingdings</vt:lpstr>
      <vt:lpstr>Office Theme</vt:lpstr>
      <vt:lpstr>PowerPoint Presentation</vt:lpstr>
      <vt:lpstr>JAVA</vt:lpstr>
      <vt:lpstr>Application Of Java </vt:lpstr>
      <vt:lpstr>Java Version History  </vt:lpstr>
      <vt:lpstr>Features of Java </vt:lpstr>
      <vt:lpstr>Popular Java Editors </vt:lpstr>
      <vt:lpstr>STRUCTURE OF THE JAVA PROGRAM</vt:lpstr>
      <vt:lpstr>Naming Conventions in Java</vt:lpstr>
      <vt:lpstr>Naming Conventions in Java</vt:lpstr>
      <vt:lpstr>Note:</vt:lpstr>
      <vt:lpstr>OPERATORS IN JAVA</vt:lpstr>
      <vt:lpstr>OPERATORS IN JAVA</vt:lpstr>
      <vt:lpstr>OPERATORS IN JAVA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1403375</dc:creator>
  <cp:lastModifiedBy>Manas Tuwani</cp:lastModifiedBy>
  <cp:revision>13</cp:revision>
  <dcterms:created xsi:type="dcterms:W3CDTF">2022-05-03T07:25:11Z</dcterms:created>
  <dcterms:modified xsi:type="dcterms:W3CDTF">2023-06-02T14:09:56Z</dcterms:modified>
</cp:coreProperties>
</file>