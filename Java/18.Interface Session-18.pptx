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4" r:id="rId5"/>
    <p:sldId id="265" r:id="rId6"/>
    <p:sldId id="260" r:id="rId7"/>
    <p:sldId id="261" r:id="rId8"/>
    <p:sldId id="262" r:id="rId9"/>
    <p:sldId id="259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2B187F6F-A0EF-4EA9-8277-1D5FFDE4F839}"/>
    <pc:docChg chg="modSld">
      <pc:chgData name="Manas Tuwani" userId="5d421215-a11f-4a6e-90ca-e8ac2213fab6" providerId="ADAL" clId="{2B187F6F-A0EF-4EA9-8277-1D5FFDE4F839}" dt="2024-04-23T02:40:18.938" v="13" actId="20577"/>
      <pc:docMkLst>
        <pc:docMk/>
      </pc:docMkLst>
      <pc:sldChg chg="modSp mod">
        <pc:chgData name="Manas Tuwani" userId="5d421215-a11f-4a6e-90ca-e8ac2213fab6" providerId="ADAL" clId="{2B187F6F-A0EF-4EA9-8277-1D5FFDE4F839}" dt="2024-04-23T02:40:18.938" v="13" actId="20577"/>
        <pc:sldMkLst>
          <pc:docMk/>
          <pc:sldMk cId="2990165746" sldId="258"/>
        </pc:sldMkLst>
        <pc:spChg chg="mod">
          <ac:chgData name="Manas Tuwani" userId="5d421215-a11f-4a6e-90ca-e8ac2213fab6" providerId="ADAL" clId="{2B187F6F-A0EF-4EA9-8277-1D5FFDE4F839}" dt="2024-04-23T02:40:18.938" v="13" actId="20577"/>
          <ac:spMkLst>
            <pc:docMk/>
            <pc:sldMk cId="2990165746" sldId="258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1144CB43-202D-4A44-B6AB-477C82D4806A}"/>
    <pc:docChg chg="undo custSel addSld modSld sldOrd">
      <pc:chgData name="Manas Tuwani" userId="5d421215-a11f-4a6e-90ca-e8ac2213fab6" providerId="ADAL" clId="{1144CB43-202D-4A44-B6AB-477C82D4806A}" dt="2022-07-28T13:24:57.777" v="244" actId="27636"/>
      <pc:docMkLst>
        <pc:docMk/>
      </pc:docMkLst>
      <pc:sldChg chg="addSp modSp mod setBg">
        <pc:chgData name="Manas Tuwani" userId="5d421215-a11f-4a6e-90ca-e8ac2213fab6" providerId="ADAL" clId="{1144CB43-202D-4A44-B6AB-477C82D4806A}" dt="2022-07-28T13:24:57.777" v="244" actId="27636"/>
        <pc:sldMkLst>
          <pc:docMk/>
          <pc:sldMk cId="2990165746" sldId="258"/>
        </pc:sldMkLst>
        <pc:spChg chg="mod">
          <ac:chgData name="Manas Tuwani" userId="5d421215-a11f-4a6e-90ca-e8ac2213fab6" providerId="ADAL" clId="{1144CB43-202D-4A44-B6AB-477C82D4806A}" dt="2022-07-27T15:44:02.599" v="10" actId="26606"/>
          <ac:spMkLst>
            <pc:docMk/>
            <pc:sldMk cId="2990165746" sldId="258"/>
            <ac:spMk id="2" creationId="{00000000-0000-0000-0000-000000000000}"/>
          </ac:spMkLst>
        </pc:spChg>
        <pc:spChg chg="mod">
          <ac:chgData name="Manas Tuwani" userId="5d421215-a11f-4a6e-90ca-e8ac2213fab6" providerId="ADAL" clId="{1144CB43-202D-4A44-B6AB-477C82D4806A}" dt="2022-07-28T13:24:57.777" v="244" actId="27636"/>
          <ac:spMkLst>
            <pc:docMk/>
            <pc:sldMk cId="2990165746" sldId="258"/>
            <ac:spMk id="3" creationId="{00000000-0000-0000-0000-000000000000}"/>
          </ac:spMkLst>
        </pc:spChg>
        <pc:spChg chg="add">
          <ac:chgData name="Manas Tuwani" userId="5d421215-a11f-4a6e-90ca-e8ac2213fab6" providerId="ADAL" clId="{1144CB43-202D-4A44-B6AB-477C82D4806A}" dt="2022-07-27T15:44:02.599" v="10" actId="26606"/>
          <ac:spMkLst>
            <pc:docMk/>
            <pc:sldMk cId="2990165746" sldId="258"/>
            <ac:spMk id="8" creationId="{488333BA-AE6E-427A-9B16-A39C8073F4EB}"/>
          </ac:spMkLst>
        </pc:spChg>
        <pc:spChg chg="add">
          <ac:chgData name="Manas Tuwani" userId="5d421215-a11f-4a6e-90ca-e8ac2213fab6" providerId="ADAL" clId="{1144CB43-202D-4A44-B6AB-477C82D4806A}" dt="2022-07-27T15:44:02.599" v="10" actId="26606"/>
          <ac:spMkLst>
            <pc:docMk/>
            <pc:sldMk cId="2990165746" sldId="258"/>
            <ac:spMk id="10" creationId="{F98ED85F-DCEE-4B50-802E-71A6E3E12B04}"/>
          </ac:spMkLst>
        </pc:spChg>
      </pc:sldChg>
      <pc:sldChg chg="addSp modSp mod ord setBg">
        <pc:chgData name="Manas Tuwani" userId="5d421215-a11f-4a6e-90ca-e8ac2213fab6" providerId="ADAL" clId="{1144CB43-202D-4A44-B6AB-477C82D4806A}" dt="2022-07-28T13:09:30.986" v="236"/>
        <pc:sldMkLst>
          <pc:docMk/>
          <pc:sldMk cId="1776717979" sldId="259"/>
        </pc:sldMkLst>
        <pc:spChg chg="mod">
          <ac:chgData name="Manas Tuwani" userId="5d421215-a11f-4a6e-90ca-e8ac2213fab6" providerId="ADAL" clId="{1144CB43-202D-4A44-B6AB-477C82D4806A}" dt="2022-07-28T11:18:16.555" v="87" actId="20577"/>
          <ac:spMkLst>
            <pc:docMk/>
            <pc:sldMk cId="1776717979" sldId="259"/>
            <ac:spMk id="3" creationId="{00000000-0000-0000-0000-000000000000}"/>
          </ac:spMkLst>
        </pc:spChg>
        <pc:spChg chg="add">
          <ac:chgData name="Manas Tuwani" userId="5d421215-a11f-4a6e-90ca-e8ac2213fab6" providerId="ADAL" clId="{1144CB43-202D-4A44-B6AB-477C82D4806A}" dt="2022-07-27T15:44:11.236" v="11" actId="26606"/>
          <ac:spMkLst>
            <pc:docMk/>
            <pc:sldMk cId="1776717979" sldId="259"/>
            <ac:spMk id="8" creationId="{488333BA-AE6E-427A-9B16-A39C8073F4EB}"/>
          </ac:spMkLst>
        </pc:spChg>
        <pc:spChg chg="add">
          <ac:chgData name="Manas Tuwani" userId="5d421215-a11f-4a6e-90ca-e8ac2213fab6" providerId="ADAL" clId="{1144CB43-202D-4A44-B6AB-477C82D4806A}" dt="2022-07-27T15:44:11.236" v="11" actId="26606"/>
          <ac:spMkLst>
            <pc:docMk/>
            <pc:sldMk cId="1776717979" sldId="259"/>
            <ac:spMk id="10" creationId="{F98ED85F-DCEE-4B50-802E-71A6E3E12B04}"/>
          </ac:spMkLst>
        </pc:spChg>
      </pc:sldChg>
      <pc:sldChg chg="modSp">
        <pc:chgData name="Manas Tuwani" userId="5d421215-a11f-4a6e-90ca-e8ac2213fab6" providerId="ADAL" clId="{1144CB43-202D-4A44-B6AB-477C82D4806A}" dt="2022-07-28T10:57:38.360" v="48" actId="1076"/>
        <pc:sldMkLst>
          <pc:docMk/>
          <pc:sldMk cId="2735106550" sldId="260"/>
        </pc:sldMkLst>
        <pc:picChg chg="mod">
          <ac:chgData name="Manas Tuwani" userId="5d421215-a11f-4a6e-90ca-e8ac2213fab6" providerId="ADAL" clId="{1144CB43-202D-4A44-B6AB-477C82D4806A}" dt="2022-07-28T10:57:38.360" v="48" actId="1076"/>
          <ac:picMkLst>
            <pc:docMk/>
            <pc:sldMk cId="2735106550" sldId="260"/>
            <ac:picMk id="1026" creationId="{00000000-0000-0000-0000-000000000000}"/>
          </ac:picMkLst>
        </pc:picChg>
      </pc:sldChg>
      <pc:sldChg chg="addSp delSp modSp new mod setBg">
        <pc:chgData name="Manas Tuwani" userId="5d421215-a11f-4a6e-90ca-e8ac2213fab6" providerId="ADAL" clId="{1144CB43-202D-4A44-B6AB-477C82D4806A}" dt="2022-07-27T15:43:48.108" v="9" actId="26606"/>
        <pc:sldMkLst>
          <pc:docMk/>
          <pc:sldMk cId="4290492048" sldId="262"/>
        </pc:sldMkLst>
        <pc:spChg chg="add del">
          <ac:chgData name="Manas Tuwani" userId="5d421215-a11f-4a6e-90ca-e8ac2213fab6" providerId="ADAL" clId="{1144CB43-202D-4A44-B6AB-477C82D4806A}" dt="2022-07-27T15:43:48.104" v="8" actId="26606"/>
          <ac:spMkLst>
            <pc:docMk/>
            <pc:sldMk cId="4290492048" sldId="262"/>
            <ac:spMk id="8" creationId="{32BC26D8-82FB-445E-AA49-62A77D7C1EE0}"/>
          </ac:spMkLst>
        </pc:spChg>
        <pc:spChg chg="add del">
          <ac:chgData name="Manas Tuwani" userId="5d421215-a11f-4a6e-90ca-e8ac2213fab6" providerId="ADAL" clId="{1144CB43-202D-4A44-B6AB-477C82D4806A}" dt="2022-07-27T15:43:48.104" v="8" actId="26606"/>
          <ac:spMkLst>
            <pc:docMk/>
            <pc:sldMk cId="4290492048" sldId="262"/>
            <ac:spMk id="10" creationId="{CB44330D-EA18-4254-AA95-EB49948539B8}"/>
          </ac:spMkLst>
        </pc:spChg>
        <pc:spChg chg="add">
          <ac:chgData name="Manas Tuwani" userId="5d421215-a11f-4a6e-90ca-e8ac2213fab6" providerId="ADAL" clId="{1144CB43-202D-4A44-B6AB-477C82D4806A}" dt="2022-07-27T15:43:48.108" v="9" actId="26606"/>
          <ac:spMkLst>
            <pc:docMk/>
            <pc:sldMk cId="4290492048" sldId="262"/>
            <ac:spMk id="12" creationId="{6FA8F714-B9D8-488A-8CCA-E9948FF913A9}"/>
          </ac:spMkLst>
        </pc:spChg>
        <pc:spChg chg="add">
          <ac:chgData name="Manas Tuwani" userId="5d421215-a11f-4a6e-90ca-e8ac2213fab6" providerId="ADAL" clId="{1144CB43-202D-4A44-B6AB-477C82D4806A}" dt="2022-07-27T15:43:48.108" v="9" actId="26606"/>
          <ac:spMkLst>
            <pc:docMk/>
            <pc:sldMk cId="4290492048" sldId="262"/>
            <ac:spMk id="13" creationId="{B9FF99BD-075F-4761-A995-6FC574BD25EA}"/>
          </ac:spMkLst>
        </pc:spChg>
        <pc:spChg chg="add">
          <ac:chgData name="Manas Tuwani" userId="5d421215-a11f-4a6e-90ca-e8ac2213fab6" providerId="ADAL" clId="{1144CB43-202D-4A44-B6AB-477C82D4806A}" dt="2022-07-27T15:43:48.108" v="9" actId="26606"/>
          <ac:spMkLst>
            <pc:docMk/>
            <pc:sldMk cId="4290492048" sldId="262"/>
            <ac:spMk id="14" creationId="{A7B21A54-9BA3-4EA9-B460-5A829ADD9051}"/>
          </ac:spMkLst>
        </pc:spChg>
        <pc:picChg chg="add mod">
          <ac:chgData name="Manas Tuwani" userId="5d421215-a11f-4a6e-90ca-e8ac2213fab6" providerId="ADAL" clId="{1144CB43-202D-4A44-B6AB-477C82D4806A}" dt="2022-07-27T15:43:48.108" v="9" actId="26606"/>
          <ac:picMkLst>
            <pc:docMk/>
            <pc:sldMk cId="4290492048" sldId="262"/>
            <ac:picMk id="3" creationId="{EE887380-33B1-ADC8-D1FA-B958D5D73AFA}"/>
          </ac:picMkLst>
        </pc:picChg>
        <pc:picChg chg="add del mod">
          <ac:chgData name="Manas Tuwani" userId="5d421215-a11f-4a6e-90ca-e8ac2213fab6" providerId="ADAL" clId="{1144CB43-202D-4A44-B6AB-477C82D4806A}" dt="2022-07-27T15:43:37.615" v="5" actId="478"/>
          <ac:picMkLst>
            <pc:docMk/>
            <pc:sldMk cId="4290492048" sldId="262"/>
            <ac:picMk id="1026" creationId="{920A58AF-E225-8386-4E7A-BFBB623249FC}"/>
          </ac:picMkLst>
        </pc:picChg>
      </pc:sldChg>
      <pc:sldChg chg="addSp delSp modSp new mod">
        <pc:chgData name="Manas Tuwani" userId="5d421215-a11f-4a6e-90ca-e8ac2213fab6" providerId="ADAL" clId="{1144CB43-202D-4A44-B6AB-477C82D4806A}" dt="2022-07-28T11:00:15.691" v="70"/>
        <pc:sldMkLst>
          <pc:docMk/>
          <pc:sldMk cId="3415336368" sldId="263"/>
        </pc:sldMkLst>
        <pc:spChg chg="mod">
          <ac:chgData name="Manas Tuwani" userId="5d421215-a11f-4a6e-90ca-e8ac2213fab6" providerId="ADAL" clId="{1144CB43-202D-4A44-B6AB-477C82D4806A}" dt="2022-07-28T10:59:06.260" v="59" actId="27636"/>
          <ac:spMkLst>
            <pc:docMk/>
            <pc:sldMk cId="3415336368" sldId="263"/>
            <ac:spMk id="2" creationId="{0C07AC1E-6561-4A94-622B-32CB2C22D097}"/>
          </ac:spMkLst>
        </pc:spChg>
        <pc:spChg chg="mod">
          <ac:chgData name="Manas Tuwani" userId="5d421215-a11f-4a6e-90ca-e8ac2213fab6" providerId="ADAL" clId="{1144CB43-202D-4A44-B6AB-477C82D4806A}" dt="2022-07-28T10:59:39.002" v="68" actId="1076"/>
          <ac:spMkLst>
            <pc:docMk/>
            <pc:sldMk cId="3415336368" sldId="263"/>
            <ac:spMk id="3" creationId="{C0101CF9-2ACE-3803-5482-7F1286DB03DE}"/>
          </ac:spMkLst>
        </pc:spChg>
        <pc:spChg chg="add del">
          <ac:chgData name="Manas Tuwani" userId="5d421215-a11f-4a6e-90ca-e8ac2213fab6" providerId="ADAL" clId="{1144CB43-202D-4A44-B6AB-477C82D4806A}" dt="2022-07-28T11:00:15.691" v="70"/>
          <ac:spMkLst>
            <pc:docMk/>
            <pc:sldMk cId="3415336368" sldId="263"/>
            <ac:spMk id="4" creationId="{72FFE2F0-60B2-4ED1-CC88-BCD86027DE2B}"/>
          </ac:spMkLst>
        </pc:spChg>
      </pc:sldChg>
      <pc:sldChg chg="addSp modSp new mod">
        <pc:chgData name="Manas Tuwani" userId="5d421215-a11f-4a6e-90ca-e8ac2213fab6" providerId="ADAL" clId="{1144CB43-202D-4A44-B6AB-477C82D4806A}" dt="2022-07-28T11:26:39.847" v="199" actId="115"/>
        <pc:sldMkLst>
          <pc:docMk/>
          <pc:sldMk cId="2492777194" sldId="264"/>
        </pc:sldMkLst>
        <pc:spChg chg="mod">
          <ac:chgData name="Manas Tuwani" userId="5d421215-a11f-4a6e-90ca-e8ac2213fab6" providerId="ADAL" clId="{1144CB43-202D-4A44-B6AB-477C82D4806A}" dt="2022-07-28T11:20:24.871" v="91" actId="120"/>
          <ac:spMkLst>
            <pc:docMk/>
            <pc:sldMk cId="2492777194" sldId="264"/>
            <ac:spMk id="2" creationId="{6215CE1A-3A1C-2E72-5536-DBBE2D87F79B}"/>
          </ac:spMkLst>
        </pc:spChg>
        <pc:spChg chg="mod">
          <ac:chgData name="Manas Tuwani" userId="5d421215-a11f-4a6e-90ca-e8ac2213fab6" providerId="ADAL" clId="{1144CB43-202D-4A44-B6AB-477C82D4806A}" dt="2022-07-28T11:26:39.847" v="199" actId="115"/>
          <ac:spMkLst>
            <pc:docMk/>
            <pc:sldMk cId="2492777194" sldId="264"/>
            <ac:spMk id="3" creationId="{6CFB3946-D8FC-48E5-70AB-C6C060D018FD}"/>
          </ac:spMkLst>
        </pc:spChg>
        <pc:spChg chg="add mod">
          <ac:chgData name="Manas Tuwani" userId="5d421215-a11f-4a6e-90ca-e8ac2213fab6" providerId="ADAL" clId="{1144CB43-202D-4A44-B6AB-477C82D4806A}" dt="2022-07-28T11:25:23.850" v="186" actId="207"/>
          <ac:spMkLst>
            <pc:docMk/>
            <pc:sldMk cId="2492777194" sldId="264"/>
            <ac:spMk id="4" creationId="{FD2DF9A6-0840-84B5-F54A-78C79E6C3383}"/>
          </ac:spMkLst>
        </pc:spChg>
      </pc:sldChg>
      <pc:sldChg chg="addSp delSp modSp new mod">
        <pc:chgData name="Manas Tuwani" userId="5d421215-a11f-4a6e-90ca-e8ac2213fab6" providerId="ADAL" clId="{1144CB43-202D-4A44-B6AB-477C82D4806A}" dt="2022-07-28T13:23:45.707" v="238" actId="22"/>
        <pc:sldMkLst>
          <pc:docMk/>
          <pc:sldMk cId="828731634" sldId="265"/>
        </pc:sldMkLst>
        <pc:spChg chg="mod">
          <ac:chgData name="Manas Tuwani" userId="5d421215-a11f-4a6e-90ca-e8ac2213fab6" providerId="ADAL" clId="{1144CB43-202D-4A44-B6AB-477C82D4806A}" dt="2022-07-28T11:28:30.084" v="205" actId="27636"/>
          <ac:spMkLst>
            <pc:docMk/>
            <pc:sldMk cId="828731634" sldId="265"/>
            <ac:spMk id="2" creationId="{64575A7A-021D-DD26-552F-A6A0CD47239F}"/>
          </ac:spMkLst>
        </pc:spChg>
        <pc:spChg chg="del mod">
          <ac:chgData name="Manas Tuwani" userId="5d421215-a11f-4a6e-90ca-e8ac2213fab6" providerId="ADAL" clId="{1144CB43-202D-4A44-B6AB-477C82D4806A}" dt="2022-07-28T13:23:45.707" v="238" actId="22"/>
          <ac:spMkLst>
            <pc:docMk/>
            <pc:sldMk cId="828731634" sldId="265"/>
            <ac:spMk id="3" creationId="{71CCC4EC-F252-F54E-1BCB-ED3C9F982346}"/>
          </ac:spMkLst>
        </pc:spChg>
        <pc:picChg chg="add mod ord">
          <ac:chgData name="Manas Tuwani" userId="5d421215-a11f-4a6e-90ca-e8ac2213fab6" providerId="ADAL" clId="{1144CB43-202D-4A44-B6AB-477C82D4806A}" dt="2022-07-28T13:23:45.707" v="238" actId="22"/>
          <ac:picMkLst>
            <pc:docMk/>
            <pc:sldMk cId="828731634" sldId="265"/>
            <ac:picMk id="5" creationId="{71B86C7F-4E3C-1628-5D6D-F080E7D4175A}"/>
          </ac:picMkLst>
        </pc:picChg>
      </pc:sldChg>
      <pc:sldChg chg="addSp modSp new mod">
        <pc:chgData name="Manas Tuwani" userId="5d421215-a11f-4a6e-90ca-e8ac2213fab6" providerId="ADAL" clId="{1144CB43-202D-4A44-B6AB-477C82D4806A}" dt="2022-07-28T13:09:09.678" v="234" actId="14100"/>
        <pc:sldMkLst>
          <pc:docMk/>
          <pc:sldMk cId="1882329439" sldId="266"/>
        </pc:sldMkLst>
        <pc:spChg chg="mod">
          <ac:chgData name="Manas Tuwani" userId="5d421215-a11f-4a6e-90ca-e8ac2213fab6" providerId="ADAL" clId="{1144CB43-202D-4A44-B6AB-477C82D4806A}" dt="2022-07-28T13:05:00.831" v="220" actId="255"/>
          <ac:spMkLst>
            <pc:docMk/>
            <pc:sldMk cId="1882329439" sldId="266"/>
            <ac:spMk id="2" creationId="{0AA07A26-7E87-3384-0E34-679CED0E2979}"/>
          </ac:spMkLst>
        </pc:spChg>
        <pc:spChg chg="mod">
          <ac:chgData name="Manas Tuwani" userId="5d421215-a11f-4a6e-90ca-e8ac2213fab6" providerId="ADAL" clId="{1144CB43-202D-4A44-B6AB-477C82D4806A}" dt="2022-07-28T13:08:55.735" v="229" actId="20577"/>
          <ac:spMkLst>
            <pc:docMk/>
            <pc:sldMk cId="1882329439" sldId="266"/>
            <ac:spMk id="3" creationId="{2C80D544-9CFC-B1E0-6DD1-E76C2E3B6CA9}"/>
          </ac:spMkLst>
        </pc:spChg>
        <pc:picChg chg="add mod">
          <ac:chgData name="Manas Tuwani" userId="5d421215-a11f-4a6e-90ca-e8ac2213fab6" providerId="ADAL" clId="{1144CB43-202D-4A44-B6AB-477C82D4806A}" dt="2022-07-28T13:09:09.678" v="234" actId="14100"/>
          <ac:picMkLst>
            <pc:docMk/>
            <pc:sldMk cId="1882329439" sldId="266"/>
            <ac:picMk id="5" creationId="{E6408E37-4844-C2AF-1D7C-77E68FA8B8E5}"/>
          </ac:picMkLst>
        </pc:picChg>
      </pc:sldChg>
    </pc:docChg>
  </pc:docChgLst>
  <pc:docChgLst>
    <pc:chgData name="Manas Tuwani" userId="5d421215-a11f-4a6e-90ca-e8ac2213fab6" providerId="ADAL" clId="{6A425189-C043-4F50-9965-9CAFC39338F9}"/>
    <pc:docChg chg="undo custSel modSld">
      <pc:chgData name="Manas Tuwani" userId="5d421215-a11f-4a6e-90ca-e8ac2213fab6" providerId="ADAL" clId="{6A425189-C043-4F50-9965-9CAFC39338F9}" dt="2022-12-20T01:56:29.401" v="22" actId="1076"/>
      <pc:docMkLst>
        <pc:docMk/>
      </pc:docMkLst>
      <pc:sldChg chg="modSp mod">
        <pc:chgData name="Manas Tuwani" userId="5d421215-a11f-4a6e-90ca-e8ac2213fab6" providerId="ADAL" clId="{6A425189-C043-4F50-9965-9CAFC39338F9}" dt="2022-12-20T01:56:29.401" v="22" actId="1076"/>
        <pc:sldMkLst>
          <pc:docMk/>
          <pc:sldMk cId="1882329439" sldId="266"/>
        </pc:sldMkLst>
        <pc:spChg chg="mod">
          <ac:chgData name="Manas Tuwani" userId="5d421215-a11f-4a6e-90ca-e8ac2213fab6" providerId="ADAL" clId="{6A425189-C043-4F50-9965-9CAFC39338F9}" dt="2022-12-20T01:56:29.401" v="22" actId="1076"/>
          <ac:spMkLst>
            <pc:docMk/>
            <pc:sldMk cId="1882329439" sldId="266"/>
            <ac:spMk id="3" creationId="{2C80D544-9CFC-B1E0-6DD1-E76C2E3B6CA9}"/>
          </ac:spMkLst>
        </pc:spChg>
        <pc:picChg chg="mod">
          <ac:chgData name="Manas Tuwani" userId="5d421215-a11f-4a6e-90ca-e8ac2213fab6" providerId="ADAL" clId="{6A425189-C043-4F50-9965-9CAFC39338F9}" dt="2022-12-20T01:56:25.082" v="21" actId="14100"/>
          <ac:picMkLst>
            <pc:docMk/>
            <pc:sldMk cId="1882329439" sldId="266"/>
            <ac:picMk id="5" creationId="{E6408E37-4844-C2AF-1D7C-77E68FA8B8E5}"/>
          </ac:picMkLst>
        </pc:picChg>
      </pc:sldChg>
    </pc:docChg>
  </pc:docChgLst>
  <pc:docChgLst>
    <pc:chgData name="Manas Tuwani" userId="5d421215-a11f-4a6e-90ca-e8ac2213fab6" providerId="ADAL" clId="{19176CA8-4A06-4228-8823-398F62914A45}"/>
    <pc:docChg chg="custSel addSld modSld">
      <pc:chgData name="Manas Tuwani" userId="5d421215-a11f-4a6e-90ca-e8ac2213fab6" providerId="ADAL" clId="{19176CA8-4A06-4228-8823-398F62914A45}" dt="2022-09-22T12:39:15.265" v="5" actId="26606"/>
      <pc:docMkLst>
        <pc:docMk/>
      </pc:docMkLst>
      <pc:sldChg chg="addSp modSp new mod setBg">
        <pc:chgData name="Manas Tuwani" userId="5d421215-a11f-4a6e-90ca-e8ac2213fab6" providerId="ADAL" clId="{19176CA8-4A06-4228-8823-398F62914A45}" dt="2022-09-22T12:38:55.927" v="2" actId="26606"/>
        <pc:sldMkLst>
          <pc:docMk/>
          <pc:sldMk cId="2619263325" sldId="267"/>
        </pc:sldMkLst>
        <pc:spChg chg="add">
          <ac:chgData name="Manas Tuwani" userId="5d421215-a11f-4a6e-90ca-e8ac2213fab6" providerId="ADAL" clId="{19176CA8-4A06-4228-8823-398F62914A45}" dt="2022-09-22T12:38:55.927" v="2" actId="26606"/>
          <ac:spMkLst>
            <pc:docMk/>
            <pc:sldMk cId="2619263325" sldId="267"/>
            <ac:spMk id="8" creationId="{F3060C83-F051-4F0E-ABAD-AA0DFC48B218}"/>
          </ac:spMkLst>
        </pc:spChg>
        <pc:spChg chg="add">
          <ac:chgData name="Manas Tuwani" userId="5d421215-a11f-4a6e-90ca-e8ac2213fab6" providerId="ADAL" clId="{19176CA8-4A06-4228-8823-398F62914A45}" dt="2022-09-22T12:38:55.927" v="2" actId="26606"/>
          <ac:spMkLst>
            <pc:docMk/>
            <pc:sldMk cId="2619263325" sldId="267"/>
            <ac:spMk id="10" creationId="{83C98ABE-055B-441F-B07E-44F97F083C39}"/>
          </ac:spMkLst>
        </pc:spChg>
        <pc:spChg chg="add">
          <ac:chgData name="Manas Tuwani" userId="5d421215-a11f-4a6e-90ca-e8ac2213fab6" providerId="ADAL" clId="{19176CA8-4A06-4228-8823-398F62914A45}" dt="2022-09-22T12:38:55.927" v="2" actId="26606"/>
          <ac:spMkLst>
            <pc:docMk/>
            <pc:sldMk cId="2619263325" sldId="267"/>
            <ac:spMk id="12" creationId="{29FDB030-9B49-4CED-8CCD-4D99382388AC}"/>
          </ac:spMkLst>
        </pc:spChg>
        <pc:spChg chg="add">
          <ac:chgData name="Manas Tuwani" userId="5d421215-a11f-4a6e-90ca-e8ac2213fab6" providerId="ADAL" clId="{19176CA8-4A06-4228-8823-398F62914A45}" dt="2022-09-22T12:38:55.927" v="2" actId="26606"/>
          <ac:spMkLst>
            <pc:docMk/>
            <pc:sldMk cId="2619263325" sldId="267"/>
            <ac:spMk id="14" creationId="{3783CA14-24A1-485C-8B30-D6A5D87987AD}"/>
          </ac:spMkLst>
        </pc:spChg>
        <pc:spChg chg="add">
          <ac:chgData name="Manas Tuwani" userId="5d421215-a11f-4a6e-90ca-e8ac2213fab6" providerId="ADAL" clId="{19176CA8-4A06-4228-8823-398F62914A45}" dt="2022-09-22T12:38:55.927" v="2" actId="26606"/>
          <ac:spMkLst>
            <pc:docMk/>
            <pc:sldMk cId="2619263325" sldId="267"/>
            <ac:spMk id="16" creationId="{9A97C86A-04D6-40F7-AE84-31AB43E6A846}"/>
          </ac:spMkLst>
        </pc:spChg>
        <pc:spChg chg="add">
          <ac:chgData name="Manas Tuwani" userId="5d421215-a11f-4a6e-90ca-e8ac2213fab6" providerId="ADAL" clId="{19176CA8-4A06-4228-8823-398F62914A45}" dt="2022-09-22T12:38:55.927" v="2" actId="26606"/>
          <ac:spMkLst>
            <pc:docMk/>
            <pc:sldMk cId="2619263325" sldId="267"/>
            <ac:spMk id="18" creationId="{FF9F2414-84E8-453E-B1F3-389FDE8192D9}"/>
          </ac:spMkLst>
        </pc:spChg>
        <pc:spChg chg="add">
          <ac:chgData name="Manas Tuwani" userId="5d421215-a11f-4a6e-90ca-e8ac2213fab6" providerId="ADAL" clId="{19176CA8-4A06-4228-8823-398F62914A45}" dt="2022-09-22T12:38:55.927" v="2" actId="26606"/>
          <ac:spMkLst>
            <pc:docMk/>
            <pc:sldMk cId="2619263325" sldId="267"/>
            <ac:spMk id="20" creationId="{3ECA69A1-7536-43AC-85EF-C7106179F5ED}"/>
          </ac:spMkLst>
        </pc:spChg>
        <pc:picChg chg="add mod">
          <ac:chgData name="Manas Tuwani" userId="5d421215-a11f-4a6e-90ca-e8ac2213fab6" providerId="ADAL" clId="{19176CA8-4A06-4228-8823-398F62914A45}" dt="2022-09-22T12:38:55.927" v="2" actId="26606"/>
          <ac:picMkLst>
            <pc:docMk/>
            <pc:sldMk cId="2619263325" sldId="267"/>
            <ac:picMk id="3" creationId="{C0EA09AE-B3B1-8499-BF13-DABF19CA4367}"/>
          </ac:picMkLst>
        </pc:picChg>
      </pc:sldChg>
      <pc:sldChg chg="addSp modSp new mod setBg">
        <pc:chgData name="Manas Tuwani" userId="5d421215-a11f-4a6e-90ca-e8ac2213fab6" providerId="ADAL" clId="{19176CA8-4A06-4228-8823-398F62914A45}" dt="2022-09-22T12:39:15.265" v="5" actId="26606"/>
        <pc:sldMkLst>
          <pc:docMk/>
          <pc:sldMk cId="881951130" sldId="268"/>
        </pc:sldMkLst>
        <pc:spChg chg="add">
          <ac:chgData name="Manas Tuwani" userId="5d421215-a11f-4a6e-90ca-e8ac2213fab6" providerId="ADAL" clId="{19176CA8-4A06-4228-8823-398F62914A45}" dt="2022-09-22T12:39:15.265" v="5" actId="26606"/>
          <ac:spMkLst>
            <pc:docMk/>
            <pc:sldMk cId="881951130" sldId="268"/>
            <ac:spMk id="8" creationId="{86FF76B9-219D-4469-AF87-0236D29032F1}"/>
          </ac:spMkLst>
        </pc:spChg>
        <pc:spChg chg="add">
          <ac:chgData name="Manas Tuwani" userId="5d421215-a11f-4a6e-90ca-e8ac2213fab6" providerId="ADAL" clId="{19176CA8-4A06-4228-8823-398F62914A45}" dt="2022-09-22T12:39:15.265" v="5" actId="26606"/>
          <ac:spMkLst>
            <pc:docMk/>
            <pc:sldMk cId="881951130" sldId="268"/>
            <ac:spMk id="14" creationId="{2E80C965-DB6D-4F81-9E9E-B027384D0BD6}"/>
          </ac:spMkLst>
        </pc:spChg>
        <pc:spChg chg="add">
          <ac:chgData name="Manas Tuwani" userId="5d421215-a11f-4a6e-90ca-e8ac2213fab6" providerId="ADAL" clId="{19176CA8-4A06-4228-8823-398F62914A45}" dt="2022-09-22T12:39:15.265" v="5" actId="26606"/>
          <ac:spMkLst>
            <pc:docMk/>
            <pc:sldMk cId="881951130" sldId="268"/>
            <ac:spMk id="16" creationId="{633C5E46-DAC5-4661-9C87-22B08E2A512F}"/>
          </ac:spMkLst>
        </pc:spChg>
        <pc:grpChg chg="add">
          <ac:chgData name="Manas Tuwani" userId="5d421215-a11f-4a6e-90ca-e8ac2213fab6" providerId="ADAL" clId="{19176CA8-4A06-4228-8823-398F62914A45}" dt="2022-09-22T12:39:15.265" v="5" actId="26606"/>
          <ac:grpSpMkLst>
            <pc:docMk/>
            <pc:sldMk cId="881951130" sldId="268"/>
            <ac:grpSpMk id="10" creationId="{DB88BD78-87E1-424D-B479-C37D8E41B12E}"/>
          </ac:grpSpMkLst>
        </pc:grpChg>
        <pc:picChg chg="add mod">
          <ac:chgData name="Manas Tuwani" userId="5d421215-a11f-4a6e-90ca-e8ac2213fab6" providerId="ADAL" clId="{19176CA8-4A06-4228-8823-398F62914A45}" dt="2022-09-22T12:39:15.265" v="5" actId="26606"/>
          <ac:picMkLst>
            <pc:docMk/>
            <pc:sldMk cId="881951130" sldId="268"/>
            <ac:picMk id="3" creationId="{31127FF1-0CC5-0ABC-37EA-FC246D0C59B0}"/>
          </ac:picMkLst>
        </pc:picChg>
      </pc:sldChg>
    </pc:docChg>
  </pc:docChgLst>
  <pc:docChgLst>
    <pc:chgData name="Manas Tuwani" userId="5d421215-a11f-4a6e-90ca-e8ac2213fab6" providerId="ADAL" clId="{345D4637-15BA-49C5-B84F-3D2A6045A73D}"/>
    <pc:docChg chg="modSld">
      <pc:chgData name="Manas Tuwani" userId="5d421215-a11f-4a6e-90ca-e8ac2213fab6" providerId="ADAL" clId="{345D4637-15BA-49C5-B84F-3D2A6045A73D}" dt="2023-03-30T15:55:16.525" v="0" actId="20577"/>
      <pc:docMkLst>
        <pc:docMk/>
      </pc:docMkLst>
      <pc:sldChg chg="modSp mod">
        <pc:chgData name="Manas Tuwani" userId="5d421215-a11f-4a6e-90ca-e8ac2213fab6" providerId="ADAL" clId="{345D4637-15BA-49C5-B84F-3D2A6045A73D}" dt="2023-03-30T15:55:16.525" v="0" actId="20577"/>
        <pc:sldMkLst>
          <pc:docMk/>
          <pc:sldMk cId="2990165746" sldId="258"/>
        </pc:sldMkLst>
        <pc:spChg chg="mod">
          <ac:chgData name="Manas Tuwani" userId="5d421215-a11f-4a6e-90ca-e8ac2213fab6" providerId="ADAL" clId="{345D4637-15BA-49C5-B84F-3D2A6045A73D}" dt="2023-03-30T15:55:16.525" v="0" actId="20577"/>
          <ac:spMkLst>
            <pc:docMk/>
            <pc:sldMk cId="2990165746" sldId="25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3CEA-FF04-4690-99EC-25BF143347D7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8C601-19BA-430A-A86A-B1F9E3D3C1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35896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3CEA-FF04-4690-99EC-25BF143347D7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8C601-19BA-430A-A86A-B1F9E3D3C1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45531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3CEA-FF04-4690-99EC-25BF143347D7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8C601-19BA-430A-A86A-B1F9E3D3C1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65339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3CEA-FF04-4690-99EC-25BF143347D7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8C601-19BA-430A-A86A-B1F9E3D3C1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47278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3CEA-FF04-4690-99EC-25BF143347D7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8C601-19BA-430A-A86A-B1F9E3D3C1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18977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3CEA-FF04-4690-99EC-25BF143347D7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8C601-19BA-430A-A86A-B1F9E3D3C1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53634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3CEA-FF04-4690-99EC-25BF143347D7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8C601-19BA-430A-A86A-B1F9E3D3C1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3805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3CEA-FF04-4690-99EC-25BF143347D7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8C601-19BA-430A-A86A-B1F9E3D3C1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6334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3CEA-FF04-4690-99EC-25BF143347D7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8C601-19BA-430A-A86A-B1F9E3D3C1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188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3CEA-FF04-4690-99EC-25BF143347D7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8C601-19BA-430A-A86A-B1F9E3D3C1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0678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3CEA-FF04-4690-99EC-25BF143347D7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8C601-19BA-430A-A86A-B1F9E3D3C1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0983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A3CEA-FF04-4690-99EC-25BF143347D7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8C601-19BA-430A-A86A-B1F9E3D3C1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7159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3448" y="0"/>
            <a:ext cx="91474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97500" y="612166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By: Manas Tuwani</a:t>
            </a:r>
          </a:p>
        </p:txBody>
      </p:sp>
    </p:spTree>
    <p:extLst>
      <p:ext uri="{BB962C8B-B14F-4D97-AF65-F5344CB8AC3E}">
        <p14:creationId xmlns:p14="http://schemas.microsoft.com/office/powerpoint/2010/main" xmlns="" val="147762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88333BA-AE6E-427A-9B16-A39C8073F4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98ED85F-DCEE-4B50-802E-71A6E3E12B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bg1"/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318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 u="sng" dirty="0"/>
              <a:t>INTERFACES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954" y="2060848"/>
            <a:ext cx="8047806" cy="38717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dirty="0"/>
              <a:t>Like a class, an interface can have methods and variables, but the methods declared in interface are by default abstract (only method signature, no body). </a:t>
            </a:r>
          </a:p>
          <a:p>
            <a:pPr marL="0" indent="0">
              <a:buNone/>
            </a:pPr>
            <a:endParaRPr lang="en-IN" sz="900" dirty="0"/>
          </a:p>
          <a:p>
            <a:pPr marL="0" indent="0">
              <a:buNone/>
            </a:pPr>
            <a:r>
              <a:rPr lang="en-IN" sz="1900" b="1" dirty="0"/>
              <a:t>Interface </a:t>
            </a:r>
            <a:r>
              <a:rPr lang="en-US" sz="1900" b="1" i="0" dirty="0">
                <a:solidFill>
                  <a:srgbClr val="000000"/>
                </a:solidFill>
                <a:effectLst/>
              </a:rPr>
              <a:t>is a collection of abstract methods.</a:t>
            </a:r>
          </a:p>
          <a:p>
            <a:pPr marL="0" indent="0">
              <a:buNone/>
            </a:pPr>
            <a:endParaRPr lang="en-IN" sz="1900" dirty="0"/>
          </a:p>
          <a:p>
            <a:pPr marL="0" indent="0">
              <a:buNone/>
            </a:pPr>
            <a:r>
              <a:rPr lang="en-IN" sz="1900" dirty="0"/>
              <a:t>Interfaces specify what a class must do and not how. It is the blueprint of the class.</a:t>
            </a:r>
          </a:p>
          <a:p>
            <a:pPr marL="0" indent="0">
              <a:buNone/>
            </a:pPr>
            <a:endParaRPr lang="en-IN" sz="1900" dirty="0"/>
          </a:p>
          <a:p>
            <a:pPr marL="0" indent="0">
              <a:buNone/>
            </a:pPr>
            <a:endParaRPr lang="en-IN" sz="1900" dirty="0"/>
          </a:p>
          <a:p>
            <a:pPr marL="0" indent="0">
              <a:buNone/>
            </a:pPr>
            <a:r>
              <a:rPr lang="en-IN" sz="1900" dirty="0"/>
              <a:t>To declare an interface, use interface keyword. It is used to provide total abstraction. That means all the methods in interface are declared with empty body and are public by default.</a:t>
            </a:r>
          </a:p>
          <a:p>
            <a:pPr marL="0" indent="0">
              <a:buNone/>
            </a:pPr>
            <a:r>
              <a:rPr lang="en-IN" sz="1900" dirty="0"/>
              <a:t> A class that inherit the interface must implement all the methods declared in the interface. </a:t>
            </a:r>
            <a:r>
              <a:rPr lang="en-IN" sz="1900"/>
              <a:t>To </a:t>
            </a:r>
            <a:r>
              <a:rPr lang="en-IN" sz="1900" smtClean="0"/>
              <a:t>inherit interface </a:t>
            </a:r>
            <a:r>
              <a:rPr lang="en-IN" sz="1900" dirty="0"/>
              <a:t>use </a:t>
            </a:r>
            <a:r>
              <a:rPr lang="en-IN" sz="1900" b="1" dirty="0"/>
              <a:t>‘implements’ </a:t>
            </a:r>
            <a:r>
              <a:rPr lang="en-IN" sz="1900" dirty="0"/>
              <a:t>keyword.</a:t>
            </a:r>
          </a:p>
        </p:txBody>
      </p:sp>
    </p:spTree>
    <p:extLst>
      <p:ext uri="{BB962C8B-B14F-4D97-AF65-F5344CB8AC3E}">
        <p14:creationId xmlns:p14="http://schemas.microsoft.com/office/powerpoint/2010/main" xmlns="" val="299016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07AC1E-6561-4A94-622B-32CB2C22D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Nunito" pitchFamily="2" charset="0"/>
              </a:rPr>
              <a:t>Interfaces have the following properties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101CF9-2ACE-3803-5482-7F1286DB0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An interface is implicitly abstract. You do not need to use the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Nunito" pitchFamily="2" charset="0"/>
              </a:rPr>
              <a:t>abstract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 keyword while declaring an interface.</a:t>
            </a:r>
          </a:p>
          <a:p>
            <a:pPr marL="0" indent="0" algn="just">
              <a:buNone/>
            </a:pPr>
            <a:endParaRPr lang="en-US" sz="900" b="0" i="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Each method in an interface is also implicitly abstract, so the abstract keyword is not needed.</a:t>
            </a:r>
          </a:p>
          <a:p>
            <a:pPr marL="0" indent="0" algn="just">
              <a:buNone/>
            </a:pPr>
            <a:endParaRPr lang="en-US" sz="900" b="0" i="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Methods in an interface are implicitly public.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1533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15CE1A-3A1C-2E72-5536-DBBE2D87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How to declare an interface?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FB3946-D8FC-48E5-70AB-C6C060D01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An interface is declared by using the interface keyword. It provides total abstraction; means all the methods in an interface are declared with the empty </a:t>
            </a:r>
            <a:r>
              <a:rPr lang="en-US" sz="2000" b="0" i="0" dirty="0" smtClean="0">
                <a:solidFill>
                  <a:srgbClr val="333333"/>
                </a:solidFill>
                <a:effectLst/>
                <a:latin typeface="inter-regular"/>
              </a:rPr>
              <a:t>body. 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A class that implements an interface must implement all the methods declared in the interface.</a:t>
            </a:r>
          </a:p>
          <a:p>
            <a:pPr marL="0" indent="0">
              <a:buNone/>
            </a:pPr>
            <a:endParaRPr 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610B4B"/>
                </a:solidFill>
                <a:effectLst/>
                <a:latin typeface="tahoma" panose="020B0604030504040204" pitchFamily="34" charset="0"/>
              </a:rPr>
              <a:t>      </a:t>
            </a:r>
            <a:r>
              <a:rPr lang="en-IN" sz="1800" u="sng" dirty="0">
                <a:solidFill>
                  <a:srgbClr val="002060"/>
                </a:solidFill>
                <a:effectLst/>
                <a:latin typeface="tahoma" panose="020B0604030504040204" pitchFamily="34" charset="0"/>
              </a:rPr>
              <a:t>Syntax:</a:t>
            </a:r>
          </a:p>
          <a:p>
            <a:pPr marL="0" indent="0">
              <a:buNone/>
            </a:pPr>
            <a:endParaRPr lang="en-IN" sz="1600" dirty="0">
              <a:solidFill>
                <a:srgbClr val="610B4B"/>
              </a:solidFill>
              <a:latin typeface="tahoma" panose="020B0604030504040204" pitchFamily="34" charset="0"/>
            </a:endParaRPr>
          </a:p>
          <a:p>
            <a:pPr marL="0" indent="0" algn="just">
              <a:buNone/>
            </a:pPr>
            <a:r>
              <a:rPr lang="en-US" sz="1600" b="1" i="0" dirty="0">
                <a:effectLst/>
                <a:latin typeface="inter-regular"/>
              </a:rPr>
              <a:t>                interface</a:t>
            </a:r>
            <a:r>
              <a:rPr lang="en-US" sz="1600" b="0" i="0" dirty="0">
                <a:effectLst/>
                <a:latin typeface="inter-regular"/>
              </a:rPr>
              <a:t> &lt;interface_name&gt; {  </a:t>
            </a:r>
          </a:p>
          <a:p>
            <a:pPr marL="0" indent="0" algn="just">
              <a:buNone/>
            </a:pPr>
            <a:r>
              <a:rPr lang="en-US" sz="1600" b="0" i="0" dirty="0">
                <a:effectLst/>
                <a:latin typeface="inter-regular"/>
              </a:rPr>
              <a:t>      </a:t>
            </a:r>
          </a:p>
          <a:p>
            <a:pPr marL="0" indent="0" algn="just">
              <a:buNone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                 </a:t>
            </a:r>
            <a:r>
              <a:rPr lang="en-US" sz="1600" b="0" i="0" dirty="0">
                <a:solidFill>
                  <a:srgbClr val="008200"/>
                </a:solidFill>
                <a:effectLst/>
                <a:latin typeface="inter-regular"/>
              </a:rPr>
              <a:t>// declare constant fields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                </a:t>
            </a:r>
            <a:r>
              <a:rPr lang="en-US" sz="1600" b="0" i="0" dirty="0">
                <a:solidFill>
                  <a:srgbClr val="008200"/>
                </a:solidFill>
                <a:effectLst/>
                <a:latin typeface="inter-regular"/>
              </a:rPr>
              <a:t>// declare methods that abstract.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                    }  </a:t>
            </a:r>
          </a:p>
          <a:p>
            <a:pPr marL="0" indent="0">
              <a:buNone/>
            </a:pPr>
            <a:endParaRPr lang="en-IN" sz="1800" dirty="0">
              <a:solidFill>
                <a:srgbClr val="610B4B"/>
              </a:solidFill>
              <a:effectLst/>
              <a:latin typeface="tahoma" panose="020B0604030504040204" pitchFamily="34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FD2DF9A6-0840-84B5-F54A-78C79E6C3383}"/>
              </a:ext>
            </a:extLst>
          </p:cNvPr>
          <p:cNvSpPr/>
          <p:nvPr/>
        </p:nvSpPr>
        <p:spPr>
          <a:xfrm>
            <a:off x="827584" y="3284984"/>
            <a:ext cx="4032448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92777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575A7A-021D-DD26-552F-A6A0CD472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0" dirty="0">
                <a:solidFill>
                  <a:srgbClr val="610B4B"/>
                </a:solidFill>
                <a:effectLst/>
                <a:latin typeface="tahoma" panose="020B0604030504040204" pitchFamily="34" charset="0"/>
              </a:rPr>
              <a:t>Java Interface Example</a:t>
            </a:r>
            <a:br>
              <a:rPr lang="en-IN" b="0" dirty="0">
                <a:solidFill>
                  <a:srgbClr val="610B4B"/>
                </a:solidFill>
                <a:effectLst/>
                <a:latin typeface="tahoma" panose="020B0604030504040204" pitchFamily="34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71B86C7F-4E3C-1628-5D6D-F080E7D41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685925"/>
            <a:ext cx="8229600" cy="4629150"/>
          </a:xfrm>
        </p:spPr>
      </p:pic>
    </p:spTree>
    <p:extLst>
      <p:ext uri="{BB962C8B-B14F-4D97-AF65-F5344CB8AC3E}">
        <p14:creationId xmlns:p14="http://schemas.microsoft.com/office/powerpoint/2010/main" xmlns="" val="828731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" y="-18854"/>
            <a:ext cx="9144000" cy="6669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735106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191375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>
            <a:extLst>
              <a:ext uri="{FF2B5EF4-FFF2-40B4-BE49-F238E27FC236}">
                <a16:creationId xmlns:a16="http://schemas.microsoft.com/office/drawing/2014/main" xmlns="" id="{B9FF99BD-075F-4761-A995-6FC574BD25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xmlns="" id="{A7B21A54-9BA3-4EA9-B460-5A829ADD90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FA8F714-B9D8-488A-8CCA-E9948FF913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2599" y="643468"/>
            <a:ext cx="8178800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E887380-33B1-ADC8-D1FA-B958D5D73AF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40357" y="1811993"/>
            <a:ext cx="7463281" cy="322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90492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88333BA-AE6E-427A-9B16-A39C8073F4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98ED85F-DCEE-4B50-802E-71A6E3E12B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bg1"/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57400"/>
            <a:ext cx="7886700" cy="3871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Why do we use interface ?</a:t>
            </a:r>
          </a:p>
          <a:p>
            <a:pPr marL="0" indent="0">
              <a:buNone/>
            </a:pPr>
            <a:endParaRPr lang="en-IN" sz="2100" b="1" dirty="0"/>
          </a:p>
          <a:p>
            <a:pPr marL="0" indent="0">
              <a:buNone/>
            </a:pPr>
            <a:r>
              <a:rPr lang="en-IN" sz="2100" dirty="0"/>
              <a:t>It is used to achieve total abstraction.</a:t>
            </a:r>
          </a:p>
          <a:p>
            <a:pPr marL="0" indent="0">
              <a:buNone/>
            </a:pPr>
            <a:r>
              <a:rPr lang="en-US" sz="2100" b="0" i="0" dirty="0">
                <a:solidFill>
                  <a:srgbClr val="000000"/>
                </a:solidFill>
                <a:effectLst/>
              </a:rPr>
              <a:t>By interface, we can support the functionality of multiple inheritance.</a:t>
            </a:r>
          </a:p>
          <a:p>
            <a:pPr marL="0" indent="0">
              <a:buNone/>
            </a:pP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xmlns="" val="1776717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A07A26-7E87-3384-0E34-679CED0E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0" i="0" dirty="0">
                <a:solidFill>
                  <a:srgbClr val="610B38"/>
                </a:solidFill>
                <a:effectLst/>
                <a:latin typeface="erdana"/>
              </a:rPr>
              <a:t>Multiple inheritance in Java by interface</a:t>
            </a:r>
            <a:br>
              <a:rPr lang="en-US" sz="3600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80D544-9CFC-B1E0-6DD1-E76C2E3B6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4718"/>
            <a:ext cx="8229600" cy="5458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If a class implements multiple interfaces, or an interface extends multiple interfaces, it is known as multiple inheritance.</a:t>
            </a:r>
          </a:p>
          <a:p>
            <a:pPr marL="0" indent="0">
              <a:buNone/>
            </a:pPr>
            <a:endParaRPr lang="en-US" sz="2400" dirty="0">
              <a:solidFill>
                <a:srgbClr val="333333"/>
              </a:solidFill>
              <a:latin typeface="inter-regular"/>
            </a:endParaRPr>
          </a:p>
          <a:p>
            <a:pPr marL="0" indent="0">
              <a:buNone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Class -&gt; Class = Extends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Class -&gt; Interface = Implements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Interface -&gt; Class = Implements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Interface -&gt; Interface = Extends</a:t>
            </a:r>
            <a:endParaRPr lang="en-US" sz="1800" dirty="0">
              <a:solidFill>
                <a:srgbClr val="333333"/>
              </a:solidFill>
              <a:latin typeface="inter-regular"/>
            </a:endParaRPr>
          </a:p>
          <a:p>
            <a:pPr marL="0" indent="0">
              <a:buNone/>
            </a:pPr>
            <a:endParaRPr lang="en-US" sz="2400" dirty="0">
              <a:solidFill>
                <a:srgbClr val="333333"/>
              </a:solidFill>
              <a:latin typeface="inter-regular"/>
            </a:endParaRP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6408E37-4844-C2AF-1D7C-77E68FA8B8E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5616" y="3933056"/>
            <a:ext cx="6768752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82329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0EA09AE-B3B1-8499-BF13-DABF19CA436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2600" y="1128713"/>
            <a:ext cx="8178799" cy="460057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9263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6FF76B9-219D-4469-AF87-0236D29032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DB88BD78-87E1-424D-B479-C37D8E41B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C05EB894-9410-4B20-95E4-7A25101AB8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166E38B6-B050-4340-8E8F-3A971DADC0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2E80C965-DB6D-4F81-9E9E-B027384D0B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xmlns="" id="{633C5E46-DAC5-4661-9C87-22B08E2A51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1127FF1-0CC5-0ABC-37EA-FC246D0C59B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2600" y="1128713"/>
            <a:ext cx="8178799" cy="46005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881951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273</Words>
  <Application>Microsoft Office PowerPoint</Application>
  <PresentationFormat>On-screen Show (4:3)</PresentationFormat>
  <Paragraphs>40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INTERFACES </vt:lpstr>
      <vt:lpstr>Interfaces have the following properties</vt:lpstr>
      <vt:lpstr>How to declare an interface? </vt:lpstr>
      <vt:lpstr>Java Interface Example </vt:lpstr>
      <vt:lpstr>Slide 6</vt:lpstr>
      <vt:lpstr>Slide 7</vt:lpstr>
      <vt:lpstr>Slide 8</vt:lpstr>
      <vt:lpstr>Slide 9</vt:lpstr>
      <vt:lpstr>Multiple inheritance in Java by interface 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1403375</dc:creator>
  <cp:lastModifiedBy>Manas Tuwani</cp:lastModifiedBy>
  <cp:revision>7</cp:revision>
  <dcterms:created xsi:type="dcterms:W3CDTF">2022-05-17T14:45:31Z</dcterms:created>
  <dcterms:modified xsi:type="dcterms:W3CDTF">2025-12-02T15:01:27Z</dcterms:modified>
</cp:coreProperties>
</file>