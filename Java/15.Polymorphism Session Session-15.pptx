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64" r:id="rId4"/>
    <p:sldId id="258" r:id="rId5"/>
    <p:sldId id="259" r:id="rId6"/>
    <p:sldId id="265" r:id="rId7"/>
    <p:sldId id="260" r:id="rId8"/>
    <p:sldId id="261" r:id="rId9"/>
    <p:sldId id="266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0ABAB4F3-DE43-4A7D-BA70-4E16B0B3281B}"/>
    <pc:docChg chg="undo custSel addSld modSld">
      <pc:chgData name="Manas Tuwani" userId="5d421215-a11f-4a6e-90ca-e8ac2213fab6" providerId="ADAL" clId="{0ABAB4F3-DE43-4A7D-BA70-4E16B0B3281B}" dt="2022-07-25T14:10:41.894" v="199" actId="113"/>
      <pc:docMkLst>
        <pc:docMk/>
      </pc:docMkLst>
      <pc:sldChg chg="addSp delSp modSp mod setBg">
        <pc:chgData name="Manas Tuwani" userId="5d421215-a11f-4a6e-90ca-e8ac2213fab6" providerId="ADAL" clId="{0ABAB4F3-DE43-4A7D-BA70-4E16B0B3281B}" dt="2022-07-25T12:23:31.062" v="62" actId="255"/>
        <pc:sldMkLst>
          <pc:docMk/>
          <pc:sldMk cId="989401787" sldId="257"/>
        </pc:sldMkLst>
        <pc:spChg chg="mod">
          <ac:chgData name="Manas Tuwani" userId="5d421215-a11f-4a6e-90ca-e8ac2213fab6" providerId="ADAL" clId="{0ABAB4F3-DE43-4A7D-BA70-4E16B0B3281B}" dt="2022-07-25T11:59:36.734" v="46" actId="26606"/>
          <ac:spMkLst>
            <pc:docMk/>
            <pc:sldMk cId="989401787" sldId="257"/>
            <ac:spMk id="2" creationId="{00000000-0000-0000-0000-000000000000}"/>
          </ac:spMkLst>
        </pc:spChg>
        <pc:spChg chg="mod">
          <ac:chgData name="Manas Tuwani" userId="5d421215-a11f-4a6e-90ca-e8ac2213fab6" providerId="ADAL" clId="{0ABAB4F3-DE43-4A7D-BA70-4E16B0B3281B}" dt="2022-07-25T12:23:31.062" v="62" actId="255"/>
          <ac:spMkLst>
            <pc:docMk/>
            <pc:sldMk cId="989401787" sldId="257"/>
            <ac:spMk id="3" creationId="{00000000-0000-0000-0000-000000000000}"/>
          </ac:spMkLst>
        </pc:spChg>
        <pc:spChg chg="add">
          <ac:chgData name="Manas Tuwani" userId="5d421215-a11f-4a6e-90ca-e8ac2213fab6" providerId="ADAL" clId="{0ABAB4F3-DE43-4A7D-BA70-4E16B0B3281B}" dt="2022-07-25T11:59:36.734" v="46" actId="26606"/>
          <ac:spMkLst>
            <pc:docMk/>
            <pc:sldMk cId="989401787" sldId="257"/>
            <ac:spMk id="5" creationId="{488333BA-AE6E-427A-9B16-A39C8073F4EB}"/>
          </ac:spMkLst>
        </pc:spChg>
        <pc:spChg chg="add">
          <ac:chgData name="Manas Tuwani" userId="5d421215-a11f-4a6e-90ca-e8ac2213fab6" providerId="ADAL" clId="{0ABAB4F3-DE43-4A7D-BA70-4E16B0B3281B}" dt="2022-07-25T11:59:36.734" v="46" actId="26606"/>
          <ac:spMkLst>
            <pc:docMk/>
            <pc:sldMk cId="989401787" sldId="257"/>
            <ac:spMk id="6" creationId="{F98ED85F-DCEE-4B50-802E-71A6E3E12B04}"/>
          </ac:spMkLst>
        </pc:spChg>
        <pc:spChg chg="add del">
          <ac:chgData name="Manas Tuwani" userId="5d421215-a11f-4a6e-90ca-e8ac2213fab6" providerId="ADAL" clId="{0ABAB4F3-DE43-4A7D-BA70-4E16B0B3281B}" dt="2022-07-25T11:51:57.137" v="39" actId="26606"/>
          <ac:spMkLst>
            <pc:docMk/>
            <pc:sldMk cId="989401787" sldId="257"/>
            <ac:spMk id="8" creationId="{488333BA-AE6E-427A-9B16-A39C8073F4EB}"/>
          </ac:spMkLst>
        </pc:spChg>
        <pc:spChg chg="add del">
          <ac:chgData name="Manas Tuwani" userId="5d421215-a11f-4a6e-90ca-e8ac2213fab6" providerId="ADAL" clId="{0ABAB4F3-DE43-4A7D-BA70-4E16B0B3281B}" dt="2022-07-25T11:51:57.137" v="39" actId="26606"/>
          <ac:spMkLst>
            <pc:docMk/>
            <pc:sldMk cId="989401787" sldId="257"/>
            <ac:spMk id="10" creationId="{F98ED85F-DCEE-4B50-802E-71A6E3E12B04}"/>
          </ac:spMkLst>
        </pc:spChg>
      </pc:sldChg>
      <pc:sldChg chg="addSp modSp mod setBg">
        <pc:chgData name="Manas Tuwani" userId="5d421215-a11f-4a6e-90ca-e8ac2213fab6" providerId="ADAL" clId="{0ABAB4F3-DE43-4A7D-BA70-4E16B0B3281B}" dt="2022-07-25T11:51:09.178" v="31" actId="26606"/>
        <pc:sldMkLst>
          <pc:docMk/>
          <pc:sldMk cId="1522402008" sldId="258"/>
        </pc:sldMkLst>
        <pc:spChg chg="mod">
          <ac:chgData name="Manas Tuwani" userId="5d421215-a11f-4a6e-90ca-e8ac2213fab6" providerId="ADAL" clId="{0ABAB4F3-DE43-4A7D-BA70-4E16B0B3281B}" dt="2022-07-25T11:51:09.178" v="31" actId="26606"/>
          <ac:spMkLst>
            <pc:docMk/>
            <pc:sldMk cId="1522402008" sldId="258"/>
            <ac:spMk id="2" creationId="{00000000-0000-0000-0000-000000000000}"/>
          </ac:spMkLst>
        </pc:spChg>
        <pc:spChg chg="mod">
          <ac:chgData name="Manas Tuwani" userId="5d421215-a11f-4a6e-90ca-e8ac2213fab6" providerId="ADAL" clId="{0ABAB4F3-DE43-4A7D-BA70-4E16B0B3281B}" dt="2022-07-25T11:51:09.178" v="31" actId="26606"/>
          <ac:spMkLst>
            <pc:docMk/>
            <pc:sldMk cId="1522402008" sldId="258"/>
            <ac:spMk id="3" creationId="{00000000-0000-0000-0000-000000000000}"/>
          </ac:spMkLst>
        </pc:spChg>
        <pc:spChg chg="add">
          <ac:chgData name="Manas Tuwani" userId="5d421215-a11f-4a6e-90ca-e8ac2213fab6" providerId="ADAL" clId="{0ABAB4F3-DE43-4A7D-BA70-4E16B0B3281B}" dt="2022-07-25T11:51:09.178" v="31" actId="26606"/>
          <ac:spMkLst>
            <pc:docMk/>
            <pc:sldMk cId="1522402008" sldId="258"/>
            <ac:spMk id="8" creationId="{488333BA-AE6E-427A-9B16-A39C8073F4EB}"/>
          </ac:spMkLst>
        </pc:spChg>
        <pc:spChg chg="add">
          <ac:chgData name="Manas Tuwani" userId="5d421215-a11f-4a6e-90ca-e8ac2213fab6" providerId="ADAL" clId="{0ABAB4F3-DE43-4A7D-BA70-4E16B0B3281B}" dt="2022-07-25T11:51:09.178" v="31" actId="26606"/>
          <ac:spMkLst>
            <pc:docMk/>
            <pc:sldMk cId="1522402008" sldId="258"/>
            <ac:spMk id="10" creationId="{F98ED85F-DCEE-4B50-802E-71A6E3E12B04}"/>
          </ac:spMkLst>
        </pc:spChg>
      </pc:sldChg>
      <pc:sldChg chg="addSp delSp modSp mod setBg">
        <pc:chgData name="Manas Tuwani" userId="5d421215-a11f-4a6e-90ca-e8ac2213fab6" providerId="ADAL" clId="{0ABAB4F3-DE43-4A7D-BA70-4E16B0B3281B}" dt="2022-07-25T14:10:41.894" v="199" actId="113"/>
        <pc:sldMkLst>
          <pc:docMk/>
          <pc:sldMk cId="2517113886" sldId="260"/>
        </pc:sldMkLst>
        <pc:spChg chg="mod">
          <ac:chgData name="Manas Tuwani" userId="5d421215-a11f-4a6e-90ca-e8ac2213fab6" providerId="ADAL" clId="{0ABAB4F3-DE43-4A7D-BA70-4E16B0B3281B}" dt="2022-07-25T11:51:03.042" v="30" actId="26606"/>
          <ac:spMkLst>
            <pc:docMk/>
            <pc:sldMk cId="2517113886" sldId="260"/>
            <ac:spMk id="2" creationId="{00000000-0000-0000-0000-000000000000}"/>
          </ac:spMkLst>
        </pc:spChg>
        <pc:spChg chg="mod">
          <ac:chgData name="Manas Tuwani" userId="5d421215-a11f-4a6e-90ca-e8ac2213fab6" providerId="ADAL" clId="{0ABAB4F3-DE43-4A7D-BA70-4E16B0B3281B}" dt="2022-07-25T14:10:41.894" v="199" actId="113"/>
          <ac:spMkLst>
            <pc:docMk/>
            <pc:sldMk cId="2517113886" sldId="260"/>
            <ac:spMk id="3" creationId="{00000000-0000-0000-0000-000000000000}"/>
          </ac:spMkLst>
        </pc:spChg>
        <pc:spChg chg="add del">
          <ac:chgData name="Manas Tuwani" userId="5d421215-a11f-4a6e-90ca-e8ac2213fab6" providerId="ADAL" clId="{0ABAB4F3-DE43-4A7D-BA70-4E16B0B3281B}" dt="2022-07-25T11:51:01.216" v="27" actId="26606"/>
          <ac:spMkLst>
            <pc:docMk/>
            <pc:sldMk cId="2517113886" sldId="260"/>
            <ac:spMk id="8" creationId="{488333BA-AE6E-427A-9B16-A39C8073F4EB}"/>
          </ac:spMkLst>
        </pc:spChg>
        <pc:spChg chg="add del">
          <ac:chgData name="Manas Tuwani" userId="5d421215-a11f-4a6e-90ca-e8ac2213fab6" providerId="ADAL" clId="{0ABAB4F3-DE43-4A7D-BA70-4E16B0B3281B}" dt="2022-07-25T11:51:01.216" v="27" actId="26606"/>
          <ac:spMkLst>
            <pc:docMk/>
            <pc:sldMk cId="2517113886" sldId="260"/>
            <ac:spMk id="10" creationId="{F98ED85F-DCEE-4B50-802E-71A6E3E12B04}"/>
          </ac:spMkLst>
        </pc:spChg>
        <pc:spChg chg="add del">
          <ac:chgData name="Manas Tuwani" userId="5d421215-a11f-4a6e-90ca-e8ac2213fab6" providerId="ADAL" clId="{0ABAB4F3-DE43-4A7D-BA70-4E16B0B3281B}" dt="2022-07-25T11:51:03.037" v="29" actId="26606"/>
          <ac:spMkLst>
            <pc:docMk/>
            <pc:sldMk cId="2517113886" sldId="260"/>
            <ac:spMk id="12" creationId="{450D3AD2-FA80-415F-A9CE-54D884561CD7}"/>
          </ac:spMkLst>
        </pc:spChg>
        <pc:spChg chg="add del">
          <ac:chgData name="Manas Tuwani" userId="5d421215-a11f-4a6e-90ca-e8ac2213fab6" providerId="ADAL" clId="{0ABAB4F3-DE43-4A7D-BA70-4E16B0B3281B}" dt="2022-07-25T11:51:03.037" v="29" actId="26606"/>
          <ac:spMkLst>
            <pc:docMk/>
            <pc:sldMk cId="2517113886" sldId="260"/>
            <ac:spMk id="13" creationId="{70DFC902-7D23-471A-B557-B6B6917D7A0D}"/>
          </ac:spMkLst>
        </pc:spChg>
        <pc:spChg chg="add del">
          <ac:chgData name="Manas Tuwani" userId="5d421215-a11f-4a6e-90ca-e8ac2213fab6" providerId="ADAL" clId="{0ABAB4F3-DE43-4A7D-BA70-4E16B0B3281B}" dt="2022-07-25T11:51:03.037" v="29" actId="26606"/>
          <ac:spMkLst>
            <pc:docMk/>
            <pc:sldMk cId="2517113886" sldId="260"/>
            <ac:spMk id="14" creationId="{A55D5633-D557-4DCA-982C-FF36EB7A1C00}"/>
          </ac:spMkLst>
        </pc:spChg>
        <pc:spChg chg="add">
          <ac:chgData name="Manas Tuwani" userId="5d421215-a11f-4a6e-90ca-e8ac2213fab6" providerId="ADAL" clId="{0ABAB4F3-DE43-4A7D-BA70-4E16B0B3281B}" dt="2022-07-25T11:51:03.042" v="30" actId="26606"/>
          <ac:spMkLst>
            <pc:docMk/>
            <pc:sldMk cId="2517113886" sldId="260"/>
            <ac:spMk id="16" creationId="{488333BA-AE6E-427A-9B16-A39C8073F4EB}"/>
          </ac:spMkLst>
        </pc:spChg>
        <pc:spChg chg="add">
          <ac:chgData name="Manas Tuwani" userId="5d421215-a11f-4a6e-90ca-e8ac2213fab6" providerId="ADAL" clId="{0ABAB4F3-DE43-4A7D-BA70-4E16B0B3281B}" dt="2022-07-25T11:51:03.042" v="30" actId="26606"/>
          <ac:spMkLst>
            <pc:docMk/>
            <pc:sldMk cId="2517113886" sldId="260"/>
            <ac:spMk id="17" creationId="{F98ED85F-DCEE-4B50-802E-71A6E3E12B04}"/>
          </ac:spMkLst>
        </pc:spChg>
      </pc:sldChg>
      <pc:sldChg chg="addSp delSp modSp mod setBg">
        <pc:chgData name="Manas Tuwani" userId="5d421215-a11f-4a6e-90ca-e8ac2213fab6" providerId="ADAL" clId="{0ABAB4F3-DE43-4A7D-BA70-4E16B0B3281B}" dt="2022-07-25T11:52:15.861" v="43" actId="26606"/>
        <pc:sldMkLst>
          <pc:docMk/>
          <pc:sldMk cId="1839795110" sldId="261"/>
        </pc:sldMkLst>
        <pc:spChg chg="add del">
          <ac:chgData name="Manas Tuwani" userId="5d421215-a11f-4a6e-90ca-e8ac2213fab6" providerId="ADAL" clId="{0ABAB4F3-DE43-4A7D-BA70-4E16B0B3281B}" dt="2022-07-25T11:52:14.376" v="41" actId="26606"/>
          <ac:spMkLst>
            <pc:docMk/>
            <pc:sldMk cId="1839795110" sldId="261"/>
            <ac:spMk id="2055" creationId="{ED55A19D-297C-4231-AD1F-08EF9B4AA8F4}"/>
          </ac:spMkLst>
        </pc:spChg>
        <pc:spChg chg="add del">
          <ac:chgData name="Manas Tuwani" userId="5d421215-a11f-4a6e-90ca-e8ac2213fab6" providerId="ADAL" clId="{0ABAB4F3-DE43-4A7D-BA70-4E16B0B3281B}" dt="2022-07-25T11:52:14.376" v="41" actId="26606"/>
          <ac:spMkLst>
            <pc:docMk/>
            <pc:sldMk cId="1839795110" sldId="261"/>
            <ac:spMk id="2057" creationId="{EBAB6C56-3D38-4923-996E-BD474BBB91E9}"/>
          </ac:spMkLst>
        </pc:spChg>
        <pc:spChg chg="add del">
          <ac:chgData name="Manas Tuwani" userId="5d421215-a11f-4a6e-90ca-e8ac2213fab6" providerId="ADAL" clId="{0ABAB4F3-DE43-4A7D-BA70-4E16B0B3281B}" dt="2022-07-25T11:52:14.376" v="41" actId="26606"/>
          <ac:spMkLst>
            <pc:docMk/>
            <pc:sldMk cId="1839795110" sldId="261"/>
            <ac:spMk id="2059" creationId="{20CD21DB-082D-417D-A5AB-FC838AF9D944}"/>
          </ac:spMkLst>
        </pc:spChg>
        <pc:spChg chg="add del">
          <ac:chgData name="Manas Tuwani" userId="5d421215-a11f-4a6e-90ca-e8ac2213fab6" providerId="ADAL" clId="{0ABAB4F3-DE43-4A7D-BA70-4E16B0B3281B}" dt="2022-07-25T11:52:15.861" v="43" actId="26606"/>
          <ac:spMkLst>
            <pc:docMk/>
            <pc:sldMk cId="1839795110" sldId="261"/>
            <ac:spMk id="2061" creationId="{32BC26D8-82FB-445E-AA49-62A77D7C1EE0}"/>
          </ac:spMkLst>
        </pc:spChg>
        <pc:spChg chg="add del">
          <ac:chgData name="Manas Tuwani" userId="5d421215-a11f-4a6e-90ca-e8ac2213fab6" providerId="ADAL" clId="{0ABAB4F3-DE43-4A7D-BA70-4E16B0B3281B}" dt="2022-07-25T11:52:15.861" v="43" actId="26606"/>
          <ac:spMkLst>
            <pc:docMk/>
            <pc:sldMk cId="1839795110" sldId="261"/>
            <ac:spMk id="2062" creationId="{CB44330D-EA18-4254-AA95-EB49948539B8}"/>
          </ac:spMkLst>
        </pc:spChg>
        <pc:picChg chg="mod">
          <ac:chgData name="Manas Tuwani" userId="5d421215-a11f-4a6e-90ca-e8ac2213fab6" providerId="ADAL" clId="{0ABAB4F3-DE43-4A7D-BA70-4E16B0B3281B}" dt="2022-07-25T11:52:15.861" v="43" actId="26606"/>
          <ac:picMkLst>
            <pc:docMk/>
            <pc:sldMk cId="1839795110" sldId="261"/>
            <ac:picMk id="2050" creationId="{00000000-0000-0000-0000-000000000000}"/>
          </ac:picMkLst>
        </pc:picChg>
      </pc:sldChg>
      <pc:sldChg chg="addSp delSp modSp new mod setBg setClrOvrMap">
        <pc:chgData name="Manas Tuwani" userId="5d421215-a11f-4a6e-90ca-e8ac2213fab6" providerId="ADAL" clId="{0ABAB4F3-DE43-4A7D-BA70-4E16B0B3281B}" dt="2022-07-25T11:52:42.043" v="45" actId="313"/>
        <pc:sldMkLst>
          <pc:docMk/>
          <pc:sldMk cId="3782955664" sldId="263"/>
        </pc:sldMkLst>
        <pc:spChg chg="mod">
          <ac:chgData name="Manas Tuwani" userId="5d421215-a11f-4a6e-90ca-e8ac2213fab6" providerId="ADAL" clId="{0ABAB4F3-DE43-4A7D-BA70-4E16B0B3281B}" dt="2022-07-25T11:52:42.043" v="45" actId="313"/>
          <ac:spMkLst>
            <pc:docMk/>
            <pc:sldMk cId="3782955664" sldId="263"/>
            <ac:spMk id="2" creationId="{E5C740E3-561E-513E-01D7-5157E762BAFE}"/>
          </ac:spMkLst>
        </pc:spChg>
        <pc:spChg chg="mod ord">
          <ac:chgData name="Manas Tuwani" userId="5d421215-a11f-4a6e-90ca-e8ac2213fab6" providerId="ADAL" clId="{0ABAB4F3-DE43-4A7D-BA70-4E16B0B3281B}" dt="2022-07-25T11:51:56.719" v="38" actId="26606"/>
          <ac:spMkLst>
            <pc:docMk/>
            <pc:sldMk cId="3782955664" sldId="263"/>
            <ac:spMk id="3" creationId="{B99166AD-06A6-0F3F-1FDD-95D7956C1BB7}"/>
          </ac:spMkLst>
        </pc:spChg>
        <pc:spChg chg="add del">
          <ac:chgData name="Manas Tuwani" userId="5d421215-a11f-4a6e-90ca-e8ac2213fab6" providerId="ADAL" clId="{0ABAB4F3-DE43-4A7D-BA70-4E16B0B3281B}" dt="2022-07-25T11:50:20.991" v="19" actId="26606"/>
          <ac:spMkLst>
            <pc:docMk/>
            <pc:sldMk cId="3782955664" sldId="263"/>
            <ac:spMk id="8" creationId="{AD72D4D1-076F-49D3-9889-EFC4F6D7CA66}"/>
          </ac:spMkLst>
        </pc:spChg>
        <pc:spChg chg="add del">
          <ac:chgData name="Manas Tuwani" userId="5d421215-a11f-4a6e-90ca-e8ac2213fab6" providerId="ADAL" clId="{0ABAB4F3-DE43-4A7D-BA70-4E16B0B3281B}" dt="2022-07-25T11:50:30.812" v="21" actId="26606"/>
          <ac:spMkLst>
            <pc:docMk/>
            <pc:sldMk cId="3782955664" sldId="263"/>
            <ac:spMk id="12" creationId="{7F488E8B-4E1E-4402-8935-D4E6C02615C7}"/>
          </ac:spMkLst>
        </pc:spChg>
        <pc:spChg chg="add del">
          <ac:chgData name="Manas Tuwani" userId="5d421215-a11f-4a6e-90ca-e8ac2213fab6" providerId="ADAL" clId="{0ABAB4F3-DE43-4A7D-BA70-4E16B0B3281B}" dt="2022-07-25T11:50:30.812" v="21" actId="26606"/>
          <ac:spMkLst>
            <pc:docMk/>
            <pc:sldMk cId="3782955664" sldId="263"/>
            <ac:spMk id="13" creationId="{081EA652-8C6A-4E69-BEB9-170809474553}"/>
          </ac:spMkLst>
        </pc:spChg>
        <pc:spChg chg="add del">
          <ac:chgData name="Manas Tuwani" userId="5d421215-a11f-4a6e-90ca-e8ac2213fab6" providerId="ADAL" clId="{0ABAB4F3-DE43-4A7D-BA70-4E16B0B3281B}" dt="2022-07-25T11:50:30.812" v="21" actId="26606"/>
          <ac:spMkLst>
            <pc:docMk/>
            <pc:sldMk cId="3782955664" sldId="263"/>
            <ac:spMk id="15" creationId="{5298780A-33B9-4EA2-8F67-DE68AD62841B}"/>
          </ac:spMkLst>
        </pc:spChg>
        <pc:spChg chg="add del">
          <ac:chgData name="Manas Tuwani" userId="5d421215-a11f-4a6e-90ca-e8ac2213fab6" providerId="ADAL" clId="{0ABAB4F3-DE43-4A7D-BA70-4E16B0B3281B}" dt="2022-07-25T11:51:56.719" v="38" actId="26606"/>
          <ac:spMkLst>
            <pc:docMk/>
            <pc:sldMk cId="3782955664" sldId="263"/>
            <ac:spMk id="17" creationId="{59A309A7-1751-4ABE-A3C1-EEC40366AD89}"/>
          </ac:spMkLst>
        </pc:spChg>
        <pc:spChg chg="add del">
          <ac:chgData name="Manas Tuwani" userId="5d421215-a11f-4a6e-90ca-e8ac2213fab6" providerId="ADAL" clId="{0ABAB4F3-DE43-4A7D-BA70-4E16B0B3281B}" dt="2022-07-25T11:51:56.719" v="38" actId="26606"/>
          <ac:spMkLst>
            <pc:docMk/>
            <pc:sldMk cId="3782955664" sldId="263"/>
            <ac:spMk id="18" creationId="{967D8EB6-EAE1-4F9C-B398-83321E287204}"/>
          </ac:spMkLst>
        </pc:spChg>
        <pc:spChg chg="add del">
          <ac:chgData name="Manas Tuwani" userId="5d421215-a11f-4a6e-90ca-e8ac2213fab6" providerId="ADAL" clId="{0ABAB4F3-DE43-4A7D-BA70-4E16B0B3281B}" dt="2022-07-25T11:51:53.316" v="36" actId="26606"/>
          <ac:spMkLst>
            <pc:docMk/>
            <pc:sldMk cId="3782955664" sldId="263"/>
            <ac:spMk id="20" creationId="{5DD103AA-7536-490B-973F-73CA63A7ED09}"/>
          </ac:spMkLst>
        </pc:spChg>
        <pc:spChg chg="add del">
          <ac:chgData name="Manas Tuwani" userId="5d421215-a11f-4a6e-90ca-e8ac2213fab6" providerId="ADAL" clId="{0ABAB4F3-DE43-4A7D-BA70-4E16B0B3281B}" dt="2022-07-25T11:51:56.719" v="38" actId="26606"/>
          <ac:spMkLst>
            <pc:docMk/>
            <pc:sldMk cId="3782955664" sldId="263"/>
            <ac:spMk id="22" creationId="{427D15F9-FBA9-45B6-A1EE-7E2610907483}"/>
          </ac:spMkLst>
        </pc:spChg>
        <pc:spChg chg="add del">
          <ac:chgData name="Manas Tuwani" userId="5d421215-a11f-4a6e-90ca-e8ac2213fab6" providerId="ADAL" clId="{0ABAB4F3-DE43-4A7D-BA70-4E16B0B3281B}" dt="2022-07-25T11:51:40.523" v="34" actId="26606"/>
          <ac:spMkLst>
            <pc:docMk/>
            <pc:sldMk cId="3782955664" sldId="263"/>
            <ac:spMk id="23" creationId="{427D15F9-FBA9-45B6-A1EE-7E2610907483}"/>
          </ac:spMkLst>
        </pc:spChg>
        <pc:grpChg chg="add del">
          <ac:chgData name="Manas Tuwani" userId="5d421215-a11f-4a6e-90ca-e8ac2213fab6" providerId="ADAL" clId="{0ABAB4F3-DE43-4A7D-BA70-4E16B0B3281B}" dt="2022-07-25T11:51:56.719" v="38" actId="26606"/>
          <ac:grpSpMkLst>
            <pc:docMk/>
            <pc:sldMk cId="3782955664" sldId="263"/>
            <ac:grpSpMk id="24" creationId="{549D845D-9A57-49AC-9523-BB0D6DA6FECA}"/>
          </ac:grpSpMkLst>
        </pc:grpChg>
        <pc:grpChg chg="add del">
          <ac:chgData name="Manas Tuwani" userId="5d421215-a11f-4a6e-90ca-e8ac2213fab6" providerId="ADAL" clId="{0ABAB4F3-DE43-4A7D-BA70-4E16B0B3281B}" dt="2022-07-25T11:51:40.523" v="34" actId="26606"/>
          <ac:grpSpMkLst>
            <pc:docMk/>
            <pc:sldMk cId="3782955664" sldId="263"/>
            <ac:grpSpMk id="25" creationId="{549D845D-9A57-49AC-9523-BB0D6DA6FECA}"/>
          </ac:grpSpMkLst>
        </pc:grpChg>
        <pc:picChg chg="add mod">
          <ac:chgData name="Manas Tuwani" userId="5d421215-a11f-4a6e-90ca-e8ac2213fab6" providerId="ADAL" clId="{0ABAB4F3-DE43-4A7D-BA70-4E16B0B3281B}" dt="2022-07-25T11:51:56.719" v="38" actId="26606"/>
          <ac:picMkLst>
            <pc:docMk/>
            <pc:sldMk cId="3782955664" sldId="263"/>
            <ac:picMk id="7" creationId="{BEEEED3D-B59E-DD0B-E368-C676A28ED9B6}"/>
          </ac:picMkLst>
        </pc:picChg>
        <pc:cxnChg chg="add del">
          <ac:chgData name="Manas Tuwani" userId="5d421215-a11f-4a6e-90ca-e8ac2213fab6" providerId="ADAL" clId="{0ABAB4F3-DE43-4A7D-BA70-4E16B0B3281B}" dt="2022-07-25T11:50:20.991" v="19" actId="26606"/>
          <ac:cxnSpMkLst>
            <pc:docMk/>
            <pc:sldMk cId="3782955664" sldId="263"/>
            <ac:cxnSpMk id="10" creationId="{2D72A2C9-F3CA-4216-8BAD-FA4C970C3C4E}"/>
          </ac:cxnSpMkLst>
        </pc:cxnChg>
        <pc:cxnChg chg="add del">
          <ac:chgData name="Manas Tuwani" userId="5d421215-a11f-4a6e-90ca-e8ac2213fab6" providerId="ADAL" clId="{0ABAB4F3-DE43-4A7D-BA70-4E16B0B3281B}" dt="2022-07-25T11:50:30.812" v="21" actId="26606"/>
          <ac:cxnSpMkLst>
            <pc:docMk/>
            <pc:sldMk cId="3782955664" sldId="263"/>
            <ac:cxnSpMk id="14" creationId="{23AAC9B5-8015-485C-ACF9-A750390E9A56}"/>
          </ac:cxnSpMkLst>
        </pc:cxnChg>
      </pc:sldChg>
      <pc:sldChg chg="addSp delSp add mod setBg delDesignElem">
        <pc:chgData name="Manas Tuwani" userId="5d421215-a11f-4a6e-90ca-e8ac2213fab6" providerId="ADAL" clId="{0ABAB4F3-DE43-4A7D-BA70-4E16B0B3281B}" dt="2022-07-25T12:23:50.279" v="63" actId="26606"/>
        <pc:sldMkLst>
          <pc:docMk/>
          <pc:sldMk cId="3525710161" sldId="264"/>
        </pc:sldMkLst>
        <pc:spChg chg="del">
          <ac:chgData name="Manas Tuwani" userId="5d421215-a11f-4a6e-90ca-e8ac2213fab6" providerId="ADAL" clId="{0ABAB4F3-DE43-4A7D-BA70-4E16B0B3281B}" dt="2022-07-25T12:19:45.063" v="48"/>
          <ac:spMkLst>
            <pc:docMk/>
            <pc:sldMk cId="3525710161" sldId="264"/>
            <ac:spMk id="5" creationId="{488333BA-AE6E-427A-9B16-A39C8073F4EB}"/>
          </ac:spMkLst>
        </pc:spChg>
        <pc:spChg chg="del">
          <ac:chgData name="Manas Tuwani" userId="5d421215-a11f-4a6e-90ca-e8ac2213fab6" providerId="ADAL" clId="{0ABAB4F3-DE43-4A7D-BA70-4E16B0B3281B}" dt="2022-07-25T12:19:45.063" v="48"/>
          <ac:spMkLst>
            <pc:docMk/>
            <pc:sldMk cId="3525710161" sldId="264"/>
            <ac:spMk id="6" creationId="{F98ED85F-DCEE-4B50-802E-71A6E3E12B04}"/>
          </ac:spMkLst>
        </pc:spChg>
        <pc:spChg chg="add">
          <ac:chgData name="Manas Tuwani" userId="5d421215-a11f-4a6e-90ca-e8ac2213fab6" providerId="ADAL" clId="{0ABAB4F3-DE43-4A7D-BA70-4E16B0B3281B}" dt="2022-07-25T12:23:50.279" v="63" actId="26606"/>
          <ac:spMkLst>
            <pc:docMk/>
            <pc:sldMk cId="3525710161" sldId="264"/>
            <ac:spMk id="8" creationId="{488333BA-AE6E-427A-9B16-A39C8073F4EB}"/>
          </ac:spMkLst>
        </pc:spChg>
        <pc:spChg chg="add">
          <ac:chgData name="Manas Tuwani" userId="5d421215-a11f-4a6e-90ca-e8ac2213fab6" providerId="ADAL" clId="{0ABAB4F3-DE43-4A7D-BA70-4E16B0B3281B}" dt="2022-07-25T12:23:50.279" v="63" actId="26606"/>
          <ac:spMkLst>
            <pc:docMk/>
            <pc:sldMk cId="3525710161" sldId="264"/>
            <ac:spMk id="10" creationId="{F98ED85F-DCEE-4B50-802E-71A6E3E12B04}"/>
          </ac:spMkLst>
        </pc:spChg>
      </pc:sldChg>
    </pc:docChg>
  </pc:docChgLst>
  <pc:docChgLst>
    <pc:chgData name="Manas Tuwani" userId="5d421215-a11f-4a6e-90ca-e8ac2213fab6" providerId="ADAL" clId="{8CA34F2A-53A0-497D-9812-8CF5433A175B}"/>
    <pc:docChg chg="undo custSel addSld modSld">
      <pc:chgData name="Manas Tuwani" userId="5d421215-a11f-4a6e-90ca-e8ac2213fab6" providerId="ADAL" clId="{8CA34F2A-53A0-497D-9812-8CF5433A175B}" dt="2022-12-16T02:06:33.856" v="5" actId="27614"/>
      <pc:docMkLst>
        <pc:docMk/>
      </pc:docMkLst>
      <pc:sldChg chg="addSp delSp modSp new mod setBg">
        <pc:chgData name="Manas Tuwani" userId="5d421215-a11f-4a6e-90ca-e8ac2213fab6" providerId="ADAL" clId="{8CA34F2A-53A0-497D-9812-8CF5433A175B}" dt="2022-12-16T02:06:33.856" v="5" actId="27614"/>
        <pc:sldMkLst>
          <pc:docMk/>
          <pc:sldMk cId="2847605230" sldId="266"/>
        </pc:sldMkLst>
        <pc:spChg chg="add del">
          <ac:chgData name="Manas Tuwani" userId="5d421215-a11f-4a6e-90ca-e8ac2213fab6" providerId="ADAL" clId="{8CA34F2A-53A0-497D-9812-8CF5433A175B}" dt="2022-12-16T02:06:26.014" v="3" actId="26606"/>
          <ac:spMkLst>
            <pc:docMk/>
            <pc:sldMk cId="2847605230" sldId="266"/>
            <ac:spMk id="8" creationId="{63644BFD-D22E-4019-B666-387DA51AEAFD}"/>
          </ac:spMkLst>
        </pc:spChg>
        <pc:spChg chg="add del">
          <ac:chgData name="Manas Tuwani" userId="5d421215-a11f-4a6e-90ca-e8ac2213fab6" providerId="ADAL" clId="{8CA34F2A-53A0-497D-9812-8CF5433A175B}" dt="2022-12-16T02:06:26.014" v="3" actId="26606"/>
          <ac:spMkLst>
            <pc:docMk/>
            <pc:sldMk cId="2847605230" sldId="266"/>
            <ac:spMk id="14" creationId="{3776B14B-F2F4-4825-8DA8-8C7A0F2B3960}"/>
          </ac:spMkLst>
        </pc:spChg>
        <pc:spChg chg="add">
          <ac:chgData name="Manas Tuwani" userId="5d421215-a11f-4a6e-90ca-e8ac2213fab6" providerId="ADAL" clId="{8CA34F2A-53A0-497D-9812-8CF5433A175B}" dt="2022-12-16T02:06:26.023" v="4" actId="26606"/>
          <ac:spMkLst>
            <pc:docMk/>
            <pc:sldMk cId="2847605230" sldId="266"/>
            <ac:spMk id="16" creationId="{9A97C86A-04D6-40F7-AE84-31AB43E6A846}"/>
          </ac:spMkLst>
        </pc:spChg>
        <pc:spChg chg="add">
          <ac:chgData name="Manas Tuwani" userId="5d421215-a11f-4a6e-90ca-e8ac2213fab6" providerId="ADAL" clId="{8CA34F2A-53A0-497D-9812-8CF5433A175B}" dt="2022-12-16T02:06:26.023" v="4" actId="26606"/>
          <ac:spMkLst>
            <pc:docMk/>
            <pc:sldMk cId="2847605230" sldId="266"/>
            <ac:spMk id="17" creationId="{F3060C83-F051-4F0E-ABAD-AA0DFC48B218}"/>
          </ac:spMkLst>
        </pc:spChg>
        <pc:spChg chg="add">
          <ac:chgData name="Manas Tuwani" userId="5d421215-a11f-4a6e-90ca-e8ac2213fab6" providerId="ADAL" clId="{8CA34F2A-53A0-497D-9812-8CF5433A175B}" dt="2022-12-16T02:06:26.023" v="4" actId="26606"/>
          <ac:spMkLst>
            <pc:docMk/>
            <pc:sldMk cId="2847605230" sldId="266"/>
            <ac:spMk id="18" creationId="{FF9F2414-84E8-453E-B1F3-389FDE8192D9}"/>
          </ac:spMkLst>
        </pc:spChg>
        <pc:spChg chg="add">
          <ac:chgData name="Manas Tuwani" userId="5d421215-a11f-4a6e-90ca-e8ac2213fab6" providerId="ADAL" clId="{8CA34F2A-53A0-497D-9812-8CF5433A175B}" dt="2022-12-16T02:06:26.023" v="4" actId="26606"/>
          <ac:spMkLst>
            <pc:docMk/>
            <pc:sldMk cId="2847605230" sldId="266"/>
            <ac:spMk id="19" creationId="{83C98ABE-055B-441F-B07E-44F97F083C39}"/>
          </ac:spMkLst>
        </pc:spChg>
        <pc:spChg chg="add">
          <ac:chgData name="Manas Tuwani" userId="5d421215-a11f-4a6e-90ca-e8ac2213fab6" providerId="ADAL" clId="{8CA34F2A-53A0-497D-9812-8CF5433A175B}" dt="2022-12-16T02:06:26.023" v="4" actId="26606"/>
          <ac:spMkLst>
            <pc:docMk/>
            <pc:sldMk cId="2847605230" sldId="266"/>
            <ac:spMk id="20" creationId="{3ECA69A1-7536-43AC-85EF-C7106179F5ED}"/>
          </ac:spMkLst>
        </pc:spChg>
        <pc:spChg chg="add">
          <ac:chgData name="Manas Tuwani" userId="5d421215-a11f-4a6e-90ca-e8ac2213fab6" providerId="ADAL" clId="{8CA34F2A-53A0-497D-9812-8CF5433A175B}" dt="2022-12-16T02:06:26.023" v="4" actId="26606"/>
          <ac:spMkLst>
            <pc:docMk/>
            <pc:sldMk cId="2847605230" sldId="266"/>
            <ac:spMk id="21" creationId="{29FDB030-9B49-4CED-8CCD-4D99382388AC}"/>
          </ac:spMkLst>
        </pc:spChg>
        <pc:spChg chg="add">
          <ac:chgData name="Manas Tuwani" userId="5d421215-a11f-4a6e-90ca-e8ac2213fab6" providerId="ADAL" clId="{8CA34F2A-53A0-497D-9812-8CF5433A175B}" dt="2022-12-16T02:06:26.023" v="4" actId="26606"/>
          <ac:spMkLst>
            <pc:docMk/>
            <pc:sldMk cId="2847605230" sldId="266"/>
            <ac:spMk id="22" creationId="{3783CA14-24A1-485C-8B30-D6A5D87987AD}"/>
          </ac:spMkLst>
        </pc:spChg>
        <pc:grpChg chg="add del">
          <ac:chgData name="Manas Tuwani" userId="5d421215-a11f-4a6e-90ca-e8ac2213fab6" providerId="ADAL" clId="{8CA34F2A-53A0-497D-9812-8CF5433A175B}" dt="2022-12-16T02:06:26.014" v="3" actId="26606"/>
          <ac:grpSpMkLst>
            <pc:docMk/>
            <pc:sldMk cId="2847605230" sldId="266"/>
            <ac:grpSpMk id="10" creationId="{5FE9FE4C-C9E0-4C54-8010-EA9D29CD4D59}"/>
          </ac:grpSpMkLst>
        </pc:grpChg>
        <pc:picChg chg="add mod">
          <ac:chgData name="Manas Tuwani" userId="5d421215-a11f-4a6e-90ca-e8ac2213fab6" providerId="ADAL" clId="{8CA34F2A-53A0-497D-9812-8CF5433A175B}" dt="2022-12-16T02:06:33.856" v="5" actId="27614"/>
          <ac:picMkLst>
            <pc:docMk/>
            <pc:sldMk cId="2847605230" sldId="266"/>
            <ac:picMk id="3" creationId="{A30FD558-2BBD-4CC7-700F-ADD803878835}"/>
          </ac:picMkLst>
        </pc:picChg>
      </pc:sldChg>
    </pc:docChg>
  </pc:docChgLst>
  <pc:docChgLst>
    <pc:chgData name="Manas Tuwani" userId="5d421215-a11f-4a6e-90ca-e8ac2213fab6" providerId="ADAL" clId="{72DFB122-D581-41B7-A53F-2443E079EA3F}"/>
    <pc:docChg chg="modSld">
      <pc:chgData name="Manas Tuwani" userId="5d421215-a11f-4a6e-90ca-e8ac2213fab6" providerId="ADAL" clId="{72DFB122-D581-41B7-A53F-2443E079EA3F}" dt="2024-10-23T02:34:09.041" v="1" actId="20577"/>
      <pc:docMkLst>
        <pc:docMk/>
      </pc:docMkLst>
      <pc:sldChg chg="modSp mod">
        <pc:chgData name="Manas Tuwani" userId="5d421215-a11f-4a6e-90ca-e8ac2213fab6" providerId="ADAL" clId="{72DFB122-D581-41B7-A53F-2443E079EA3F}" dt="2024-10-23T02:34:09.041" v="1" actId="20577"/>
        <pc:sldMkLst>
          <pc:docMk/>
          <pc:sldMk cId="2517113886" sldId="260"/>
        </pc:sldMkLst>
        <pc:spChg chg="mod">
          <ac:chgData name="Manas Tuwani" userId="5d421215-a11f-4a6e-90ca-e8ac2213fab6" providerId="ADAL" clId="{72DFB122-D581-41B7-A53F-2443E079EA3F}" dt="2024-10-23T02:34:09.041" v="1" actId="20577"/>
          <ac:spMkLst>
            <pc:docMk/>
            <pc:sldMk cId="2517113886" sldId="260"/>
            <ac:spMk id="2" creationId="{00000000-0000-0000-0000-000000000000}"/>
          </ac:spMkLst>
        </pc:spChg>
      </pc:sldChg>
    </pc:docChg>
  </pc:docChgLst>
  <pc:docChgLst>
    <pc:chgData name="Manas Tuwani" userId="5d421215-a11f-4a6e-90ca-e8ac2213fab6" providerId="ADAL" clId="{835E7734-F79F-4790-B7B2-EBFE772A5C30}"/>
    <pc:docChg chg="modSld">
      <pc:chgData name="Manas Tuwani" userId="5d421215-a11f-4a6e-90ca-e8ac2213fab6" providerId="ADAL" clId="{835E7734-F79F-4790-B7B2-EBFE772A5C30}" dt="2024-01-19T17:52:05.236" v="9" actId="113"/>
      <pc:docMkLst>
        <pc:docMk/>
      </pc:docMkLst>
      <pc:sldChg chg="modSp mod">
        <pc:chgData name="Manas Tuwani" userId="5d421215-a11f-4a6e-90ca-e8ac2213fab6" providerId="ADAL" clId="{835E7734-F79F-4790-B7B2-EBFE772A5C30}" dt="2024-01-19T17:52:05.236" v="9" actId="113"/>
        <pc:sldMkLst>
          <pc:docMk/>
          <pc:sldMk cId="3782955664" sldId="263"/>
        </pc:sldMkLst>
        <pc:spChg chg="mod">
          <ac:chgData name="Manas Tuwani" userId="5d421215-a11f-4a6e-90ca-e8ac2213fab6" providerId="ADAL" clId="{835E7734-F79F-4790-B7B2-EBFE772A5C30}" dt="2024-01-19T17:52:05.236" v="9" actId="113"/>
          <ac:spMkLst>
            <pc:docMk/>
            <pc:sldMk cId="3782955664" sldId="263"/>
            <ac:spMk id="3" creationId="{B99166AD-06A6-0F3F-1FDD-95D7956C1BB7}"/>
          </ac:spMkLst>
        </pc:spChg>
      </pc:sldChg>
    </pc:docChg>
  </pc:docChgLst>
  <pc:docChgLst>
    <pc:chgData name="Manas Tuwani" userId="5d421215-a11f-4a6e-90ca-e8ac2213fab6" providerId="ADAL" clId="{DAE0CC62-2E03-4CA3-A60F-4366259FA0B6}"/>
    <pc:docChg chg="custSel addSld modSld">
      <pc:chgData name="Manas Tuwani" userId="5d421215-a11f-4a6e-90ca-e8ac2213fab6" providerId="ADAL" clId="{DAE0CC62-2E03-4CA3-A60F-4366259FA0B6}" dt="2022-09-16T12:47:04.902" v="4" actId="962"/>
      <pc:docMkLst>
        <pc:docMk/>
      </pc:docMkLst>
      <pc:sldChg chg="addSp modSp new mod setBg">
        <pc:chgData name="Manas Tuwani" userId="5d421215-a11f-4a6e-90ca-e8ac2213fab6" providerId="ADAL" clId="{DAE0CC62-2E03-4CA3-A60F-4366259FA0B6}" dt="2022-09-16T12:47:04.902" v="4" actId="962"/>
        <pc:sldMkLst>
          <pc:docMk/>
          <pc:sldMk cId="4102205703" sldId="265"/>
        </pc:sldMkLst>
        <pc:spChg chg="add">
          <ac:chgData name="Manas Tuwani" userId="5d421215-a11f-4a6e-90ca-e8ac2213fab6" providerId="ADAL" clId="{DAE0CC62-2E03-4CA3-A60F-4366259FA0B6}" dt="2022-09-16T12:47:00.072" v="2" actId="26606"/>
          <ac:spMkLst>
            <pc:docMk/>
            <pc:sldMk cId="4102205703" sldId="265"/>
            <ac:spMk id="8" creationId="{F3060C83-F051-4F0E-ABAD-AA0DFC48B218}"/>
          </ac:spMkLst>
        </pc:spChg>
        <pc:spChg chg="add">
          <ac:chgData name="Manas Tuwani" userId="5d421215-a11f-4a6e-90ca-e8ac2213fab6" providerId="ADAL" clId="{DAE0CC62-2E03-4CA3-A60F-4366259FA0B6}" dt="2022-09-16T12:47:00.072" v="2" actId="26606"/>
          <ac:spMkLst>
            <pc:docMk/>
            <pc:sldMk cId="4102205703" sldId="265"/>
            <ac:spMk id="10" creationId="{83C98ABE-055B-441F-B07E-44F97F083C39}"/>
          </ac:spMkLst>
        </pc:spChg>
        <pc:spChg chg="add">
          <ac:chgData name="Manas Tuwani" userId="5d421215-a11f-4a6e-90ca-e8ac2213fab6" providerId="ADAL" clId="{DAE0CC62-2E03-4CA3-A60F-4366259FA0B6}" dt="2022-09-16T12:47:00.072" v="2" actId="26606"/>
          <ac:spMkLst>
            <pc:docMk/>
            <pc:sldMk cId="4102205703" sldId="265"/>
            <ac:spMk id="12" creationId="{29FDB030-9B49-4CED-8CCD-4D99382388AC}"/>
          </ac:spMkLst>
        </pc:spChg>
        <pc:spChg chg="add">
          <ac:chgData name="Manas Tuwani" userId="5d421215-a11f-4a6e-90ca-e8ac2213fab6" providerId="ADAL" clId="{DAE0CC62-2E03-4CA3-A60F-4366259FA0B6}" dt="2022-09-16T12:47:00.072" v="2" actId="26606"/>
          <ac:spMkLst>
            <pc:docMk/>
            <pc:sldMk cId="4102205703" sldId="265"/>
            <ac:spMk id="14" creationId="{3783CA14-24A1-485C-8B30-D6A5D87987AD}"/>
          </ac:spMkLst>
        </pc:spChg>
        <pc:spChg chg="add">
          <ac:chgData name="Manas Tuwani" userId="5d421215-a11f-4a6e-90ca-e8ac2213fab6" providerId="ADAL" clId="{DAE0CC62-2E03-4CA3-A60F-4366259FA0B6}" dt="2022-09-16T12:47:00.072" v="2" actId="26606"/>
          <ac:spMkLst>
            <pc:docMk/>
            <pc:sldMk cId="4102205703" sldId="265"/>
            <ac:spMk id="16" creationId="{9A97C86A-04D6-40F7-AE84-31AB43E6A846}"/>
          </ac:spMkLst>
        </pc:spChg>
        <pc:spChg chg="add">
          <ac:chgData name="Manas Tuwani" userId="5d421215-a11f-4a6e-90ca-e8ac2213fab6" providerId="ADAL" clId="{DAE0CC62-2E03-4CA3-A60F-4366259FA0B6}" dt="2022-09-16T12:47:00.072" v="2" actId="26606"/>
          <ac:spMkLst>
            <pc:docMk/>
            <pc:sldMk cId="4102205703" sldId="265"/>
            <ac:spMk id="18" creationId="{FF9F2414-84E8-453E-B1F3-389FDE8192D9}"/>
          </ac:spMkLst>
        </pc:spChg>
        <pc:spChg chg="add">
          <ac:chgData name="Manas Tuwani" userId="5d421215-a11f-4a6e-90ca-e8ac2213fab6" providerId="ADAL" clId="{DAE0CC62-2E03-4CA3-A60F-4366259FA0B6}" dt="2022-09-16T12:47:00.072" v="2" actId="26606"/>
          <ac:spMkLst>
            <pc:docMk/>
            <pc:sldMk cId="4102205703" sldId="265"/>
            <ac:spMk id="20" creationId="{3ECA69A1-7536-43AC-85EF-C7106179F5ED}"/>
          </ac:spMkLst>
        </pc:spChg>
        <pc:picChg chg="add mod">
          <ac:chgData name="Manas Tuwani" userId="5d421215-a11f-4a6e-90ca-e8ac2213fab6" providerId="ADAL" clId="{DAE0CC62-2E03-4CA3-A60F-4366259FA0B6}" dt="2022-09-16T12:47:04.902" v="4" actId="962"/>
          <ac:picMkLst>
            <pc:docMk/>
            <pc:sldMk cId="4102205703" sldId="265"/>
            <ac:picMk id="3" creationId="{10D8563B-E0C1-68CF-54F8-9F66ABDA870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D159-2CFF-4092-A515-1397BCF85A6F}" type="datetimeFigureOut">
              <a:rPr lang="en-IN" smtClean="0"/>
              <a:pPr/>
              <a:t>21-03-2025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0471D-8AE4-4DCD-AC17-F2C55843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97534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D159-2CFF-4092-A515-1397BCF85A6F}" type="datetimeFigureOut">
              <a:rPr lang="en-IN" smtClean="0"/>
              <a:pPr/>
              <a:t>21-03-2025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0471D-8AE4-4DCD-AC17-F2C55843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39576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D159-2CFF-4092-A515-1397BCF85A6F}" type="datetimeFigureOut">
              <a:rPr lang="en-IN" smtClean="0"/>
              <a:pPr/>
              <a:t>21-03-2025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0471D-8AE4-4DCD-AC17-F2C55843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39543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D159-2CFF-4092-A515-1397BCF85A6F}" type="datetimeFigureOut">
              <a:rPr lang="en-IN" smtClean="0"/>
              <a:pPr/>
              <a:t>21-03-2025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0471D-8AE4-4DCD-AC17-F2C55843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57516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D159-2CFF-4092-A515-1397BCF85A6F}" type="datetimeFigureOut">
              <a:rPr lang="en-IN" smtClean="0"/>
              <a:pPr/>
              <a:t>21-03-2025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0471D-8AE4-4DCD-AC17-F2C55843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6626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D159-2CFF-4092-A515-1397BCF85A6F}" type="datetimeFigureOut">
              <a:rPr lang="en-IN" smtClean="0"/>
              <a:pPr/>
              <a:t>21-03-2025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0471D-8AE4-4DCD-AC17-F2C55843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64117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D159-2CFF-4092-A515-1397BCF85A6F}" type="datetimeFigureOut">
              <a:rPr lang="en-IN" smtClean="0"/>
              <a:pPr/>
              <a:t>21-03-2025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0471D-8AE4-4DCD-AC17-F2C55843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53830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D159-2CFF-4092-A515-1397BCF85A6F}" type="datetimeFigureOut">
              <a:rPr lang="en-IN" smtClean="0"/>
              <a:pPr/>
              <a:t>21-03-2025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0471D-8AE4-4DCD-AC17-F2C55843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91029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D159-2CFF-4092-A515-1397BCF85A6F}" type="datetimeFigureOut">
              <a:rPr lang="en-IN" smtClean="0"/>
              <a:pPr/>
              <a:t>21-03-2025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0471D-8AE4-4DCD-AC17-F2C55843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64074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D159-2CFF-4092-A515-1397BCF85A6F}" type="datetimeFigureOut">
              <a:rPr lang="en-IN" smtClean="0"/>
              <a:pPr/>
              <a:t>21-03-2025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0471D-8AE4-4DCD-AC17-F2C55843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1335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D159-2CFF-4092-A515-1397BCF85A6F}" type="datetimeFigureOut">
              <a:rPr lang="en-IN" smtClean="0"/>
              <a:pPr/>
              <a:t>21-03-2025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0471D-8AE4-4DCD-AC17-F2C55843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43920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ED159-2CFF-4092-A515-1397BCF85A6F}" type="datetimeFigureOut">
              <a:rPr lang="en-IN" smtClean="0"/>
              <a:pPr/>
              <a:t>21-03-2025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0471D-8AE4-4DCD-AC17-F2C5584374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38461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3448" y="0"/>
            <a:ext cx="914744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97500" y="612166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By: Manas Tuwani</a:t>
            </a:r>
          </a:p>
        </p:txBody>
      </p:sp>
    </p:spTree>
    <p:extLst>
      <p:ext uri="{BB962C8B-B14F-4D97-AF65-F5344CB8AC3E}">
        <p14:creationId xmlns:p14="http://schemas.microsoft.com/office/powerpoint/2010/main" xmlns="" val="3691654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488333BA-AE6E-427A-9B16-A39C8073F4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xmlns="" id="{F98ED85F-DCEE-4B50-802E-71A6E3E12B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bg1"/>
          </a:solidFill>
          <a:ln w="127000" cap="sq" cmpd="thinThick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318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b="1" u="sng" dirty="0"/>
              <a:t>POLYMORPHISM</a:t>
            </a:r>
            <a:br>
              <a:rPr lang="en-IN" b="1" u="sng" dirty="0"/>
            </a:b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57400"/>
            <a:ext cx="7886700" cy="3871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effectLst/>
                <a:latin typeface="inter-bold"/>
              </a:rPr>
              <a:t>Polymorphism in Java</a:t>
            </a:r>
            <a:r>
              <a:rPr lang="en-US" sz="2000" dirty="0">
                <a:solidFill>
                  <a:srgbClr val="333333"/>
                </a:solidFill>
                <a:effectLst/>
                <a:latin typeface="inter-regular"/>
              </a:rPr>
              <a:t> is a concept by which we can perform a single action in different ways. Polymorphism is derived from 2 Greek words: poly and morphs. The word "poly" means many and "morphs" means forms. So, polymorphism means many forms.</a:t>
            </a:r>
          </a:p>
          <a:p>
            <a:pPr marL="0" indent="0">
              <a:buNone/>
            </a:pPr>
            <a:endParaRPr lang="en-US" sz="2000" dirty="0">
              <a:solidFill>
                <a:srgbClr val="333333"/>
              </a:solidFill>
              <a:latin typeface="inter-regular"/>
            </a:endParaRPr>
          </a:p>
          <a:p>
            <a:pPr marL="0" indent="0">
              <a:buNone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There are two types of polymorphism in Java: compile-time polymorphism and runtime polymorphism. We can perform polymorphism in java by method overloading and method overriding.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xmlns="" val="98940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88333BA-AE6E-427A-9B16-A39C8073F4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98ED85F-DCEE-4B50-802E-71A6E3E12B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bg1"/>
          </a:solidFill>
          <a:ln w="127000" cap="sq" cmpd="thinThick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318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b="1" u="sng"/>
              <a:t>POLYMORPHISM</a:t>
            </a:r>
            <a:br>
              <a:rPr lang="en-IN" b="1" u="sng"/>
            </a:br>
            <a:endParaRPr lang="en-IN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57400"/>
            <a:ext cx="7886700" cy="3871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100" dirty="0"/>
              <a:t>Poly means many and morphism means forms. Polymorphism supports:</a:t>
            </a:r>
          </a:p>
          <a:p>
            <a:pPr marL="0" indent="0">
              <a:buNone/>
            </a:pPr>
            <a:endParaRPr lang="en-IN" sz="2100" dirty="0"/>
          </a:p>
          <a:p>
            <a:pPr marL="514350" indent="-514350">
              <a:buAutoNum type="arabicPeriod"/>
            </a:pPr>
            <a:r>
              <a:rPr lang="en-IN" sz="2100" dirty="0"/>
              <a:t>Method Overloading </a:t>
            </a:r>
          </a:p>
          <a:p>
            <a:pPr marL="514350" indent="-514350">
              <a:buAutoNum type="arabicPeriod"/>
            </a:pPr>
            <a:r>
              <a:rPr lang="en-IN" sz="2100" dirty="0"/>
              <a:t>Method Overriding.</a:t>
            </a:r>
          </a:p>
          <a:p>
            <a:pPr marL="0" indent="0">
              <a:buNone/>
            </a:pPr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xmlns="" val="3525710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88333BA-AE6E-427A-9B16-A39C8073F4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98ED85F-DCEE-4B50-802E-71A6E3E12B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bg1"/>
          </a:solidFill>
          <a:ln w="127000" cap="sq" cmpd="thinThick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31825"/>
            <a:ext cx="7886700" cy="1325563"/>
          </a:xfrm>
        </p:spPr>
        <p:txBody>
          <a:bodyPr>
            <a:normAutofit/>
          </a:bodyPr>
          <a:lstStyle/>
          <a:p>
            <a:r>
              <a:rPr lang="en-IN" b="1" u="sng" dirty="0"/>
              <a:t>Method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57400"/>
            <a:ext cx="7886700" cy="3871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100" dirty="0"/>
              <a:t> </a:t>
            </a:r>
            <a:r>
              <a:rPr lang="en-IN" sz="2100" b="1" dirty="0"/>
              <a:t>Method Overloading</a:t>
            </a:r>
          </a:p>
          <a:p>
            <a:pPr marL="0" indent="0">
              <a:buNone/>
            </a:pPr>
            <a:r>
              <a:rPr lang="en-IN" sz="2100" b="1" dirty="0"/>
              <a:t>                Or</a:t>
            </a:r>
          </a:p>
          <a:p>
            <a:pPr marL="0" indent="0">
              <a:buNone/>
            </a:pPr>
            <a:r>
              <a:rPr lang="en-IN" sz="2100" b="1" dirty="0"/>
              <a:t>Compile Time Polymorphism</a:t>
            </a:r>
          </a:p>
          <a:p>
            <a:pPr marL="0" indent="0">
              <a:buNone/>
            </a:pPr>
            <a:r>
              <a:rPr lang="en-IN" sz="2100" b="1" dirty="0"/>
              <a:t>                Or</a:t>
            </a:r>
          </a:p>
          <a:p>
            <a:pPr marL="0" indent="0">
              <a:buNone/>
            </a:pPr>
            <a:r>
              <a:rPr lang="en-IN" sz="2100" b="1" dirty="0"/>
              <a:t>Static Polymorphism</a:t>
            </a:r>
          </a:p>
          <a:p>
            <a:pPr marL="0" indent="0">
              <a:buNone/>
            </a:pPr>
            <a:endParaRPr lang="en-IN" sz="2100" b="1" dirty="0"/>
          </a:p>
          <a:p>
            <a:pPr marL="0" indent="0">
              <a:buNone/>
            </a:pPr>
            <a:r>
              <a:rPr lang="en-IN" sz="2100" dirty="0"/>
              <a:t>One class contains same method name with different arguments is called method overloading. Compiler will identify the methods based on the arguments.</a:t>
            </a:r>
          </a:p>
          <a:p>
            <a:pPr marL="0" indent="0">
              <a:buNone/>
            </a:pPr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xmlns="" val="1522402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476672"/>
            <a:ext cx="8424936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938171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908720"/>
            <a:ext cx="8597242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102205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>
            <a:extLst>
              <a:ext uri="{FF2B5EF4-FFF2-40B4-BE49-F238E27FC236}">
                <a16:creationId xmlns:a16="http://schemas.microsoft.com/office/drawing/2014/main" xmlns="" id="{488333BA-AE6E-427A-9B16-A39C8073F4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xmlns="" id="{F98ED85F-DCEE-4B50-802E-71A6E3E12B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bg1"/>
          </a:solidFill>
          <a:ln w="127000" cap="sq" cmpd="thinThick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318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b="1" u="sng"/>
              <a:t>Method Overriding</a:t>
            </a:r>
            <a:r>
              <a:rPr lang="en-IN" b="1" u="sng" dirty="0"/>
              <a:t/>
            </a:r>
            <a:br>
              <a:rPr lang="en-IN" b="1" u="sng" dirty="0"/>
            </a:b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57400"/>
            <a:ext cx="7886700" cy="387176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sz="1600" b="1" dirty="0"/>
              <a:t>Method overriding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600" b="1" dirty="0"/>
              <a:t>             Or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600" b="1" dirty="0"/>
              <a:t>Run Time Polymorphism</a:t>
            </a:r>
          </a:p>
          <a:p>
            <a:pPr marL="0" indent="0">
              <a:lnSpc>
                <a:spcPct val="90000"/>
              </a:lnSpc>
              <a:buNone/>
            </a:pPr>
            <a:endParaRPr lang="en-IN" sz="1600" b="1" dirty="0"/>
          </a:p>
          <a:p>
            <a:pPr marL="0" indent="0">
              <a:lnSpc>
                <a:spcPct val="90000"/>
              </a:lnSpc>
              <a:buNone/>
            </a:pPr>
            <a:r>
              <a:rPr lang="en-IN" sz="1600" dirty="0"/>
              <a:t>In Method overriding we are creating multiple methods with same name and same arguments.</a:t>
            </a:r>
          </a:p>
          <a:p>
            <a:pPr marL="0" indent="0">
              <a:lnSpc>
                <a:spcPct val="90000"/>
              </a:lnSpc>
              <a:buNone/>
            </a:pPr>
            <a:endParaRPr lang="en-IN" sz="1600" b="1" dirty="0"/>
          </a:p>
          <a:p>
            <a:pPr marL="0" indent="0">
              <a:lnSpc>
                <a:spcPct val="90000"/>
              </a:lnSpc>
              <a:buNone/>
            </a:pPr>
            <a:r>
              <a:rPr lang="en-IN" sz="1600" dirty="0"/>
              <a:t>In this we are creating the same method name  with same arguments with inheritance and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600" dirty="0"/>
              <a:t>sub class method will be overriding super class method.</a:t>
            </a:r>
          </a:p>
          <a:p>
            <a:pPr marL="0" indent="0">
              <a:lnSpc>
                <a:spcPct val="90000"/>
              </a:lnSpc>
              <a:buNone/>
            </a:pPr>
            <a:endParaRPr lang="en-IN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IN" sz="1600" b="1" u="sng" dirty="0"/>
              <a:t>Note:</a:t>
            </a:r>
          </a:p>
          <a:p>
            <a:pPr marL="0" indent="0">
              <a:lnSpc>
                <a:spcPct val="90000"/>
              </a:lnSpc>
              <a:buNone/>
            </a:pPr>
            <a:endParaRPr lang="en-IN" sz="1600" b="1" dirty="0"/>
          </a:p>
          <a:p>
            <a:pPr marL="0" indent="0">
              <a:lnSpc>
                <a:spcPct val="90000"/>
              </a:lnSpc>
              <a:buNone/>
            </a:pPr>
            <a:r>
              <a:rPr lang="en-IN" sz="1600" dirty="0"/>
              <a:t>Java supports method overloading and method overriding and constructor overloading but does not support constructor overriding.</a:t>
            </a:r>
          </a:p>
          <a:p>
            <a:pPr marL="0" indent="0">
              <a:lnSpc>
                <a:spcPct val="90000"/>
              </a:lnSpc>
              <a:buNone/>
            </a:pPr>
            <a:endParaRPr lang="en-IN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IN" sz="1600" dirty="0"/>
              <a:t>Method Overriding we can achieve only through Inheritance</a:t>
            </a:r>
          </a:p>
        </p:txBody>
      </p:sp>
    </p:spTree>
    <p:extLst>
      <p:ext uri="{BB962C8B-B14F-4D97-AF65-F5344CB8AC3E}">
        <p14:creationId xmlns:p14="http://schemas.microsoft.com/office/powerpoint/2010/main" xmlns="" val="251711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3568" y="620688"/>
            <a:ext cx="7920880" cy="6048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839795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xmlns="" id="{A30FD558-2BBD-4CC7-700F-ADD80387883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2600" y="1128713"/>
            <a:ext cx="8178799" cy="4600573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47605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C740E3-561E-513E-01D7-5157E762B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100" b="1" i="0" dirty="0">
                <a:effectLst/>
                <a:latin typeface="Segoe UI" panose="020B0502040204020203" pitchFamily="34" charset="0"/>
              </a:rPr>
              <a:t>Why And When To Use "Inheritance" and "Polymorphism“ ?</a:t>
            </a:r>
            <a:r>
              <a:rPr lang="en-US" sz="2100" b="0" i="0" dirty="0">
                <a:effectLst/>
                <a:latin typeface="Segoe UI" panose="020B0502040204020203" pitchFamily="34" charset="0"/>
              </a:rPr>
              <a:t/>
            </a:r>
            <a:br>
              <a:rPr lang="en-US" sz="2100" b="0" i="0" dirty="0">
                <a:effectLst/>
                <a:latin typeface="Segoe UI" panose="020B0502040204020203" pitchFamily="34" charset="0"/>
              </a:rPr>
            </a:br>
            <a:endParaRPr lang="en-IN" sz="2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99166AD-06A6-0F3F-1FDD-95D7956C1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887" y="1681652"/>
            <a:ext cx="5273982" cy="37882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b="1" i="0" dirty="0">
                <a:effectLst/>
              </a:rPr>
              <a:t>It is useful for </a:t>
            </a:r>
            <a:r>
              <a:rPr lang="en-US" sz="1600" b="1" dirty="0"/>
              <a:t>C</a:t>
            </a:r>
            <a:r>
              <a:rPr lang="en-US" sz="1600" b="1" i="0" dirty="0">
                <a:effectLst/>
              </a:rPr>
              <a:t>ode Reusability: </a:t>
            </a:r>
            <a:r>
              <a:rPr lang="en-US" sz="1600" b="0" i="0" dirty="0">
                <a:effectLst/>
              </a:rPr>
              <a:t>reuse attributes and methods of an existing class when you create a new class.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i="0" dirty="0">
                <a:effectLst/>
              </a:rPr>
              <a:t>Extensibility:</a:t>
            </a:r>
            <a:r>
              <a:rPr lang="en-US" sz="1600" b="0" i="0" dirty="0">
                <a:solidFill>
                  <a:srgbClr val="374151"/>
                </a:solidFill>
                <a:effectLst/>
              </a:rPr>
              <a:t> It allows for easy extension of existing code. You can add new functionality to a class without modifying the existing code, reducing the risk of introducing bugs.</a:t>
            </a:r>
            <a:endParaRPr lang="en-US" sz="1600" b="0" i="0" dirty="0">
              <a:effectLst/>
            </a:endParaRPr>
          </a:p>
          <a:p>
            <a:pPr marL="0" indent="0">
              <a:buNone/>
            </a:pPr>
            <a:endParaRPr lang="en-IN" sz="2100" dirty="0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xmlns="" id="{59A309A7-1751-4ABE-A3C1-EEC40366AD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Oval 11">
            <a:extLst>
              <a:ext uri="{FF2B5EF4-FFF2-40B4-BE49-F238E27FC236}">
                <a16:creationId xmlns:a16="http://schemas.microsoft.com/office/drawing/2014/main" xmlns="" id="{967D8EB6-EAE1-4F9C-B398-83321E2872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Web Design">
            <a:extLst>
              <a:ext uri="{FF2B5EF4-FFF2-40B4-BE49-F238E27FC236}">
                <a16:creationId xmlns:a16="http://schemas.microsoft.com/office/drawing/2014/main" xmlns="" id="{BEEEED3D-B59E-DD0B-E368-C676A28ED9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82955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206</Words>
  <Application>Microsoft Office PowerPoint</Application>
  <PresentationFormat>On-screen Show (4:3)</PresentationFormat>
  <Paragraphs>37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POLYMORPHISM </vt:lpstr>
      <vt:lpstr>POLYMORPHISM </vt:lpstr>
      <vt:lpstr>Method Overloading</vt:lpstr>
      <vt:lpstr>Slide 5</vt:lpstr>
      <vt:lpstr>Slide 6</vt:lpstr>
      <vt:lpstr>Method Overriding </vt:lpstr>
      <vt:lpstr>Slide 8</vt:lpstr>
      <vt:lpstr>Slide 9</vt:lpstr>
      <vt:lpstr>Why And When To Use "Inheritance" and "Polymorphism“ ?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1403375</dc:creator>
  <cp:lastModifiedBy>Manas Tuwani</cp:lastModifiedBy>
  <cp:revision>4</cp:revision>
  <dcterms:created xsi:type="dcterms:W3CDTF">2022-05-16T13:42:07Z</dcterms:created>
  <dcterms:modified xsi:type="dcterms:W3CDTF">2025-03-21T16:09:58Z</dcterms:modified>
</cp:coreProperties>
</file>