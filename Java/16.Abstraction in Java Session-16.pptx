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2" r:id="rId2"/>
    <p:sldId id="257" r:id="rId3"/>
    <p:sldId id="266" r:id="rId4"/>
    <p:sldId id="258" r:id="rId5"/>
    <p:sldId id="264" r:id="rId6"/>
    <p:sldId id="259" r:id="rId7"/>
    <p:sldId id="260" r:id="rId8"/>
    <p:sldId id="261" r:id="rId9"/>
    <p:sldId id="265"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2" d="100"/>
          <a:sy n="82" d="100"/>
        </p:scale>
        <p:origin x="-1474" y="-86"/>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as Tuwani" userId="5d421215-a11f-4a6e-90ca-e8ac2213fab6" providerId="ADAL" clId="{200E9203-66CD-445F-B485-4C738FA248AC}"/>
    <pc:docChg chg="modSld">
      <pc:chgData name="Manas Tuwani" userId="5d421215-a11f-4a6e-90ca-e8ac2213fab6" providerId="ADAL" clId="{200E9203-66CD-445F-B485-4C738FA248AC}" dt="2023-02-22T16:21:00.079" v="53" actId="20577"/>
      <pc:docMkLst>
        <pc:docMk/>
      </pc:docMkLst>
      <pc:sldChg chg="modSp mod">
        <pc:chgData name="Manas Tuwani" userId="5d421215-a11f-4a6e-90ca-e8ac2213fab6" providerId="ADAL" clId="{200E9203-66CD-445F-B485-4C738FA248AC}" dt="2023-02-22T16:21:00.079" v="53" actId="20577"/>
        <pc:sldMkLst>
          <pc:docMk/>
          <pc:sldMk cId="944971331" sldId="265"/>
        </pc:sldMkLst>
        <pc:spChg chg="mod">
          <ac:chgData name="Manas Tuwani" userId="5d421215-a11f-4a6e-90ca-e8ac2213fab6" providerId="ADAL" clId="{200E9203-66CD-445F-B485-4C738FA248AC}" dt="2023-02-22T16:21:00.079" v="53" actId="20577"/>
          <ac:spMkLst>
            <pc:docMk/>
            <pc:sldMk cId="944971331" sldId="265"/>
            <ac:spMk id="3" creationId="{90E63B16-A114-EDD8-A2DD-C21E36925525}"/>
          </ac:spMkLst>
        </pc:spChg>
      </pc:sldChg>
    </pc:docChg>
  </pc:docChgLst>
  <pc:docChgLst>
    <pc:chgData name="Manas Tuwani" userId="5d421215-a11f-4a6e-90ca-e8ac2213fab6" providerId="ADAL" clId="{65785ABA-C07C-486D-A3C3-E3D7813D2A41}"/>
    <pc:docChg chg="modSld">
      <pc:chgData name="Manas Tuwani" userId="5d421215-a11f-4a6e-90ca-e8ac2213fab6" providerId="ADAL" clId="{65785ABA-C07C-486D-A3C3-E3D7813D2A41}" dt="2023-04-03T02:37:14.709" v="15" actId="20577"/>
      <pc:docMkLst>
        <pc:docMk/>
      </pc:docMkLst>
      <pc:sldChg chg="modSp mod">
        <pc:chgData name="Manas Tuwani" userId="5d421215-a11f-4a6e-90ca-e8ac2213fab6" providerId="ADAL" clId="{65785ABA-C07C-486D-A3C3-E3D7813D2A41}" dt="2023-04-03T02:37:14.709" v="15" actId="20577"/>
        <pc:sldMkLst>
          <pc:docMk/>
          <pc:sldMk cId="944971331" sldId="265"/>
        </pc:sldMkLst>
        <pc:spChg chg="mod">
          <ac:chgData name="Manas Tuwani" userId="5d421215-a11f-4a6e-90ca-e8ac2213fab6" providerId="ADAL" clId="{65785ABA-C07C-486D-A3C3-E3D7813D2A41}" dt="2023-04-03T02:37:14.709" v="15" actId="20577"/>
          <ac:spMkLst>
            <pc:docMk/>
            <pc:sldMk cId="944971331" sldId="265"/>
            <ac:spMk id="3" creationId="{90E63B16-A114-EDD8-A2DD-C21E36925525}"/>
          </ac:spMkLst>
        </pc:spChg>
      </pc:sldChg>
    </pc:docChg>
  </pc:docChgLst>
  <pc:docChgLst>
    <pc:chgData name="Manas Tuwani" userId="5d421215-a11f-4a6e-90ca-e8ac2213fab6" providerId="ADAL" clId="{363B3181-D262-442A-825C-BB0E769DBF74}"/>
    <pc:docChg chg="modSld sldOrd">
      <pc:chgData name="Manas Tuwani" userId="5d421215-a11f-4a6e-90ca-e8ac2213fab6" providerId="ADAL" clId="{363B3181-D262-442A-825C-BB0E769DBF74}" dt="2023-07-03T13:33:30.934" v="1"/>
      <pc:docMkLst>
        <pc:docMk/>
      </pc:docMkLst>
      <pc:sldChg chg="ord">
        <pc:chgData name="Manas Tuwani" userId="5d421215-a11f-4a6e-90ca-e8ac2213fab6" providerId="ADAL" clId="{363B3181-D262-442A-825C-BB0E769DBF74}" dt="2023-07-03T13:33:30.934" v="1"/>
        <pc:sldMkLst>
          <pc:docMk/>
          <pc:sldMk cId="1838608597" sldId="266"/>
        </pc:sldMkLst>
      </pc:sldChg>
    </pc:docChg>
  </pc:docChgLst>
  <pc:docChgLst>
    <pc:chgData name="Manas Tuwani" userId="5d421215-a11f-4a6e-90ca-e8ac2213fab6" providerId="ADAL" clId="{CF5A4471-E01D-46CB-8821-D408EC72C52C}"/>
    <pc:docChg chg="undo custSel addSld delSld modSld sldOrd">
      <pc:chgData name="Manas Tuwani" userId="5d421215-a11f-4a6e-90ca-e8ac2213fab6" providerId="ADAL" clId="{CF5A4471-E01D-46CB-8821-D408EC72C52C}" dt="2022-07-27T14:23:02.398" v="364" actId="27614"/>
      <pc:docMkLst>
        <pc:docMk/>
      </pc:docMkLst>
      <pc:sldChg chg="addSp modSp mod ord setBg">
        <pc:chgData name="Manas Tuwani" userId="5d421215-a11f-4a6e-90ca-e8ac2213fab6" providerId="ADAL" clId="{CF5A4471-E01D-46CB-8821-D408EC72C52C}" dt="2022-07-26T13:16:15.758" v="180" actId="20577"/>
        <pc:sldMkLst>
          <pc:docMk/>
          <pc:sldMk cId="1112516969" sldId="257"/>
        </pc:sldMkLst>
        <pc:spChg chg="mod">
          <ac:chgData name="Manas Tuwani" userId="5d421215-a11f-4a6e-90ca-e8ac2213fab6" providerId="ADAL" clId="{CF5A4471-E01D-46CB-8821-D408EC72C52C}" dt="2022-07-25T13:08:03.092" v="135" actId="26606"/>
          <ac:spMkLst>
            <pc:docMk/>
            <pc:sldMk cId="1112516969" sldId="257"/>
            <ac:spMk id="2" creationId="{00000000-0000-0000-0000-000000000000}"/>
          </ac:spMkLst>
        </pc:spChg>
        <pc:spChg chg="mod">
          <ac:chgData name="Manas Tuwani" userId="5d421215-a11f-4a6e-90ca-e8ac2213fab6" providerId="ADAL" clId="{CF5A4471-E01D-46CB-8821-D408EC72C52C}" dt="2022-07-26T13:16:15.758" v="180" actId="20577"/>
          <ac:spMkLst>
            <pc:docMk/>
            <pc:sldMk cId="1112516969" sldId="257"/>
            <ac:spMk id="3" creationId="{00000000-0000-0000-0000-000000000000}"/>
          </ac:spMkLst>
        </pc:spChg>
        <pc:spChg chg="add">
          <ac:chgData name="Manas Tuwani" userId="5d421215-a11f-4a6e-90ca-e8ac2213fab6" providerId="ADAL" clId="{CF5A4471-E01D-46CB-8821-D408EC72C52C}" dt="2022-07-25T13:08:03.092" v="135" actId="26606"/>
          <ac:spMkLst>
            <pc:docMk/>
            <pc:sldMk cId="1112516969" sldId="257"/>
            <ac:spMk id="8" creationId="{DBF61EA3-B236-439E-9C0B-340980D56BEE}"/>
          </ac:spMkLst>
        </pc:spChg>
        <pc:spChg chg="add">
          <ac:chgData name="Manas Tuwani" userId="5d421215-a11f-4a6e-90ca-e8ac2213fab6" providerId="ADAL" clId="{CF5A4471-E01D-46CB-8821-D408EC72C52C}" dt="2022-07-25T13:08:03.092" v="135" actId="26606"/>
          <ac:spMkLst>
            <pc:docMk/>
            <pc:sldMk cId="1112516969" sldId="257"/>
            <ac:spMk id="14" creationId="{E659831F-0D9A-4C63-9EBB-8435B85A440F}"/>
          </ac:spMkLst>
        </pc:spChg>
        <pc:grpChg chg="add">
          <ac:chgData name="Manas Tuwani" userId="5d421215-a11f-4a6e-90ca-e8ac2213fab6" providerId="ADAL" clId="{CF5A4471-E01D-46CB-8821-D408EC72C52C}" dt="2022-07-25T13:08:03.092" v="135" actId="26606"/>
          <ac:grpSpMkLst>
            <pc:docMk/>
            <pc:sldMk cId="1112516969" sldId="257"/>
            <ac:grpSpMk id="10" creationId="{28FAF094-D087-493F-8DF9-A486C2D6BBAA}"/>
          </ac:grpSpMkLst>
        </pc:grpChg>
      </pc:sldChg>
      <pc:sldChg chg="addSp modSp mod setBg">
        <pc:chgData name="Manas Tuwani" userId="5d421215-a11f-4a6e-90ca-e8ac2213fab6" providerId="ADAL" clId="{CF5A4471-E01D-46CB-8821-D408EC72C52C}" dt="2022-07-25T13:09:06.540" v="141" actId="14100"/>
        <pc:sldMkLst>
          <pc:docMk/>
          <pc:sldMk cId="1091649167" sldId="258"/>
        </pc:sldMkLst>
        <pc:spChg chg="mod">
          <ac:chgData name="Manas Tuwani" userId="5d421215-a11f-4a6e-90ca-e8ac2213fab6" providerId="ADAL" clId="{CF5A4471-E01D-46CB-8821-D408EC72C52C}" dt="2022-07-25T13:08:51.163" v="138" actId="26606"/>
          <ac:spMkLst>
            <pc:docMk/>
            <pc:sldMk cId="1091649167" sldId="258"/>
            <ac:spMk id="2" creationId="{00000000-0000-0000-0000-000000000000}"/>
          </ac:spMkLst>
        </pc:spChg>
        <pc:spChg chg="mod">
          <ac:chgData name="Manas Tuwani" userId="5d421215-a11f-4a6e-90ca-e8ac2213fab6" providerId="ADAL" clId="{CF5A4471-E01D-46CB-8821-D408EC72C52C}" dt="2022-07-25T13:09:06.540" v="141" actId="14100"/>
          <ac:spMkLst>
            <pc:docMk/>
            <pc:sldMk cId="1091649167" sldId="258"/>
            <ac:spMk id="3" creationId="{00000000-0000-0000-0000-000000000000}"/>
          </ac:spMkLst>
        </pc:spChg>
        <pc:spChg chg="add">
          <ac:chgData name="Manas Tuwani" userId="5d421215-a11f-4a6e-90ca-e8ac2213fab6" providerId="ADAL" clId="{CF5A4471-E01D-46CB-8821-D408EC72C52C}" dt="2022-07-25T13:08:51.163" v="138" actId="26606"/>
          <ac:spMkLst>
            <pc:docMk/>
            <pc:sldMk cId="1091649167" sldId="258"/>
            <ac:spMk id="8" creationId="{DBF61EA3-B236-439E-9C0B-340980D56BEE}"/>
          </ac:spMkLst>
        </pc:spChg>
        <pc:spChg chg="add">
          <ac:chgData name="Manas Tuwani" userId="5d421215-a11f-4a6e-90ca-e8ac2213fab6" providerId="ADAL" clId="{CF5A4471-E01D-46CB-8821-D408EC72C52C}" dt="2022-07-25T13:08:51.163" v="138" actId="26606"/>
          <ac:spMkLst>
            <pc:docMk/>
            <pc:sldMk cId="1091649167" sldId="258"/>
            <ac:spMk id="14" creationId="{E659831F-0D9A-4C63-9EBB-8435B85A440F}"/>
          </ac:spMkLst>
        </pc:spChg>
        <pc:grpChg chg="add">
          <ac:chgData name="Manas Tuwani" userId="5d421215-a11f-4a6e-90ca-e8ac2213fab6" providerId="ADAL" clId="{CF5A4471-E01D-46CB-8821-D408EC72C52C}" dt="2022-07-25T13:08:51.163" v="138" actId="26606"/>
          <ac:grpSpMkLst>
            <pc:docMk/>
            <pc:sldMk cId="1091649167" sldId="258"/>
            <ac:grpSpMk id="10" creationId="{28FAF094-D087-493F-8DF9-A486C2D6BBAA}"/>
          </ac:grpSpMkLst>
        </pc:grpChg>
      </pc:sldChg>
      <pc:sldChg chg="addSp delSp modSp mod setBg">
        <pc:chgData name="Manas Tuwani" userId="5d421215-a11f-4a6e-90ca-e8ac2213fab6" providerId="ADAL" clId="{CF5A4471-E01D-46CB-8821-D408EC72C52C}" dt="2022-07-25T13:09:29.058" v="144" actId="26606"/>
        <pc:sldMkLst>
          <pc:docMk/>
          <pc:sldMk cId="2384084920" sldId="259"/>
        </pc:sldMkLst>
        <pc:spChg chg="mod">
          <ac:chgData name="Manas Tuwani" userId="5d421215-a11f-4a6e-90ca-e8ac2213fab6" providerId="ADAL" clId="{CF5A4471-E01D-46CB-8821-D408EC72C52C}" dt="2022-07-25T13:09:29.058" v="144" actId="26606"/>
          <ac:spMkLst>
            <pc:docMk/>
            <pc:sldMk cId="2384084920" sldId="259"/>
            <ac:spMk id="3" creationId="{00000000-0000-0000-0000-000000000000}"/>
          </ac:spMkLst>
        </pc:spChg>
        <pc:spChg chg="add del">
          <ac:chgData name="Manas Tuwani" userId="5d421215-a11f-4a6e-90ca-e8ac2213fab6" providerId="ADAL" clId="{CF5A4471-E01D-46CB-8821-D408EC72C52C}" dt="2022-07-25T13:09:29.053" v="143" actId="26606"/>
          <ac:spMkLst>
            <pc:docMk/>
            <pc:sldMk cId="2384084920" sldId="259"/>
            <ac:spMk id="8" creationId="{488333BA-AE6E-427A-9B16-A39C8073F4EB}"/>
          </ac:spMkLst>
        </pc:spChg>
        <pc:spChg chg="add del">
          <ac:chgData name="Manas Tuwani" userId="5d421215-a11f-4a6e-90ca-e8ac2213fab6" providerId="ADAL" clId="{CF5A4471-E01D-46CB-8821-D408EC72C52C}" dt="2022-07-25T13:09:29.053" v="143" actId="26606"/>
          <ac:spMkLst>
            <pc:docMk/>
            <pc:sldMk cId="2384084920" sldId="259"/>
            <ac:spMk id="10" creationId="{F98ED85F-DCEE-4B50-802E-71A6E3E12B04}"/>
          </ac:spMkLst>
        </pc:spChg>
        <pc:spChg chg="add">
          <ac:chgData name="Manas Tuwani" userId="5d421215-a11f-4a6e-90ca-e8ac2213fab6" providerId="ADAL" clId="{CF5A4471-E01D-46CB-8821-D408EC72C52C}" dt="2022-07-25T13:09:29.058" v="144" actId="26606"/>
          <ac:spMkLst>
            <pc:docMk/>
            <pc:sldMk cId="2384084920" sldId="259"/>
            <ac:spMk id="13" creationId="{DBF61EA3-B236-439E-9C0B-340980D56BEE}"/>
          </ac:spMkLst>
        </pc:spChg>
        <pc:spChg chg="add">
          <ac:chgData name="Manas Tuwani" userId="5d421215-a11f-4a6e-90ca-e8ac2213fab6" providerId="ADAL" clId="{CF5A4471-E01D-46CB-8821-D408EC72C52C}" dt="2022-07-25T13:09:29.058" v="144" actId="26606"/>
          <ac:spMkLst>
            <pc:docMk/>
            <pc:sldMk cId="2384084920" sldId="259"/>
            <ac:spMk id="14" creationId="{E659831F-0D9A-4C63-9EBB-8435B85A440F}"/>
          </ac:spMkLst>
        </pc:spChg>
        <pc:grpChg chg="add">
          <ac:chgData name="Manas Tuwani" userId="5d421215-a11f-4a6e-90ca-e8ac2213fab6" providerId="ADAL" clId="{CF5A4471-E01D-46CB-8821-D408EC72C52C}" dt="2022-07-25T13:09:29.058" v="144" actId="26606"/>
          <ac:grpSpMkLst>
            <pc:docMk/>
            <pc:sldMk cId="2384084920" sldId="259"/>
            <ac:grpSpMk id="15" creationId="{28FAF094-D087-493F-8DF9-A486C2D6BBAA}"/>
          </ac:grpSpMkLst>
        </pc:grpChg>
      </pc:sldChg>
      <pc:sldChg chg="addSp delSp modSp add del mod setBg">
        <pc:chgData name="Manas Tuwani" userId="5d421215-a11f-4a6e-90ca-e8ac2213fab6" providerId="ADAL" clId="{CF5A4471-E01D-46CB-8821-D408EC72C52C}" dt="2022-07-26T16:46:57.981" v="208" actId="14100"/>
        <pc:sldMkLst>
          <pc:docMk/>
          <pc:sldMk cId="159541309" sldId="263"/>
        </pc:sldMkLst>
        <pc:spChg chg="mod">
          <ac:chgData name="Manas Tuwani" userId="5d421215-a11f-4a6e-90ca-e8ac2213fab6" providerId="ADAL" clId="{CF5A4471-E01D-46CB-8821-D408EC72C52C}" dt="2022-07-26T16:33:25.828" v="206" actId="26606"/>
          <ac:spMkLst>
            <pc:docMk/>
            <pc:sldMk cId="159541309" sldId="263"/>
            <ac:spMk id="2" creationId="{00000000-0000-0000-0000-000000000000}"/>
          </ac:spMkLst>
        </pc:spChg>
        <pc:spChg chg="mod">
          <ac:chgData name="Manas Tuwani" userId="5d421215-a11f-4a6e-90ca-e8ac2213fab6" providerId="ADAL" clId="{CF5A4471-E01D-46CB-8821-D408EC72C52C}" dt="2022-07-26T16:46:57.981" v="208" actId="14100"/>
          <ac:spMkLst>
            <pc:docMk/>
            <pc:sldMk cId="159541309" sldId="263"/>
            <ac:spMk id="3" creationId="{00000000-0000-0000-0000-000000000000}"/>
          </ac:spMkLst>
        </pc:spChg>
        <pc:spChg chg="add del">
          <ac:chgData name="Manas Tuwani" userId="5d421215-a11f-4a6e-90ca-e8ac2213fab6" providerId="ADAL" clId="{CF5A4471-E01D-46CB-8821-D408EC72C52C}" dt="2022-07-26T16:31:22.417" v="196" actId="26606"/>
          <ac:spMkLst>
            <pc:docMk/>
            <pc:sldMk cId="159541309" sldId="263"/>
            <ac:spMk id="5" creationId="{488333BA-AE6E-427A-9B16-A39C8073F4EB}"/>
          </ac:spMkLst>
        </pc:spChg>
        <pc:spChg chg="add del">
          <ac:chgData name="Manas Tuwani" userId="5d421215-a11f-4a6e-90ca-e8ac2213fab6" providerId="ADAL" clId="{CF5A4471-E01D-46CB-8821-D408EC72C52C}" dt="2022-07-26T16:31:22.417" v="196" actId="26606"/>
          <ac:spMkLst>
            <pc:docMk/>
            <pc:sldMk cId="159541309" sldId="263"/>
            <ac:spMk id="6" creationId="{F98ED85F-DCEE-4B50-802E-71A6E3E12B04}"/>
          </ac:spMkLst>
        </pc:spChg>
        <pc:spChg chg="add">
          <ac:chgData name="Manas Tuwani" userId="5d421215-a11f-4a6e-90ca-e8ac2213fab6" providerId="ADAL" clId="{CF5A4471-E01D-46CB-8821-D408EC72C52C}" dt="2022-07-25T13:07:07.623" v="133" actId="26606"/>
          <ac:spMkLst>
            <pc:docMk/>
            <pc:sldMk cId="159541309" sldId="263"/>
            <ac:spMk id="8" creationId="{DBF61EA3-B236-439E-9C0B-340980D56BEE}"/>
          </ac:spMkLst>
        </pc:spChg>
        <pc:spChg chg="add del">
          <ac:chgData name="Manas Tuwani" userId="5d421215-a11f-4a6e-90ca-e8ac2213fab6" providerId="ADAL" clId="{CF5A4471-E01D-46CB-8821-D408EC72C52C}" dt="2022-07-26T16:31:53.989" v="202" actId="26606"/>
          <ac:spMkLst>
            <pc:docMk/>
            <pc:sldMk cId="159541309" sldId="263"/>
            <ac:spMk id="11" creationId="{488333BA-AE6E-427A-9B16-A39C8073F4EB}"/>
          </ac:spMkLst>
        </pc:spChg>
        <pc:spChg chg="add del">
          <ac:chgData name="Manas Tuwani" userId="5d421215-a11f-4a6e-90ca-e8ac2213fab6" providerId="ADAL" clId="{CF5A4471-E01D-46CB-8821-D408EC72C52C}" dt="2022-07-26T16:31:22.415" v="195" actId="26606"/>
          <ac:spMkLst>
            <pc:docMk/>
            <pc:sldMk cId="159541309" sldId="263"/>
            <ac:spMk id="12" creationId="{257363FD-7E77-4145-9483-331A807ADF0E}"/>
          </ac:spMkLst>
        </pc:spChg>
        <pc:spChg chg="add del">
          <ac:chgData name="Manas Tuwani" userId="5d421215-a11f-4a6e-90ca-e8ac2213fab6" providerId="ADAL" clId="{CF5A4471-E01D-46CB-8821-D408EC72C52C}" dt="2022-07-26T16:31:53.989" v="202" actId="26606"/>
          <ac:spMkLst>
            <pc:docMk/>
            <pc:sldMk cId="159541309" sldId="263"/>
            <ac:spMk id="13" creationId="{F98ED85F-DCEE-4B50-802E-71A6E3E12B04}"/>
          </ac:spMkLst>
        </pc:spChg>
        <pc:spChg chg="add">
          <ac:chgData name="Manas Tuwani" userId="5d421215-a11f-4a6e-90ca-e8ac2213fab6" providerId="ADAL" clId="{CF5A4471-E01D-46CB-8821-D408EC72C52C}" dt="2022-07-25T13:07:07.623" v="133" actId="26606"/>
          <ac:spMkLst>
            <pc:docMk/>
            <pc:sldMk cId="159541309" sldId="263"/>
            <ac:spMk id="14" creationId="{E659831F-0D9A-4C63-9EBB-8435B85A440F}"/>
          </ac:spMkLst>
        </pc:spChg>
        <pc:spChg chg="add del">
          <ac:chgData name="Manas Tuwani" userId="5d421215-a11f-4a6e-90ca-e8ac2213fab6" providerId="ADAL" clId="{CF5A4471-E01D-46CB-8821-D408EC72C52C}" dt="2022-07-26T16:31:53.986" v="201" actId="26606"/>
          <ac:spMkLst>
            <pc:docMk/>
            <pc:sldMk cId="159541309" sldId="263"/>
            <ac:spMk id="18" creationId="{DE7FFD28-545C-4C88-A2E7-152FB234C92C}"/>
          </ac:spMkLst>
        </pc:spChg>
        <pc:spChg chg="add del">
          <ac:chgData name="Manas Tuwani" userId="5d421215-a11f-4a6e-90ca-e8ac2213fab6" providerId="ADAL" clId="{CF5A4471-E01D-46CB-8821-D408EC72C52C}" dt="2022-07-26T16:33:25.833" v="207" actId="26606"/>
          <ac:spMkLst>
            <pc:docMk/>
            <pc:sldMk cId="159541309" sldId="263"/>
            <ac:spMk id="20" creationId="{F98ED85F-DCEE-4B50-802E-71A6E3E12B04}"/>
          </ac:spMkLst>
        </pc:spChg>
        <pc:spChg chg="add del">
          <ac:chgData name="Manas Tuwani" userId="5d421215-a11f-4a6e-90ca-e8ac2213fab6" providerId="ADAL" clId="{CF5A4471-E01D-46CB-8821-D408EC72C52C}" dt="2022-07-26T16:33:25.833" v="207" actId="26606"/>
          <ac:spMkLst>
            <pc:docMk/>
            <pc:sldMk cId="159541309" sldId="263"/>
            <ac:spMk id="21" creationId="{488333BA-AE6E-427A-9B16-A39C8073F4EB}"/>
          </ac:spMkLst>
        </pc:spChg>
        <pc:spChg chg="add del">
          <ac:chgData name="Manas Tuwani" userId="5d421215-a11f-4a6e-90ca-e8ac2213fab6" providerId="ADAL" clId="{CF5A4471-E01D-46CB-8821-D408EC72C52C}" dt="2022-07-26T16:33:25.828" v="206" actId="26606"/>
          <ac:spMkLst>
            <pc:docMk/>
            <pc:sldMk cId="159541309" sldId="263"/>
            <ac:spMk id="26" creationId="{979E27D9-03C7-44E2-9FF8-15D0C8506AF7}"/>
          </ac:spMkLst>
        </pc:spChg>
        <pc:spChg chg="add del">
          <ac:chgData name="Manas Tuwani" userId="5d421215-a11f-4a6e-90ca-e8ac2213fab6" providerId="ADAL" clId="{CF5A4471-E01D-46CB-8821-D408EC72C52C}" dt="2022-07-26T16:33:25.828" v="206" actId="26606"/>
          <ac:spMkLst>
            <pc:docMk/>
            <pc:sldMk cId="159541309" sldId="263"/>
            <ac:spMk id="28" creationId="{EEBF1590-3B36-48EE-A89D-3B6F3CB256AB}"/>
          </ac:spMkLst>
        </pc:spChg>
        <pc:spChg chg="add del">
          <ac:chgData name="Manas Tuwani" userId="5d421215-a11f-4a6e-90ca-e8ac2213fab6" providerId="ADAL" clId="{CF5A4471-E01D-46CB-8821-D408EC72C52C}" dt="2022-07-26T16:33:25.828" v="206" actId="26606"/>
          <ac:spMkLst>
            <pc:docMk/>
            <pc:sldMk cId="159541309" sldId="263"/>
            <ac:spMk id="30" creationId="{AC8F6C8C-AB5A-4548-942D-E3FD40ACBC49}"/>
          </ac:spMkLst>
        </pc:spChg>
        <pc:spChg chg="add">
          <ac:chgData name="Manas Tuwani" userId="5d421215-a11f-4a6e-90ca-e8ac2213fab6" providerId="ADAL" clId="{CF5A4471-E01D-46CB-8821-D408EC72C52C}" dt="2022-07-26T16:33:25.833" v="207" actId="26606"/>
          <ac:spMkLst>
            <pc:docMk/>
            <pc:sldMk cId="159541309" sldId="263"/>
            <ac:spMk id="32" creationId="{488333BA-AE6E-427A-9B16-A39C8073F4EB}"/>
          </ac:spMkLst>
        </pc:spChg>
        <pc:spChg chg="add">
          <ac:chgData name="Manas Tuwani" userId="5d421215-a11f-4a6e-90ca-e8ac2213fab6" providerId="ADAL" clId="{CF5A4471-E01D-46CB-8821-D408EC72C52C}" dt="2022-07-26T16:33:25.833" v="207" actId="26606"/>
          <ac:spMkLst>
            <pc:docMk/>
            <pc:sldMk cId="159541309" sldId="263"/>
            <ac:spMk id="33" creationId="{F98ED85F-DCEE-4B50-802E-71A6E3E12B04}"/>
          </ac:spMkLst>
        </pc:spChg>
        <pc:grpChg chg="add">
          <ac:chgData name="Manas Tuwani" userId="5d421215-a11f-4a6e-90ca-e8ac2213fab6" providerId="ADAL" clId="{CF5A4471-E01D-46CB-8821-D408EC72C52C}" dt="2022-07-25T13:07:07.623" v="133" actId="26606"/>
          <ac:grpSpMkLst>
            <pc:docMk/>
            <pc:sldMk cId="159541309" sldId="263"/>
            <ac:grpSpMk id="10" creationId="{28FAF094-D087-493F-8DF9-A486C2D6BBAA}"/>
          </ac:grpSpMkLst>
        </pc:grpChg>
        <pc:picChg chg="add del">
          <ac:chgData name="Manas Tuwani" userId="5d421215-a11f-4a6e-90ca-e8ac2213fab6" providerId="ADAL" clId="{CF5A4471-E01D-46CB-8821-D408EC72C52C}" dt="2022-07-26T16:31:22.415" v="195" actId="26606"/>
          <ac:picMkLst>
            <pc:docMk/>
            <pc:sldMk cId="159541309" sldId="263"/>
            <ac:picMk id="9" creationId="{5F7287B9-58AB-8093-2D8A-7EF1B017C218}"/>
          </ac:picMkLst>
        </pc:picChg>
      </pc:sldChg>
      <pc:sldChg chg="addSp delSp modSp new mod setBg">
        <pc:chgData name="Manas Tuwani" userId="5d421215-a11f-4a6e-90ca-e8ac2213fab6" providerId="ADAL" clId="{CF5A4471-E01D-46CB-8821-D408EC72C52C}" dt="2022-07-25T12:55:58.296" v="66" actId="14100"/>
        <pc:sldMkLst>
          <pc:docMk/>
          <pc:sldMk cId="2048633363" sldId="264"/>
        </pc:sldMkLst>
        <pc:spChg chg="del">
          <ac:chgData name="Manas Tuwani" userId="5d421215-a11f-4a6e-90ca-e8ac2213fab6" providerId="ADAL" clId="{CF5A4471-E01D-46CB-8821-D408EC72C52C}" dt="2022-07-25T12:51:30.688" v="18" actId="478"/>
          <ac:spMkLst>
            <pc:docMk/>
            <pc:sldMk cId="2048633363" sldId="264"/>
            <ac:spMk id="2" creationId="{F539EBDB-F4AD-0F19-AADB-F32E75E47D88}"/>
          </ac:spMkLst>
        </pc:spChg>
        <pc:spChg chg="mod">
          <ac:chgData name="Manas Tuwani" userId="5d421215-a11f-4a6e-90ca-e8ac2213fab6" providerId="ADAL" clId="{CF5A4471-E01D-46CB-8821-D408EC72C52C}" dt="2022-07-25T12:55:58.296" v="66" actId="14100"/>
          <ac:spMkLst>
            <pc:docMk/>
            <pc:sldMk cId="2048633363" sldId="264"/>
            <ac:spMk id="3" creationId="{FDEABF41-10ED-CBFA-0262-A3F81842305E}"/>
          </ac:spMkLst>
        </pc:spChg>
        <pc:spChg chg="add mod">
          <ac:chgData name="Manas Tuwani" userId="5d421215-a11f-4a6e-90ca-e8ac2213fab6" providerId="ADAL" clId="{CF5A4471-E01D-46CB-8821-D408EC72C52C}" dt="2022-07-25T12:50:47.189" v="15" actId="6549"/>
          <ac:spMkLst>
            <pc:docMk/>
            <pc:sldMk cId="2048633363" sldId="264"/>
            <ac:spMk id="4" creationId="{B26A7E09-9D0D-251A-D532-746EAFB5310D}"/>
          </ac:spMkLst>
        </pc:spChg>
        <pc:picChg chg="add mod">
          <ac:chgData name="Manas Tuwani" userId="5d421215-a11f-4a6e-90ca-e8ac2213fab6" providerId="ADAL" clId="{CF5A4471-E01D-46CB-8821-D408EC72C52C}" dt="2022-07-25T12:52:50.992" v="34" actId="1076"/>
          <ac:picMkLst>
            <pc:docMk/>
            <pc:sldMk cId="2048633363" sldId="264"/>
            <ac:picMk id="6" creationId="{A2EBB078-6135-009E-4D7F-D583150C521C}"/>
          </ac:picMkLst>
        </pc:picChg>
        <pc:picChg chg="add mod">
          <ac:chgData name="Manas Tuwani" userId="5d421215-a11f-4a6e-90ca-e8ac2213fab6" providerId="ADAL" clId="{CF5A4471-E01D-46CB-8821-D408EC72C52C}" dt="2022-07-25T12:55:27.210" v="58" actId="1076"/>
          <ac:picMkLst>
            <pc:docMk/>
            <pc:sldMk cId="2048633363" sldId="264"/>
            <ac:picMk id="8" creationId="{6C01CD35-90E1-6438-91C6-75EE9A75A62B}"/>
          </ac:picMkLst>
        </pc:picChg>
      </pc:sldChg>
      <pc:sldChg chg="addSp delSp modSp new mod setBg">
        <pc:chgData name="Manas Tuwani" userId="5d421215-a11f-4a6e-90ca-e8ac2213fab6" providerId="ADAL" clId="{CF5A4471-E01D-46CB-8821-D408EC72C52C}" dt="2022-07-25T13:09:52.222" v="149" actId="26606"/>
        <pc:sldMkLst>
          <pc:docMk/>
          <pc:sldMk cId="944971331" sldId="265"/>
        </pc:sldMkLst>
        <pc:spChg chg="del">
          <ac:chgData name="Manas Tuwani" userId="5d421215-a11f-4a6e-90ca-e8ac2213fab6" providerId="ADAL" clId="{CF5A4471-E01D-46CB-8821-D408EC72C52C}" dt="2022-07-25T13:01:00.505" v="71" actId="478"/>
          <ac:spMkLst>
            <pc:docMk/>
            <pc:sldMk cId="944971331" sldId="265"/>
            <ac:spMk id="2" creationId="{756A4B86-739C-2377-9BA7-06E75D8F1A07}"/>
          </ac:spMkLst>
        </pc:spChg>
        <pc:spChg chg="mod">
          <ac:chgData name="Manas Tuwani" userId="5d421215-a11f-4a6e-90ca-e8ac2213fab6" providerId="ADAL" clId="{CF5A4471-E01D-46CB-8821-D408EC72C52C}" dt="2022-07-25T13:09:52.222" v="149" actId="26606"/>
          <ac:spMkLst>
            <pc:docMk/>
            <pc:sldMk cId="944971331" sldId="265"/>
            <ac:spMk id="3" creationId="{90E63B16-A114-EDD8-A2DD-C21E36925525}"/>
          </ac:spMkLst>
        </pc:spChg>
        <pc:spChg chg="add del">
          <ac:chgData name="Manas Tuwani" userId="5d421215-a11f-4a6e-90ca-e8ac2213fab6" providerId="ADAL" clId="{CF5A4471-E01D-46CB-8821-D408EC72C52C}" dt="2022-07-25T13:09:52.222" v="149" actId="26606"/>
          <ac:spMkLst>
            <pc:docMk/>
            <pc:sldMk cId="944971331" sldId="265"/>
            <ac:spMk id="8" creationId="{DBF61EA3-B236-439E-9C0B-340980D56BEE}"/>
          </ac:spMkLst>
        </pc:spChg>
        <pc:spChg chg="add del">
          <ac:chgData name="Manas Tuwani" userId="5d421215-a11f-4a6e-90ca-e8ac2213fab6" providerId="ADAL" clId="{CF5A4471-E01D-46CB-8821-D408EC72C52C}" dt="2022-07-25T13:09:52.222" v="149" actId="26606"/>
          <ac:spMkLst>
            <pc:docMk/>
            <pc:sldMk cId="944971331" sldId="265"/>
            <ac:spMk id="14" creationId="{E659831F-0D9A-4C63-9EBB-8435B85A440F}"/>
          </ac:spMkLst>
        </pc:spChg>
        <pc:spChg chg="add">
          <ac:chgData name="Manas Tuwani" userId="5d421215-a11f-4a6e-90ca-e8ac2213fab6" providerId="ADAL" clId="{CF5A4471-E01D-46CB-8821-D408EC72C52C}" dt="2022-07-25T13:09:52.222" v="149" actId="26606"/>
          <ac:spMkLst>
            <pc:docMk/>
            <pc:sldMk cId="944971331" sldId="265"/>
            <ac:spMk id="19" creationId="{488333BA-AE6E-427A-9B16-A39C8073F4EB}"/>
          </ac:spMkLst>
        </pc:spChg>
        <pc:spChg chg="add">
          <ac:chgData name="Manas Tuwani" userId="5d421215-a11f-4a6e-90ca-e8ac2213fab6" providerId="ADAL" clId="{CF5A4471-E01D-46CB-8821-D408EC72C52C}" dt="2022-07-25T13:09:52.222" v="149" actId="26606"/>
          <ac:spMkLst>
            <pc:docMk/>
            <pc:sldMk cId="944971331" sldId="265"/>
            <ac:spMk id="21" creationId="{F98ED85F-DCEE-4B50-802E-71A6E3E12B04}"/>
          </ac:spMkLst>
        </pc:spChg>
        <pc:grpChg chg="add del">
          <ac:chgData name="Manas Tuwani" userId="5d421215-a11f-4a6e-90ca-e8ac2213fab6" providerId="ADAL" clId="{CF5A4471-E01D-46CB-8821-D408EC72C52C}" dt="2022-07-25T13:09:52.222" v="149" actId="26606"/>
          <ac:grpSpMkLst>
            <pc:docMk/>
            <pc:sldMk cId="944971331" sldId="265"/>
            <ac:grpSpMk id="10" creationId="{28FAF094-D087-493F-8DF9-A486C2D6BBAA}"/>
          </ac:grpSpMkLst>
        </pc:grpChg>
      </pc:sldChg>
      <pc:sldChg chg="addSp delSp modSp new mod setBg addAnim delAnim setClrOvrMap">
        <pc:chgData name="Manas Tuwani" userId="5d421215-a11f-4a6e-90ca-e8ac2213fab6" providerId="ADAL" clId="{CF5A4471-E01D-46CB-8821-D408EC72C52C}" dt="2022-07-26T13:15:25.786" v="179" actId="1076"/>
        <pc:sldMkLst>
          <pc:docMk/>
          <pc:sldMk cId="1838608597" sldId="266"/>
        </pc:sldMkLst>
        <pc:spChg chg="mod ord">
          <ac:chgData name="Manas Tuwani" userId="5d421215-a11f-4a6e-90ca-e8ac2213fab6" providerId="ADAL" clId="{CF5A4471-E01D-46CB-8821-D408EC72C52C}" dt="2022-07-26T13:15:11.608" v="176" actId="26606"/>
          <ac:spMkLst>
            <pc:docMk/>
            <pc:sldMk cId="1838608597" sldId="266"/>
            <ac:spMk id="2" creationId="{63AAB20C-9C18-DE59-8D29-48C1778EB27C}"/>
          </ac:spMkLst>
        </pc:spChg>
        <pc:spChg chg="del mod">
          <ac:chgData name="Manas Tuwani" userId="5d421215-a11f-4a6e-90ca-e8ac2213fab6" providerId="ADAL" clId="{CF5A4471-E01D-46CB-8821-D408EC72C52C}" dt="2022-07-26T12:53:31.661" v="153"/>
          <ac:spMkLst>
            <pc:docMk/>
            <pc:sldMk cId="1838608597" sldId="266"/>
            <ac:spMk id="3" creationId="{0826F1AD-9CE4-29B8-7DC7-942C26FE61CF}"/>
          </ac:spMkLst>
        </pc:spChg>
        <pc:spChg chg="add del">
          <ac:chgData name="Manas Tuwani" userId="5d421215-a11f-4a6e-90ca-e8ac2213fab6" providerId="ADAL" clId="{CF5A4471-E01D-46CB-8821-D408EC72C52C}" dt="2022-07-26T13:15:11.603" v="175" actId="26606"/>
          <ac:spMkLst>
            <pc:docMk/>
            <pc:sldMk cId="1838608597" sldId="266"/>
            <ac:spMk id="1028" creationId="{37C89E4B-3C9F-44B9-8B86-D9E3D112D8EC}"/>
          </ac:spMkLst>
        </pc:spChg>
        <pc:spChg chg="add del">
          <ac:chgData name="Manas Tuwani" userId="5d421215-a11f-4a6e-90ca-e8ac2213fab6" providerId="ADAL" clId="{CF5A4471-E01D-46CB-8821-D408EC72C52C}" dt="2022-07-26T13:14:59.190" v="173" actId="26606"/>
          <ac:spMkLst>
            <pc:docMk/>
            <pc:sldMk cId="1838608597" sldId="266"/>
            <ac:spMk id="1030" creationId="{0FA5B264-D852-9DC8-991B-0ED24BECE45D}"/>
          </ac:spMkLst>
        </pc:spChg>
        <pc:spChg chg="add del">
          <ac:chgData name="Manas Tuwani" userId="5d421215-a11f-4a6e-90ca-e8ac2213fab6" providerId="ADAL" clId="{CF5A4471-E01D-46CB-8821-D408EC72C52C}" dt="2022-07-26T13:14:28.084" v="162" actId="26606"/>
          <ac:spMkLst>
            <pc:docMk/>
            <pc:sldMk cId="1838608597" sldId="266"/>
            <ac:spMk id="1031" creationId="{37C89E4B-3C9F-44B9-8B86-D9E3D112D8EC}"/>
          </ac:spMkLst>
        </pc:spChg>
        <pc:spChg chg="add">
          <ac:chgData name="Manas Tuwani" userId="5d421215-a11f-4a6e-90ca-e8ac2213fab6" providerId="ADAL" clId="{CF5A4471-E01D-46CB-8821-D408EC72C52C}" dt="2022-07-26T13:15:11.608" v="176" actId="26606"/>
          <ac:spMkLst>
            <pc:docMk/>
            <pc:sldMk cId="1838608597" sldId="266"/>
            <ac:spMk id="1034" creationId="{37C89E4B-3C9F-44B9-8B86-D9E3D112D8EC}"/>
          </ac:spMkLst>
        </pc:spChg>
        <pc:spChg chg="add del">
          <ac:chgData name="Manas Tuwani" userId="5d421215-a11f-4a6e-90ca-e8ac2213fab6" providerId="ADAL" clId="{CF5A4471-E01D-46CB-8821-D408EC72C52C}" dt="2022-07-26T13:14:34.408" v="164" actId="26606"/>
          <ac:spMkLst>
            <pc:docMk/>
            <pc:sldMk cId="1838608597" sldId="266"/>
            <ac:spMk id="1037" creationId="{0C0CCF94-9536-4A63-8FF2-E37827C92756}"/>
          </ac:spMkLst>
        </pc:spChg>
        <pc:spChg chg="add del">
          <ac:chgData name="Manas Tuwani" userId="5d421215-a11f-4a6e-90ca-e8ac2213fab6" providerId="ADAL" clId="{CF5A4471-E01D-46CB-8821-D408EC72C52C}" dt="2022-07-26T13:14:34.408" v="164" actId="26606"/>
          <ac:spMkLst>
            <pc:docMk/>
            <pc:sldMk cId="1838608597" sldId="266"/>
            <ac:spMk id="1038" creationId="{C970655A-F4C2-4D7E-BAB6-D3BFC5CAE148}"/>
          </ac:spMkLst>
        </pc:spChg>
        <pc:spChg chg="add del">
          <ac:chgData name="Manas Tuwani" userId="5d421215-a11f-4a6e-90ca-e8ac2213fab6" providerId="ADAL" clId="{CF5A4471-E01D-46CB-8821-D408EC72C52C}" dt="2022-07-26T13:14:34.408" v="164" actId="26606"/>
          <ac:spMkLst>
            <pc:docMk/>
            <pc:sldMk cId="1838608597" sldId="266"/>
            <ac:spMk id="1039" creationId="{3389D0BC-BA1D-4360-88F9-D9ECCBDAB50E}"/>
          </ac:spMkLst>
        </pc:spChg>
        <pc:spChg chg="add del">
          <ac:chgData name="Manas Tuwani" userId="5d421215-a11f-4a6e-90ca-e8ac2213fab6" providerId="ADAL" clId="{CF5A4471-E01D-46CB-8821-D408EC72C52C}" dt="2022-07-26T13:14:59.190" v="173" actId="26606"/>
          <ac:spMkLst>
            <pc:docMk/>
            <pc:sldMk cId="1838608597" sldId="266"/>
            <ac:spMk id="1041" creationId="{04812C46-200A-4DEB-A05E-3ED6C68C2387}"/>
          </ac:spMkLst>
        </pc:spChg>
        <pc:spChg chg="add del">
          <ac:chgData name="Manas Tuwani" userId="5d421215-a11f-4a6e-90ca-e8ac2213fab6" providerId="ADAL" clId="{CF5A4471-E01D-46CB-8821-D408EC72C52C}" dt="2022-07-26T13:14:59.190" v="173" actId="26606"/>
          <ac:spMkLst>
            <pc:docMk/>
            <pc:sldMk cId="1838608597" sldId="266"/>
            <ac:spMk id="1042" creationId="{D1EA859B-E555-4109-94F3-6700E046E008}"/>
          </ac:spMkLst>
        </pc:spChg>
        <pc:spChg chg="add del">
          <ac:chgData name="Manas Tuwani" userId="5d421215-a11f-4a6e-90ca-e8ac2213fab6" providerId="ADAL" clId="{CF5A4471-E01D-46CB-8821-D408EC72C52C}" dt="2022-07-26T13:14:51.604" v="168" actId="26606"/>
          <ac:spMkLst>
            <pc:docMk/>
            <pc:sldMk cId="1838608597" sldId="266"/>
            <ac:spMk id="1047" creationId="{D38A241E-0395-41E5-8607-BAA2799A4374}"/>
          </ac:spMkLst>
        </pc:spChg>
        <pc:spChg chg="add del">
          <ac:chgData name="Manas Tuwani" userId="5d421215-a11f-4a6e-90ca-e8ac2213fab6" providerId="ADAL" clId="{CF5A4471-E01D-46CB-8821-D408EC72C52C}" dt="2022-07-26T13:14:57.514" v="171" actId="26606"/>
          <ac:spMkLst>
            <pc:docMk/>
            <pc:sldMk cId="1838608597" sldId="266"/>
            <ac:spMk id="1052" creationId="{37C89E4B-3C9F-44B9-8B86-D9E3D112D8EC}"/>
          </ac:spMkLst>
        </pc:spChg>
        <pc:picChg chg="add mod">
          <ac:chgData name="Manas Tuwani" userId="5d421215-a11f-4a6e-90ca-e8ac2213fab6" providerId="ADAL" clId="{CF5A4471-E01D-46CB-8821-D408EC72C52C}" dt="2022-07-26T13:15:25.786" v="179" actId="1076"/>
          <ac:picMkLst>
            <pc:docMk/>
            <pc:sldMk cId="1838608597" sldId="266"/>
            <ac:picMk id="1026" creationId="{0A9289FC-5FDC-2A7E-6F92-66F8B436C1EA}"/>
          </ac:picMkLst>
        </pc:picChg>
        <pc:cxnChg chg="add del">
          <ac:chgData name="Manas Tuwani" userId="5d421215-a11f-4a6e-90ca-e8ac2213fab6" providerId="ADAL" clId="{CF5A4471-E01D-46CB-8821-D408EC72C52C}" dt="2022-07-26T13:15:11.603" v="175" actId="26606"/>
          <ac:cxnSpMkLst>
            <pc:docMk/>
            <pc:sldMk cId="1838608597" sldId="266"/>
            <ac:cxnSpMk id="1029" creationId="{AA2EAA10-076F-46BD-8F0F-B9A2FB77A85C}"/>
          </ac:cxnSpMkLst>
        </pc:cxnChg>
        <pc:cxnChg chg="add del">
          <ac:chgData name="Manas Tuwani" userId="5d421215-a11f-4a6e-90ca-e8ac2213fab6" providerId="ADAL" clId="{CF5A4471-E01D-46CB-8821-D408EC72C52C}" dt="2022-07-26T13:15:11.603" v="175" actId="26606"/>
          <ac:cxnSpMkLst>
            <pc:docMk/>
            <pc:sldMk cId="1838608597" sldId="266"/>
            <ac:cxnSpMk id="1032" creationId="{D891E407-403B-4764-86C9-33A56D3BCAA3}"/>
          </ac:cxnSpMkLst>
        </pc:cxnChg>
        <pc:cxnChg chg="add del">
          <ac:chgData name="Manas Tuwani" userId="5d421215-a11f-4a6e-90ca-e8ac2213fab6" providerId="ADAL" clId="{CF5A4471-E01D-46CB-8821-D408EC72C52C}" dt="2022-07-26T13:14:28.084" v="162" actId="26606"/>
          <ac:cxnSpMkLst>
            <pc:docMk/>
            <pc:sldMk cId="1838608597" sldId="266"/>
            <ac:cxnSpMk id="1033" creationId="{AA2EAA10-076F-46BD-8F0F-B9A2FB77A85C}"/>
          </ac:cxnSpMkLst>
        </pc:cxnChg>
        <pc:cxnChg chg="add del">
          <ac:chgData name="Manas Tuwani" userId="5d421215-a11f-4a6e-90ca-e8ac2213fab6" providerId="ADAL" clId="{CF5A4471-E01D-46CB-8821-D408EC72C52C}" dt="2022-07-26T13:14:28.084" v="162" actId="26606"/>
          <ac:cxnSpMkLst>
            <pc:docMk/>
            <pc:sldMk cId="1838608597" sldId="266"/>
            <ac:cxnSpMk id="1035" creationId="{D891E407-403B-4764-86C9-33A56D3BCAA3}"/>
          </ac:cxnSpMkLst>
        </pc:cxnChg>
        <pc:cxnChg chg="add">
          <ac:chgData name="Manas Tuwani" userId="5d421215-a11f-4a6e-90ca-e8ac2213fab6" providerId="ADAL" clId="{CF5A4471-E01D-46CB-8821-D408EC72C52C}" dt="2022-07-26T13:15:11.608" v="176" actId="26606"/>
          <ac:cxnSpMkLst>
            <pc:docMk/>
            <pc:sldMk cId="1838608597" sldId="266"/>
            <ac:cxnSpMk id="1036" creationId="{AA2EAA10-076F-46BD-8F0F-B9A2FB77A85C}"/>
          </ac:cxnSpMkLst>
        </pc:cxnChg>
        <pc:cxnChg chg="add">
          <ac:chgData name="Manas Tuwani" userId="5d421215-a11f-4a6e-90ca-e8ac2213fab6" providerId="ADAL" clId="{CF5A4471-E01D-46CB-8821-D408EC72C52C}" dt="2022-07-26T13:15:11.608" v="176" actId="26606"/>
          <ac:cxnSpMkLst>
            <pc:docMk/>
            <pc:sldMk cId="1838608597" sldId="266"/>
            <ac:cxnSpMk id="1040" creationId="{D891E407-403B-4764-86C9-33A56D3BCAA3}"/>
          </ac:cxnSpMkLst>
        </pc:cxnChg>
        <pc:cxnChg chg="add del">
          <ac:chgData name="Manas Tuwani" userId="5d421215-a11f-4a6e-90ca-e8ac2213fab6" providerId="ADAL" clId="{CF5A4471-E01D-46CB-8821-D408EC72C52C}" dt="2022-07-26T13:14:51.604" v="168" actId="26606"/>
          <ac:cxnSpMkLst>
            <pc:docMk/>
            <pc:sldMk cId="1838608597" sldId="266"/>
            <ac:cxnSpMk id="1049" creationId="{CE352288-84AD-4CA8-BCD5-76C29D34E1DB}"/>
          </ac:cxnSpMkLst>
        </pc:cxnChg>
        <pc:cxnChg chg="add del">
          <ac:chgData name="Manas Tuwani" userId="5d421215-a11f-4a6e-90ca-e8ac2213fab6" providerId="ADAL" clId="{CF5A4471-E01D-46CB-8821-D408EC72C52C}" dt="2022-07-26T13:14:57.514" v="171" actId="26606"/>
          <ac:cxnSpMkLst>
            <pc:docMk/>
            <pc:sldMk cId="1838608597" sldId="266"/>
            <ac:cxnSpMk id="1051" creationId="{D891E407-403B-4764-86C9-33A56D3BCAA3}"/>
          </ac:cxnSpMkLst>
        </pc:cxnChg>
        <pc:cxnChg chg="add del">
          <ac:chgData name="Manas Tuwani" userId="5d421215-a11f-4a6e-90ca-e8ac2213fab6" providerId="ADAL" clId="{CF5A4471-E01D-46CB-8821-D408EC72C52C}" dt="2022-07-26T13:14:57.514" v="171" actId="26606"/>
          <ac:cxnSpMkLst>
            <pc:docMk/>
            <pc:sldMk cId="1838608597" sldId="266"/>
            <ac:cxnSpMk id="1053" creationId="{AA2EAA10-076F-46BD-8F0F-B9A2FB77A85C}"/>
          </ac:cxnSpMkLst>
        </pc:cxnChg>
      </pc:sldChg>
      <pc:sldChg chg="addSp delSp modSp add mod setBg delDesignElem">
        <pc:chgData name="Manas Tuwani" userId="5d421215-a11f-4a6e-90ca-e8ac2213fab6" providerId="ADAL" clId="{CF5A4471-E01D-46CB-8821-D408EC72C52C}" dt="2022-07-27T12:52:50.776" v="241" actId="14100"/>
        <pc:sldMkLst>
          <pc:docMk/>
          <pc:sldMk cId="3362261991" sldId="267"/>
        </pc:sldMkLst>
        <pc:spChg chg="mod">
          <ac:chgData name="Manas Tuwani" userId="5d421215-a11f-4a6e-90ca-e8ac2213fab6" providerId="ADAL" clId="{CF5A4471-E01D-46CB-8821-D408EC72C52C}" dt="2022-07-27T12:52:43.636" v="239" actId="26606"/>
          <ac:spMkLst>
            <pc:docMk/>
            <pc:sldMk cId="3362261991" sldId="267"/>
            <ac:spMk id="2" creationId="{00000000-0000-0000-0000-000000000000}"/>
          </ac:spMkLst>
        </pc:spChg>
        <pc:spChg chg="mod">
          <ac:chgData name="Manas Tuwani" userId="5d421215-a11f-4a6e-90ca-e8ac2213fab6" providerId="ADAL" clId="{CF5A4471-E01D-46CB-8821-D408EC72C52C}" dt="2022-07-27T12:52:43.636" v="239" actId="26606"/>
          <ac:spMkLst>
            <pc:docMk/>
            <pc:sldMk cId="3362261991" sldId="267"/>
            <ac:spMk id="3" creationId="{00000000-0000-0000-0000-000000000000}"/>
          </ac:spMkLst>
        </pc:spChg>
        <pc:spChg chg="del">
          <ac:chgData name="Manas Tuwani" userId="5d421215-a11f-4a6e-90ca-e8ac2213fab6" providerId="ADAL" clId="{CF5A4471-E01D-46CB-8821-D408EC72C52C}" dt="2022-07-27T12:48:27.096" v="210"/>
          <ac:spMkLst>
            <pc:docMk/>
            <pc:sldMk cId="3362261991" sldId="267"/>
            <ac:spMk id="32" creationId="{488333BA-AE6E-427A-9B16-A39C8073F4EB}"/>
          </ac:spMkLst>
        </pc:spChg>
        <pc:spChg chg="del">
          <ac:chgData name="Manas Tuwani" userId="5d421215-a11f-4a6e-90ca-e8ac2213fab6" providerId="ADAL" clId="{CF5A4471-E01D-46CB-8821-D408EC72C52C}" dt="2022-07-27T12:48:27.096" v="210"/>
          <ac:spMkLst>
            <pc:docMk/>
            <pc:sldMk cId="3362261991" sldId="267"/>
            <ac:spMk id="33" creationId="{F98ED85F-DCEE-4B50-802E-71A6E3E12B04}"/>
          </ac:spMkLst>
        </pc:spChg>
        <pc:spChg chg="add">
          <ac:chgData name="Manas Tuwani" userId="5d421215-a11f-4a6e-90ca-e8ac2213fab6" providerId="ADAL" clId="{CF5A4471-E01D-46CB-8821-D408EC72C52C}" dt="2022-07-27T12:52:43.636" v="239" actId="26606"/>
          <ac:spMkLst>
            <pc:docMk/>
            <pc:sldMk cId="3362261991" sldId="267"/>
            <ac:spMk id="1031" creationId="{058A14AF-9FB5-4CC7-BA35-E8E85D3EDF0E}"/>
          </ac:spMkLst>
        </pc:spChg>
        <pc:spChg chg="add">
          <ac:chgData name="Manas Tuwani" userId="5d421215-a11f-4a6e-90ca-e8ac2213fab6" providerId="ADAL" clId="{CF5A4471-E01D-46CB-8821-D408EC72C52C}" dt="2022-07-27T12:52:43.636" v="239" actId="26606"/>
          <ac:spMkLst>
            <pc:docMk/>
            <pc:sldMk cId="3362261991" sldId="267"/>
            <ac:spMk id="1033" creationId="{3A9A4357-BD1D-4622-A4FE-766E6AB8DE84}"/>
          </ac:spMkLst>
        </pc:spChg>
        <pc:spChg chg="add">
          <ac:chgData name="Manas Tuwani" userId="5d421215-a11f-4a6e-90ca-e8ac2213fab6" providerId="ADAL" clId="{CF5A4471-E01D-46CB-8821-D408EC72C52C}" dt="2022-07-27T12:52:43.636" v="239" actId="26606"/>
          <ac:spMkLst>
            <pc:docMk/>
            <pc:sldMk cId="3362261991" sldId="267"/>
            <ac:spMk id="1035" creationId="{E659831F-0D9A-4C63-9EBB-8435B85A440F}"/>
          </ac:spMkLst>
        </pc:spChg>
        <pc:spChg chg="add">
          <ac:chgData name="Manas Tuwani" userId="5d421215-a11f-4a6e-90ca-e8ac2213fab6" providerId="ADAL" clId="{CF5A4471-E01D-46CB-8821-D408EC72C52C}" dt="2022-07-27T12:52:43.636" v="239" actId="26606"/>
          <ac:spMkLst>
            <pc:docMk/>
            <pc:sldMk cId="3362261991" sldId="267"/>
            <ac:spMk id="1037" creationId="{E6995CE5-F890-4ABA-82A2-26507CE8D2A3}"/>
          </ac:spMkLst>
        </pc:spChg>
        <pc:picChg chg="add mod">
          <ac:chgData name="Manas Tuwani" userId="5d421215-a11f-4a6e-90ca-e8ac2213fab6" providerId="ADAL" clId="{CF5A4471-E01D-46CB-8821-D408EC72C52C}" dt="2022-07-27T12:52:50.776" v="241" actId="14100"/>
          <ac:picMkLst>
            <pc:docMk/>
            <pc:sldMk cId="3362261991" sldId="267"/>
            <ac:picMk id="1026" creationId="{3AFFB4E3-A5E1-BBD9-99D2-7EB3FF347202}"/>
          </ac:picMkLst>
        </pc:picChg>
      </pc:sldChg>
      <pc:sldChg chg="modSp new mod">
        <pc:chgData name="Manas Tuwani" userId="5d421215-a11f-4a6e-90ca-e8ac2213fab6" providerId="ADAL" clId="{CF5A4471-E01D-46CB-8821-D408EC72C52C}" dt="2022-07-27T13:08:24.916" v="349" actId="5793"/>
        <pc:sldMkLst>
          <pc:docMk/>
          <pc:sldMk cId="1473802145" sldId="268"/>
        </pc:sldMkLst>
        <pc:spChg chg="mod">
          <ac:chgData name="Manas Tuwani" userId="5d421215-a11f-4a6e-90ca-e8ac2213fab6" providerId="ADAL" clId="{CF5A4471-E01D-46CB-8821-D408EC72C52C}" dt="2022-07-27T13:00:51.295" v="281" actId="115"/>
          <ac:spMkLst>
            <pc:docMk/>
            <pc:sldMk cId="1473802145" sldId="268"/>
            <ac:spMk id="2" creationId="{F6840F20-9233-82D9-B053-B0D26C015890}"/>
          </ac:spMkLst>
        </pc:spChg>
        <pc:spChg chg="mod">
          <ac:chgData name="Manas Tuwani" userId="5d421215-a11f-4a6e-90ca-e8ac2213fab6" providerId="ADAL" clId="{CF5A4471-E01D-46CB-8821-D408EC72C52C}" dt="2022-07-27T13:08:24.916" v="349" actId="5793"/>
          <ac:spMkLst>
            <pc:docMk/>
            <pc:sldMk cId="1473802145" sldId="268"/>
            <ac:spMk id="3" creationId="{9243BEA0-00DD-93BB-61C2-5ACEE2B814AA}"/>
          </ac:spMkLst>
        </pc:spChg>
      </pc:sldChg>
      <pc:sldChg chg="addSp delSp modSp new mod setBg">
        <pc:chgData name="Manas Tuwani" userId="5d421215-a11f-4a6e-90ca-e8ac2213fab6" providerId="ADAL" clId="{CF5A4471-E01D-46CB-8821-D408EC72C52C}" dt="2022-07-27T12:57:55.785" v="271" actId="26606"/>
        <pc:sldMkLst>
          <pc:docMk/>
          <pc:sldMk cId="3182341132" sldId="269"/>
        </pc:sldMkLst>
        <pc:spChg chg="del">
          <ac:chgData name="Manas Tuwani" userId="5d421215-a11f-4a6e-90ca-e8ac2213fab6" providerId="ADAL" clId="{CF5A4471-E01D-46CB-8821-D408EC72C52C}" dt="2022-07-27T12:57:25.577" v="267" actId="478"/>
          <ac:spMkLst>
            <pc:docMk/>
            <pc:sldMk cId="3182341132" sldId="269"/>
            <ac:spMk id="2" creationId="{96564526-CCC7-0FC2-DF7C-AF2735AD9D49}"/>
          </ac:spMkLst>
        </pc:spChg>
        <pc:spChg chg="mod">
          <ac:chgData name="Manas Tuwani" userId="5d421215-a11f-4a6e-90ca-e8ac2213fab6" providerId="ADAL" clId="{CF5A4471-E01D-46CB-8821-D408EC72C52C}" dt="2022-07-27T12:57:55.785" v="271" actId="26606"/>
          <ac:spMkLst>
            <pc:docMk/>
            <pc:sldMk cId="3182341132" sldId="269"/>
            <ac:spMk id="3" creationId="{063C3028-1EAA-4AE8-DD43-72B6039855B4}"/>
          </ac:spMkLst>
        </pc:spChg>
        <pc:spChg chg="add">
          <ac:chgData name="Manas Tuwani" userId="5d421215-a11f-4a6e-90ca-e8ac2213fab6" providerId="ADAL" clId="{CF5A4471-E01D-46CB-8821-D408EC72C52C}" dt="2022-07-27T12:57:55.785" v="271" actId="26606"/>
          <ac:spMkLst>
            <pc:docMk/>
            <pc:sldMk cId="3182341132" sldId="269"/>
            <ac:spMk id="8" creationId="{DBF61EA3-B236-439E-9C0B-340980D56BEE}"/>
          </ac:spMkLst>
        </pc:spChg>
        <pc:spChg chg="add">
          <ac:chgData name="Manas Tuwani" userId="5d421215-a11f-4a6e-90ca-e8ac2213fab6" providerId="ADAL" clId="{CF5A4471-E01D-46CB-8821-D408EC72C52C}" dt="2022-07-27T12:57:55.785" v="271" actId="26606"/>
          <ac:spMkLst>
            <pc:docMk/>
            <pc:sldMk cId="3182341132" sldId="269"/>
            <ac:spMk id="14" creationId="{E659831F-0D9A-4C63-9EBB-8435B85A440F}"/>
          </ac:spMkLst>
        </pc:spChg>
        <pc:grpChg chg="add">
          <ac:chgData name="Manas Tuwani" userId="5d421215-a11f-4a6e-90ca-e8ac2213fab6" providerId="ADAL" clId="{CF5A4471-E01D-46CB-8821-D408EC72C52C}" dt="2022-07-27T12:57:55.785" v="271" actId="26606"/>
          <ac:grpSpMkLst>
            <pc:docMk/>
            <pc:sldMk cId="3182341132" sldId="269"/>
            <ac:grpSpMk id="10" creationId="{28FAF094-D087-493F-8DF9-A486C2D6BBAA}"/>
          </ac:grpSpMkLst>
        </pc:grpChg>
      </pc:sldChg>
      <pc:sldChg chg="addSp delSp modSp new del mod">
        <pc:chgData name="Manas Tuwani" userId="5d421215-a11f-4a6e-90ca-e8ac2213fab6" providerId="ADAL" clId="{CF5A4471-E01D-46CB-8821-D408EC72C52C}" dt="2022-07-27T13:04:58.635" v="299" actId="47"/>
        <pc:sldMkLst>
          <pc:docMk/>
          <pc:sldMk cId="745200279" sldId="270"/>
        </pc:sldMkLst>
        <pc:spChg chg="mod">
          <ac:chgData name="Manas Tuwani" userId="5d421215-a11f-4a6e-90ca-e8ac2213fab6" providerId="ADAL" clId="{CF5A4471-E01D-46CB-8821-D408EC72C52C}" dt="2022-07-27T13:03:31.561" v="284" actId="27636"/>
          <ac:spMkLst>
            <pc:docMk/>
            <pc:sldMk cId="745200279" sldId="270"/>
            <ac:spMk id="2" creationId="{FDA07529-4CF5-A19F-BF0F-9DE81C79EFFB}"/>
          </ac:spMkLst>
        </pc:spChg>
        <pc:spChg chg="del mod">
          <ac:chgData name="Manas Tuwani" userId="5d421215-a11f-4a6e-90ca-e8ac2213fab6" providerId="ADAL" clId="{CF5A4471-E01D-46CB-8821-D408EC72C52C}" dt="2022-07-27T13:04:02.199" v="286"/>
          <ac:spMkLst>
            <pc:docMk/>
            <pc:sldMk cId="745200279" sldId="270"/>
            <ac:spMk id="3" creationId="{87F401B7-6F77-0B3B-8850-98FFA82E5B97}"/>
          </ac:spMkLst>
        </pc:spChg>
        <pc:spChg chg="add mod">
          <ac:chgData name="Manas Tuwani" userId="5d421215-a11f-4a6e-90ca-e8ac2213fab6" providerId="ADAL" clId="{CF5A4471-E01D-46CB-8821-D408EC72C52C}" dt="2022-07-27T13:04:13.935" v="289" actId="20577"/>
          <ac:spMkLst>
            <pc:docMk/>
            <pc:sldMk cId="745200279" sldId="270"/>
            <ac:spMk id="4" creationId="{D6B203B3-D22D-E64C-38BF-71E0C919C378}"/>
          </ac:spMkLst>
        </pc:spChg>
      </pc:sldChg>
      <pc:sldChg chg="addSp delSp modSp new mod">
        <pc:chgData name="Manas Tuwani" userId="5d421215-a11f-4a6e-90ca-e8ac2213fab6" providerId="ADAL" clId="{CF5A4471-E01D-46CB-8821-D408EC72C52C}" dt="2022-07-27T13:08:45.161" v="357" actId="20577"/>
        <pc:sldMkLst>
          <pc:docMk/>
          <pc:sldMk cId="604184702" sldId="271"/>
        </pc:sldMkLst>
        <pc:spChg chg="mod">
          <ac:chgData name="Manas Tuwani" userId="5d421215-a11f-4a6e-90ca-e8ac2213fab6" providerId="ADAL" clId="{CF5A4471-E01D-46CB-8821-D408EC72C52C}" dt="2022-07-27T13:08:45.161" v="357" actId="20577"/>
          <ac:spMkLst>
            <pc:docMk/>
            <pc:sldMk cId="604184702" sldId="271"/>
            <ac:spMk id="2" creationId="{7064E33E-3DD1-6CD9-6FE3-EC0F3FBA62A1}"/>
          </ac:spMkLst>
        </pc:spChg>
        <pc:spChg chg="mod">
          <ac:chgData name="Manas Tuwani" userId="5d421215-a11f-4a6e-90ca-e8ac2213fab6" providerId="ADAL" clId="{CF5A4471-E01D-46CB-8821-D408EC72C52C}" dt="2022-07-27T13:06:34.549" v="311" actId="14100"/>
          <ac:spMkLst>
            <pc:docMk/>
            <pc:sldMk cId="604184702" sldId="271"/>
            <ac:spMk id="3" creationId="{D1991FBD-F3B9-39C4-2801-31DA4A2B7656}"/>
          </ac:spMkLst>
        </pc:spChg>
        <pc:spChg chg="add del">
          <ac:chgData name="Manas Tuwani" userId="5d421215-a11f-4a6e-90ca-e8ac2213fab6" providerId="ADAL" clId="{CF5A4471-E01D-46CB-8821-D408EC72C52C}" dt="2022-07-27T13:05:48.612" v="307"/>
          <ac:spMkLst>
            <pc:docMk/>
            <pc:sldMk cId="604184702" sldId="271"/>
            <ac:spMk id="4" creationId="{89A6B5A7-F770-9190-0177-F0C1D583F8F9}"/>
          </ac:spMkLst>
        </pc:spChg>
        <pc:spChg chg="add del mod">
          <ac:chgData name="Manas Tuwani" userId="5d421215-a11f-4a6e-90ca-e8ac2213fab6" providerId="ADAL" clId="{CF5A4471-E01D-46CB-8821-D408EC72C52C}" dt="2022-07-27T13:05:47.938" v="306"/>
          <ac:spMkLst>
            <pc:docMk/>
            <pc:sldMk cId="604184702" sldId="271"/>
            <ac:spMk id="5" creationId="{FBA2FC56-DE41-C99F-9852-6ADE54D0B8CB}"/>
          </ac:spMkLst>
        </pc:spChg>
        <pc:picChg chg="add mod">
          <ac:chgData name="Manas Tuwani" userId="5d421215-a11f-4a6e-90ca-e8ac2213fab6" providerId="ADAL" clId="{CF5A4471-E01D-46CB-8821-D408EC72C52C}" dt="2022-07-27T13:06:55.487" v="317" actId="1076"/>
          <ac:picMkLst>
            <pc:docMk/>
            <pc:sldMk cId="604184702" sldId="271"/>
            <ac:picMk id="7" creationId="{3CD55B34-027C-9C33-5747-EA893996ED06}"/>
          </ac:picMkLst>
        </pc:picChg>
      </pc:sldChg>
      <pc:sldChg chg="addSp modSp new mod setBg">
        <pc:chgData name="Manas Tuwani" userId="5d421215-a11f-4a6e-90ca-e8ac2213fab6" providerId="ADAL" clId="{CF5A4471-E01D-46CB-8821-D408EC72C52C}" dt="2022-07-27T14:22:19.988" v="360" actId="26606"/>
        <pc:sldMkLst>
          <pc:docMk/>
          <pc:sldMk cId="1715517755" sldId="272"/>
        </pc:sldMkLst>
        <pc:picChg chg="add mod">
          <ac:chgData name="Manas Tuwani" userId="5d421215-a11f-4a6e-90ca-e8ac2213fab6" providerId="ADAL" clId="{CF5A4471-E01D-46CB-8821-D408EC72C52C}" dt="2022-07-27T14:22:19.988" v="360" actId="26606"/>
          <ac:picMkLst>
            <pc:docMk/>
            <pc:sldMk cId="1715517755" sldId="272"/>
            <ac:picMk id="3" creationId="{61D279B3-8894-3DC0-9292-64D7205A1639}"/>
          </ac:picMkLst>
        </pc:picChg>
      </pc:sldChg>
      <pc:sldChg chg="addSp modSp new mod setBg">
        <pc:chgData name="Manas Tuwani" userId="5d421215-a11f-4a6e-90ca-e8ac2213fab6" providerId="ADAL" clId="{CF5A4471-E01D-46CB-8821-D408EC72C52C}" dt="2022-07-27T14:23:02.398" v="364" actId="27614"/>
        <pc:sldMkLst>
          <pc:docMk/>
          <pc:sldMk cId="2554618726" sldId="273"/>
        </pc:sldMkLst>
        <pc:picChg chg="add mod">
          <ac:chgData name="Manas Tuwani" userId="5d421215-a11f-4a6e-90ca-e8ac2213fab6" providerId="ADAL" clId="{CF5A4471-E01D-46CB-8821-D408EC72C52C}" dt="2022-07-27T14:23:02.398" v="364" actId="27614"/>
          <ac:picMkLst>
            <pc:docMk/>
            <pc:sldMk cId="2554618726" sldId="273"/>
            <ac:picMk id="3" creationId="{4B06E5C4-7D39-7938-8D1A-C054217FAABD}"/>
          </ac:picMkLst>
        </pc:picChg>
      </pc:sldChg>
    </pc:docChg>
  </pc:docChgLst>
  <pc:docChgLst>
    <pc:chgData name="Manas Tuwani" userId="5d421215-a11f-4a6e-90ca-e8ac2213fab6" providerId="ADAL" clId="{6D4393A4-D409-4FF1-82AA-53A90C5D25A6}"/>
    <pc:docChg chg="custSel modSld">
      <pc:chgData name="Manas Tuwani" userId="5d421215-a11f-4a6e-90ca-e8ac2213fab6" providerId="ADAL" clId="{6D4393A4-D409-4FF1-82AA-53A90C5D25A6}" dt="2024-10-01T15:31:21.817" v="2" actId="20577"/>
      <pc:docMkLst>
        <pc:docMk/>
      </pc:docMkLst>
      <pc:sldChg chg="modSp mod">
        <pc:chgData name="Manas Tuwani" userId="5d421215-a11f-4a6e-90ca-e8ac2213fab6" providerId="ADAL" clId="{6D4393A4-D409-4FF1-82AA-53A90C5D25A6}" dt="2024-10-01T15:31:21.817" v="2" actId="20577"/>
        <pc:sldMkLst>
          <pc:docMk/>
          <pc:sldMk cId="1091649167" sldId="258"/>
        </pc:sldMkLst>
        <pc:spChg chg="mod">
          <ac:chgData name="Manas Tuwani" userId="5d421215-a11f-4a6e-90ca-e8ac2213fab6" providerId="ADAL" clId="{6D4393A4-D409-4FF1-82AA-53A90C5D25A6}" dt="2024-10-01T15:31:21.817" v="2" actId="20577"/>
          <ac:spMkLst>
            <pc:docMk/>
            <pc:sldMk cId="1091649167" sldId="258"/>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4FF0AACC-8782-4C5A-A7E8-076A6E15FD83}" type="datetimeFigureOut">
              <a:rPr lang="en-IN" smtClean="0"/>
              <a:pPr/>
              <a:t>28-05-2025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A5F780B-6683-4DF4-8E3E-30006578E612}" type="slidenum">
              <a:rPr lang="en-IN" smtClean="0"/>
              <a:pPr/>
              <a:t>‹#›</a:t>
            </a:fld>
            <a:endParaRPr lang="en-IN"/>
          </a:p>
        </p:txBody>
      </p:sp>
    </p:spTree>
    <p:extLst>
      <p:ext uri="{BB962C8B-B14F-4D97-AF65-F5344CB8AC3E}">
        <p14:creationId xmlns:p14="http://schemas.microsoft.com/office/powerpoint/2010/main" xmlns="" val="24794815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FF0AACC-8782-4C5A-A7E8-076A6E15FD83}" type="datetimeFigureOut">
              <a:rPr lang="en-IN" smtClean="0"/>
              <a:pPr/>
              <a:t>28-05-2025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A5F780B-6683-4DF4-8E3E-30006578E612}" type="slidenum">
              <a:rPr lang="en-IN" smtClean="0"/>
              <a:pPr/>
              <a:t>‹#›</a:t>
            </a:fld>
            <a:endParaRPr lang="en-IN"/>
          </a:p>
        </p:txBody>
      </p:sp>
    </p:spTree>
    <p:extLst>
      <p:ext uri="{BB962C8B-B14F-4D97-AF65-F5344CB8AC3E}">
        <p14:creationId xmlns:p14="http://schemas.microsoft.com/office/powerpoint/2010/main" xmlns="" val="41533863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F0AACC-8782-4C5A-A7E8-076A6E15FD83}" type="datetimeFigureOut">
              <a:rPr lang="en-IN" smtClean="0"/>
              <a:pPr/>
              <a:t>28-05-2025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A5F780B-6683-4DF4-8E3E-30006578E612}" type="slidenum">
              <a:rPr lang="en-IN" smtClean="0"/>
              <a:pPr/>
              <a:t>‹#›</a:t>
            </a:fld>
            <a:endParaRPr lang="en-IN"/>
          </a:p>
        </p:txBody>
      </p:sp>
    </p:spTree>
    <p:extLst>
      <p:ext uri="{BB962C8B-B14F-4D97-AF65-F5344CB8AC3E}">
        <p14:creationId xmlns:p14="http://schemas.microsoft.com/office/powerpoint/2010/main" xmlns="" val="11851606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4FF0AACC-8782-4C5A-A7E8-076A6E15FD83}" type="datetimeFigureOut">
              <a:rPr lang="en-IN" smtClean="0"/>
              <a:pPr/>
              <a:t>28-05-2025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A5F780B-6683-4DF4-8E3E-30006578E612}" type="slidenum">
              <a:rPr lang="en-IN" smtClean="0"/>
              <a:pPr/>
              <a:t>‹#›</a:t>
            </a:fld>
            <a:endParaRPr lang="en-IN"/>
          </a:p>
        </p:txBody>
      </p:sp>
    </p:spTree>
    <p:extLst>
      <p:ext uri="{BB962C8B-B14F-4D97-AF65-F5344CB8AC3E}">
        <p14:creationId xmlns:p14="http://schemas.microsoft.com/office/powerpoint/2010/main" xmlns="" val="41459092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4FF0AACC-8782-4C5A-A7E8-076A6E15FD83}" type="datetimeFigureOut">
              <a:rPr lang="en-IN" smtClean="0"/>
              <a:pPr/>
              <a:t>28-05-2025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A5F780B-6683-4DF4-8E3E-30006578E612}" type="slidenum">
              <a:rPr lang="en-IN" smtClean="0"/>
              <a:pPr/>
              <a:t>‹#›</a:t>
            </a:fld>
            <a:endParaRPr lang="en-IN"/>
          </a:p>
        </p:txBody>
      </p:sp>
    </p:spTree>
    <p:extLst>
      <p:ext uri="{BB962C8B-B14F-4D97-AF65-F5344CB8AC3E}">
        <p14:creationId xmlns:p14="http://schemas.microsoft.com/office/powerpoint/2010/main" xmlns="" val="18390913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4FF0AACC-8782-4C5A-A7E8-076A6E15FD83}" type="datetimeFigureOut">
              <a:rPr lang="en-IN" smtClean="0"/>
              <a:pPr/>
              <a:t>28-05-2025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A5F780B-6683-4DF4-8E3E-30006578E612}" type="slidenum">
              <a:rPr lang="en-IN" smtClean="0"/>
              <a:pPr/>
              <a:t>‹#›</a:t>
            </a:fld>
            <a:endParaRPr lang="en-IN"/>
          </a:p>
        </p:txBody>
      </p:sp>
    </p:spTree>
    <p:extLst>
      <p:ext uri="{BB962C8B-B14F-4D97-AF65-F5344CB8AC3E}">
        <p14:creationId xmlns:p14="http://schemas.microsoft.com/office/powerpoint/2010/main" xmlns="" val="6422732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FF0AACC-8782-4C5A-A7E8-076A6E15FD83}" type="datetimeFigureOut">
              <a:rPr lang="en-IN" smtClean="0"/>
              <a:pPr/>
              <a:t>28-05-2025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A5F780B-6683-4DF4-8E3E-30006578E612}" type="slidenum">
              <a:rPr lang="en-IN" smtClean="0"/>
              <a:pPr/>
              <a:t>‹#›</a:t>
            </a:fld>
            <a:endParaRPr lang="en-IN"/>
          </a:p>
        </p:txBody>
      </p:sp>
    </p:spTree>
    <p:extLst>
      <p:ext uri="{BB962C8B-B14F-4D97-AF65-F5344CB8AC3E}">
        <p14:creationId xmlns:p14="http://schemas.microsoft.com/office/powerpoint/2010/main" xmlns="" val="38241145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FF0AACC-8782-4C5A-A7E8-076A6E15FD83}" type="datetimeFigureOut">
              <a:rPr lang="en-IN" smtClean="0"/>
              <a:pPr/>
              <a:t>28-05-2025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A5F780B-6683-4DF4-8E3E-30006578E612}" type="slidenum">
              <a:rPr lang="en-IN" smtClean="0"/>
              <a:pPr/>
              <a:t>‹#›</a:t>
            </a:fld>
            <a:endParaRPr lang="en-IN"/>
          </a:p>
        </p:txBody>
      </p:sp>
    </p:spTree>
    <p:extLst>
      <p:ext uri="{BB962C8B-B14F-4D97-AF65-F5344CB8AC3E}">
        <p14:creationId xmlns:p14="http://schemas.microsoft.com/office/powerpoint/2010/main" xmlns="" val="36231003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FF0AACC-8782-4C5A-A7E8-076A6E15FD83}" type="datetimeFigureOut">
              <a:rPr lang="en-IN" smtClean="0"/>
              <a:pPr/>
              <a:t>28-05-2025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A5F780B-6683-4DF4-8E3E-30006578E612}" type="slidenum">
              <a:rPr lang="en-IN" smtClean="0"/>
              <a:pPr/>
              <a:t>‹#›</a:t>
            </a:fld>
            <a:endParaRPr lang="en-IN"/>
          </a:p>
        </p:txBody>
      </p:sp>
    </p:spTree>
    <p:extLst>
      <p:ext uri="{BB962C8B-B14F-4D97-AF65-F5344CB8AC3E}">
        <p14:creationId xmlns:p14="http://schemas.microsoft.com/office/powerpoint/2010/main" xmlns="" val="38034391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FF0AACC-8782-4C5A-A7E8-076A6E15FD83}" type="datetimeFigureOut">
              <a:rPr lang="en-IN" smtClean="0"/>
              <a:pPr/>
              <a:t>28-05-2025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A5F780B-6683-4DF4-8E3E-30006578E612}" type="slidenum">
              <a:rPr lang="en-IN" smtClean="0"/>
              <a:pPr/>
              <a:t>‹#›</a:t>
            </a:fld>
            <a:endParaRPr lang="en-IN"/>
          </a:p>
        </p:txBody>
      </p:sp>
    </p:spTree>
    <p:extLst>
      <p:ext uri="{BB962C8B-B14F-4D97-AF65-F5344CB8AC3E}">
        <p14:creationId xmlns:p14="http://schemas.microsoft.com/office/powerpoint/2010/main" xmlns="" val="11123671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FF0AACC-8782-4C5A-A7E8-076A6E15FD83}" type="datetimeFigureOut">
              <a:rPr lang="en-IN" smtClean="0"/>
              <a:pPr/>
              <a:t>28-05-2025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A5F780B-6683-4DF4-8E3E-30006578E612}" type="slidenum">
              <a:rPr lang="en-IN" smtClean="0"/>
              <a:pPr/>
              <a:t>‹#›</a:t>
            </a:fld>
            <a:endParaRPr lang="en-IN"/>
          </a:p>
        </p:txBody>
      </p:sp>
    </p:spTree>
    <p:extLst>
      <p:ext uri="{BB962C8B-B14F-4D97-AF65-F5344CB8AC3E}">
        <p14:creationId xmlns:p14="http://schemas.microsoft.com/office/powerpoint/2010/main" xmlns="" val="16372704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F0AACC-8782-4C5A-A7E8-076A6E15FD83}" type="datetimeFigureOut">
              <a:rPr lang="en-IN" smtClean="0"/>
              <a:pPr/>
              <a:t>28-05-2025</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5F780B-6683-4DF4-8E3E-30006578E612}" type="slidenum">
              <a:rPr lang="en-IN" smtClean="0"/>
              <a:pPr/>
              <a:t>‹#›</a:t>
            </a:fld>
            <a:endParaRPr lang="en-IN"/>
          </a:p>
        </p:txBody>
      </p:sp>
    </p:spTree>
    <p:extLst>
      <p:ext uri="{BB962C8B-B14F-4D97-AF65-F5344CB8AC3E}">
        <p14:creationId xmlns:p14="http://schemas.microsoft.com/office/powerpoint/2010/main" xmlns="" val="34844715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3448" y="0"/>
            <a:ext cx="9147448" cy="6858000"/>
          </a:xfrm>
          <a:prstGeom prst="rect">
            <a:avLst/>
          </a:prstGeom>
        </p:spPr>
      </p:pic>
      <p:sp>
        <p:nvSpPr>
          <p:cNvPr id="5" name="TextBox 4"/>
          <p:cNvSpPr txBox="1"/>
          <p:nvPr/>
        </p:nvSpPr>
        <p:spPr>
          <a:xfrm>
            <a:off x="3697500" y="6121664"/>
            <a:ext cx="2304256" cy="369332"/>
          </a:xfrm>
          <a:prstGeom prst="rect">
            <a:avLst/>
          </a:prstGeom>
          <a:noFill/>
        </p:spPr>
        <p:txBody>
          <a:bodyPr wrap="square" rtlCol="0">
            <a:spAutoFit/>
          </a:bodyPr>
          <a:lstStyle/>
          <a:p>
            <a:r>
              <a:rPr lang="en-IN" b="1" dirty="0">
                <a:solidFill>
                  <a:schemeClr val="bg1"/>
                </a:solidFill>
              </a:rPr>
              <a:t>By: Manas Tuwani</a:t>
            </a:r>
          </a:p>
        </p:txBody>
      </p:sp>
    </p:spTree>
    <p:extLst>
      <p:ext uri="{BB962C8B-B14F-4D97-AF65-F5344CB8AC3E}">
        <p14:creationId xmlns:p14="http://schemas.microsoft.com/office/powerpoint/2010/main" xmlns="" val="400312688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DBF61EA3-B236-439E-9C0B-340980D56BE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06478" y="386930"/>
            <a:ext cx="6927525" cy="1188950"/>
          </a:xfrm>
        </p:spPr>
        <p:txBody>
          <a:bodyPr anchor="b">
            <a:normAutofit/>
          </a:bodyPr>
          <a:lstStyle/>
          <a:p>
            <a:pPr>
              <a:lnSpc>
                <a:spcPct val="90000"/>
              </a:lnSpc>
            </a:pPr>
            <a:r>
              <a:rPr lang="en-IN" sz="4000" b="1" u="sng" dirty="0"/>
              <a:t>ABSTRACTION</a:t>
            </a:r>
            <a:r>
              <a:rPr lang="en-IN" sz="4000" dirty="0"/>
              <a:t/>
            </a:r>
            <a:br>
              <a:rPr lang="en-IN" sz="4000" dirty="0"/>
            </a:br>
            <a:endParaRPr lang="en-IN" sz="4000" dirty="0"/>
          </a:p>
        </p:txBody>
      </p:sp>
      <p:grpSp>
        <p:nvGrpSpPr>
          <p:cNvPr id="10" name="Group 9">
            <a:extLst>
              <a:ext uri="{FF2B5EF4-FFF2-40B4-BE49-F238E27FC236}">
                <a16:creationId xmlns:a16="http://schemas.microsoft.com/office/drawing/2014/main" xmlns="" id="{28FAF094-D087-493F-8DF9-A486C2D6BBAA}"/>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1" y="1998368"/>
            <a:ext cx="8771274" cy="782176"/>
            <a:chOff x="-2" y="1998368"/>
            <a:chExt cx="11695083" cy="782176"/>
          </a:xfrm>
        </p:grpSpPr>
        <p:sp>
          <p:nvSpPr>
            <p:cNvPr id="11" name="Rectangle 10">
              <a:extLst>
                <a:ext uri="{FF2B5EF4-FFF2-40B4-BE49-F238E27FC236}">
                  <a16:creationId xmlns:a16="http://schemas.microsoft.com/office/drawing/2014/main" xmlns="" id="{8D7C88D8-5509-4514-925A-9CE148E5CBD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7275593D-F75E-4426-AE3E-2CDEFD228D25}"/>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xmlns="" id="{E659831F-0D9A-4C63-9EBB-8435B85A440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2203079"/>
            <a:ext cx="8537521"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95245" y="2599509"/>
            <a:ext cx="7607751" cy="3435531"/>
          </a:xfrm>
        </p:spPr>
        <p:txBody>
          <a:bodyPr anchor="ctr">
            <a:normAutofit/>
          </a:bodyPr>
          <a:lstStyle/>
          <a:p>
            <a:pPr marL="0" indent="0">
              <a:lnSpc>
                <a:spcPct val="90000"/>
              </a:lnSpc>
              <a:buNone/>
            </a:pPr>
            <a:r>
              <a:rPr lang="en-IN" sz="1800" dirty="0"/>
              <a:t>Representing essential features by hiding background details is called Abstraction</a:t>
            </a:r>
          </a:p>
          <a:p>
            <a:pPr marL="0" indent="0">
              <a:lnSpc>
                <a:spcPct val="90000"/>
              </a:lnSpc>
              <a:buNone/>
            </a:pPr>
            <a:endParaRPr lang="en-IN" sz="1800" dirty="0"/>
          </a:p>
          <a:p>
            <a:pPr marL="0" indent="0">
              <a:lnSpc>
                <a:spcPct val="90000"/>
              </a:lnSpc>
              <a:buNone/>
            </a:pPr>
            <a:r>
              <a:rPr lang="en-IN" sz="1800" dirty="0"/>
              <a:t>Data Abstraction is the property by virtue of which only the essential details are displayed to the user. The trivial or the non-essentials units are not displayed to the user. </a:t>
            </a:r>
          </a:p>
          <a:p>
            <a:pPr marL="0" indent="0">
              <a:lnSpc>
                <a:spcPct val="90000"/>
              </a:lnSpc>
              <a:buNone/>
            </a:pPr>
            <a:r>
              <a:rPr lang="en-IN" sz="1800" dirty="0"/>
              <a:t>Ex: A car is viewed as a car rather than its individual components.</a:t>
            </a:r>
          </a:p>
          <a:p>
            <a:pPr marL="0" indent="0">
              <a:lnSpc>
                <a:spcPct val="90000"/>
              </a:lnSpc>
              <a:buNone/>
            </a:pPr>
            <a:endParaRPr lang="en-IN" sz="1800" dirty="0"/>
          </a:p>
          <a:p>
            <a:pPr marL="0" indent="0">
              <a:lnSpc>
                <a:spcPct val="90000"/>
              </a:lnSpc>
              <a:buNone/>
            </a:pPr>
            <a:r>
              <a:rPr lang="en-IN" sz="1800" dirty="0"/>
              <a:t>Data Abstraction may also be defined as the process of identifying only the required characteristics of an object ignoring the irrelevant details. The properties and behaviours of an object differentiate it from other objects of similar type and also help in classifying/grouping the objects.</a:t>
            </a:r>
          </a:p>
        </p:txBody>
      </p:sp>
    </p:spTree>
    <p:extLst>
      <p:ext uri="{BB962C8B-B14F-4D97-AF65-F5344CB8AC3E}">
        <p14:creationId xmlns:p14="http://schemas.microsoft.com/office/powerpoint/2010/main" xmlns="" val="111251696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Nescafe ABS Plastic Tea/Coffee Vending Machine, For Offices, Rs 14000 | ID:  21001065955">
            <a:extLst>
              <a:ext uri="{FF2B5EF4-FFF2-40B4-BE49-F238E27FC236}">
                <a16:creationId xmlns:a16="http://schemas.microsoft.com/office/drawing/2014/main" xmlns="" id="{0A9289FC-5FDC-2A7E-6F92-66F8B436C1EA}"/>
              </a:ext>
            </a:extLst>
          </p:cNvPr>
          <p:cNvPicPr>
            <a:picLocks noGrp="1" noChangeAspect="1" noChangeArrowheads="1"/>
          </p:cNvPicPr>
          <p:nvPr>
            <p:ph idx="1"/>
          </p:nvPr>
        </p:nvPicPr>
        <p:blipFill rotWithShape="1">
          <a:blip r:embed="rId2" cstate="print">
            <a:extLst>
              <a:ext uri="{28A0092B-C50C-407E-A947-70E740481C1C}">
                <a14:useLocalDpi xmlns:a14="http://schemas.microsoft.com/office/drawing/2010/main" xmlns="" val="0"/>
              </a:ext>
            </a:extLst>
          </a:blip>
          <a:srcRect t="332"/>
          <a:stretch/>
        </p:blipFill>
        <p:spPr bwMode="auto">
          <a:xfrm>
            <a:off x="0" y="0"/>
            <a:ext cx="9143980" cy="6857990"/>
          </a:xfrm>
          <a:prstGeom prst="rect">
            <a:avLst/>
          </a:prstGeom>
          <a:noFill/>
          <a:extLst>
            <a:ext uri="{909E8E84-426E-40DD-AFC4-6F175D3DCCD1}">
              <a14:hiddenFill xmlns:a14="http://schemas.microsoft.com/office/drawing/2010/main" xmlns="">
                <a:solidFill>
                  <a:srgbClr val="FFFFFF"/>
                </a:solidFill>
              </a14:hiddenFill>
            </a:ext>
          </a:extLst>
        </p:spPr>
      </p:pic>
      <p:sp>
        <p:nvSpPr>
          <p:cNvPr id="1034" name="Rectangle 1030">
            <a:extLst>
              <a:ext uri="{FF2B5EF4-FFF2-40B4-BE49-F238E27FC236}">
                <a16:creationId xmlns:a16="http://schemas.microsoft.com/office/drawing/2014/main" xmlns="" id="{37C89E4B-3C9F-44B9-8B86-D9E3D112D8E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428852"/>
            <a:ext cx="9144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63AAB20C-9C18-DE59-8D29-48C1778EB27C}"/>
              </a:ext>
            </a:extLst>
          </p:cNvPr>
          <p:cNvSpPr>
            <a:spLocks noGrp="1"/>
          </p:cNvSpPr>
          <p:nvPr>
            <p:ph type="title"/>
          </p:nvPr>
        </p:nvSpPr>
        <p:spPr>
          <a:xfrm>
            <a:off x="392906" y="425950"/>
            <a:ext cx="8408194" cy="744836"/>
          </a:xfrm>
        </p:spPr>
        <p:txBody>
          <a:bodyPr vert="horz" lIns="91440" tIns="45720" rIns="91440" bIns="45720" rtlCol="0" anchor="ctr">
            <a:normAutofit/>
          </a:bodyPr>
          <a:lstStyle/>
          <a:p>
            <a:pPr>
              <a:lnSpc>
                <a:spcPct val="90000"/>
              </a:lnSpc>
            </a:pPr>
            <a:r>
              <a:rPr lang="en-US" sz="3100" b="1" u="sng">
                <a:solidFill>
                  <a:schemeClr val="tx1">
                    <a:lumMod val="85000"/>
                    <a:lumOff val="15000"/>
                  </a:schemeClr>
                </a:solidFill>
              </a:rPr>
              <a:t>ABSTRACTION</a:t>
            </a:r>
            <a:endParaRPr lang="en-US" sz="3100">
              <a:solidFill>
                <a:schemeClr val="tx1">
                  <a:lumMod val="85000"/>
                  <a:lumOff val="15000"/>
                </a:schemeClr>
              </a:solidFill>
            </a:endParaRPr>
          </a:p>
        </p:txBody>
      </p:sp>
      <p:cxnSp>
        <p:nvCxnSpPr>
          <p:cNvPr id="1036" name="Straight Connector 1032">
            <a:extLst>
              <a:ext uri="{FF2B5EF4-FFF2-40B4-BE49-F238E27FC236}">
                <a16:creationId xmlns:a16="http://schemas.microsoft.com/office/drawing/2014/main" xmlns="" id="{AA2EAA10-076F-46BD-8F0F-B9A2FB77A85C}"/>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0" y="350693"/>
            <a:ext cx="9144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1040" name="Straight Connector 1034">
            <a:extLst>
              <a:ext uri="{FF2B5EF4-FFF2-40B4-BE49-F238E27FC236}">
                <a16:creationId xmlns:a16="http://schemas.microsoft.com/office/drawing/2014/main" xmlns="" id="{D891E407-403B-4764-86C9-33A56D3BCAA3}"/>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0" y="1243562"/>
            <a:ext cx="9144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183860859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DBF61EA3-B236-439E-9C0B-340980D56BE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11560" y="476672"/>
            <a:ext cx="6927525" cy="1188950"/>
          </a:xfrm>
        </p:spPr>
        <p:txBody>
          <a:bodyPr anchor="b">
            <a:normAutofit/>
          </a:bodyPr>
          <a:lstStyle/>
          <a:p>
            <a:pPr>
              <a:lnSpc>
                <a:spcPct val="90000"/>
              </a:lnSpc>
            </a:pPr>
            <a:r>
              <a:rPr lang="en-IN" sz="3300" b="1" dirty="0"/>
              <a:t>Abstract classes and Abstract methods</a:t>
            </a:r>
            <a:br>
              <a:rPr lang="en-IN" sz="3300" b="1" dirty="0"/>
            </a:br>
            <a:endParaRPr lang="en-IN" sz="3300" b="1" dirty="0"/>
          </a:p>
        </p:txBody>
      </p:sp>
      <p:grpSp>
        <p:nvGrpSpPr>
          <p:cNvPr id="10" name="Group 9">
            <a:extLst>
              <a:ext uri="{FF2B5EF4-FFF2-40B4-BE49-F238E27FC236}">
                <a16:creationId xmlns:a16="http://schemas.microsoft.com/office/drawing/2014/main" xmlns="" id="{28FAF094-D087-493F-8DF9-A486C2D6BBAA}"/>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1" y="1998368"/>
            <a:ext cx="8771274" cy="782176"/>
            <a:chOff x="-2" y="1998368"/>
            <a:chExt cx="11695083" cy="782176"/>
          </a:xfrm>
        </p:grpSpPr>
        <p:sp>
          <p:nvSpPr>
            <p:cNvPr id="11" name="Rectangle 10">
              <a:extLst>
                <a:ext uri="{FF2B5EF4-FFF2-40B4-BE49-F238E27FC236}">
                  <a16:creationId xmlns:a16="http://schemas.microsoft.com/office/drawing/2014/main" xmlns="" id="{8D7C88D8-5509-4514-925A-9CE148E5CBD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7275593D-F75E-4426-AE3E-2CDEFD228D25}"/>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xmlns="" id="{E659831F-0D9A-4C63-9EBB-8435B85A440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2203079"/>
            <a:ext cx="8537521"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95245" y="2203079"/>
            <a:ext cx="7607751" cy="4267991"/>
          </a:xfrm>
        </p:spPr>
        <p:txBody>
          <a:bodyPr anchor="ctr">
            <a:normAutofit/>
          </a:bodyPr>
          <a:lstStyle/>
          <a:p>
            <a:pPr marL="0" indent="0">
              <a:lnSpc>
                <a:spcPct val="90000"/>
              </a:lnSpc>
              <a:buNone/>
            </a:pPr>
            <a:r>
              <a:rPr lang="en-IN" sz="1900" dirty="0"/>
              <a:t>An abstract class is a class that is declared with abstract keyword.</a:t>
            </a:r>
          </a:p>
          <a:p>
            <a:pPr marL="0" indent="0">
              <a:lnSpc>
                <a:spcPct val="90000"/>
              </a:lnSpc>
              <a:buNone/>
            </a:pPr>
            <a:r>
              <a:rPr lang="en-IN" sz="1900" dirty="0"/>
              <a:t>An abstract method is a method that is declared without an implementation.</a:t>
            </a:r>
          </a:p>
          <a:p>
            <a:pPr marL="0" indent="0">
              <a:lnSpc>
                <a:spcPct val="90000"/>
              </a:lnSpc>
              <a:buNone/>
            </a:pPr>
            <a:r>
              <a:rPr lang="en-IN" sz="1900" dirty="0"/>
              <a:t>An abstract class may or may not have all abstract methods. Some of them can be concrete methods.</a:t>
            </a:r>
          </a:p>
          <a:p>
            <a:pPr marL="0" indent="0">
              <a:lnSpc>
                <a:spcPct val="90000"/>
              </a:lnSpc>
              <a:buNone/>
            </a:pPr>
            <a:r>
              <a:rPr lang="en-IN" sz="1900" dirty="0"/>
              <a:t>A method defined </a:t>
            </a:r>
            <a:r>
              <a:rPr lang="en-IN" sz="1900" dirty="0" smtClean="0"/>
              <a:t>as a abstract </a:t>
            </a:r>
            <a:r>
              <a:rPr lang="en-IN" sz="1900" dirty="0"/>
              <a:t>must always be redefined in the subclass, thus making overriding compulsory OR make subclass itself abstract.</a:t>
            </a:r>
          </a:p>
          <a:p>
            <a:pPr marL="0" indent="0">
              <a:lnSpc>
                <a:spcPct val="90000"/>
              </a:lnSpc>
              <a:buNone/>
            </a:pPr>
            <a:r>
              <a:rPr lang="en-IN" sz="1900" dirty="0"/>
              <a:t>Any class that contains one or more abstract methods must also be declared with abstract keyword.</a:t>
            </a:r>
          </a:p>
          <a:p>
            <a:pPr marL="0" indent="0">
              <a:lnSpc>
                <a:spcPct val="90000"/>
              </a:lnSpc>
              <a:buNone/>
            </a:pPr>
            <a:r>
              <a:rPr lang="en-IN" sz="1900" dirty="0"/>
              <a:t>There can be no object of an abstract class. That is, an abstract class can not be directly instantiated with the new operator.</a:t>
            </a:r>
          </a:p>
          <a:p>
            <a:pPr marL="0" indent="0">
              <a:lnSpc>
                <a:spcPct val="90000"/>
              </a:lnSpc>
              <a:buNone/>
            </a:pPr>
            <a:endParaRPr lang="en-IN" sz="1900" dirty="0"/>
          </a:p>
        </p:txBody>
      </p:sp>
    </p:spTree>
    <p:extLst>
      <p:ext uri="{BB962C8B-B14F-4D97-AF65-F5344CB8AC3E}">
        <p14:creationId xmlns:p14="http://schemas.microsoft.com/office/powerpoint/2010/main" xmlns="" val="10916491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FDEABF41-10ED-CBFA-0262-A3F81842305E}"/>
              </a:ext>
            </a:extLst>
          </p:cNvPr>
          <p:cNvSpPr>
            <a:spLocks noGrp="1"/>
          </p:cNvSpPr>
          <p:nvPr>
            <p:ph idx="1"/>
          </p:nvPr>
        </p:nvSpPr>
        <p:spPr>
          <a:xfrm>
            <a:off x="457199" y="260648"/>
            <a:ext cx="8579033" cy="6408712"/>
          </a:xfrm>
        </p:spPr>
        <p:txBody>
          <a:bodyPr>
            <a:normAutofit/>
          </a:bodyPr>
          <a:lstStyle/>
          <a:p>
            <a:pPr marL="0" indent="0">
              <a:buNone/>
            </a:pPr>
            <a:r>
              <a:rPr lang="en-US" sz="2000" b="0" i="0" dirty="0">
                <a:solidFill>
                  <a:srgbClr val="000000"/>
                </a:solidFill>
                <a:effectLst/>
                <a:latin typeface="Verdana" panose="020B0604030504040204" pitchFamily="34" charset="0"/>
              </a:rPr>
              <a:t>An abstract class can have both abstract and regular methods:</a:t>
            </a:r>
          </a:p>
          <a:p>
            <a:pPr marL="0" indent="0">
              <a:buNone/>
            </a:pPr>
            <a:endParaRPr lang="en-US" sz="2000" dirty="0">
              <a:solidFill>
                <a:srgbClr val="000000"/>
              </a:solidFill>
              <a:latin typeface="Verdana" panose="020B0604030504040204" pitchFamily="34" charset="0"/>
            </a:endParaRPr>
          </a:p>
          <a:p>
            <a:pPr marL="0" indent="0">
              <a:buNone/>
            </a:pPr>
            <a:endParaRPr lang="en-US" sz="2000" dirty="0">
              <a:solidFill>
                <a:srgbClr val="000000"/>
              </a:solidFill>
              <a:latin typeface="Verdana" panose="020B0604030504040204" pitchFamily="34" charset="0"/>
            </a:endParaRPr>
          </a:p>
          <a:p>
            <a:pPr marL="0" indent="0">
              <a:buNone/>
            </a:pPr>
            <a:endParaRPr lang="en-US" sz="2000" dirty="0">
              <a:solidFill>
                <a:srgbClr val="000000"/>
              </a:solidFill>
              <a:latin typeface="Verdana" panose="020B0604030504040204" pitchFamily="34" charset="0"/>
            </a:endParaRPr>
          </a:p>
          <a:p>
            <a:pPr marL="0" indent="0">
              <a:buNone/>
            </a:pPr>
            <a:endParaRPr lang="en-US" sz="2000" dirty="0">
              <a:solidFill>
                <a:srgbClr val="000000"/>
              </a:solidFill>
              <a:latin typeface="Verdana" panose="020B0604030504040204" pitchFamily="34" charset="0"/>
            </a:endParaRPr>
          </a:p>
          <a:p>
            <a:pPr marL="0" indent="0">
              <a:buNone/>
            </a:pPr>
            <a:endParaRPr lang="en-US" sz="2000" dirty="0">
              <a:solidFill>
                <a:srgbClr val="000000"/>
              </a:solidFill>
              <a:latin typeface="Verdana" panose="020B0604030504040204" pitchFamily="34" charset="0"/>
            </a:endParaRPr>
          </a:p>
          <a:p>
            <a:pPr marL="0" indent="0">
              <a:buNone/>
            </a:pPr>
            <a:endParaRPr lang="en-US" sz="2000" dirty="0">
              <a:solidFill>
                <a:srgbClr val="000000"/>
              </a:solidFill>
              <a:latin typeface="Verdana" panose="020B0604030504040204" pitchFamily="34" charset="0"/>
            </a:endParaRPr>
          </a:p>
          <a:p>
            <a:pPr marL="0" indent="0">
              <a:buNone/>
            </a:pPr>
            <a:endParaRPr lang="en-US" sz="2000" dirty="0">
              <a:solidFill>
                <a:srgbClr val="000000"/>
              </a:solidFill>
              <a:latin typeface="Verdana" panose="020B0604030504040204" pitchFamily="34" charset="0"/>
            </a:endParaRPr>
          </a:p>
          <a:p>
            <a:pPr marL="0" indent="0">
              <a:buNone/>
            </a:pPr>
            <a:r>
              <a:rPr lang="en-US" sz="2000" b="0" i="0" dirty="0">
                <a:solidFill>
                  <a:srgbClr val="000000"/>
                </a:solidFill>
                <a:effectLst/>
                <a:latin typeface="Verdana" panose="020B0604030504040204" pitchFamily="34" charset="0"/>
              </a:rPr>
              <a:t>From the example above, it is not possible to create an object of the Animal class:</a:t>
            </a:r>
          </a:p>
          <a:p>
            <a:pPr marL="0" indent="0">
              <a:buNone/>
            </a:pPr>
            <a:endParaRPr lang="en-US" sz="2000" dirty="0">
              <a:solidFill>
                <a:srgbClr val="000000"/>
              </a:solidFill>
              <a:latin typeface="Verdana" panose="020B0604030504040204" pitchFamily="34" charset="0"/>
            </a:endParaRPr>
          </a:p>
          <a:p>
            <a:pPr marL="0" indent="0">
              <a:buNone/>
            </a:pPr>
            <a:endParaRPr lang="en-IN" sz="2000" dirty="0"/>
          </a:p>
          <a:p>
            <a:pPr marL="0" indent="0">
              <a:buNone/>
            </a:pPr>
            <a:endParaRPr lang="en-US" sz="2000" dirty="0">
              <a:solidFill>
                <a:srgbClr val="000000"/>
              </a:solidFill>
              <a:latin typeface="Verdana" panose="020B0604030504040204" pitchFamily="34" charset="0"/>
            </a:endParaRPr>
          </a:p>
          <a:p>
            <a:pPr marL="0" indent="0">
              <a:buNone/>
            </a:pPr>
            <a:endParaRPr lang="en-US" sz="2000" dirty="0">
              <a:solidFill>
                <a:srgbClr val="000000"/>
              </a:solidFill>
              <a:latin typeface="Verdana" panose="020B0604030504040204" pitchFamily="34" charset="0"/>
            </a:endParaRPr>
          </a:p>
          <a:p>
            <a:pPr marL="0" indent="0">
              <a:buNone/>
            </a:pPr>
            <a:endParaRPr lang="en-US" sz="2000" dirty="0">
              <a:solidFill>
                <a:srgbClr val="000000"/>
              </a:solidFill>
              <a:latin typeface="Verdana" panose="020B0604030504040204" pitchFamily="34" charset="0"/>
            </a:endParaRPr>
          </a:p>
          <a:p>
            <a:pPr marL="0" indent="0">
              <a:buNone/>
            </a:pPr>
            <a:r>
              <a:rPr lang="en-US" sz="2000" b="0" i="0" dirty="0">
                <a:solidFill>
                  <a:srgbClr val="000000"/>
                </a:solidFill>
                <a:effectLst/>
                <a:latin typeface="Verdana" panose="020B0604030504040204" pitchFamily="34" charset="0"/>
              </a:rPr>
              <a:t>To access the abstract class, it must be inherited from another class. </a:t>
            </a:r>
            <a:endParaRPr lang="en-US" sz="2000" dirty="0">
              <a:solidFill>
                <a:srgbClr val="000000"/>
              </a:solidFill>
              <a:latin typeface="Verdana" panose="020B0604030504040204" pitchFamily="34" charset="0"/>
            </a:endParaRPr>
          </a:p>
        </p:txBody>
      </p:sp>
      <p:sp>
        <p:nvSpPr>
          <p:cNvPr id="4" name="Rectangle 2">
            <a:extLst>
              <a:ext uri="{FF2B5EF4-FFF2-40B4-BE49-F238E27FC236}">
                <a16:creationId xmlns:a16="http://schemas.microsoft.com/office/drawing/2014/main" xmlns="" id="{B26A7E09-9D0D-251A-D532-746EAFB5310D}"/>
              </a:ext>
            </a:extLst>
          </p:cNvPr>
          <p:cNvSpPr>
            <a:spLocks noChangeArrowheads="1"/>
          </p:cNvSpPr>
          <p:nvPr/>
        </p:nvSpPr>
        <p:spPr bwMode="auto">
          <a:xfrm>
            <a:off x="0" y="-24111"/>
            <a:ext cx="65" cy="597499"/>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0" tIns="158700" rIns="0" bIns="15870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xmlns="" id="{A2EBB078-6135-009E-4D7F-D583150C521C}"/>
              </a:ext>
            </a:extLst>
          </p:cNvPr>
          <p:cNvPicPr>
            <a:picLocks noChangeAspect="1"/>
          </p:cNvPicPr>
          <p:nvPr/>
        </p:nvPicPr>
        <p:blipFill>
          <a:blip r:embed="rId2" cstate="print"/>
          <a:stretch>
            <a:fillRect/>
          </a:stretch>
        </p:blipFill>
        <p:spPr>
          <a:xfrm>
            <a:off x="827584" y="1052736"/>
            <a:ext cx="4543425" cy="1971675"/>
          </a:xfrm>
          <a:prstGeom prst="rect">
            <a:avLst/>
          </a:prstGeom>
        </p:spPr>
      </p:pic>
      <p:pic>
        <p:nvPicPr>
          <p:cNvPr id="8" name="Picture 7">
            <a:extLst>
              <a:ext uri="{FF2B5EF4-FFF2-40B4-BE49-F238E27FC236}">
                <a16:creationId xmlns:a16="http://schemas.microsoft.com/office/drawing/2014/main" xmlns="" id="{6C01CD35-90E1-6438-91C6-75EE9A75A62B}"/>
              </a:ext>
            </a:extLst>
          </p:cNvPr>
          <p:cNvPicPr>
            <a:picLocks noChangeAspect="1"/>
          </p:cNvPicPr>
          <p:nvPr/>
        </p:nvPicPr>
        <p:blipFill>
          <a:blip r:embed="rId3" cstate="print"/>
          <a:stretch>
            <a:fillRect/>
          </a:stretch>
        </p:blipFill>
        <p:spPr>
          <a:xfrm>
            <a:off x="457200" y="4069668"/>
            <a:ext cx="6131024" cy="1057275"/>
          </a:xfrm>
          <a:prstGeom prst="rect">
            <a:avLst/>
          </a:prstGeom>
        </p:spPr>
      </p:pic>
    </p:spTree>
    <p:extLst>
      <p:ext uri="{BB962C8B-B14F-4D97-AF65-F5344CB8AC3E}">
        <p14:creationId xmlns:p14="http://schemas.microsoft.com/office/powerpoint/2010/main" xmlns="" val="204863336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7">
            <a:extLst>
              <a:ext uri="{FF2B5EF4-FFF2-40B4-BE49-F238E27FC236}">
                <a16:creationId xmlns:a16="http://schemas.microsoft.com/office/drawing/2014/main" xmlns="" id="{DBF61EA3-B236-439E-9C0B-340980D56BE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9">
            <a:extLst>
              <a:ext uri="{FF2B5EF4-FFF2-40B4-BE49-F238E27FC236}">
                <a16:creationId xmlns:a16="http://schemas.microsoft.com/office/drawing/2014/main" xmlns="" id="{28FAF094-D087-493F-8DF9-A486C2D6BBAA}"/>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1" y="1998368"/>
            <a:ext cx="8771274" cy="782176"/>
            <a:chOff x="-2" y="1998368"/>
            <a:chExt cx="11695083" cy="782176"/>
          </a:xfrm>
        </p:grpSpPr>
        <p:sp>
          <p:nvSpPr>
            <p:cNvPr id="11" name="Rectangle 10">
              <a:extLst>
                <a:ext uri="{FF2B5EF4-FFF2-40B4-BE49-F238E27FC236}">
                  <a16:creationId xmlns:a16="http://schemas.microsoft.com/office/drawing/2014/main" xmlns="" id="{8D7C88D8-5509-4514-925A-9CE148E5CBD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7275593D-F75E-4426-AE3E-2CDEFD228D25}"/>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xmlns="" id="{E659831F-0D9A-4C63-9EBB-8435B85A440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2203079"/>
            <a:ext cx="8537521"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95245" y="2599509"/>
            <a:ext cx="7607751" cy="3435531"/>
          </a:xfrm>
        </p:spPr>
        <p:txBody>
          <a:bodyPr anchor="ctr">
            <a:normAutofit/>
          </a:bodyPr>
          <a:lstStyle/>
          <a:p>
            <a:pPr marL="0" indent="0">
              <a:buNone/>
            </a:pPr>
            <a:r>
              <a:rPr lang="en-IN" sz="2100" b="1" u="sng"/>
              <a:t>Note:</a:t>
            </a:r>
          </a:p>
          <a:p>
            <a:pPr marL="0" indent="0">
              <a:buNone/>
            </a:pPr>
            <a:endParaRPr lang="en-IN" sz="2100"/>
          </a:p>
          <a:p>
            <a:pPr marL="0" indent="0">
              <a:buNone/>
            </a:pPr>
            <a:r>
              <a:rPr lang="en-IN" sz="2100"/>
              <a:t>In java, abstraction is achieved by interfaces and abstract classes. We can achieve 100% abstraction using interfaces.</a:t>
            </a:r>
          </a:p>
          <a:p>
            <a:pPr marL="0" indent="0">
              <a:buNone/>
            </a:pPr>
            <a:endParaRPr lang="en-IN" sz="2100"/>
          </a:p>
        </p:txBody>
      </p:sp>
    </p:spTree>
    <p:extLst>
      <p:ext uri="{BB962C8B-B14F-4D97-AF65-F5344CB8AC3E}">
        <p14:creationId xmlns:p14="http://schemas.microsoft.com/office/powerpoint/2010/main" xmlns="" val="238408492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425750279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 y="0"/>
            <a:ext cx="9144000" cy="68580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2051"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211960" y="4509120"/>
            <a:ext cx="4680520" cy="209244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305966877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xmlns="" id="{488333BA-AE6E-427A-9B16-A39C8073F4E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1714"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xmlns="" id="{F98ED85F-DCEE-4B50-802E-71A6E3E12B0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ltGray">
          <a:xfrm>
            <a:off x="241173" y="320040"/>
            <a:ext cx="8661654" cy="6217920"/>
          </a:xfrm>
          <a:prstGeom prst="rect">
            <a:avLst/>
          </a:prstGeom>
          <a:solidFill>
            <a:schemeClr val="bg1"/>
          </a:solidFill>
          <a:ln w="127000" cap="sq"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xmlns="" id="{90E63B16-A114-EDD8-A2DD-C21E36925525}"/>
              </a:ext>
            </a:extLst>
          </p:cNvPr>
          <p:cNvSpPr>
            <a:spLocks noGrp="1"/>
          </p:cNvSpPr>
          <p:nvPr>
            <p:ph idx="1"/>
          </p:nvPr>
        </p:nvSpPr>
        <p:spPr>
          <a:xfrm>
            <a:off x="628650" y="2057400"/>
            <a:ext cx="7886700" cy="3871762"/>
          </a:xfrm>
        </p:spPr>
        <p:txBody>
          <a:bodyPr>
            <a:normAutofit/>
          </a:bodyPr>
          <a:lstStyle/>
          <a:p>
            <a:pPr marL="0" indent="0">
              <a:buNone/>
            </a:pPr>
            <a:r>
              <a:rPr lang="en-US" sz="2100" b="1" i="0" dirty="0">
                <a:effectLst/>
                <a:latin typeface="Segoe UI" panose="020B0502040204020203" pitchFamily="34" charset="0"/>
              </a:rPr>
              <a:t>Why And When To Use Abstract Classes and Methods?</a:t>
            </a:r>
          </a:p>
          <a:p>
            <a:pPr marL="0" indent="0">
              <a:buNone/>
            </a:pPr>
            <a:endParaRPr lang="en-US" sz="2100" b="0" i="0" dirty="0">
              <a:effectLst/>
              <a:latin typeface="Verdana" panose="020B0604030504040204" pitchFamily="34" charset="0"/>
            </a:endParaRPr>
          </a:p>
          <a:p>
            <a:r>
              <a:rPr lang="en-US" sz="2100" b="0" i="0" dirty="0">
                <a:effectLst/>
                <a:latin typeface="Verdana" panose="020B0604030504040204" pitchFamily="34" charset="0"/>
              </a:rPr>
              <a:t>To </a:t>
            </a:r>
            <a:r>
              <a:rPr lang="en-US" sz="2100" b="0" i="0">
                <a:effectLst/>
                <a:latin typeface="Verdana" panose="020B0604030504040204" pitchFamily="34" charset="0"/>
              </a:rPr>
              <a:t>hide the data- </a:t>
            </a:r>
            <a:r>
              <a:rPr lang="en-US" sz="2100" b="0" i="0" dirty="0">
                <a:effectLst/>
                <a:latin typeface="Verdana" panose="020B0604030504040204" pitchFamily="34" charset="0"/>
              </a:rPr>
              <a:t>hide certain details and only show the important details of an object.</a:t>
            </a:r>
          </a:p>
          <a:p>
            <a:endParaRPr lang="en-US" sz="2100" b="0" i="0" dirty="0">
              <a:effectLst/>
              <a:latin typeface="Verdana" panose="020B0604030504040204" pitchFamily="34" charset="0"/>
            </a:endParaRPr>
          </a:p>
          <a:p>
            <a:pPr marL="0" indent="0">
              <a:buNone/>
            </a:pPr>
            <a:endParaRPr lang="en-US" sz="2100" b="1" i="0" dirty="0">
              <a:effectLst/>
              <a:latin typeface="Verdana" panose="020B0604030504040204" pitchFamily="34" charset="0"/>
            </a:endParaRPr>
          </a:p>
        </p:txBody>
      </p:sp>
    </p:spTree>
    <p:extLst>
      <p:ext uri="{BB962C8B-B14F-4D97-AF65-F5344CB8AC3E}">
        <p14:creationId xmlns:p14="http://schemas.microsoft.com/office/powerpoint/2010/main" xmlns="" val="94497133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452</TotalTime>
  <Words>320</Words>
  <Application>Microsoft Office PowerPoint</Application>
  <PresentationFormat>On-screen Show (4:3)</PresentationFormat>
  <Paragraphs>37</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Slide 1</vt:lpstr>
      <vt:lpstr>ABSTRACTION </vt:lpstr>
      <vt:lpstr>ABSTRACTION</vt:lpstr>
      <vt:lpstr>Abstract classes and Abstract methods </vt:lpstr>
      <vt:lpstr>Slide 5</vt:lpstr>
      <vt:lpstr>Slide 6</vt:lpstr>
      <vt:lpstr>Slide 7</vt:lpstr>
      <vt:lpstr>Slide 8</vt:lpstr>
      <vt:lpstr>Slide 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1403375</dc:creator>
  <cp:lastModifiedBy>Manas Tuwani</cp:lastModifiedBy>
  <cp:revision>10</cp:revision>
  <dcterms:created xsi:type="dcterms:W3CDTF">2022-05-17T14:18:50Z</dcterms:created>
  <dcterms:modified xsi:type="dcterms:W3CDTF">2025-05-28T15:49:12Z</dcterms:modified>
</cp:coreProperties>
</file>