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  <p:sldId id="268" r:id="rId15"/>
    <p:sldId id="269" r:id="rId16"/>
    <p:sldId id="279" r:id="rId17"/>
    <p:sldId id="270" r:id="rId18"/>
    <p:sldId id="280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0982C7AB-F66E-44C2-B5C8-09C760994CE4}"/>
    <pc:docChg chg="modSld">
      <pc:chgData name="Manas Tuwani" userId="5d421215-a11f-4a6e-90ca-e8ac2213fab6" providerId="ADAL" clId="{0982C7AB-F66E-44C2-B5C8-09C760994CE4}" dt="2023-11-06T13:28:51.848" v="5" actId="20577"/>
      <pc:docMkLst>
        <pc:docMk/>
      </pc:docMkLst>
      <pc:sldChg chg="modSp mod">
        <pc:chgData name="Manas Tuwani" userId="5d421215-a11f-4a6e-90ca-e8ac2213fab6" providerId="ADAL" clId="{0982C7AB-F66E-44C2-B5C8-09C760994CE4}" dt="2023-11-06T13:28:51.848" v="5" actId="20577"/>
        <pc:sldMkLst>
          <pc:docMk/>
          <pc:sldMk cId="1260997501" sldId="266"/>
        </pc:sldMkLst>
        <pc:spChg chg="mod">
          <ac:chgData name="Manas Tuwani" userId="5d421215-a11f-4a6e-90ca-e8ac2213fab6" providerId="ADAL" clId="{0982C7AB-F66E-44C2-B5C8-09C760994CE4}" dt="2023-11-06T13:28:51.848" v="5" actId="20577"/>
          <ac:spMkLst>
            <pc:docMk/>
            <pc:sldMk cId="1260997501" sldId="266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60C17203-3CE2-44EE-BD94-09DDEE9CC3BA}"/>
    <pc:docChg chg="addSld modSld">
      <pc:chgData name="Manas Tuwani" userId="5d421215-a11f-4a6e-90ca-e8ac2213fab6" providerId="ADAL" clId="{60C17203-3CE2-44EE-BD94-09DDEE9CC3BA}" dt="2022-07-12T14:50:17.681" v="46" actId="255"/>
      <pc:docMkLst>
        <pc:docMk/>
      </pc:docMkLst>
      <pc:sldChg chg="addSp new mod">
        <pc:chgData name="Manas Tuwani" userId="5d421215-a11f-4a6e-90ca-e8ac2213fab6" providerId="ADAL" clId="{60C17203-3CE2-44EE-BD94-09DDEE9CC3BA}" dt="2022-07-12T14:32:49.585" v="1" actId="22"/>
        <pc:sldMkLst>
          <pc:docMk/>
          <pc:sldMk cId="3587349285" sldId="277"/>
        </pc:sldMkLst>
        <pc:picChg chg="add">
          <ac:chgData name="Manas Tuwani" userId="5d421215-a11f-4a6e-90ca-e8ac2213fab6" providerId="ADAL" clId="{60C17203-3CE2-44EE-BD94-09DDEE9CC3BA}" dt="2022-07-12T14:32:49.585" v="1" actId="22"/>
          <ac:picMkLst>
            <pc:docMk/>
            <pc:sldMk cId="3587349285" sldId="277"/>
            <ac:picMk id="3" creationId="{B3AB0D96-D16F-75F4-20D0-F04616E1CFF9}"/>
          </ac:picMkLst>
        </pc:picChg>
      </pc:sldChg>
      <pc:sldChg chg="addSp new mod">
        <pc:chgData name="Manas Tuwani" userId="5d421215-a11f-4a6e-90ca-e8ac2213fab6" providerId="ADAL" clId="{60C17203-3CE2-44EE-BD94-09DDEE9CC3BA}" dt="2022-07-12T14:33:11.269" v="3" actId="22"/>
        <pc:sldMkLst>
          <pc:docMk/>
          <pc:sldMk cId="1065283030" sldId="278"/>
        </pc:sldMkLst>
        <pc:picChg chg="add">
          <ac:chgData name="Manas Tuwani" userId="5d421215-a11f-4a6e-90ca-e8ac2213fab6" providerId="ADAL" clId="{60C17203-3CE2-44EE-BD94-09DDEE9CC3BA}" dt="2022-07-12T14:33:11.269" v="3" actId="22"/>
          <ac:picMkLst>
            <pc:docMk/>
            <pc:sldMk cId="1065283030" sldId="278"/>
            <ac:picMk id="3" creationId="{1F7F87A7-49F2-408B-618A-C5627F0C2500}"/>
          </ac:picMkLst>
        </pc:picChg>
      </pc:sldChg>
      <pc:sldChg chg="addSp delSp modSp new mod">
        <pc:chgData name="Manas Tuwani" userId="5d421215-a11f-4a6e-90ca-e8ac2213fab6" providerId="ADAL" clId="{60C17203-3CE2-44EE-BD94-09DDEE9CC3BA}" dt="2022-07-12T14:50:17.681" v="46" actId="255"/>
        <pc:sldMkLst>
          <pc:docMk/>
          <pc:sldMk cId="2520982471" sldId="279"/>
        </pc:sldMkLst>
        <pc:spChg chg="mod">
          <ac:chgData name="Manas Tuwani" userId="5d421215-a11f-4a6e-90ca-e8ac2213fab6" providerId="ADAL" clId="{60C17203-3CE2-44EE-BD94-09DDEE9CC3BA}" dt="2022-07-12T14:50:17.681" v="46" actId="255"/>
          <ac:spMkLst>
            <pc:docMk/>
            <pc:sldMk cId="2520982471" sldId="279"/>
            <ac:spMk id="2" creationId="{3D8162E7-2B5F-44E9-7342-17E38C1693B2}"/>
          </ac:spMkLst>
        </pc:spChg>
        <pc:spChg chg="del mod">
          <ac:chgData name="Manas Tuwani" userId="5d421215-a11f-4a6e-90ca-e8ac2213fab6" providerId="ADAL" clId="{60C17203-3CE2-44EE-BD94-09DDEE9CC3BA}" dt="2022-07-12T14:50:09.006" v="44" actId="22"/>
          <ac:spMkLst>
            <pc:docMk/>
            <pc:sldMk cId="2520982471" sldId="279"/>
            <ac:spMk id="3" creationId="{2B00708F-4541-3A49-FE5F-6F5BA2C1F4C5}"/>
          </ac:spMkLst>
        </pc:spChg>
        <pc:picChg chg="add mod ord">
          <ac:chgData name="Manas Tuwani" userId="5d421215-a11f-4a6e-90ca-e8ac2213fab6" providerId="ADAL" clId="{60C17203-3CE2-44EE-BD94-09DDEE9CC3BA}" dt="2022-07-12T14:50:09.006" v="44" actId="22"/>
          <ac:picMkLst>
            <pc:docMk/>
            <pc:sldMk cId="2520982471" sldId="279"/>
            <ac:picMk id="5" creationId="{4587DF60-8A04-040B-BB25-521C9657197E}"/>
          </ac:picMkLst>
        </pc:picChg>
      </pc:sldChg>
    </pc:docChg>
  </pc:docChgLst>
  <pc:docChgLst>
    <pc:chgData name="Manas Tuwani" userId="5d421215-a11f-4a6e-90ca-e8ac2213fab6" providerId="ADAL" clId="{DBFA7810-9C5A-40BC-A8E0-8142EA8252E8}"/>
    <pc:docChg chg="modSld">
      <pc:chgData name="Manas Tuwani" userId="5d421215-a11f-4a6e-90ca-e8ac2213fab6" providerId="ADAL" clId="{DBFA7810-9C5A-40BC-A8E0-8142EA8252E8}" dt="2023-06-14T02:27:17.625" v="7" actId="20577"/>
      <pc:docMkLst>
        <pc:docMk/>
      </pc:docMkLst>
      <pc:sldChg chg="modSp mod">
        <pc:chgData name="Manas Tuwani" userId="5d421215-a11f-4a6e-90ca-e8ac2213fab6" providerId="ADAL" clId="{DBFA7810-9C5A-40BC-A8E0-8142EA8252E8}" dt="2023-06-14T02:27:17.625" v="7" actId="20577"/>
        <pc:sldMkLst>
          <pc:docMk/>
          <pc:sldMk cId="2520982471" sldId="279"/>
        </pc:sldMkLst>
        <pc:spChg chg="mod">
          <ac:chgData name="Manas Tuwani" userId="5d421215-a11f-4a6e-90ca-e8ac2213fab6" providerId="ADAL" clId="{DBFA7810-9C5A-40BC-A8E0-8142EA8252E8}" dt="2023-06-14T02:27:17.625" v="7" actId="20577"/>
          <ac:spMkLst>
            <pc:docMk/>
            <pc:sldMk cId="2520982471" sldId="279"/>
            <ac:spMk id="2" creationId="{3D8162E7-2B5F-44E9-7342-17E38C1693B2}"/>
          </ac:spMkLst>
        </pc:spChg>
      </pc:sldChg>
    </pc:docChg>
  </pc:docChgLst>
  <pc:docChgLst>
    <pc:chgData name="Manas Tuwani" userId="5d421215-a11f-4a6e-90ca-e8ac2213fab6" providerId="ADAL" clId="{E4CD7DA3-299D-4540-967B-9CC3EBB7A3EE}"/>
    <pc:docChg chg="delSld">
      <pc:chgData name="Manas Tuwani" userId="5d421215-a11f-4a6e-90ca-e8ac2213fab6" providerId="ADAL" clId="{E4CD7DA3-299D-4540-967B-9CC3EBB7A3EE}" dt="2022-07-12T15:32:24.046" v="5" actId="47"/>
      <pc:docMkLst>
        <pc:docMk/>
      </pc:docMkLst>
      <pc:sldChg chg="del">
        <pc:chgData name="Manas Tuwani" userId="5d421215-a11f-4a6e-90ca-e8ac2213fab6" providerId="ADAL" clId="{E4CD7DA3-299D-4540-967B-9CC3EBB7A3EE}" dt="2022-07-12T15:32:18.014" v="0" actId="47"/>
        <pc:sldMkLst>
          <pc:docMk/>
          <pc:sldMk cId="2138616626" sldId="271"/>
        </pc:sldMkLst>
      </pc:sldChg>
      <pc:sldChg chg="del">
        <pc:chgData name="Manas Tuwani" userId="5d421215-a11f-4a6e-90ca-e8ac2213fab6" providerId="ADAL" clId="{E4CD7DA3-299D-4540-967B-9CC3EBB7A3EE}" dt="2022-07-12T15:32:19.472" v="1" actId="47"/>
        <pc:sldMkLst>
          <pc:docMk/>
          <pc:sldMk cId="1641351462" sldId="272"/>
        </pc:sldMkLst>
      </pc:sldChg>
      <pc:sldChg chg="del">
        <pc:chgData name="Manas Tuwani" userId="5d421215-a11f-4a6e-90ca-e8ac2213fab6" providerId="ADAL" clId="{E4CD7DA3-299D-4540-967B-9CC3EBB7A3EE}" dt="2022-07-12T15:32:20.807" v="2" actId="47"/>
        <pc:sldMkLst>
          <pc:docMk/>
          <pc:sldMk cId="1043206047" sldId="273"/>
        </pc:sldMkLst>
      </pc:sldChg>
      <pc:sldChg chg="del">
        <pc:chgData name="Manas Tuwani" userId="5d421215-a11f-4a6e-90ca-e8ac2213fab6" providerId="ADAL" clId="{E4CD7DA3-299D-4540-967B-9CC3EBB7A3EE}" dt="2022-07-12T15:32:21.917" v="3" actId="47"/>
        <pc:sldMkLst>
          <pc:docMk/>
          <pc:sldMk cId="2690303639" sldId="274"/>
        </pc:sldMkLst>
      </pc:sldChg>
      <pc:sldChg chg="del">
        <pc:chgData name="Manas Tuwani" userId="5d421215-a11f-4a6e-90ca-e8ac2213fab6" providerId="ADAL" clId="{E4CD7DA3-299D-4540-967B-9CC3EBB7A3EE}" dt="2022-07-12T15:32:22.910" v="4" actId="47"/>
        <pc:sldMkLst>
          <pc:docMk/>
          <pc:sldMk cId="3792742078" sldId="275"/>
        </pc:sldMkLst>
      </pc:sldChg>
      <pc:sldChg chg="del">
        <pc:chgData name="Manas Tuwani" userId="5d421215-a11f-4a6e-90ca-e8ac2213fab6" providerId="ADAL" clId="{E4CD7DA3-299D-4540-967B-9CC3EBB7A3EE}" dt="2022-07-12T15:32:24.046" v="5" actId="47"/>
        <pc:sldMkLst>
          <pc:docMk/>
          <pc:sldMk cId="4197065724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338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425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215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4627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3627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8610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7062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261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207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264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888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C8C2-5198-4CC1-9BB7-EF88800A7D90}" type="datetimeFigureOut">
              <a:rPr lang="en-IN" smtClean="0"/>
              <a:pPr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3457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</a:t>
            </a:r>
            <a:r>
              <a:rPr lang="en-IN" b="1" dirty="0" err="1">
                <a:solidFill>
                  <a:schemeClr val="bg1"/>
                </a:solidFill>
              </a:rPr>
              <a:t>Manas</a:t>
            </a: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b="1" dirty="0" err="1">
                <a:solidFill>
                  <a:schemeClr val="bg1"/>
                </a:solidFill>
              </a:rPr>
              <a:t>Tuwani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822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STRING FUNCTIONS/METHODS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are using string functions to perform the string related validations in java.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length(): </a:t>
            </a:r>
            <a:r>
              <a:rPr lang="en-IN" dirty="0"/>
              <a:t>we are using this function to know the length of the string.</a:t>
            </a:r>
          </a:p>
          <a:p>
            <a:pPr marL="0" indent="0">
              <a:buNone/>
            </a:pPr>
            <a:r>
              <a:rPr lang="en-IN" dirty="0"/>
              <a:t>Syntax: variable. Length();</a:t>
            </a:r>
          </a:p>
        </p:txBody>
      </p:sp>
    </p:spTree>
    <p:extLst>
      <p:ext uri="{BB962C8B-B14F-4D97-AF65-F5344CB8AC3E}">
        <p14:creationId xmlns:p14="http://schemas.microsoft.com/office/powerpoint/2010/main" xmlns="" val="239761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892479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6251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startsWith</a:t>
            </a:r>
            <a:r>
              <a:rPr lang="en-IN" b="1" dirty="0"/>
              <a:t> &amp; </a:t>
            </a:r>
            <a:r>
              <a:rPr lang="en-IN" b="1" dirty="0" err="1"/>
              <a:t>endsWith</a:t>
            </a:r>
            <a:r>
              <a:rPr lang="en-IN" b="1" dirty="0"/>
              <a:t>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startsWith</a:t>
            </a:r>
            <a:r>
              <a:rPr lang="en-IN" dirty="0"/>
              <a:t>: To verify whether the string is starting with specific character or not.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startsWith</a:t>
            </a:r>
            <a:r>
              <a:rPr lang="en-IN" dirty="0"/>
              <a:t> (“expected text”)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endsWith</a:t>
            </a:r>
            <a:r>
              <a:rPr lang="en-IN" dirty="0"/>
              <a:t>: To verify whether the variable is ending with specific character or not.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endsWith</a:t>
            </a:r>
            <a:r>
              <a:rPr lang="en-IN" dirty="0"/>
              <a:t> (“expected text”)</a:t>
            </a:r>
          </a:p>
        </p:txBody>
      </p:sp>
    </p:spTree>
    <p:extLst>
      <p:ext uri="{BB962C8B-B14F-4D97-AF65-F5344CB8AC3E}">
        <p14:creationId xmlns:p14="http://schemas.microsoft.com/office/powerpoint/2010/main" xmlns="" val="15884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7"/>
            <a:ext cx="8712968" cy="432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75617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err="1"/>
              <a:t>toLowerCase</a:t>
            </a:r>
            <a:r>
              <a:rPr lang="en-IN" u="sng" dirty="0"/>
              <a:t> &amp; </a:t>
            </a:r>
            <a:r>
              <a:rPr lang="en-IN" u="sng" dirty="0" err="1"/>
              <a:t>toUpperCase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toLowerCase</a:t>
            </a:r>
            <a:r>
              <a:rPr lang="en-IN" b="1" dirty="0"/>
              <a:t>: </a:t>
            </a:r>
            <a:r>
              <a:rPr lang="en-IN" dirty="0"/>
              <a:t>To convert string from uppercase into lower case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toLowerCase</a:t>
            </a:r>
            <a:r>
              <a:rPr lang="en-IN" dirty="0"/>
              <a:t> ();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toUpperCase</a:t>
            </a:r>
            <a:r>
              <a:rPr lang="en-IN" b="1" dirty="0"/>
              <a:t>: </a:t>
            </a:r>
            <a:r>
              <a:rPr lang="en-IN" dirty="0"/>
              <a:t>To convert string from lowercase into upper case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toUpperCase</a:t>
            </a:r>
            <a:r>
              <a:rPr lang="en-IN" dirty="0"/>
              <a:t> ();</a:t>
            </a:r>
          </a:p>
        </p:txBody>
      </p:sp>
    </p:spTree>
    <p:extLst>
      <p:ext uri="{BB962C8B-B14F-4D97-AF65-F5344CB8AC3E}">
        <p14:creationId xmlns:p14="http://schemas.microsoft.com/office/powerpoint/2010/main" xmlns="" val="65901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5"/>
            <a:ext cx="842493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4841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equals &amp; </a:t>
            </a:r>
            <a:r>
              <a:rPr lang="en-IN" b="1" u="sng" dirty="0" err="1"/>
              <a:t>equalsIgnoreCase</a:t>
            </a:r>
            <a:r>
              <a:rPr lang="en-IN" b="1" u="sng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equals</a:t>
            </a:r>
            <a:r>
              <a:rPr lang="en-IN" dirty="0"/>
              <a:t>: To verify whether one string is equal to another string or not.</a:t>
            </a:r>
          </a:p>
          <a:p>
            <a:pPr marL="0" indent="0">
              <a:buNone/>
            </a:pPr>
            <a:r>
              <a:rPr lang="en-IN" dirty="0"/>
              <a:t>Syntax: variable. equals (second/another variable)</a:t>
            </a:r>
          </a:p>
          <a:p>
            <a:pPr marL="0" indent="0">
              <a:buNone/>
            </a:pPr>
            <a:r>
              <a:rPr lang="en-IN" b="1" dirty="0" err="1"/>
              <a:t>equalsIgnoreCase</a:t>
            </a:r>
            <a:r>
              <a:rPr lang="en-IN" b="1" dirty="0"/>
              <a:t>:</a:t>
            </a:r>
            <a:r>
              <a:rPr lang="en-IN" dirty="0"/>
              <a:t> To verify whether variable is same as another variable or not irrespective of</a:t>
            </a:r>
          </a:p>
          <a:p>
            <a:pPr marL="0" indent="0">
              <a:buNone/>
            </a:pPr>
            <a:r>
              <a:rPr lang="en-IN" dirty="0"/>
              <a:t>case.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equalsIgnoreCase</a:t>
            </a:r>
            <a:r>
              <a:rPr lang="en-IN" dirty="0"/>
              <a:t> (another variable)</a:t>
            </a:r>
          </a:p>
        </p:txBody>
      </p:sp>
    </p:spTree>
    <p:extLst>
      <p:ext uri="{BB962C8B-B14F-4D97-AF65-F5344CB8AC3E}">
        <p14:creationId xmlns:p14="http://schemas.microsoft.com/office/powerpoint/2010/main" xmlns="" val="6049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8326" y="1124744"/>
            <a:ext cx="856895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3162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contains:</a:t>
            </a:r>
            <a:r>
              <a:rPr lang="en-IN" dirty="0"/>
              <a:t> To verify whether the string contains specific value or string or not.</a:t>
            </a:r>
          </a:p>
          <a:p>
            <a:pPr marL="0" indent="0">
              <a:buNone/>
            </a:pPr>
            <a:r>
              <a:rPr lang="en-IN" dirty="0"/>
              <a:t>Syntax: variable. contains(“value”);</a:t>
            </a:r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7920879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5603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IN" dirty="0"/>
              <a:t>Practice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String a= ”</a:t>
            </a:r>
            <a:r>
              <a:rPr lang="en-IN" dirty="0" err="1"/>
              <a:t>abcdef</a:t>
            </a:r>
            <a:r>
              <a:rPr lang="en-IN" dirty="0"/>
              <a:t>”;</a:t>
            </a:r>
          </a:p>
          <a:p>
            <a:pPr marL="0" indent="0">
              <a:buNone/>
            </a:pPr>
            <a:r>
              <a:rPr lang="en-IN" dirty="0"/>
              <a:t>String b= “xyz1234”;</a:t>
            </a:r>
          </a:p>
          <a:p>
            <a:pPr marL="0" indent="0">
              <a:buNone/>
            </a:pPr>
            <a:r>
              <a:rPr lang="en-IN" dirty="0"/>
              <a:t>String c= “</a:t>
            </a:r>
            <a:r>
              <a:rPr lang="en-IN" dirty="0" err="1"/>
              <a:t>abcxy</a:t>
            </a:r>
            <a:r>
              <a:rPr lang="en-IN" dirty="0"/>
              <a:t>”;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1. Verify length of the A variable should be greater than length of the </a:t>
            </a:r>
            <a:r>
              <a:rPr lang="en-IN" dirty="0" smtClean="0"/>
              <a:t>C </a:t>
            </a:r>
            <a:r>
              <a:rPr lang="en-IN" dirty="0"/>
              <a:t>variable and should be less than length of the </a:t>
            </a:r>
            <a:r>
              <a:rPr lang="en-IN" dirty="0" smtClean="0"/>
              <a:t>B </a:t>
            </a:r>
            <a:r>
              <a:rPr lang="en-IN" dirty="0"/>
              <a:t>variable.</a:t>
            </a:r>
          </a:p>
          <a:p>
            <a:pPr marL="0" indent="0">
              <a:buNone/>
            </a:pPr>
            <a:r>
              <a:rPr lang="en-IN" dirty="0"/>
              <a:t>2. A variable should not be same as </a:t>
            </a:r>
            <a:r>
              <a:rPr lang="en-IN" dirty="0" smtClean="0"/>
              <a:t>B </a:t>
            </a:r>
            <a:r>
              <a:rPr lang="en-IN" dirty="0"/>
              <a:t>variable and </a:t>
            </a:r>
            <a:r>
              <a:rPr lang="en-IN" dirty="0" smtClean="0"/>
              <a:t>C </a:t>
            </a:r>
            <a:r>
              <a:rPr lang="en-IN" dirty="0"/>
              <a:t>variable</a:t>
            </a:r>
          </a:p>
          <a:p>
            <a:pPr marL="0" indent="0">
              <a:buNone/>
            </a:pPr>
            <a:r>
              <a:rPr lang="en-IN" dirty="0"/>
              <a:t>3. C variable should be same as A variable irrespective of the case.</a:t>
            </a:r>
          </a:p>
          <a:p>
            <a:pPr marL="0" indent="0">
              <a:buNone/>
            </a:pPr>
            <a:r>
              <a:rPr lang="en-IN" dirty="0"/>
              <a:t>4. A variable should contains cd and should not contains </a:t>
            </a:r>
            <a:r>
              <a:rPr lang="en-IN" dirty="0" err="1"/>
              <a:t>xy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5. Convert b variable into uppercase and verify it should contains “Z” &amp; should not contains “z”</a:t>
            </a:r>
          </a:p>
        </p:txBody>
      </p:sp>
    </p:spTree>
    <p:extLst>
      <p:ext uri="{BB962C8B-B14F-4D97-AF65-F5344CB8AC3E}">
        <p14:creationId xmlns:p14="http://schemas.microsoft.com/office/powerpoint/2010/main" xmlns="" val="126099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3AB0D96-D16F-75F4-20D0-F04616E1CF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734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F7F87A7-49F2-408B-618A-C5627F0C25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528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IN" b="1" dirty="0" err="1"/>
              <a:t>concat</a:t>
            </a:r>
            <a:r>
              <a:rPr lang="en-IN" b="1" dirty="0"/>
              <a:t>:</a:t>
            </a:r>
            <a:r>
              <a:rPr lang="en-IN" dirty="0"/>
              <a:t> To concatenate one string with another string.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concat</a:t>
            </a:r>
            <a:r>
              <a:rPr lang="en-IN" dirty="0"/>
              <a:t> (“Second String/</a:t>
            </a:r>
            <a:r>
              <a:rPr lang="en-IN" dirty="0" err="1"/>
              <a:t>Var</a:t>
            </a:r>
            <a:r>
              <a:rPr lang="en-IN" dirty="0"/>
              <a:t>”);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32856"/>
            <a:ext cx="763284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37038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err="1"/>
              <a:t>charAt</a:t>
            </a:r>
            <a:r>
              <a:rPr lang="en-IN" b="1" dirty="0"/>
              <a:t>:</a:t>
            </a:r>
            <a:r>
              <a:rPr lang="en-IN" dirty="0"/>
              <a:t> To verify which character is available in which index of the string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charAT</a:t>
            </a:r>
            <a:r>
              <a:rPr lang="en-IN" dirty="0"/>
              <a:t> (index no);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Note: </a:t>
            </a:r>
            <a:r>
              <a:rPr lang="en-IN" dirty="0"/>
              <a:t>Usually Length starts with 1 and Index in string starts with 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indexOf</a:t>
            </a:r>
            <a:r>
              <a:rPr lang="en-IN" b="1" dirty="0"/>
              <a:t>: </a:t>
            </a:r>
            <a:r>
              <a:rPr lang="en-IN" dirty="0"/>
              <a:t>To verify </a:t>
            </a:r>
            <a:r>
              <a:rPr lang="en-IN" dirty="0" smtClean="0"/>
              <a:t>the specified character is present in which index.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Syntax: </a:t>
            </a:r>
            <a:r>
              <a:rPr lang="en-IN" dirty="0" err="1"/>
              <a:t>variable.indexOf</a:t>
            </a:r>
            <a:r>
              <a:rPr lang="en-IN" dirty="0"/>
              <a:t> (char);</a:t>
            </a:r>
          </a:p>
        </p:txBody>
      </p:sp>
    </p:spTree>
    <p:extLst>
      <p:ext uri="{BB962C8B-B14F-4D97-AF65-F5344CB8AC3E}">
        <p14:creationId xmlns:p14="http://schemas.microsoft.com/office/powerpoint/2010/main" xmlns="" val="101477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8162E7-2B5F-44E9-7342-17E38C16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 err="1"/>
              <a:t>StringIndexOutOfBond</a:t>
            </a:r>
            <a:r>
              <a:rPr lang="en-US" sz="3600" u="sng" dirty="0"/>
              <a:t> Exception Error</a:t>
            </a:r>
            <a:endParaRPr lang="en-IN" sz="3600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587DF60-8A04-040B-BB25-521C96571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8922" y="1600200"/>
            <a:ext cx="8046156" cy="4525963"/>
          </a:xfrm>
        </p:spPr>
      </p:pic>
    </p:spTree>
    <p:extLst>
      <p:ext uri="{BB962C8B-B14F-4D97-AF65-F5344CB8AC3E}">
        <p14:creationId xmlns:p14="http://schemas.microsoft.com/office/powerpoint/2010/main" xmlns="" val="252098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8064895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8743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Trim:</a:t>
            </a:r>
            <a:r>
              <a:rPr lang="en-IN" dirty="0"/>
              <a:t> We are using this function to eliminate starting and ending spaces of the string (first and last spaces)</a:t>
            </a:r>
          </a:p>
          <a:p>
            <a:pPr marL="0" indent="0">
              <a:buNone/>
            </a:pPr>
            <a:r>
              <a:rPr lang="en-IN" dirty="0"/>
              <a:t>Syntax: variable. trim ()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64904"/>
            <a:ext cx="7704856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3861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replace: </a:t>
            </a:r>
            <a:r>
              <a:rPr lang="en-IN" dirty="0"/>
              <a:t>To replace old characters or Strings with new characters or strings in a Var.</a:t>
            </a:r>
          </a:p>
          <a:p>
            <a:pPr marL="0" indent="0">
              <a:buNone/>
            </a:pPr>
            <a:r>
              <a:rPr lang="en-IN" dirty="0"/>
              <a:t>Syntax: var. replace (“Old character/String”, “New Character/String”);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92896"/>
            <a:ext cx="7776864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64135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451</Words>
  <Application>Microsoft Office PowerPoint</Application>
  <PresentationFormat>On-screen Show (4:3)</PresentationFormat>
  <Paragraphs>50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STRING FUNCTIONS/METHODS</vt:lpstr>
      <vt:lpstr>Slide 3</vt:lpstr>
      <vt:lpstr>startsWith &amp; endsWith validation</vt:lpstr>
      <vt:lpstr>Slide 5</vt:lpstr>
      <vt:lpstr>toLowerCase &amp; toUpperCase</vt:lpstr>
      <vt:lpstr>Slide 7</vt:lpstr>
      <vt:lpstr>equals &amp; equalsIgnoreCase </vt:lpstr>
      <vt:lpstr>Slide 9</vt:lpstr>
      <vt:lpstr>Slide 10</vt:lpstr>
      <vt:lpstr>Practice Problem</vt:lpstr>
      <vt:lpstr>Slide 12</vt:lpstr>
      <vt:lpstr>Slide 13</vt:lpstr>
      <vt:lpstr>Slide 14</vt:lpstr>
      <vt:lpstr>Slide 15</vt:lpstr>
      <vt:lpstr>StringIndexOutOfBond Exception Error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17</cp:revision>
  <dcterms:created xsi:type="dcterms:W3CDTF">2022-05-06T14:06:15Z</dcterms:created>
  <dcterms:modified xsi:type="dcterms:W3CDTF">2025-08-22T03:08:30Z</dcterms:modified>
</cp:coreProperties>
</file>