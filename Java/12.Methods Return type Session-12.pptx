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63" r:id="rId4"/>
    <p:sldId id="265" r:id="rId5"/>
    <p:sldId id="264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8002F0D5-EA6D-464A-AFAE-65FA020B1D7E}"/>
    <pc:docChg chg="custSel modSld">
      <pc:chgData name="Manas Tuwani" userId="5d421215-a11f-4a6e-90ca-e8ac2213fab6" providerId="ADAL" clId="{8002F0D5-EA6D-464A-AFAE-65FA020B1D7E}" dt="2024-09-23T15:29:03.331" v="0" actId="313"/>
      <pc:docMkLst>
        <pc:docMk/>
      </pc:docMkLst>
      <pc:sldChg chg="modSp mod">
        <pc:chgData name="Manas Tuwani" userId="5d421215-a11f-4a6e-90ca-e8ac2213fab6" providerId="ADAL" clId="{8002F0D5-EA6D-464A-AFAE-65FA020B1D7E}" dt="2024-09-23T15:29:03.331" v="0" actId="313"/>
        <pc:sldMkLst>
          <pc:docMk/>
          <pc:sldMk cId="2424258660" sldId="263"/>
        </pc:sldMkLst>
        <pc:spChg chg="mod">
          <ac:chgData name="Manas Tuwani" userId="5d421215-a11f-4a6e-90ca-e8ac2213fab6" providerId="ADAL" clId="{8002F0D5-EA6D-464A-AFAE-65FA020B1D7E}" dt="2024-09-23T15:29:03.331" v="0" actId="313"/>
          <ac:spMkLst>
            <pc:docMk/>
            <pc:sldMk cId="2424258660" sldId="263"/>
            <ac:spMk id="3" creationId="{856C2F3E-91B1-490B-7E87-6793A0C85EBA}"/>
          </ac:spMkLst>
        </pc:spChg>
      </pc:sldChg>
    </pc:docChg>
  </pc:docChgLst>
  <pc:docChgLst>
    <pc:chgData name="Manas Tuwani" userId="5d421215-a11f-4a6e-90ca-e8ac2213fab6" providerId="ADAL" clId="{A4774C7E-9E5F-4229-88DB-C3F4F01BD608}"/>
    <pc:docChg chg="modSld">
      <pc:chgData name="Manas Tuwani" userId="5d421215-a11f-4a6e-90ca-e8ac2213fab6" providerId="ADAL" clId="{A4774C7E-9E5F-4229-88DB-C3F4F01BD608}" dt="2024-01-19T08:20:01.269" v="1" actId="1076"/>
      <pc:docMkLst>
        <pc:docMk/>
      </pc:docMkLst>
      <pc:sldChg chg="modSp mod">
        <pc:chgData name="Manas Tuwani" userId="5d421215-a11f-4a6e-90ca-e8ac2213fab6" providerId="ADAL" clId="{A4774C7E-9E5F-4229-88DB-C3F4F01BD608}" dt="2024-01-19T06:43:22.625" v="0" actId="1076"/>
        <pc:sldMkLst>
          <pc:docMk/>
          <pc:sldMk cId="1833042651" sldId="262"/>
        </pc:sldMkLst>
        <pc:picChg chg="mod">
          <ac:chgData name="Manas Tuwani" userId="5d421215-a11f-4a6e-90ca-e8ac2213fab6" providerId="ADAL" clId="{A4774C7E-9E5F-4229-88DB-C3F4F01BD608}" dt="2024-01-19T06:43:22.625" v="0" actId="1076"/>
          <ac:picMkLst>
            <pc:docMk/>
            <pc:sldMk cId="1833042651" sldId="262"/>
            <ac:picMk id="26" creationId="{C7A25D6E-D1EB-E5A8-1156-FE16818AE72E}"/>
          </ac:picMkLst>
        </pc:picChg>
      </pc:sldChg>
      <pc:sldChg chg="modSp mod">
        <pc:chgData name="Manas Tuwani" userId="5d421215-a11f-4a6e-90ca-e8ac2213fab6" providerId="ADAL" clId="{A4774C7E-9E5F-4229-88DB-C3F4F01BD608}" dt="2024-01-19T08:20:01.269" v="1" actId="1076"/>
        <pc:sldMkLst>
          <pc:docMk/>
          <pc:sldMk cId="2424258660" sldId="263"/>
        </pc:sldMkLst>
        <pc:spChg chg="mod">
          <ac:chgData name="Manas Tuwani" userId="5d421215-a11f-4a6e-90ca-e8ac2213fab6" providerId="ADAL" clId="{A4774C7E-9E5F-4229-88DB-C3F4F01BD608}" dt="2024-01-19T08:20:01.269" v="1" actId="1076"/>
          <ac:spMkLst>
            <pc:docMk/>
            <pc:sldMk cId="2424258660" sldId="263"/>
            <ac:spMk id="2" creationId="{AC5086DB-708A-6875-47E4-9C37B06035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7ED6D0-88D5-48DA-F1BC-3AFD16320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62BFFF6-919D-8B8B-3F35-BCD5DA3A8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8A21A1-A034-A6C6-83E7-56FC48CA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7787381-A675-C981-2CDD-64D46DEA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4FCF96B-EA9B-F982-CDDE-564BBC31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292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CFEFA7-D512-4C9D-51E8-3650CE90C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C40EC1-FEEC-12EA-4F36-738E3031B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253073-365E-4933-7088-88C6BB60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1557272-EDCA-EE4A-CFDA-9A3FEFAA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A73FE5-677E-BC48-7B07-5F92E430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40458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79280F-8A30-15DA-2084-F6E164559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9A1C853-FD6F-A1A9-957C-269751D82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4CA0B4-3729-0AD9-F83C-7FDFEB33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83A6A33-6E2E-4E7A-C090-CEA91F63E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6BB841F-2630-A810-64B7-8E7FCFC7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3340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159A3A-E094-6E51-9468-6017D8D1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D6D140-56B8-685B-08CF-7FD4462BB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9579B4-6849-52FF-4F1B-F4989BC6D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5B170EF-A2F7-3357-2099-5E5922E9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E1A2B65-2163-CAC8-1A40-147AF88B0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0C5FEA2-4033-EC62-2BCC-DEA69407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99740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E0E666-4E74-3D5F-9868-7F8D577E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ED43575-4572-02DD-F7B1-63164F18C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834C08C-9CDE-3D8C-C78C-B19B1F04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663E553-36F9-EA71-048A-05B83C961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E71888A-DD4D-AB8B-2176-A7CCD2C54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4C35BAE-14CC-3E15-90CE-79CC9F138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82457D7-4D62-CC44-7FB8-F3F672691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D3D191D-3B9D-4EE3-0B34-B4FCC3BA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5714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C8ACAF-89D6-3FCC-E32A-002DB233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DBFB977-D34E-E95B-7364-8DC24F21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EE03935-05CF-9446-1303-6BD692327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5551C52-A4E2-5A06-3897-B6A08ADE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9269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8A8C083-2B9A-0A04-359D-5FE62F37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FB00B4F-4A51-8972-2958-9EDA91F7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43EFAF2-3976-4143-D03E-F57ED56E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8158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B70968-BFD0-368B-1CFC-A5C1C538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31BFCA-BA01-F01C-D23C-FCF6A6C19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CBB837B-776E-15BE-3146-1E71E623D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B5623E3-134D-F7F2-434C-E6C1ADA23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6851409-8DA2-225D-F6F7-0C0BB704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4C682F7-787C-683F-CC2E-364CAB98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30287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40564-E22F-C9B4-A940-669A40E5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F499B65-0A69-627B-23CD-AAFD535B0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C81DBD2-F581-2AF8-3486-5DE0DC191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D8EAC67-748C-3251-FDDC-AE2753410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0A272B-9223-1009-C1E7-71485B483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807D90-59D8-20B7-A2B6-710471AB5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05579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C337F-D5F7-195E-4F8E-03300465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CD04A36-E0D1-5771-989B-C02A6625C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6037E88-3B76-BFCE-575E-4EF2BCA9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551E64-70A7-1724-9883-FF010FB2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AA3E92-9F22-94C6-D848-FD2EF214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53563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8F6BDD2-5171-9CDB-1BF4-BB5A959C31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2F4458D-7655-00B3-E7D6-373772E0C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DFEE3C7-F733-1ED5-2AF4-3C6DD8DA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E89A9BD-649A-3C04-2159-E57BDE86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0FB228-9726-A6ED-56F9-8F14AB13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2526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03330F1-F95B-F4AC-9B75-476F02F7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C91C1E-223D-F724-8D95-71CC2F6D2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337044-903F-C322-76C7-896E531DC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1D3EE-1E8F-4E04-940C-BD03AF2047EC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51D6D0-77B5-DEE7-C1AE-BB5330EBF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E0FD96-D63D-F9EE-B8E5-627E9144A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04215-B65A-48F0-A3D4-4BFEBCAE57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2497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0552" y="0"/>
            <a:ext cx="91474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21500" y="612166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By: Manas Tuwani</a:t>
            </a:r>
          </a:p>
        </p:txBody>
      </p:sp>
    </p:spTree>
    <p:extLst>
      <p:ext uri="{BB962C8B-B14F-4D97-AF65-F5344CB8AC3E}">
        <p14:creationId xmlns:p14="http://schemas.microsoft.com/office/powerpoint/2010/main" xmlns="" val="190939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C7A25D6E-D1EB-E5A8-1156-FE16818AE7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0495"/>
          <a:stretch/>
        </p:blipFill>
        <p:spPr>
          <a:xfrm>
            <a:off x="-73871" y="10"/>
            <a:ext cx="1219198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B50AB553-2A96-4A92-96F2-93548E0969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5086DB-708A-6875-47E4-9C37B060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Return Type in Java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6C2F3E-91B1-490B-7E87-6793A0C85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Nunito" pitchFamily="2" charset="0"/>
              </a:rPr>
              <a:t>Every method in Java is declared with a return type and it is mandatory for all java methods. A return type may be a </a:t>
            </a:r>
            <a:r>
              <a:rPr lang="en-US" b="1" dirty="0">
                <a:latin typeface="Nunito" pitchFamily="2" charset="0"/>
              </a:rPr>
              <a:t>primitive type</a:t>
            </a:r>
            <a:r>
              <a:rPr lang="en-US" dirty="0">
                <a:latin typeface="Nunito" pitchFamily="2" charset="0"/>
              </a:rPr>
              <a:t> like i</a:t>
            </a:r>
            <a:r>
              <a:rPr lang="en-US" b="1" dirty="0">
                <a:latin typeface="Nunito" pitchFamily="2" charset="0"/>
              </a:rPr>
              <a:t>nt, float, double,</a:t>
            </a:r>
            <a:r>
              <a:rPr lang="en-US" dirty="0">
                <a:latin typeface="Nunito" pitchFamily="2" charset="0"/>
              </a:rPr>
              <a:t>  or </a:t>
            </a:r>
            <a:r>
              <a:rPr lang="en-US" b="1" dirty="0">
                <a:latin typeface="Nunito" pitchFamily="2" charset="0"/>
              </a:rPr>
              <a:t>void type</a:t>
            </a:r>
            <a:r>
              <a:rPr lang="en-US" dirty="0">
                <a:latin typeface="Nunito" pitchFamily="2" charset="0"/>
              </a:rPr>
              <a:t>(returns nothing).</a:t>
            </a:r>
          </a:p>
          <a:p>
            <a:pPr marL="0" indent="0">
              <a:buNone/>
            </a:pPr>
            <a:endParaRPr lang="en-US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dirty="0">
                <a:latin typeface="Nunito" pitchFamily="2" charset="0"/>
              </a:rPr>
              <a:t>Note: The type of data returned by a method must be compatible with the return type specified by the method.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3304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hand holding a pen and shading circles on a sheet">
            <a:extLst>
              <a:ext uri="{FF2B5EF4-FFF2-40B4-BE49-F238E27FC236}">
                <a16:creationId xmlns:a16="http://schemas.microsoft.com/office/drawing/2014/main" xmlns="" id="{517EB235-9EC4-E01B-0EE0-529A9AA94F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3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B50AB553-2A96-4A92-96F2-93548E0969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5086DB-708A-6875-47E4-9C37B060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362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Return can be used with methods in two ways: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6C2F3E-91B1-490B-7E87-6793A0C85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Nunito" pitchFamily="2" charset="0"/>
              </a:rPr>
              <a:t>Methods returning a value:  </a:t>
            </a:r>
            <a:r>
              <a:rPr lang="en-US" dirty="0">
                <a:latin typeface="Nunito" pitchFamily="2" charset="0"/>
              </a:rPr>
              <a:t>For method that define the return type, return statement must be immediately followed by return value.</a:t>
            </a:r>
          </a:p>
          <a:p>
            <a:pPr marL="0" indent="0">
              <a:buNone/>
            </a:pPr>
            <a:endParaRPr lang="en-US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b="1" dirty="0">
                <a:latin typeface="Nunito" pitchFamily="2" charset="0"/>
              </a:rPr>
              <a:t>Methods not returning a value: </a:t>
            </a:r>
            <a:r>
              <a:rPr lang="en-US" dirty="0">
                <a:latin typeface="Nunito" pitchFamily="2" charset="0"/>
              </a:rPr>
              <a:t>For methods that don’t return a value, return statements can be skipped.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2425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B2D02D9-37EB-9345-4DD1-4E4C1E04F2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4323" r="13255" b="1"/>
          <a:stretch/>
        </p:blipFill>
        <p:spPr>
          <a:xfrm>
            <a:off x="2014373" y="643467"/>
            <a:ext cx="8163253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9360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xmlns="" id="{4B658146-4ABE-28A9-89C1-BCC530B51F0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775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3724" y="431190"/>
            <a:ext cx="10251831" cy="5899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86</Words>
  <Application>Microsoft Office PowerPoint</Application>
  <PresentationFormat>Custom</PresentationFormat>
  <Paragraphs>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Return Type in Java</vt:lpstr>
      <vt:lpstr>Return can be used with methods in two ways:</vt:lpstr>
      <vt:lpstr>Slide 4</vt:lpstr>
      <vt:lpstr>Slide 5</vt:lpstr>
      <vt:lpstr>Slide 6</vt:lpstr>
    </vt:vector>
  </TitlesOfParts>
  <Company>Operative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Manas Tuwani</cp:lastModifiedBy>
  <cp:revision>2</cp:revision>
  <dcterms:created xsi:type="dcterms:W3CDTF">2023-02-22T15:40:29Z</dcterms:created>
  <dcterms:modified xsi:type="dcterms:W3CDTF">2025-11-17T15:53:37Z</dcterms:modified>
</cp:coreProperties>
</file>