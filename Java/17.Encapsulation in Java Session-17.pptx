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63" r:id="rId3"/>
    <p:sldId id="267" r:id="rId4"/>
    <p:sldId id="269" r:id="rId5"/>
    <p:sldId id="271" r:id="rId6"/>
    <p:sldId id="274" r:id="rId7"/>
    <p:sldId id="272" r:id="rId8"/>
    <p:sldId id="273" r:id="rId9"/>
    <p:sldId id="268"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1474" y="-8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8B07BB12-5221-48C4-9D88-7CD0BAD64104}"/>
    <pc:docChg chg="modSld">
      <pc:chgData name="Manas Tuwani" userId="5d421215-a11f-4a6e-90ca-e8ac2213fab6" providerId="ADAL" clId="{8B07BB12-5221-48C4-9D88-7CD0BAD64104}" dt="2023-12-03T04:42:51.851" v="2" actId="20577"/>
      <pc:docMkLst>
        <pc:docMk/>
      </pc:docMkLst>
      <pc:sldChg chg="modSp mod">
        <pc:chgData name="Manas Tuwani" userId="5d421215-a11f-4a6e-90ca-e8ac2213fab6" providerId="ADAL" clId="{8B07BB12-5221-48C4-9D88-7CD0BAD64104}" dt="2023-12-03T04:42:51.851" v="2" actId="20577"/>
        <pc:sldMkLst>
          <pc:docMk/>
          <pc:sldMk cId="159541309" sldId="263"/>
        </pc:sldMkLst>
        <pc:spChg chg="mod">
          <ac:chgData name="Manas Tuwani" userId="5d421215-a11f-4a6e-90ca-e8ac2213fab6" providerId="ADAL" clId="{8B07BB12-5221-48C4-9D88-7CD0BAD64104}" dt="2023-12-03T04:42:51.851" v="2" actId="20577"/>
          <ac:spMkLst>
            <pc:docMk/>
            <pc:sldMk cId="159541309" sldId="263"/>
            <ac:spMk id="3" creationId="{00000000-0000-0000-0000-000000000000}"/>
          </ac:spMkLst>
        </pc:spChg>
      </pc:sldChg>
    </pc:docChg>
  </pc:docChgLst>
  <pc:docChgLst>
    <pc:chgData name="Manas Tuwani" userId="5d421215-a11f-4a6e-90ca-e8ac2213fab6" providerId="ADAL" clId="{08FBCE04-37EE-46FF-BE04-D1C5C469B24E}"/>
    <pc:docChg chg="modSld">
      <pc:chgData name="Manas Tuwani" userId="5d421215-a11f-4a6e-90ca-e8ac2213fab6" providerId="ADAL" clId="{08FBCE04-37EE-46FF-BE04-D1C5C469B24E}" dt="2023-04-03T02:34:53.758" v="7" actId="20577"/>
      <pc:docMkLst>
        <pc:docMk/>
      </pc:docMkLst>
      <pc:sldChg chg="modSp mod">
        <pc:chgData name="Manas Tuwani" userId="5d421215-a11f-4a6e-90ca-e8ac2213fab6" providerId="ADAL" clId="{08FBCE04-37EE-46FF-BE04-D1C5C469B24E}" dt="2023-04-03T02:34:53.758" v="7" actId="20577"/>
        <pc:sldMkLst>
          <pc:docMk/>
          <pc:sldMk cId="1473802145" sldId="268"/>
        </pc:sldMkLst>
        <pc:spChg chg="mod">
          <ac:chgData name="Manas Tuwani" userId="5d421215-a11f-4a6e-90ca-e8ac2213fab6" providerId="ADAL" clId="{08FBCE04-37EE-46FF-BE04-D1C5C469B24E}" dt="2023-04-03T02:34:53.758" v="7" actId="20577"/>
          <ac:spMkLst>
            <pc:docMk/>
            <pc:sldMk cId="1473802145" sldId="268"/>
            <ac:spMk id="3" creationId="{9243BEA0-00DD-93BB-61C2-5ACEE2B814AA}"/>
          </ac:spMkLst>
        </pc:spChg>
      </pc:sldChg>
    </pc:docChg>
  </pc:docChgLst>
  <pc:docChgLst>
    <pc:chgData name="Manas Tuwani" userId="5d421215-a11f-4a6e-90ca-e8ac2213fab6" providerId="ADAL" clId="{6EF94B6C-3B23-462B-8680-98CF0376E2BE}"/>
    <pc:docChg chg="modSld">
      <pc:chgData name="Manas Tuwani" userId="5d421215-a11f-4a6e-90ca-e8ac2213fab6" providerId="ADAL" clId="{6EF94B6C-3B23-462B-8680-98CF0376E2BE}" dt="2024-01-03T15:43:17.216" v="0" actId="20577"/>
      <pc:docMkLst>
        <pc:docMk/>
      </pc:docMkLst>
      <pc:sldChg chg="modSp mod">
        <pc:chgData name="Manas Tuwani" userId="5d421215-a11f-4a6e-90ca-e8ac2213fab6" providerId="ADAL" clId="{6EF94B6C-3B23-462B-8680-98CF0376E2BE}" dt="2024-01-03T15:43:17.216" v="0" actId="20577"/>
        <pc:sldMkLst>
          <pc:docMk/>
          <pc:sldMk cId="1473802145" sldId="268"/>
        </pc:sldMkLst>
        <pc:spChg chg="mod">
          <ac:chgData name="Manas Tuwani" userId="5d421215-a11f-4a6e-90ca-e8ac2213fab6" providerId="ADAL" clId="{6EF94B6C-3B23-462B-8680-98CF0376E2BE}" dt="2024-01-03T15:43:17.216" v="0" actId="20577"/>
          <ac:spMkLst>
            <pc:docMk/>
            <pc:sldMk cId="1473802145" sldId="268"/>
            <ac:spMk id="3" creationId="{9243BEA0-00DD-93BB-61C2-5ACEE2B814AA}"/>
          </ac:spMkLst>
        </pc:spChg>
      </pc:sldChg>
    </pc:docChg>
  </pc:docChgLst>
  <pc:docChgLst>
    <pc:chgData name="Manas Tuwani" userId="5d421215-a11f-4a6e-90ca-e8ac2213fab6" providerId="ADAL" clId="{EF3426DA-49FB-499A-8763-5F97BAE97F8F}"/>
    <pc:docChg chg="delSld">
      <pc:chgData name="Manas Tuwani" userId="5d421215-a11f-4a6e-90ca-e8ac2213fab6" providerId="ADAL" clId="{EF3426DA-49FB-499A-8763-5F97BAE97F8F}" dt="2022-07-27T14:51:25.574" v="7" actId="47"/>
      <pc:docMkLst>
        <pc:docMk/>
      </pc:docMkLst>
      <pc:sldChg chg="del">
        <pc:chgData name="Manas Tuwani" userId="5d421215-a11f-4a6e-90ca-e8ac2213fab6" providerId="ADAL" clId="{EF3426DA-49FB-499A-8763-5F97BAE97F8F}" dt="2022-07-27T14:51:19.012" v="1" actId="47"/>
        <pc:sldMkLst>
          <pc:docMk/>
          <pc:sldMk cId="1112516969" sldId="257"/>
        </pc:sldMkLst>
      </pc:sldChg>
      <pc:sldChg chg="del">
        <pc:chgData name="Manas Tuwani" userId="5d421215-a11f-4a6e-90ca-e8ac2213fab6" providerId="ADAL" clId="{EF3426DA-49FB-499A-8763-5F97BAE97F8F}" dt="2022-07-27T14:51:19.569" v="2" actId="47"/>
        <pc:sldMkLst>
          <pc:docMk/>
          <pc:sldMk cId="1091649167" sldId="258"/>
        </pc:sldMkLst>
      </pc:sldChg>
      <pc:sldChg chg="del">
        <pc:chgData name="Manas Tuwani" userId="5d421215-a11f-4a6e-90ca-e8ac2213fab6" providerId="ADAL" clId="{EF3426DA-49FB-499A-8763-5F97BAE97F8F}" dt="2022-07-27T14:51:20.568" v="4" actId="47"/>
        <pc:sldMkLst>
          <pc:docMk/>
          <pc:sldMk cId="2384084920" sldId="259"/>
        </pc:sldMkLst>
      </pc:sldChg>
      <pc:sldChg chg="del">
        <pc:chgData name="Manas Tuwani" userId="5d421215-a11f-4a6e-90ca-e8ac2213fab6" providerId="ADAL" clId="{EF3426DA-49FB-499A-8763-5F97BAE97F8F}" dt="2022-07-27T14:51:22.856" v="5" actId="47"/>
        <pc:sldMkLst>
          <pc:docMk/>
          <pc:sldMk cId="4257502795" sldId="260"/>
        </pc:sldMkLst>
      </pc:sldChg>
      <pc:sldChg chg="del">
        <pc:chgData name="Manas Tuwani" userId="5d421215-a11f-4a6e-90ca-e8ac2213fab6" providerId="ADAL" clId="{EF3426DA-49FB-499A-8763-5F97BAE97F8F}" dt="2022-07-27T14:51:23.918" v="6" actId="47"/>
        <pc:sldMkLst>
          <pc:docMk/>
          <pc:sldMk cId="3059668776" sldId="261"/>
        </pc:sldMkLst>
      </pc:sldChg>
      <pc:sldChg chg="del">
        <pc:chgData name="Manas Tuwani" userId="5d421215-a11f-4a6e-90ca-e8ac2213fab6" providerId="ADAL" clId="{EF3426DA-49FB-499A-8763-5F97BAE97F8F}" dt="2022-07-27T14:51:20.054" v="3" actId="47"/>
        <pc:sldMkLst>
          <pc:docMk/>
          <pc:sldMk cId="2048633363" sldId="264"/>
        </pc:sldMkLst>
      </pc:sldChg>
      <pc:sldChg chg="del">
        <pc:chgData name="Manas Tuwani" userId="5d421215-a11f-4a6e-90ca-e8ac2213fab6" providerId="ADAL" clId="{EF3426DA-49FB-499A-8763-5F97BAE97F8F}" dt="2022-07-27T14:51:25.574" v="7" actId="47"/>
        <pc:sldMkLst>
          <pc:docMk/>
          <pc:sldMk cId="944971331" sldId="265"/>
        </pc:sldMkLst>
      </pc:sldChg>
      <pc:sldChg chg="del">
        <pc:chgData name="Manas Tuwani" userId="5d421215-a11f-4a6e-90ca-e8ac2213fab6" providerId="ADAL" clId="{EF3426DA-49FB-499A-8763-5F97BAE97F8F}" dt="2022-07-27T14:51:18.311" v="0" actId="47"/>
        <pc:sldMkLst>
          <pc:docMk/>
          <pc:sldMk cId="1838608597" sldId="266"/>
        </pc:sldMkLst>
      </pc:sldChg>
    </pc:docChg>
  </pc:docChgLst>
  <pc:docChgLst>
    <pc:chgData name="Manas Tuwani" userId="5d421215-a11f-4a6e-90ca-e8ac2213fab6" providerId="ADAL" clId="{3E36C8A6-9113-4BB0-8725-7634CA139253}"/>
    <pc:docChg chg="custSel addSld modSld">
      <pc:chgData name="Manas Tuwani" userId="5d421215-a11f-4a6e-90ca-e8ac2213fab6" providerId="ADAL" clId="{3E36C8A6-9113-4BB0-8725-7634CA139253}" dt="2023-01-09T14:13:52.282" v="3" actId="27614"/>
      <pc:docMkLst>
        <pc:docMk/>
      </pc:docMkLst>
      <pc:sldChg chg="addSp modSp new mod setBg">
        <pc:chgData name="Manas Tuwani" userId="5d421215-a11f-4a6e-90ca-e8ac2213fab6" providerId="ADAL" clId="{3E36C8A6-9113-4BB0-8725-7634CA139253}" dt="2023-01-09T14:13:52.282" v="3" actId="27614"/>
        <pc:sldMkLst>
          <pc:docMk/>
          <pc:sldMk cId="2018042268" sldId="274"/>
        </pc:sldMkLst>
        <pc:spChg chg="add">
          <ac:chgData name="Manas Tuwani" userId="5d421215-a11f-4a6e-90ca-e8ac2213fab6" providerId="ADAL" clId="{3E36C8A6-9113-4BB0-8725-7634CA139253}" dt="2023-01-09T14:13:48.284" v="2" actId="26606"/>
          <ac:spMkLst>
            <pc:docMk/>
            <pc:sldMk cId="2018042268" sldId="274"/>
            <ac:spMk id="8" creationId="{F3060C83-F051-4F0E-ABAD-AA0DFC48B218}"/>
          </ac:spMkLst>
        </pc:spChg>
        <pc:spChg chg="add">
          <ac:chgData name="Manas Tuwani" userId="5d421215-a11f-4a6e-90ca-e8ac2213fab6" providerId="ADAL" clId="{3E36C8A6-9113-4BB0-8725-7634CA139253}" dt="2023-01-09T14:13:48.284" v="2" actId="26606"/>
          <ac:spMkLst>
            <pc:docMk/>
            <pc:sldMk cId="2018042268" sldId="274"/>
            <ac:spMk id="10" creationId="{83C98ABE-055B-441F-B07E-44F97F083C39}"/>
          </ac:spMkLst>
        </pc:spChg>
        <pc:spChg chg="add">
          <ac:chgData name="Manas Tuwani" userId="5d421215-a11f-4a6e-90ca-e8ac2213fab6" providerId="ADAL" clId="{3E36C8A6-9113-4BB0-8725-7634CA139253}" dt="2023-01-09T14:13:48.284" v="2" actId="26606"/>
          <ac:spMkLst>
            <pc:docMk/>
            <pc:sldMk cId="2018042268" sldId="274"/>
            <ac:spMk id="12" creationId="{29FDB030-9B49-4CED-8CCD-4D99382388AC}"/>
          </ac:spMkLst>
        </pc:spChg>
        <pc:spChg chg="add">
          <ac:chgData name="Manas Tuwani" userId="5d421215-a11f-4a6e-90ca-e8ac2213fab6" providerId="ADAL" clId="{3E36C8A6-9113-4BB0-8725-7634CA139253}" dt="2023-01-09T14:13:48.284" v="2" actId="26606"/>
          <ac:spMkLst>
            <pc:docMk/>
            <pc:sldMk cId="2018042268" sldId="274"/>
            <ac:spMk id="14" creationId="{3783CA14-24A1-485C-8B30-D6A5D87987AD}"/>
          </ac:spMkLst>
        </pc:spChg>
        <pc:spChg chg="add">
          <ac:chgData name="Manas Tuwani" userId="5d421215-a11f-4a6e-90ca-e8ac2213fab6" providerId="ADAL" clId="{3E36C8A6-9113-4BB0-8725-7634CA139253}" dt="2023-01-09T14:13:48.284" v="2" actId="26606"/>
          <ac:spMkLst>
            <pc:docMk/>
            <pc:sldMk cId="2018042268" sldId="274"/>
            <ac:spMk id="16" creationId="{9A97C86A-04D6-40F7-AE84-31AB43E6A846}"/>
          </ac:spMkLst>
        </pc:spChg>
        <pc:spChg chg="add">
          <ac:chgData name="Manas Tuwani" userId="5d421215-a11f-4a6e-90ca-e8ac2213fab6" providerId="ADAL" clId="{3E36C8A6-9113-4BB0-8725-7634CA139253}" dt="2023-01-09T14:13:48.284" v="2" actId="26606"/>
          <ac:spMkLst>
            <pc:docMk/>
            <pc:sldMk cId="2018042268" sldId="274"/>
            <ac:spMk id="18" creationId="{FF9F2414-84E8-453E-B1F3-389FDE8192D9}"/>
          </ac:spMkLst>
        </pc:spChg>
        <pc:spChg chg="add">
          <ac:chgData name="Manas Tuwani" userId="5d421215-a11f-4a6e-90ca-e8ac2213fab6" providerId="ADAL" clId="{3E36C8A6-9113-4BB0-8725-7634CA139253}" dt="2023-01-09T14:13:48.284" v="2" actId="26606"/>
          <ac:spMkLst>
            <pc:docMk/>
            <pc:sldMk cId="2018042268" sldId="274"/>
            <ac:spMk id="20" creationId="{3ECA69A1-7536-43AC-85EF-C7106179F5ED}"/>
          </ac:spMkLst>
        </pc:spChg>
        <pc:picChg chg="add mod">
          <ac:chgData name="Manas Tuwani" userId="5d421215-a11f-4a6e-90ca-e8ac2213fab6" providerId="ADAL" clId="{3E36C8A6-9113-4BB0-8725-7634CA139253}" dt="2023-01-09T14:13:52.282" v="3" actId="27614"/>
          <ac:picMkLst>
            <pc:docMk/>
            <pc:sldMk cId="2018042268" sldId="274"/>
            <ac:picMk id="3" creationId="{02D2B205-43F9-DD24-C00F-82CBCCA771C0}"/>
          </ac:picMkLst>
        </pc:picChg>
      </pc:sldChg>
    </pc:docChg>
  </pc:docChgLst>
  <pc:docChgLst>
    <pc:chgData name="Manas Tuwani" userId="5d421215-a11f-4a6e-90ca-e8ac2213fab6" providerId="ADAL" clId="{CF5A4471-E01D-46CB-8821-D408EC72C52C}"/>
    <pc:docChg chg="undo custSel addSld delSld modSld sldOrd">
      <pc:chgData name="Manas Tuwani" userId="5d421215-a11f-4a6e-90ca-e8ac2213fab6" providerId="ADAL" clId="{CF5A4471-E01D-46CB-8821-D408EC72C52C}" dt="2022-07-27T14:23:02.398" v="364" actId="27614"/>
      <pc:docMkLst>
        <pc:docMk/>
      </pc:docMkLst>
      <pc:sldChg chg="addSp modSp mod ord setBg">
        <pc:chgData name="Manas Tuwani" userId="5d421215-a11f-4a6e-90ca-e8ac2213fab6" providerId="ADAL" clId="{CF5A4471-E01D-46CB-8821-D408EC72C52C}" dt="2022-07-26T13:16:15.758" v="180" actId="20577"/>
        <pc:sldMkLst>
          <pc:docMk/>
          <pc:sldMk cId="1112516969" sldId="257"/>
        </pc:sldMkLst>
        <pc:spChg chg="mod">
          <ac:chgData name="Manas Tuwani" userId="5d421215-a11f-4a6e-90ca-e8ac2213fab6" providerId="ADAL" clId="{CF5A4471-E01D-46CB-8821-D408EC72C52C}" dt="2022-07-25T13:08:03.092" v="135" actId="26606"/>
          <ac:spMkLst>
            <pc:docMk/>
            <pc:sldMk cId="1112516969" sldId="257"/>
            <ac:spMk id="2" creationId="{00000000-0000-0000-0000-000000000000}"/>
          </ac:spMkLst>
        </pc:spChg>
        <pc:spChg chg="mod">
          <ac:chgData name="Manas Tuwani" userId="5d421215-a11f-4a6e-90ca-e8ac2213fab6" providerId="ADAL" clId="{CF5A4471-E01D-46CB-8821-D408EC72C52C}" dt="2022-07-26T13:16:15.758" v="180" actId="20577"/>
          <ac:spMkLst>
            <pc:docMk/>
            <pc:sldMk cId="1112516969" sldId="257"/>
            <ac:spMk id="3" creationId="{00000000-0000-0000-0000-000000000000}"/>
          </ac:spMkLst>
        </pc:spChg>
        <pc:spChg chg="add">
          <ac:chgData name="Manas Tuwani" userId="5d421215-a11f-4a6e-90ca-e8ac2213fab6" providerId="ADAL" clId="{CF5A4471-E01D-46CB-8821-D408EC72C52C}" dt="2022-07-25T13:08:03.092" v="135" actId="26606"/>
          <ac:spMkLst>
            <pc:docMk/>
            <pc:sldMk cId="1112516969" sldId="257"/>
            <ac:spMk id="8" creationId="{DBF61EA3-B236-439E-9C0B-340980D56BEE}"/>
          </ac:spMkLst>
        </pc:spChg>
        <pc:spChg chg="add">
          <ac:chgData name="Manas Tuwani" userId="5d421215-a11f-4a6e-90ca-e8ac2213fab6" providerId="ADAL" clId="{CF5A4471-E01D-46CB-8821-D408EC72C52C}" dt="2022-07-25T13:08:03.092" v="135" actId="26606"/>
          <ac:spMkLst>
            <pc:docMk/>
            <pc:sldMk cId="1112516969" sldId="257"/>
            <ac:spMk id="14" creationId="{E659831F-0D9A-4C63-9EBB-8435B85A440F}"/>
          </ac:spMkLst>
        </pc:spChg>
        <pc:grpChg chg="add">
          <ac:chgData name="Manas Tuwani" userId="5d421215-a11f-4a6e-90ca-e8ac2213fab6" providerId="ADAL" clId="{CF5A4471-E01D-46CB-8821-D408EC72C52C}" dt="2022-07-25T13:08:03.092" v="135" actId="26606"/>
          <ac:grpSpMkLst>
            <pc:docMk/>
            <pc:sldMk cId="1112516969" sldId="257"/>
            <ac:grpSpMk id="10" creationId="{28FAF094-D087-493F-8DF9-A486C2D6BBAA}"/>
          </ac:grpSpMkLst>
        </pc:grpChg>
      </pc:sldChg>
      <pc:sldChg chg="addSp modSp mod setBg">
        <pc:chgData name="Manas Tuwani" userId="5d421215-a11f-4a6e-90ca-e8ac2213fab6" providerId="ADAL" clId="{CF5A4471-E01D-46CB-8821-D408EC72C52C}" dt="2022-07-25T13:09:06.540" v="141" actId="14100"/>
        <pc:sldMkLst>
          <pc:docMk/>
          <pc:sldMk cId="1091649167" sldId="258"/>
        </pc:sldMkLst>
        <pc:spChg chg="mod">
          <ac:chgData name="Manas Tuwani" userId="5d421215-a11f-4a6e-90ca-e8ac2213fab6" providerId="ADAL" clId="{CF5A4471-E01D-46CB-8821-D408EC72C52C}" dt="2022-07-25T13:08:51.163" v="138" actId="26606"/>
          <ac:spMkLst>
            <pc:docMk/>
            <pc:sldMk cId="1091649167" sldId="258"/>
            <ac:spMk id="2" creationId="{00000000-0000-0000-0000-000000000000}"/>
          </ac:spMkLst>
        </pc:spChg>
        <pc:spChg chg="mod">
          <ac:chgData name="Manas Tuwani" userId="5d421215-a11f-4a6e-90ca-e8ac2213fab6" providerId="ADAL" clId="{CF5A4471-E01D-46CB-8821-D408EC72C52C}" dt="2022-07-25T13:09:06.540" v="141" actId="14100"/>
          <ac:spMkLst>
            <pc:docMk/>
            <pc:sldMk cId="1091649167" sldId="258"/>
            <ac:spMk id="3" creationId="{00000000-0000-0000-0000-000000000000}"/>
          </ac:spMkLst>
        </pc:spChg>
        <pc:spChg chg="add">
          <ac:chgData name="Manas Tuwani" userId="5d421215-a11f-4a6e-90ca-e8ac2213fab6" providerId="ADAL" clId="{CF5A4471-E01D-46CB-8821-D408EC72C52C}" dt="2022-07-25T13:08:51.163" v="138" actId="26606"/>
          <ac:spMkLst>
            <pc:docMk/>
            <pc:sldMk cId="1091649167" sldId="258"/>
            <ac:spMk id="8" creationId="{DBF61EA3-B236-439E-9C0B-340980D56BEE}"/>
          </ac:spMkLst>
        </pc:spChg>
        <pc:spChg chg="add">
          <ac:chgData name="Manas Tuwani" userId="5d421215-a11f-4a6e-90ca-e8ac2213fab6" providerId="ADAL" clId="{CF5A4471-E01D-46CB-8821-D408EC72C52C}" dt="2022-07-25T13:08:51.163" v="138" actId="26606"/>
          <ac:spMkLst>
            <pc:docMk/>
            <pc:sldMk cId="1091649167" sldId="258"/>
            <ac:spMk id="14" creationId="{E659831F-0D9A-4C63-9EBB-8435B85A440F}"/>
          </ac:spMkLst>
        </pc:spChg>
        <pc:grpChg chg="add">
          <ac:chgData name="Manas Tuwani" userId="5d421215-a11f-4a6e-90ca-e8ac2213fab6" providerId="ADAL" clId="{CF5A4471-E01D-46CB-8821-D408EC72C52C}" dt="2022-07-25T13:08:51.163" v="138" actId="26606"/>
          <ac:grpSpMkLst>
            <pc:docMk/>
            <pc:sldMk cId="1091649167" sldId="258"/>
            <ac:grpSpMk id="10" creationId="{28FAF094-D087-493F-8DF9-A486C2D6BBAA}"/>
          </ac:grpSpMkLst>
        </pc:grpChg>
      </pc:sldChg>
      <pc:sldChg chg="addSp delSp modSp mod setBg">
        <pc:chgData name="Manas Tuwani" userId="5d421215-a11f-4a6e-90ca-e8ac2213fab6" providerId="ADAL" clId="{CF5A4471-E01D-46CB-8821-D408EC72C52C}" dt="2022-07-25T13:09:29.058" v="144" actId="26606"/>
        <pc:sldMkLst>
          <pc:docMk/>
          <pc:sldMk cId="2384084920" sldId="259"/>
        </pc:sldMkLst>
        <pc:spChg chg="mod">
          <ac:chgData name="Manas Tuwani" userId="5d421215-a11f-4a6e-90ca-e8ac2213fab6" providerId="ADAL" clId="{CF5A4471-E01D-46CB-8821-D408EC72C52C}" dt="2022-07-25T13:09:29.058" v="144" actId="26606"/>
          <ac:spMkLst>
            <pc:docMk/>
            <pc:sldMk cId="2384084920" sldId="259"/>
            <ac:spMk id="3" creationId="{00000000-0000-0000-0000-000000000000}"/>
          </ac:spMkLst>
        </pc:spChg>
        <pc:spChg chg="add del">
          <ac:chgData name="Manas Tuwani" userId="5d421215-a11f-4a6e-90ca-e8ac2213fab6" providerId="ADAL" clId="{CF5A4471-E01D-46CB-8821-D408EC72C52C}" dt="2022-07-25T13:09:29.053" v="143" actId="26606"/>
          <ac:spMkLst>
            <pc:docMk/>
            <pc:sldMk cId="2384084920" sldId="259"/>
            <ac:spMk id="8" creationId="{488333BA-AE6E-427A-9B16-A39C8073F4EB}"/>
          </ac:spMkLst>
        </pc:spChg>
        <pc:spChg chg="add del">
          <ac:chgData name="Manas Tuwani" userId="5d421215-a11f-4a6e-90ca-e8ac2213fab6" providerId="ADAL" clId="{CF5A4471-E01D-46CB-8821-D408EC72C52C}" dt="2022-07-25T13:09:29.053" v="143" actId="26606"/>
          <ac:spMkLst>
            <pc:docMk/>
            <pc:sldMk cId="2384084920" sldId="259"/>
            <ac:spMk id="10" creationId="{F98ED85F-DCEE-4B50-802E-71A6E3E12B04}"/>
          </ac:spMkLst>
        </pc:spChg>
        <pc:spChg chg="add">
          <ac:chgData name="Manas Tuwani" userId="5d421215-a11f-4a6e-90ca-e8ac2213fab6" providerId="ADAL" clId="{CF5A4471-E01D-46CB-8821-D408EC72C52C}" dt="2022-07-25T13:09:29.058" v="144" actId="26606"/>
          <ac:spMkLst>
            <pc:docMk/>
            <pc:sldMk cId="2384084920" sldId="259"/>
            <ac:spMk id="13" creationId="{DBF61EA3-B236-439E-9C0B-340980D56BEE}"/>
          </ac:spMkLst>
        </pc:spChg>
        <pc:spChg chg="add">
          <ac:chgData name="Manas Tuwani" userId="5d421215-a11f-4a6e-90ca-e8ac2213fab6" providerId="ADAL" clId="{CF5A4471-E01D-46CB-8821-D408EC72C52C}" dt="2022-07-25T13:09:29.058" v="144" actId="26606"/>
          <ac:spMkLst>
            <pc:docMk/>
            <pc:sldMk cId="2384084920" sldId="259"/>
            <ac:spMk id="14" creationId="{E659831F-0D9A-4C63-9EBB-8435B85A440F}"/>
          </ac:spMkLst>
        </pc:spChg>
        <pc:grpChg chg="add">
          <ac:chgData name="Manas Tuwani" userId="5d421215-a11f-4a6e-90ca-e8ac2213fab6" providerId="ADAL" clId="{CF5A4471-E01D-46CB-8821-D408EC72C52C}" dt="2022-07-25T13:09:29.058" v="144" actId="26606"/>
          <ac:grpSpMkLst>
            <pc:docMk/>
            <pc:sldMk cId="2384084920" sldId="259"/>
            <ac:grpSpMk id="15" creationId="{28FAF094-D087-493F-8DF9-A486C2D6BBAA}"/>
          </ac:grpSpMkLst>
        </pc:grpChg>
      </pc:sldChg>
      <pc:sldChg chg="addSp delSp modSp add del mod setBg">
        <pc:chgData name="Manas Tuwani" userId="5d421215-a11f-4a6e-90ca-e8ac2213fab6" providerId="ADAL" clId="{CF5A4471-E01D-46CB-8821-D408EC72C52C}" dt="2022-07-26T16:46:57.981" v="208" actId="14100"/>
        <pc:sldMkLst>
          <pc:docMk/>
          <pc:sldMk cId="159541309" sldId="263"/>
        </pc:sldMkLst>
        <pc:spChg chg="mod">
          <ac:chgData name="Manas Tuwani" userId="5d421215-a11f-4a6e-90ca-e8ac2213fab6" providerId="ADAL" clId="{CF5A4471-E01D-46CB-8821-D408EC72C52C}" dt="2022-07-26T16:33:25.828" v="206" actId="26606"/>
          <ac:spMkLst>
            <pc:docMk/>
            <pc:sldMk cId="159541309" sldId="263"/>
            <ac:spMk id="2" creationId="{00000000-0000-0000-0000-000000000000}"/>
          </ac:spMkLst>
        </pc:spChg>
        <pc:spChg chg="mod">
          <ac:chgData name="Manas Tuwani" userId="5d421215-a11f-4a6e-90ca-e8ac2213fab6" providerId="ADAL" clId="{CF5A4471-E01D-46CB-8821-D408EC72C52C}" dt="2022-07-26T16:46:57.981" v="208" actId="14100"/>
          <ac:spMkLst>
            <pc:docMk/>
            <pc:sldMk cId="159541309" sldId="263"/>
            <ac:spMk id="3" creationId="{00000000-0000-0000-0000-000000000000}"/>
          </ac:spMkLst>
        </pc:spChg>
        <pc:spChg chg="add del">
          <ac:chgData name="Manas Tuwani" userId="5d421215-a11f-4a6e-90ca-e8ac2213fab6" providerId="ADAL" clId="{CF5A4471-E01D-46CB-8821-D408EC72C52C}" dt="2022-07-26T16:31:22.417" v="196" actId="26606"/>
          <ac:spMkLst>
            <pc:docMk/>
            <pc:sldMk cId="159541309" sldId="263"/>
            <ac:spMk id="5" creationId="{488333BA-AE6E-427A-9B16-A39C8073F4EB}"/>
          </ac:spMkLst>
        </pc:spChg>
        <pc:spChg chg="add del">
          <ac:chgData name="Manas Tuwani" userId="5d421215-a11f-4a6e-90ca-e8ac2213fab6" providerId="ADAL" clId="{CF5A4471-E01D-46CB-8821-D408EC72C52C}" dt="2022-07-26T16:31:22.417" v="196" actId="26606"/>
          <ac:spMkLst>
            <pc:docMk/>
            <pc:sldMk cId="159541309" sldId="263"/>
            <ac:spMk id="6" creationId="{F98ED85F-DCEE-4B50-802E-71A6E3E12B04}"/>
          </ac:spMkLst>
        </pc:spChg>
        <pc:spChg chg="add">
          <ac:chgData name="Manas Tuwani" userId="5d421215-a11f-4a6e-90ca-e8ac2213fab6" providerId="ADAL" clId="{CF5A4471-E01D-46CB-8821-D408EC72C52C}" dt="2022-07-25T13:07:07.623" v="133" actId="26606"/>
          <ac:spMkLst>
            <pc:docMk/>
            <pc:sldMk cId="159541309" sldId="263"/>
            <ac:spMk id="8" creationId="{DBF61EA3-B236-439E-9C0B-340980D56BEE}"/>
          </ac:spMkLst>
        </pc:spChg>
        <pc:spChg chg="add del">
          <ac:chgData name="Manas Tuwani" userId="5d421215-a11f-4a6e-90ca-e8ac2213fab6" providerId="ADAL" clId="{CF5A4471-E01D-46CB-8821-D408EC72C52C}" dt="2022-07-26T16:31:53.989" v="202" actId="26606"/>
          <ac:spMkLst>
            <pc:docMk/>
            <pc:sldMk cId="159541309" sldId="263"/>
            <ac:spMk id="11" creationId="{488333BA-AE6E-427A-9B16-A39C8073F4EB}"/>
          </ac:spMkLst>
        </pc:spChg>
        <pc:spChg chg="add del">
          <ac:chgData name="Manas Tuwani" userId="5d421215-a11f-4a6e-90ca-e8ac2213fab6" providerId="ADAL" clId="{CF5A4471-E01D-46CB-8821-D408EC72C52C}" dt="2022-07-26T16:31:22.415" v="195" actId="26606"/>
          <ac:spMkLst>
            <pc:docMk/>
            <pc:sldMk cId="159541309" sldId="263"/>
            <ac:spMk id="12" creationId="{257363FD-7E77-4145-9483-331A807ADF0E}"/>
          </ac:spMkLst>
        </pc:spChg>
        <pc:spChg chg="add del">
          <ac:chgData name="Manas Tuwani" userId="5d421215-a11f-4a6e-90ca-e8ac2213fab6" providerId="ADAL" clId="{CF5A4471-E01D-46CB-8821-D408EC72C52C}" dt="2022-07-26T16:31:53.989" v="202" actId="26606"/>
          <ac:spMkLst>
            <pc:docMk/>
            <pc:sldMk cId="159541309" sldId="263"/>
            <ac:spMk id="13" creationId="{F98ED85F-DCEE-4B50-802E-71A6E3E12B04}"/>
          </ac:spMkLst>
        </pc:spChg>
        <pc:spChg chg="add">
          <ac:chgData name="Manas Tuwani" userId="5d421215-a11f-4a6e-90ca-e8ac2213fab6" providerId="ADAL" clId="{CF5A4471-E01D-46CB-8821-D408EC72C52C}" dt="2022-07-25T13:07:07.623" v="133" actId="26606"/>
          <ac:spMkLst>
            <pc:docMk/>
            <pc:sldMk cId="159541309" sldId="263"/>
            <ac:spMk id="14" creationId="{E659831F-0D9A-4C63-9EBB-8435B85A440F}"/>
          </ac:spMkLst>
        </pc:spChg>
        <pc:spChg chg="add del">
          <ac:chgData name="Manas Tuwani" userId="5d421215-a11f-4a6e-90ca-e8ac2213fab6" providerId="ADAL" clId="{CF5A4471-E01D-46CB-8821-D408EC72C52C}" dt="2022-07-26T16:31:53.986" v="201" actId="26606"/>
          <ac:spMkLst>
            <pc:docMk/>
            <pc:sldMk cId="159541309" sldId="263"/>
            <ac:spMk id="18" creationId="{DE7FFD28-545C-4C88-A2E7-152FB234C92C}"/>
          </ac:spMkLst>
        </pc:spChg>
        <pc:spChg chg="add del">
          <ac:chgData name="Manas Tuwani" userId="5d421215-a11f-4a6e-90ca-e8ac2213fab6" providerId="ADAL" clId="{CF5A4471-E01D-46CB-8821-D408EC72C52C}" dt="2022-07-26T16:33:25.833" v="207" actId="26606"/>
          <ac:spMkLst>
            <pc:docMk/>
            <pc:sldMk cId="159541309" sldId="263"/>
            <ac:spMk id="20" creationId="{F98ED85F-DCEE-4B50-802E-71A6E3E12B04}"/>
          </ac:spMkLst>
        </pc:spChg>
        <pc:spChg chg="add del">
          <ac:chgData name="Manas Tuwani" userId="5d421215-a11f-4a6e-90ca-e8ac2213fab6" providerId="ADAL" clId="{CF5A4471-E01D-46CB-8821-D408EC72C52C}" dt="2022-07-26T16:33:25.833" v="207" actId="26606"/>
          <ac:spMkLst>
            <pc:docMk/>
            <pc:sldMk cId="159541309" sldId="263"/>
            <ac:spMk id="21" creationId="{488333BA-AE6E-427A-9B16-A39C8073F4EB}"/>
          </ac:spMkLst>
        </pc:spChg>
        <pc:spChg chg="add del">
          <ac:chgData name="Manas Tuwani" userId="5d421215-a11f-4a6e-90ca-e8ac2213fab6" providerId="ADAL" clId="{CF5A4471-E01D-46CB-8821-D408EC72C52C}" dt="2022-07-26T16:33:25.828" v="206" actId="26606"/>
          <ac:spMkLst>
            <pc:docMk/>
            <pc:sldMk cId="159541309" sldId="263"/>
            <ac:spMk id="26" creationId="{979E27D9-03C7-44E2-9FF8-15D0C8506AF7}"/>
          </ac:spMkLst>
        </pc:spChg>
        <pc:spChg chg="add del">
          <ac:chgData name="Manas Tuwani" userId="5d421215-a11f-4a6e-90ca-e8ac2213fab6" providerId="ADAL" clId="{CF5A4471-E01D-46CB-8821-D408EC72C52C}" dt="2022-07-26T16:33:25.828" v="206" actId="26606"/>
          <ac:spMkLst>
            <pc:docMk/>
            <pc:sldMk cId="159541309" sldId="263"/>
            <ac:spMk id="28" creationId="{EEBF1590-3B36-48EE-A89D-3B6F3CB256AB}"/>
          </ac:spMkLst>
        </pc:spChg>
        <pc:spChg chg="add del">
          <ac:chgData name="Manas Tuwani" userId="5d421215-a11f-4a6e-90ca-e8ac2213fab6" providerId="ADAL" clId="{CF5A4471-E01D-46CB-8821-D408EC72C52C}" dt="2022-07-26T16:33:25.828" v="206" actId="26606"/>
          <ac:spMkLst>
            <pc:docMk/>
            <pc:sldMk cId="159541309" sldId="263"/>
            <ac:spMk id="30" creationId="{AC8F6C8C-AB5A-4548-942D-E3FD40ACBC49}"/>
          </ac:spMkLst>
        </pc:spChg>
        <pc:spChg chg="add">
          <ac:chgData name="Manas Tuwani" userId="5d421215-a11f-4a6e-90ca-e8ac2213fab6" providerId="ADAL" clId="{CF5A4471-E01D-46CB-8821-D408EC72C52C}" dt="2022-07-26T16:33:25.833" v="207" actId="26606"/>
          <ac:spMkLst>
            <pc:docMk/>
            <pc:sldMk cId="159541309" sldId="263"/>
            <ac:spMk id="32" creationId="{488333BA-AE6E-427A-9B16-A39C8073F4EB}"/>
          </ac:spMkLst>
        </pc:spChg>
        <pc:spChg chg="add">
          <ac:chgData name="Manas Tuwani" userId="5d421215-a11f-4a6e-90ca-e8ac2213fab6" providerId="ADAL" clId="{CF5A4471-E01D-46CB-8821-D408EC72C52C}" dt="2022-07-26T16:33:25.833" v="207" actId="26606"/>
          <ac:spMkLst>
            <pc:docMk/>
            <pc:sldMk cId="159541309" sldId="263"/>
            <ac:spMk id="33" creationId="{F98ED85F-DCEE-4B50-802E-71A6E3E12B04}"/>
          </ac:spMkLst>
        </pc:spChg>
        <pc:grpChg chg="add">
          <ac:chgData name="Manas Tuwani" userId="5d421215-a11f-4a6e-90ca-e8ac2213fab6" providerId="ADAL" clId="{CF5A4471-E01D-46CB-8821-D408EC72C52C}" dt="2022-07-25T13:07:07.623" v="133" actId="26606"/>
          <ac:grpSpMkLst>
            <pc:docMk/>
            <pc:sldMk cId="159541309" sldId="263"/>
            <ac:grpSpMk id="10" creationId="{28FAF094-D087-493F-8DF9-A486C2D6BBAA}"/>
          </ac:grpSpMkLst>
        </pc:grpChg>
        <pc:picChg chg="add del">
          <ac:chgData name="Manas Tuwani" userId="5d421215-a11f-4a6e-90ca-e8ac2213fab6" providerId="ADAL" clId="{CF5A4471-E01D-46CB-8821-D408EC72C52C}" dt="2022-07-26T16:31:22.415" v="195" actId="26606"/>
          <ac:picMkLst>
            <pc:docMk/>
            <pc:sldMk cId="159541309" sldId="263"/>
            <ac:picMk id="9" creationId="{5F7287B9-58AB-8093-2D8A-7EF1B017C218}"/>
          </ac:picMkLst>
        </pc:picChg>
      </pc:sldChg>
      <pc:sldChg chg="addSp delSp modSp new mod setBg">
        <pc:chgData name="Manas Tuwani" userId="5d421215-a11f-4a6e-90ca-e8ac2213fab6" providerId="ADAL" clId="{CF5A4471-E01D-46CB-8821-D408EC72C52C}" dt="2022-07-25T12:55:58.296" v="66" actId="14100"/>
        <pc:sldMkLst>
          <pc:docMk/>
          <pc:sldMk cId="2048633363" sldId="264"/>
        </pc:sldMkLst>
        <pc:spChg chg="del">
          <ac:chgData name="Manas Tuwani" userId="5d421215-a11f-4a6e-90ca-e8ac2213fab6" providerId="ADAL" clId="{CF5A4471-E01D-46CB-8821-D408EC72C52C}" dt="2022-07-25T12:51:30.688" v="18" actId="478"/>
          <ac:spMkLst>
            <pc:docMk/>
            <pc:sldMk cId="2048633363" sldId="264"/>
            <ac:spMk id="2" creationId="{F539EBDB-F4AD-0F19-AADB-F32E75E47D88}"/>
          </ac:spMkLst>
        </pc:spChg>
        <pc:spChg chg="mod">
          <ac:chgData name="Manas Tuwani" userId="5d421215-a11f-4a6e-90ca-e8ac2213fab6" providerId="ADAL" clId="{CF5A4471-E01D-46CB-8821-D408EC72C52C}" dt="2022-07-25T12:55:58.296" v="66" actId="14100"/>
          <ac:spMkLst>
            <pc:docMk/>
            <pc:sldMk cId="2048633363" sldId="264"/>
            <ac:spMk id="3" creationId="{FDEABF41-10ED-CBFA-0262-A3F81842305E}"/>
          </ac:spMkLst>
        </pc:spChg>
        <pc:spChg chg="add mod">
          <ac:chgData name="Manas Tuwani" userId="5d421215-a11f-4a6e-90ca-e8ac2213fab6" providerId="ADAL" clId="{CF5A4471-E01D-46CB-8821-D408EC72C52C}" dt="2022-07-25T12:50:47.189" v="15" actId="6549"/>
          <ac:spMkLst>
            <pc:docMk/>
            <pc:sldMk cId="2048633363" sldId="264"/>
            <ac:spMk id="4" creationId="{B26A7E09-9D0D-251A-D532-746EAFB5310D}"/>
          </ac:spMkLst>
        </pc:spChg>
        <pc:picChg chg="add mod">
          <ac:chgData name="Manas Tuwani" userId="5d421215-a11f-4a6e-90ca-e8ac2213fab6" providerId="ADAL" clId="{CF5A4471-E01D-46CB-8821-D408EC72C52C}" dt="2022-07-25T12:52:50.992" v="34" actId="1076"/>
          <ac:picMkLst>
            <pc:docMk/>
            <pc:sldMk cId="2048633363" sldId="264"/>
            <ac:picMk id="6" creationId="{A2EBB078-6135-009E-4D7F-D583150C521C}"/>
          </ac:picMkLst>
        </pc:picChg>
        <pc:picChg chg="add mod">
          <ac:chgData name="Manas Tuwani" userId="5d421215-a11f-4a6e-90ca-e8ac2213fab6" providerId="ADAL" clId="{CF5A4471-E01D-46CB-8821-D408EC72C52C}" dt="2022-07-25T12:55:27.210" v="58" actId="1076"/>
          <ac:picMkLst>
            <pc:docMk/>
            <pc:sldMk cId="2048633363" sldId="264"/>
            <ac:picMk id="8" creationId="{6C01CD35-90E1-6438-91C6-75EE9A75A62B}"/>
          </ac:picMkLst>
        </pc:picChg>
      </pc:sldChg>
      <pc:sldChg chg="addSp delSp modSp new mod setBg">
        <pc:chgData name="Manas Tuwani" userId="5d421215-a11f-4a6e-90ca-e8ac2213fab6" providerId="ADAL" clId="{CF5A4471-E01D-46CB-8821-D408EC72C52C}" dt="2022-07-25T13:09:52.222" v="149" actId="26606"/>
        <pc:sldMkLst>
          <pc:docMk/>
          <pc:sldMk cId="944971331" sldId="265"/>
        </pc:sldMkLst>
        <pc:spChg chg="del">
          <ac:chgData name="Manas Tuwani" userId="5d421215-a11f-4a6e-90ca-e8ac2213fab6" providerId="ADAL" clId="{CF5A4471-E01D-46CB-8821-D408EC72C52C}" dt="2022-07-25T13:01:00.505" v="71" actId="478"/>
          <ac:spMkLst>
            <pc:docMk/>
            <pc:sldMk cId="944971331" sldId="265"/>
            <ac:spMk id="2" creationId="{756A4B86-739C-2377-9BA7-06E75D8F1A07}"/>
          </ac:spMkLst>
        </pc:spChg>
        <pc:spChg chg="mod">
          <ac:chgData name="Manas Tuwani" userId="5d421215-a11f-4a6e-90ca-e8ac2213fab6" providerId="ADAL" clId="{CF5A4471-E01D-46CB-8821-D408EC72C52C}" dt="2022-07-25T13:09:52.222" v="149" actId="26606"/>
          <ac:spMkLst>
            <pc:docMk/>
            <pc:sldMk cId="944971331" sldId="265"/>
            <ac:spMk id="3" creationId="{90E63B16-A114-EDD8-A2DD-C21E36925525}"/>
          </ac:spMkLst>
        </pc:spChg>
        <pc:spChg chg="add del">
          <ac:chgData name="Manas Tuwani" userId="5d421215-a11f-4a6e-90ca-e8ac2213fab6" providerId="ADAL" clId="{CF5A4471-E01D-46CB-8821-D408EC72C52C}" dt="2022-07-25T13:09:52.222" v="149" actId="26606"/>
          <ac:spMkLst>
            <pc:docMk/>
            <pc:sldMk cId="944971331" sldId="265"/>
            <ac:spMk id="8" creationId="{DBF61EA3-B236-439E-9C0B-340980D56BEE}"/>
          </ac:spMkLst>
        </pc:spChg>
        <pc:spChg chg="add del">
          <ac:chgData name="Manas Tuwani" userId="5d421215-a11f-4a6e-90ca-e8ac2213fab6" providerId="ADAL" clId="{CF5A4471-E01D-46CB-8821-D408EC72C52C}" dt="2022-07-25T13:09:52.222" v="149" actId="26606"/>
          <ac:spMkLst>
            <pc:docMk/>
            <pc:sldMk cId="944971331" sldId="265"/>
            <ac:spMk id="14" creationId="{E659831F-0D9A-4C63-9EBB-8435B85A440F}"/>
          </ac:spMkLst>
        </pc:spChg>
        <pc:spChg chg="add">
          <ac:chgData name="Manas Tuwani" userId="5d421215-a11f-4a6e-90ca-e8ac2213fab6" providerId="ADAL" clId="{CF5A4471-E01D-46CB-8821-D408EC72C52C}" dt="2022-07-25T13:09:52.222" v="149" actId="26606"/>
          <ac:spMkLst>
            <pc:docMk/>
            <pc:sldMk cId="944971331" sldId="265"/>
            <ac:spMk id="19" creationId="{488333BA-AE6E-427A-9B16-A39C8073F4EB}"/>
          </ac:spMkLst>
        </pc:spChg>
        <pc:spChg chg="add">
          <ac:chgData name="Manas Tuwani" userId="5d421215-a11f-4a6e-90ca-e8ac2213fab6" providerId="ADAL" clId="{CF5A4471-E01D-46CB-8821-D408EC72C52C}" dt="2022-07-25T13:09:52.222" v="149" actId="26606"/>
          <ac:spMkLst>
            <pc:docMk/>
            <pc:sldMk cId="944971331" sldId="265"/>
            <ac:spMk id="21" creationId="{F98ED85F-DCEE-4B50-802E-71A6E3E12B04}"/>
          </ac:spMkLst>
        </pc:spChg>
        <pc:grpChg chg="add del">
          <ac:chgData name="Manas Tuwani" userId="5d421215-a11f-4a6e-90ca-e8ac2213fab6" providerId="ADAL" clId="{CF5A4471-E01D-46CB-8821-D408EC72C52C}" dt="2022-07-25T13:09:52.222" v="149" actId="26606"/>
          <ac:grpSpMkLst>
            <pc:docMk/>
            <pc:sldMk cId="944971331" sldId="265"/>
            <ac:grpSpMk id="10" creationId="{28FAF094-D087-493F-8DF9-A486C2D6BBAA}"/>
          </ac:grpSpMkLst>
        </pc:grpChg>
      </pc:sldChg>
      <pc:sldChg chg="addSp delSp modSp new mod setBg addAnim delAnim setClrOvrMap">
        <pc:chgData name="Manas Tuwani" userId="5d421215-a11f-4a6e-90ca-e8ac2213fab6" providerId="ADAL" clId="{CF5A4471-E01D-46CB-8821-D408EC72C52C}" dt="2022-07-26T13:15:25.786" v="179" actId="1076"/>
        <pc:sldMkLst>
          <pc:docMk/>
          <pc:sldMk cId="1838608597" sldId="266"/>
        </pc:sldMkLst>
        <pc:spChg chg="mod ord">
          <ac:chgData name="Manas Tuwani" userId="5d421215-a11f-4a6e-90ca-e8ac2213fab6" providerId="ADAL" clId="{CF5A4471-E01D-46CB-8821-D408EC72C52C}" dt="2022-07-26T13:15:11.608" v="176" actId="26606"/>
          <ac:spMkLst>
            <pc:docMk/>
            <pc:sldMk cId="1838608597" sldId="266"/>
            <ac:spMk id="2" creationId="{63AAB20C-9C18-DE59-8D29-48C1778EB27C}"/>
          </ac:spMkLst>
        </pc:spChg>
        <pc:spChg chg="del mod">
          <ac:chgData name="Manas Tuwani" userId="5d421215-a11f-4a6e-90ca-e8ac2213fab6" providerId="ADAL" clId="{CF5A4471-E01D-46CB-8821-D408EC72C52C}" dt="2022-07-26T12:53:31.661" v="153"/>
          <ac:spMkLst>
            <pc:docMk/>
            <pc:sldMk cId="1838608597" sldId="266"/>
            <ac:spMk id="3" creationId="{0826F1AD-9CE4-29B8-7DC7-942C26FE61CF}"/>
          </ac:spMkLst>
        </pc:spChg>
        <pc:spChg chg="add del">
          <ac:chgData name="Manas Tuwani" userId="5d421215-a11f-4a6e-90ca-e8ac2213fab6" providerId="ADAL" clId="{CF5A4471-E01D-46CB-8821-D408EC72C52C}" dt="2022-07-26T13:15:11.603" v="175" actId="26606"/>
          <ac:spMkLst>
            <pc:docMk/>
            <pc:sldMk cId="1838608597" sldId="266"/>
            <ac:spMk id="1028" creationId="{37C89E4B-3C9F-44B9-8B86-D9E3D112D8EC}"/>
          </ac:spMkLst>
        </pc:spChg>
        <pc:spChg chg="add del">
          <ac:chgData name="Manas Tuwani" userId="5d421215-a11f-4a6e-90ca-e8ac2213fab6" providerId="ADAL" clId="{CF5A4471-E01D-46CB-8821-D408EC72C52C}" dt="2022-07-26T13:14:59.190" v="173" actId="26606"/>
          <ac:spMkLst>
            <pc:docMk/>
            <pc:sldMk cId="1838608597" sldId="266"/>
            <ac:spMk id="1030" creationId="{0FA5B264-D852-9DC8-991B-0ED24BECE45D}"/>
          </ac:spMkLst>
        </pc:spChg>
        <pc:spChg chg="add del">
          <ac:chgData name="Manas Tuwani" userId="5d421215-a11f-4a6e-90ca-e8ac2213fab6" providerId="ADAL" clId="{CF5A4471-E01D-46CB-8821-D408EC72C52C}" dt="2022-07-26T13:14:28.084" v="162" actId="26606"/>
          <ac:spMkLst>
            <pc:docMk/>
            <pc:sldMk cId="1838608597" sldId="266"/>
            <ac:spMk id="1031" creationId="{37C89E4B-3C9F-44B9-8B86-D9E3D112D8EC}"/>
          </ac:spMkLst>
        </pc:spChg>
        <pc:spChg chg="add">
          <ac:chgData name="Manas Tuwani" userId="5d421215-a11f-4a6e-90ca-e8ac2213fab6" providerId="ADAL" clId="{CF5A4471-E01D-46CB-8821-D408EC72C52C}" dt="2022-07-26T13:15:11.608" v="176" actId="26606"/>
          <ac:spMkLst>
            <pc:docMk/>
            <pc:sldMk cId="1838608597" sldId="266"/>
            <ac:spMk id="1034" creationId="{37C89E4B-3C9F-44B9-8B86-D9E3D112D8EC}"/>
          </ac:spMkLst>
        </pc:spChg>
        <pc:spChg chg="add del">
          <ac:chgData name="Manas Tuwani" userId="5d421215-a11f-4a6e-90ca-e8ac2213fab6" providerId="ADAL" clId="{CF5A4471-E01D-46CB-8821-D408EC72C52C}" dt="2022-07-26T13:14:34.408" v="164" actId="26606"/>
          <ac:spMkLst>
            <pc:docMk/>
            <pc:sldMk cId="1838608597" sldId="266"/>
            <ac:spMk id="1037" creationId="{0C0CCF94-9536-4A63-8FF2-E37827C92756}"/>
          </ac:spMkLst>
        </pc:spChg>
        <pc:spChg chg="add del">
          <ac:chgData name="Manas Tuwani" userId="5d421215-a11f-4a6e-90ca-e8ac2213fab6" providerId="ADAL" clId="{CF5A4471-E01D-46CB-8821-D408EC72C52C}" dt="2022-07-26T13:14:34.408" v="164" actId="26606"/>
          <ac:spMkLst>
            <pc:docMk/>
            <pc:sldMk cId="1838608597" sldId="266"/>
            <ac:spMk id="1038" creationId="{C970655A-F4C2-4D7E-BAB6-D3BFC5CAE148}"/>
          </ac:spMkLst>
        </pc:spChg>
        <pc:spChg chg="add del">
          <ac:chgData name="Manas Tuwani" userId="5d421215-a11f-4a6e-90ca-e8ac2213fab6" providerId="ADAL" clId="{CF5A4471-E01D-46CB-8821-D408EC72C52C}" dt="2022-07-26T13:14:34.408" v="164" actId="26606"/>
          <ac:spMkLst>
            <pc:docMk/>
            <pc:sldMk cId="1838608597" sldId="266"/>
            <ac:spMk id="1039" creationId="{3389D0BC-BA1D-4360-88F9-D9ECCBDAB50E}"/>
          </ac:spMkLst>
        </pc:spChg>
        <pc:spChg chg="add del">
          <ac:chgData name="Manas Tuwani" userId="5d421215-a11f-4a6e-90ca-e8ac2213fab6" providerId="ADAL" clId="{CF5A4471-E01D-46CB-8821-D408EC72C52C}" dt="2022-07-26T13:14:59.190" v="173" actId="26606"/>
          <ac:spMkLst>
            <pc:docMk/>
            <pc:sldMk cId="1838608597" sldId="266"/>
            <ac:spMk id="1041" creationId="{04812C46-200A-4DEB-A05E-3ED6C68C2387}"/>
          </ac:spMkLst>
        </pc:spChg>
        <pc:spChg chg="add del">
          <ac:chgData name="Manas Tuwani" userId="5d421215-a11f-4a6e-90ca-e8ac2213fab6" providerId="ADAL" clId="{CF5A4471-E01D-46CB-8821-D408EC72C52C}" dt="2022-07-26T13:14:59.190" v="173" actId="26606"/>
          <ac:spMkLst>
            <pc:docMk/>
            <pc:sldMk cId="1838608597" sldId="266"/>
            <ac:spMk id="1042" creationId="{D1EA859B-E555-4109-94F3-6700E046E008}"/>
          </ac:spMkLst>
        </pc:spChg>
        <pc:spChg chg="add del">
          <ac:chgData name="Manas Tuwani" userId="5d421215-a11f-4a6e-90ca-e8ac2213fab6" providerId="ADAL" clId="{CF5A4471-E01D-46CB-8821-D408EC72C52C}" dt="2022-07-26T13:14:51.604" v="168" actId="26606"/>
          <ac:spMkLst>
            <pc:docMk/>
            <pc:sldMk cId="1838608597" sldId="266"/>
            <ac:spMk id="1047" creationId="{D38A241E-0395-41E5-8607-BAA2799A4374}"/>
          </ac:spMkLst>
        </pc:spChg>
        <pc:spChg chg="add del">
          <ac:chgData name="Manas Tuwani" userId="5d421215-a11f-4a6e-90ca-e8ac2213fab6" providerId="ADAL" clId="{CF5A4471-E01D-46CB-8821-D408EC72C52C}" dt="2022-07-26T13:14:57.514" v="171" actId="26606"/>
          <ac:spMkLst>
            <pc:docMk/>
            <pc:sldMk cId="1838608597" sldId="266"/>
            <ac:spMk id="1052" creationId="{37C89E4B-3C9F-44B9-8B86-D9E3D112D8EC}"/>
          </ac:spMkLst>
        </pc:spChg>
        <pc:picChg chg="add mod">
          <ac:chgData name="Manas Tuwani" userId="5d421215-a11f-4a6e-90ca-e8ac2213fab6" providerId="ADAL" clId="{CF5A4471-E01D-46CB-8821-D408EC72C52C}" dt="2022-07-26T13:15:25.786" v="179" actId="1076"/>
          <ac:picMkLst>
            <pc:docMk/>
            <pc:sldMk cId="1838608597" sldId="266"/>
            <ac:picMk id="1026" creationId="{0A9289FC-5FDC-2A7E-6F92-66F8B436C1EA}"/>
          </ac:picMkLst>
        </pc:picChg>
        <pc:cxnChg chg="add del">
          <ac:chgData name="Manas Tuwani" userId="5d421215-a11f-4a6e-90ca-e8ac2213fab6" providerId="ADAL" clId="{CF5A4471-E01D-46CB-8821-D408EC72C52C}" dt="2022-07-26T13:15:11.603" v="175" actId="26606"/>
          <ac:cxnSpMkLst>
            <pc:docMk/>
            <pc:sldMk cId="1838608597" sldId="266"/>
            <ac:cxnSpMk id="1029" creationId="{AA2EAA10-076F-46BD-8F0F-B9A2FB77A85C}"/>
          </ac:cxnSpMkLst>
        </pc:cxnChg>
        <pc:cxnChg chg="add del">
          <ac:chgData name="Manas Tuwani" userId="5d421215-a11f-4a6e-90ca-e8ac2213fab6" providerId="ADAL" clId="{CF5A4471-E01D-46CB-8821-D408EC72C52C}" dt="2022-07-26T13:15:11.603" v="175" actId="26606"/>
          <ac:cxnSpMkLst>
            <pc:docMk/>
            <pc:sldMk cId="1838608597" sldId="266"/>
            <ac:cxnSpMk id="1032" creationId="{D891E407-403B-4764-86C9-33A56D3BCAA3}"/>
          </ac:cxnSpMkLst>
        </pc:cxnChg>
        <pc:cxnChg chg="add del">
          <ac:chgData name="Manas Tuwani" userId="5d421215-a11f-4a6e-90ca-e8ac2213fab6" providerId="ADAL" clId="{CF5A4471-E01D-46CB-8821-D408EC72C52C}" dt="2022-07-26T13:14:28.084" v="162" actId="26606"/>
          <ac:cxnSpMkLst>
            <pc:docMk/>
            <pc:sldMk cId="1838608597" sldId="266"/>
            <ac:cxnSpMk id="1033" creationId="{AA2EAA10-076F-46BD-8F0F-B9A2FB77A85C}"/>
          </ac:cxnSpMkLst>
        </pc:cxnChg>
        <pc:cxnChg chg="add del">
          <ac:chgData name="Manas Tuwani" userId="5d421215-a11f-4a6e-90ca-e8ac2213fab6" providerId="ADAL" clId="{CF5A4471-E01D-46CB-8821-D408EC72C52C}" dt="2022-07-26T13:14:28.084" v="162" actId="26606"/>
          <ac:cxnSpMkLst>
            <pc:docMk/>
            <pc:sldMk cId="1838608597" sldId="266"/>
            <ac:cxnSpMk id="1035" creationId="{D891E407-403B-4764-86C9-33A56D3BCAA3}"/>
          </ac:cxnSpMkLst>
        </pc:cxnChg>
        <pc:cxnChg chg="add">
          <ac:chgData name="Manas Tuwani" userId="5d421215-a11f-4a6e-90ca-e8ac2213fab6" providerId="ADAL" clId="{CF5A4471-E01D-46CB-8821-D408EC72C52C}" dt="2022-07-26T13:15:11.608" v="176" actId="26606"/>
          <ac:cxnSpMkLst>
            <pc:docMk/>
            <pc:sldMk cId="1838608597" sldId="266"/>
            <ac:cxnSpMk id="1036" creationId="{AA2EAA10-076F-46BD-8F0F-B9A2FB77A85C}"/>
          </ac:cxnSpMkLst>
        </pc:cxnChg>
        <pc:cxnChg chg="add">
          <ac:chgData name="Manas Tuwani" userId="5d421215-a11f-4a6e-90ca-e8ac2213fab6" providerId="ADAL" clId="{CF5A4471-E01D-46CB-8821-D408EC72C52C}" dt="2022-07-26T13:15:11.608" v="176" actId="26606"/>
          <ac:cxnSpMkLst>
            <pc:docMk/>
            <pc:sldMk cId="1838608597" sldId="266"/>
            <ac:cxnSpMk id="1040" creationId="{D891E407-403B-4764-86C9-33A56D3BCAA3}"/>
          </ac:cxnSpMkLst>
        </pc:cxnChg>
        <pc:cxnChg chg="add del">
          <ac:chgData name="Manas Tuwani" userId="5d421215-a11f-4a6e-90ca-e8ac2213fab6" providerId="ADAL" clId="{CF5A4471-E01D-46CB-8821-D408EC72C52C}" dt="2022-07-26T13:14:51.604" v="168" actId="26606"/>
          <ac:cxnSpMkLst>
            <pc:docMk/>
            <pc:sldMk cId="1838608597" sldId="266"/>
            <ac:cxnSpMk id="1049" creationId="{CE352288-84AD-4CA8-BCD5-76C29D34E1DB}"/>
          </ac:cxnSpMkLst>
        </pc:cxnChg>
        <pc:cxnChg chg="add del">
          <ac:chgData name="Manas Tuwani" userId="5d421215-a11f-4a6e-90ca-e8ac2213fab6" providerId="ADAL" clId="{CF5A4471-E01D-46CB-8821-D408EC72C52C}" dt="2022-07-26T13:14:57.514" v="171" actId="26606"/>
          <ac:cxnSpMkLst>
            <pc:docMk/>
            <pc:sldMk cId="1838608597" sldId="266"/>
            <ac:cxnSpMk id="1051" creationId="{D891E407-403B-4764-86C9-33A56D3BCAA3}"/>
          </ac:cxnSpMkLst>
        </pc:cxnChg>
        <pc:cxnChg chg="add del">
          <ac:chgData name="Manas Tuwani" userId="5d421215-a11f-4a6e-90ca-e8ac2213fab6" providerId="ADAL" clId="{CF5A4471-E01D-46CB-8821-D408EC72C52C}" dt="2022-07-26T13:14:57.514" v="171" actId="26606"/>
          <ac:cxnSpMkLst>
            <pc:docMk/>
            <pc:sldMk cId="1838608597" sldId="266"/>
            <ac:cxnSpMk id="1053" creationId="{AA2EAA10-076F-46BD-8F0F-B9A2FB77A85C}"/>
          </ac:cxnSpMkLst>
        </pc:cxnChg>
      </pc:sldChg>
      <pc:sldChg chg="addSp delSp modSp add mod setBg delDesignElem">
        <pc:chgData name="Manas Tuwani" userId="5d421215-a11f-4a6e-90ca-e8ac2213fab6" providerId="ADAL" clId="{CF5A4471-E01D-46CB-8821-D408EC72C52C}" dt="2022-07-27T12:52:50.776" v="241" actId="14100"/>
        <pc:sldMkLst>
          <pc:docMk/>
          <pc:sldMk cId="3362261991" sldId="267"/>
        </pc:sldMkLst>
        <pc:spChg chg="mod">
          <ac:chgData name="Manas Tuwani" userId="5d421215-a11f-4a6e-90ca-e8ac2213fab6" providerId="ADAL" clId="{CF5A4471-E01D-46CB-8821-D408EC72C52C}" dt="2022-07-27T12:52:43.636" v="239" actId="26606"/>
          <ac:spMkLst>
            <pc:docMk/>
            <pc:sldMk cId="3362261991" sldId="267"/>
            <ac:spMk id="2" creationId="{00000000-0000-0000-0000-000000000000}"/>
          </ac:spMkLst>
        </pc:spChg>
        <pc:spChg chg="mod">
          <ac:chgData name="Manas Tuwani" userId="5d421215-a11f-4a6e-90ca-e8ac2213fab6" providerId="ADAL" clId="{CF5A4471-E01D-46CB-8821-D408EC72C52C}" dt="2022-07-27T12:52:43.636" v="239" actId="26606"/>
          <ac:spMkLst>
            <pc:docMk/>
            <pc:sldMk cId="3362261991" sldId="267"/>
            <ac:spMk id="3" creationId="{00000000-0000-0000-0000-000000000000}"/>
          </ac:spMkLst>
        </pc:spChg>
        <pc:spChg chg="del">
          <ac:chgData name="Manas Tuwani" userId="5d421215-a11f-4a6e-90ca-e8ac2213fab6" providerId="ADAL" clId="{CF5A4471-E01D-46CB-8821-D408EC72C52C}" dt="2022-07-27T12:48:27.096" v="210"/>
          <ac:spMkLst>
            <pc:docMk/>
            <pc:sldMk cId="3362261991" sldId="267"/>
            <ac:spMk id="32" creationId="{488333BA-AE6E-427A-9B16-A39C8073F4EB}"/>
          </ac:spMkLst>
        </pc:spChg>
        <pc:spChg chg="del">
          <ac:chgData name="Manas Tuwani" userId="5d421215-a11f-4a6e-90ca-e8ac2213fab6" providerId="ADAL" clId="{CF5A4471-E01D-46CB-8821-D408EC72C52C}" dt="2022-07-27T12:48:27.096" v="210"/>
          <ac:spMkLst>
            <pc:docMk/>
            <pc:sldMk cId="3362261991" sldId="267"/>
            <ac:spMk id="33" creationId="{F98ED85F-DCEE-4B50-802E-71A6E3E12B04}"/>
          </ac:spMkLst>
        </pc:spChg>
        <pc:spChg chg="add">
          <ac:chgData name="Manas Tuwani" userId="5d421215-a11f-4a6e-90ca-e8ac2213fab6" providerId="ADAL" clId="{CF5A4471-E01D-46CB-8821-D408EC72C52C}" dt="2022-07-27T12:52:43.636" v="239" actId="26606"/>
          <ac:spMkLst>
            <pc:docMk/>
            <pc:sldMk cId="3362261991" sldId="267"/>
            <ac:spMk id="1031" creationId="{058A14AF-9FB5-4CC7-BA35-E8E85D3EDF0E}"/>
          </ac:spMkLst>
        </pc:spChg>
        <pc:spChg chg="add">
          <ac:chgData name="Manas Tuwani" userId="5d421215-a11f-4a6e-90ca-e8ac2213fab6" providerId="ADAL" clId="{CF5A4471-E01D-46CB-8821-D408EC72C52C}" dt="2022-07-27T12:52:43.636" v="239" actId="26606"/>
          <ac:spMkLst>
            <pc:docMk/>
            <pc:sldMk cId="3362261991" sldId="267"/>
            <ac:spMk id="1033" creationId="{3A9A4357-BD1D-4622-A4FE-766E6AB8DE84}"/>
          </ac:spMkLst>
        </pc:spChg>
        <pc:spChg chg="add">
          <ac:chgData name="Manas Tuwani" userId="5d421215-a11f-4a6e-90ca-e8ac2213fab6" providerId="ADAL" clId="{CF5A4471-E01D-46CB-8821-D408EC72C52C}" dt="2022-07-27T12:52:43.636" v="239" actId="26606"/>
          <ac:spMkLst>
            <pc:docMk/>
            <pc:sldMk cId="3362261991" sldId="267"/>
            <ac:spMk id="1035" creationId="{E659831F-0D9A-4C63-9EBB-8435B85A440F}"/>
          </ac:spMkLst>
        </pc:spChg>
        <pc:spChg chg="add">
          <ac:chgData name="Manas Tuwani" userId="5d421215-a11f-4a6e-90ca-e8ac2213fab6" providerId="ADAL" clId="{CF5A4471-E01D-46CB-8821-D408EC72C52C}" dt="2022-07-27T12:52:43.636" v="239" actId="26606"/>
          <ac:spMkLst>
            <pc:docMk/>
            <pc:sldMk cId="3362261991" sldId="267"/>
            <ac:spMk id="1037" creationId="{E6995CE5-F890-4ABA-82A2-26507CE8D2A3}"/>
          </ac:spMkLst>
        </pc:spChg>
        <pc:picChg chg="add mod">
          <ac:chgData name="Manas Tuwani" userId="5d421215-a11f-4a6e-90ca-e8ac2213fab6" providerId="ADAL" clId="{CF5A4471-E01D-46CB-8821-D408EC72C52C}" dt="2022-07-27T12:52:50.776" v="241" actId="14100"/>
          <ac:picMkLst>
            <pc:docMk/>
            <pc:sldMk cId="3362261991" sldId="267"/>
            <ac:picMk id="1026" creationId="{3AFFB4E3-A5E1-BBD9-99D2-7EB3FF347202}"/>
          </ac:picMkLst>
        </pc:picChg>
      </pc:sldChg>
      <pc:sldChg chg="modSp new mod">
        <pc:chgData name="Manas Tuwani" userId="5d421215-a11f-4a6e-90ca-e8ac2213fab6" providerId="ADAL" clId="{CF5A4471-E01D-46CB-8821-D408EC72C52C}" dt="2022-07-27T13:08:24.916" v="349" actId="5793"/>
        <pc:sldMkLst>
          <pc:docMk/>
          <pc:sldMk cId="1473802145" sldId="268"/>
        </pc:sldMkLst>
        <pc:spChg chg="mod">
          <ac:chgData name="Manas Tuwani" userId="5d421215-a11f-4a6e-90ca-e8ac2213fab6" providerId="ADAL" clId="{CF5A4471-E01D-46CB-8821-D408EC72C52C}" dt="2022-07-27T13:00:51.295" v="281" actId="115"/>
          <ac:spMkLst>
            <pc:docMk/>
            <pc:sldMk cId="1473802145" sldId="268"/>
            <ac:spMk id="2" creationId="{F6840F20-9233-82D9-B053-B0D26C015890}"/>
          </ac:spMkLst>
        </pc:spChg>
        <pc:spChg chg="mod">
          <ac:chgData name="Manas Tuwani" userId="5d421215-a11f-4a6e-90ca-e8ac2213fab6" providerId="ADAL" clId="{CF5A4471-E01D-46CB-8821-D408EC72C52C}" dt="2022-07-27T13:08:24.916" v="349" actId="5793"/>
          <ac:spMkLst>
            <pc:docMk/>
            <pc:sldMk cId="1473802145" sldId="268"/>
            <ac:spMk id="3" creationId="{9243BEA0-00DD-93BB-61C2-5ACEE2B814AA}"/>
          </ac:spMkLst>
        </pc:spChg>
      </pc:sldChg>
      <pc:sldChg chg="addSp delSp modSp new mod setBg">
        <pc:chgData name="Manas Tuwani" userId="5d421215-a11f-4a6e-90ca-e8ac2213fab6" providerId="ADAL" clId="{CF5A4471-E01D-46CB-8821-D408EC72C52C}" dt="2022-07-27T12:57:55.785" v="271" actId="26606"/>
        <pc:sldMkLst>
          <pc:docMk/>
          <pc:sldMk cId="3182341132" sldId="269"/>
        </pc:sldMkLst>
        <pc:spChg chg="del">
          <ac:chgData name="Manas Tuwani" userId="5d421215-a11f-4a6e-90ca-e8ac2213fab6" providerId="ADAL" clId="{CF5A4471-E01D-46CB-8821-D408EC72C52C}" dt="2022-07-27T12:57:25.577" v="267" actId="478"/>
          <ac:spMkLst>
            <pc:docMk/>
            <pc:sldMk cId="3182341132" sldId="269"/>
            <ac:spMk id="2" creationId="{96564526-CCC7-0FC2-DF7C-AF2735AD9D49}"/>
          </ac:spMkLst>
        </pc:spChg>
        <pc:spChg chg="mod">
          <ac:chgData name="Manas Tuwani" userId="5d421215-a11f-4a6e-90ca-e8ac2213fab6" providerId="ADAL" clId="{CF5A4471-E01D-46CB-8821-D408EC72C52C}" dt="2022-07-27T12:57:55.785" v="271" actId="26606"/>
          <ac:spMkLst>
            <pc:docMk/>
            <pc:sldMk cId="3182341132" sldId="269"/>
            <ac:spMk id="3" creationId="{063C3028-1EAA-4AE8-DD43-72B6039855B4}"/>
          </ac:spMkLst>
        </pc:spChg>
        <pc:spChg chg="add">
          <ac:chgData name="Manas Tuwani" userId="5d421215-a11f-4a6e-90ca-e8ac2213fab6" providerId="ADAL" clId="{CF5A4471-E01D-46CB-8821-D408EC72C52C}" dt="2022-07-27T12:57:55.785" v="271" actId="26606"/>
          <ac:spMkLst>
            <pc:docMk/>
            <pc:sldMk cId="3182341132" sldId="269"/>
            <ac:spMk id="8" creationId="{DBF61EA3-B236-439E-9C0B-340980D56BEE}"/>
          </ac:spMkLst>
        </pc:spChg>
        <pc:spChg chg="add">
          <ac:chgData name="Manas Tuwani" userId="5d421215-a11f-4a6e-90ca-e8ac2213fab6" providerId="ADAL" clId="{CF5A4471-E01D-46CB-8821-D408EC72C52C}" dt="2022-07-27T12:57:55.785" v="271" actId="26606"/>
          <ac:spMkLst>
            <pc:docMk/>
            <pc:sldMk cId="3182341132" sldId="269"/>
            <ac:spMk id="14" creationId="{E659831F-0D9A-4C63-9EBB-8435B85A440F}"/>
          </ac:spMkLst>
        </pc:spChg>
        <pc:grpChg chg="add">
          <ac:chgData name="Manas Tuwani" userId="5d421215-a11f-4a6e-90ca-e8ac2213fab6" providerId="ADAL" clId="{CF5A4471-E01D-46CB-8821-D408EC72C52C}" dt="2022-07-27T12:57:55.785" v="271" actId="26606"/>
          <ac:grpSpMkLst>
            <pc:docMk/>
            <pc:sldMk cId="3182341132" sldId="269"/>
            <ac:grpSpMk id="10" creationId="{28FAF094-D087-493F-8DF9-A486C2D6BBAA}"/>
          </ac:grpSpMkLst>
        </pc:grpChg>
      </pc:sldChg>
      <pc:sldChg chg="addSp delSp modSp new del mod">
        <pc:chgData name="Manas Tuwani" userId="5d421215-a11f-4a6e-90ca-e8ac2213fab6" providerId="ADAL" clId="{CF5A4471-E01D-46CB-8821-D408EC72C52C}" dt="2022-07-27T13:04:58.635" v="299" actId="47"/>
        <pc:sldMkLst>
          <pc:docMk/>
          <pc:sldMk cId="745200279" sldId="270"/>
        </pc:sldMkLst>
        <pc:spChg chg="mod">
          <ac:chgData name="Manas Tuwani" userId="5d421215-a11f-4a6e-90ca-e8ac2213fab6" providerId="ADAL" clId="{CF5A4471-E01D-46CB-8821-D408EC72C52C}" dt="2022-07-27T13:03:31.561" v="284" actId="27636"/>
          <ac:spMkLst>
            <pc:docMk/>
            <pc:sldMk cId="745200279" sldId="270"/>
            <ac:spMk id="2" creationId="{FDA07529-4CF5-A19F-BF0F-9DE81C79EFFB}"/>
          </ac:spMkLst>
        </pc:spChg>
        <pc:spChg chg="del mod">
          <ac:chgData name="Manas Tuwani" userId="5d421215-a11f-4a6e-90ca-e8ac2213fab6" providerId="ADAL" clId="{CF5A4471-E01D-46CB-8821-D408EC72C52C}" dt="2022-07-27T13:04:02.199" v="286"/>
          <ac:spMkLst>
            <pc:docMk/>
            <pc:sldMk cId="745200279" sldId="270"/>
            <ac:spMk id="3" creationId="{87F401B7-6F77-0B3B-8850-98FFA82E5B97}"/>
          </ac:spMkLst>
        </pc:spChg>
        <pc:spChg chg="add mod">
          <ac:chgData name="Manas Tuwani" userId="5d421215-a11f-4a6e-90ca-e8ac2213fab6" providerId="ADAL" clId="{CF5A4471-E01D-46CB-8821-D408EC72C52C}" dt="2022-07-27T13:04:13.935" v="289" actId="20577"/>
          <ac:spMkLst>
            <pc:docMk/>
            <pc:sldMk cId="745200279" sldId="270"/>
            <ac:spMk id="4" creationId="{D6B203B3-D22D-E64C-38BF-71E0C919C378}"/>
          </ac:spMkLst>
        </pc:spChg>
      </pc:sldChg>
      <pc:sldChg chg="addSp delSp modSp new mod">
        <pc:chgData name="Manas Tuwani" userId="5d421215-a11f-4a6e-90ca-e8ac2213fab6" providerId="ADAL" clId="{CF5A4471-E01D-46CB-8821-D408EC72C52C}" dt="2022-07-27T13:08:45.161" v="357" actId="20577"/>
        <pc:sldMkLst>
          <pc:docMk/>
          <pc:sldMk cId="604184702" sldId="271"/>
        </pc:sldMkLst>
        <pc:spChg chg="mod">
          <ac:chgData name="Manas Tuwani" userId="5d421215-a11f-4a6e-90ca-e8ac2213fab6" providerId="ADAL" clId="{CF5A4471-E01D-46CB-8821-D408EC72C52C}" dt="2022-07-27T13:08:45.161" v="357" actId="20577"/>
          <ac:spMkLst>
            <pc:docMk/>
            <pc:sldMk cId="604184702" sldId="271"/>
            <ac:spMk id="2" creationId="{7064E33E-3DD1-6CD9-6FE3-EC0F3FBA62A1}"/>
          </ac:spMkLst>
        </pc:spChg>
        <pc:spChg chg="mod">
          <ac:chgData name="Manas Tuwani" userId="5d421215-a11f-4a6e-90ca-e8ac2213fab6" providerId="ADAL" clId="{CF5A4471-E01D-46CB-8821-D408EC72C52C}" dt="2022-07-27T13:06:34.549" v="311" actId="14100"/>
          <ac:spMkLst>
            <pc:docMk/>
            <pc:sldMk cId="604184702" sldId="271"/>
            <ac:spMk id="3" creationId="{D1991FBD-F3B9-39C4-2801-31DA4A2B7656}"/>
          </ac:spMkLst>
        </pc:spChg>
        <pc:spChg chg="add del">
          <ac:chgData name="Manas Tuwani" userId="5d421215-a11f-4a6e-90ca-e8ac2213fab6" providerId="ADAL" clId="{CF5A4471-E01D-46CB-8821-D408EC72C52C}" dt="2022-07-27T13:05:48.612" v="307"/>
          <ac:spMkLst>
            <pc:docMk/>
            <pc:sldMk cId="604184702" sldId="271"/>
            <ac:spMk id="4" creationId="{89A6B5A7-F770-9190-0177-F0C1D583F8F9}"/>
          </ac:spMkLst>
        </pc:spChg>
        <pc:spChg chg="add del mod">
          <ac:chgData name="Manas Tuwani" userId="5d421215-a11f-4a6e-90ca-e8ac2213fab6" providerId="ADAL" clId="{CF5A4471-E01D-46CB-8821-D408EC72C52C}" dt="2022-07-27T13:05:47.938" v="306"/>
          <ac:spMkLst>
            <pc:docMk/>
            <pc:sldMk cId="604184702" sldId="271"/>
            <ac:spMk id="5" creationId="{FBA2FC56-DE41-C99F-9852-6ADE54D0B8CB}"/>
          </ac:spMkLst>
        </pc:spChg>
        <pc:picChg chg="add mod">
          <ac:chgData name="Manas Tuwani" userId="5d421215-a11f-4a6e-90ca-e8ac2213fab6" providerId="ADAL" clId="{CF5A4471-E01D-46CB-8821-D408EC72C52C}" dt="2022-07-27T13:06:55.487" v="317" actId="1076"/>
          <ac:picMkLst>
            <pc:docMk/>
            <pc:sldMk cId="604184702" sldId="271"/>
            <ac:picMk id="7" creationId="{3CD55B34-027C-9C33-5747-EA893996ED06}"/>
          </ac:picMkLst>
        </pc:picChg>
      </pc:sldChg>
      <pc:sldChg chg="addSp modSp new mod setBg">
        <pc:chgData name="Manas Tuwani" userId="5d421215-a11f-4a6e-90ca-e8ac2213fab6" providerId="ADAL" clId="{CF5A4471-E01D-46CB-8821-D408EC72C52C}" dt="2022-07-27T14:22:19.988" v="360" actId="26606"/>
        <pc:sldMkLst>
          <pc:docMk/>
          <pc:sldMk cId="1715517755" sldId="272"/>
        </pc:sldMkLst>
        <pc:picChg chg="add mod">
          <ac:chgData name="Manas Tuwani" userId="5d421215-a11f-4a6e-90ca-e8ac2213fab6" providerId="ADAL" clId="{CF5A4471-E01D-46CB-8821-D408EC72C52C}" dt="2022-07-27T14:22:19.988" v="360" actId="26606"/>
          <ac:picMkLst>
            <pc:docMk/>
            <pc:sldMk cId="1715517755" sldId="272"/>
            <ac:picMk id="3" creationId="{61D279B3-8894-3DC0-9292-64D7205A1639}"/>
          </ac:picMkLst>
        </pc:picChg>
      </pc:sldChg>
      <pc:sldChg chg="addSp modSp new mod setBg">
        <pc:chgData name="Manas Tuwani" userId="5d421215-a11f-4a6e-90ca-e8ac2213fab6" providerId="ADAL" clId="{CF5A4471-E01D-46CB-8821-D408EC72C52C}" dt="2022-07-27T14:23:02.398" v="364" actId="27614"/>
        <pc:sldMkLst>
          <pc:docMk/>
          <pc:sldMk cId="2554618726" sldId="273"/>
        </pc:sldMkLst>
        <pc:picChg chg="add mod">
          <ac:chgData name="Manas Tuwani" userId="5d421215-a11f-4a6e-90ca-e8ac2213fab6" providerId="ADAL" clId="{CF5A4471-E01D-46CB-8821-D408EC72C52C}" dt="2022-07-27T14:23:02.398" v="364" actId="27614"/>
          <ac:picMkLst>
            <pc:docMk/>
            <pc:sldMk cId="2554618726" sldId="273"/>
            <ac:picMk id="3" creationId="{4B06E5C4-7D39-7938-8D1A-C054217FAABD}"/>
          </ac:picMkLst>
        </pc:picChg>
      </pc:sldChg>
    </pc:docChg>
  </pc:docChgLst>
  <pc:docChgLst>
    <pc:chgData name="Manas Tuwani" userId="5d421215-a11f-4a6e-90ca-e8ac2213fab6" providerId="ADAL" clId="{659BC9F7-2035-4D30-8800-984F4BF8B5DC}"/>
    <pc:docChg chg="modSld sldOrd">
      <pc:chgData name="Manas Tuwani" userId="5d421215-a11f-4a6e-90ca-e8ac2213fab6" providerId="ADAL" clId="{659BC9F7-2035-4D30-8800-984F4BF8B5DC}" dt="2023-07-03T01:25:54.524" v="1"/>
      <pc:docMkLst>
        <pc:docMk/>
      </pc:docMkLst>
      <pc:sldChg chg="ord">
        <pc:chgData name="Manas Tuwani" userId="5d421215-a11f-4a6e-90ca-e8ac2213fab6" providerId="ADAL" clId="{659BC9F7-2035-4D30-8800-984F4BF8B5DC}" dt="2023-07-03T01:25:54.524" v="1"/>
        <pc:sldMkLst>
          <pc:docMk/>
          <pc:sldMk cId="3362261991" sldId="26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FF0AACC-8782-4C5A-A7E8-076A6E15FD83}" type="datetimeFigureOut">
              <a:rPr lang="en-IN" smtClean="0"/>
              <a:pPr/>
              <a:t>30-11-2025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A5F780B-6683-4DF4-8E3E-30006578E612}" type="slidenum">
              <a:rPr lang="en-IN" smtClean="0"/>
              <a:pPr/>
              <a:t>‹#›</a:t>
            </a:fld>
            <a:endParaRPr lang="en-IN" dirty="0"/>
          </a:p>
        </p:txBody>
      </p:sp>
    </p:spTree>
    <p:extLst>
      <p:ext uri="{BB962C8B-B14F-4D97-AF65-F5344CB8AC3E}">
        <p14:creationId xmlns:p14="http://schemas.microsoft.com/office/powerpoint/2010/main" xmlns="" val="24794815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FF0AACC-8782-4C5A-A7E8-076A6E15FD83}" type="datetimeFigureOut">
              <a:rPr lang="en-IN" smtClean="0"/>
              <a:pPr/>
              <a:t>30-11-2025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A5F780B-6683-4DF4-8E3E-30006578E612}" type="slidenum">
              <a:rPr lang="en-IN" smtClean="0"/>
              <a:pPr/>
              <a:t>‹#›</a:t>
            </a:fld>
            <a:endParaRPr lang="en-IN" dirty="0"/>
          </a:p>
        </p:txBody>
      </p:sp>
    </p:spTree>
    <p:extLst>
      <p:ext uri="{BB962C8B-B14F-4D97-AF65-F5344CB8AC3E}">
        <p14:creationId xmlns:p14="http://schemas.microsoft.com/office/powerpoint/2010/main" xmlns="" val="4153386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F0AACC-8782-4C5A-A7E8-076A6E15FD83}" type="datetimeFigureOut">
              <a:rPr lang="en-IN" smtClean="0"/>
              <a:pPr/>
              <a:t>30-11-2025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A5F780B-6683-4DF4-8E3E-30006578E612}" type="slidenum">
              <a:rPr lang="en-IN" smtClean="0"/>
              <a:pPr/>
              <a:t>‹#›</a:t>
            </a:fld>
            <a:endParaRPr lang="en-IN" dirty="0"/>
          </a:p>
        </p:txBody>
      </p:sp>
    </p:spTree>
    <p:extLst>
      <p:ext uri="{BB962C8B-B14F-4D97-AF65-F5344CB8AC3E}">
        <p14:creationId xmlns:p14="http://schemas.microsoft.com/office/powerpoint/2010/main" xmlns="" val="11851606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FF0AACC-8782-4C5A-A7E8-076A6E15FD83}" type="datetimeFigureOut">
              <a:rPr lang="en-IN" smtClean="0"/>
              <a:pPr/>
              <a:t>30-11-2025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6A5F780B-6683-4DF4-8E3E-30006578E612}" type="slidenum">
              <a:rPr lang="en-IN" smtClean="0"/>
              <a:pPr/>
              <a:t>‹#›</a:t>
            </a:fld>
            <a:endParaRPr lang="en-IN" dirty="0"/>
          </a:p>
        </p:txBody>
      </p:sp>
    </p:spTree>
    <p:extLst>
      <p:ext uri="{BB962C8B-B14F-4D97-AF65-F5344CB8AC3E}">
        <p14:creationId xmlns:p14="http://schemas.microsoft.com/office/powerpoint/2010/main" xmlns="" val="4145909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FF0AACC-8782-4C5A-A7E8-076A6E15FD83}" type="datetimeFigureOut">
              <a:rPr lang="en-IN" smtClean="0"/>
              <a:pPr/>
              <a:t>30-11-2025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6A5F780B-6683-4DF4-8E3E-30006578E612}" type="slidenum">
              <a:rPr lang="en-IN" smtClean="0"/>
              <a:pPr/>
              <a:t>‹#›</a:t>
            </a:fld>
            <a:endParaRPr lang="en-IN" dirty="0"/>
          </a:p>
        </p:txBody>
      </p:sp>
    </p:spTree>
    <p:extLst>
      <p:ext uri="{BB962C8B-B14F-4D97-AF65-F5344CB8AC3E}">
        <p14:creationId xmlns:p14="http://schemas.microsoft.com/office/powerpoint/2010/main" xmlns="" val="1839091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FF0AACC-8782-4C5A-A7E8-076A6E15FD83}" type="datetimeFigureOut">
              <a:rPr lang="en-IN" smtClean="0"/>
              <a:pPr/>
              <a:t>30-11-2025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6A5F780B-6683-4DF4-8E3E-30006578E612}" type="slidenum">
              <a:rPr lang="en-IN" smtClean="0"/>
              <a:pPr/>
              <a:t>‹#›</a:t>
            </a:fld>
            <a:endParaRPr lang="en-IN" dirty="0"/>
          </a:p>
        </p:txBody>
      </p:sp>
    </p:spTree>
    <p:extLst>
      <p:ext uri="{BB962C8B-B14F-4D97-AF65-F5344CB8AC3E}">
        <p14:creationId xmlns:p14="http://schemas.microsoft.com/office/powerpoint/2010/main" xmlns="" val="642273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F0AACC-8782-4C5A-A7E8-076A6E15FD83}" type="datetimeFigureOut">
              <a:rPr lang="en-IN" smtClean="0"/>
              <a:pPr/>
              <a:t>30-11-2025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6A5F780B-6683-4DF4-8E3E-30006578E612}" type="slidenum">
              <a:rPr lang="en-IN" smtClean="0"/>
              <a:pPr/>
              <a:t>‹#›</a:t>
            </a:fld>
            <a:endParaRPr lang="en-IN" dirty="0"/>
          </a:p>
        </p:txBody>
      </p:sp>
    </p:spTree>
    <p:extLst>
      <p:ext uri="{BB962C8B-B14F-4D97-AF65-F5344CB8AC3E}">
        <p14:creationId xmlns:p14="http://schemas.microsoft.com/office/powerpoint/2010/main" xmlns="" val="3824114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F0AACC-8782-4C5A-A7E8-076A6E15FD83}" type="datetimeFigureOut">
              <a:rPr lang="en-IN" smtClean="0"/>
              <a:pPr/>
              <a:t>30-11-2025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6A5F780B-6683-4DF4-8E3E-30006578E612}" type="slidenum">
              <a:rPr lang="en-IN" smtClean="0"/>
              <a:pPr/>
              <a:t>‹#›</a:t>
            </a:fld>
            <a:endParaRPr lang="en-IN" dirty="0"/>
          </a:p>
        </p:txBody>
      </p:sp>
    </p:spTree>
    <p:extLst>
      <p:ext uri="{BB962C8B-B14F-4D97-AF65-F5344CB8AC3E}">
        <p14:creationId xmlns:p14="http://schemas.microsoft.com/office/powerpoint/2010/main" xmlns="" val="3623100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F0AACC-8782-4C5A-A7E8-076A6E15FD83}" type="datetimeFigureOut">
              <a:rPr lang="en-IN" smtClean="0"/>
              <a:pPr/>
              <a:t>30-11-2025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6A5F780B-6683-4DF4-8E3E-30006578E612}" type="slidenum">
              <a:rPr lang="en-IN" smtClean="0"/>
              <a:pPr/>
              <a:t>‹#›</a:t>
            </a:fld>
            <a:endParaRPr lang="en-IN" dirty="0"/>
          </a:p>
        </p:txBody>
      </p:sp>
    </p:spTree>
    <p:extLst>
      <p:ext uri="{BB962C8B-B14F-4D97-AF65-F5344CB8AC3E}">
        <p14:creationId xmlns:p14="http://schemas.microsoft.com/office/powerpoint/2010/main" xmlns="" val="3803439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FF0AACC-8782-4C5A-A7E8-076A6E15FD83}" type="datetimeFigureOut">
              <a:rPr lang="en-IN" smtClean="0"/>
              <a:pPr/>
              <a:t>30-11-2025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A5F780B-6683-4DF4-8E3E-30006578E612}" type="slidenum">
              <a:rPr lang="en-IN" smtClean="0"/>
              <a:pPr/>
              <a:t>‹#›</a:t>
            </a:fld>
            <a:endParaRPr lang="en-IN" dirty="0"/>
          </a:p>
        </p:txBody>
      </p:sp>
    </p:spTree>
    <p:extLst>
      <p:ext uri="{BB962C8B-B14F-4D97-AF65-F5344CB8AC3E}">
        <p14:creationId xmlns:p14="http://schemas.microsoft.com/office/powerpoint/2010/main" xmlns="" val="1112367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FF0AACC-8782-4C5A-A7E8-076A6E15FD83}" type="datetimeFigureOut">
              <a:rPr lang="en-IN" smtClean="0"/>
              <a:pPr/>
              <a:t>30-11-2025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A5F780B-6683-4DF4-8E3E-30006578E612}" type="slidenum">
              <a:rPr lang="en-IN" smtClean="0"/>
              <a:pPr/>
              <a:t>‹#›</a:t>
            </a:fld>
            <a:endParaRPr lang="en-IN" dirty="0"/>
          </a:p>
        </p:txBody>
      </p:sp>
    </p:spTree>
    <p:extLst>
      <p:ext uri="{BB962C8B-B14F-4D97-AF65-F5344CB8AC3E}">
        <p14:creationId xmlns:p14="http://schemas.microsoft.com/office/powerpoint/2010/main" xmlns="" val="1637270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F0AACC-8782-4C5A-A7E8-076A6E15FD83}" type="datetimeFigureOut">
              <a:rPr lang="en-IN" smtClean="0"/>
              <a:pPr/>
              <a:t>30-11-2025</a:t>
            </a:fld>
            <a:endParaRPr lang="en-IN"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5F780B-6683-4DF4-8E3E-30006578E612}" type="slidenum">
              <a:rPr lang="en-IN" smtClean="0"/>
              <a:pPr/>
              <a:t>‹#›</a:t>
            </a:fld>
            <a:endParaRPr lang="en-IN" dirty="0"/>
          </a:p>
        </p:txBody>
      </p:sp>
    </p:spTree>
    <p:extLst>
      <p:ext uri="{BB962C8B-B14F-4D97-AF65-F5344CB8AC3E}">
        <p14:creationId xmlns:p14="http://schemas.microsoft.com/office/powerpoint/2010/main" xmlns="" val="34844715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3448" y="0"/>
            <a:ext cx="9147448" cy="6858000"/>
          </a:xfrm>
          <a:prstGeom prst="rect">
            <a:avLst/>
          </a:prstGeom>
        </p:spPr>
      </p:pic>
      <p:sp>
        <p:nvSpPr>
          <p:cNvPr id="5" name="TextBox 4"/>
          <p:cNvSpPr txBox="1"/>
          <p:nvPr/>
        </p:nvSpPr>
        <p:spPr>
          <a:xfrm>
            <a:off x="3697500" y="6121664"/>
            <a:ext cx="2304256" cy="369332"/>
          </a:xfrm>
          <a:prstGeom prst="rect">
            <a:avLst/>
          </a:prstGeom>
          <a:noFill/>
        </p:spPr>
        <p:txBody>
          <a:bodyPr wrap="square" rtlCol="0">
            <a:spAutoFit/>
          </a:bodyPr>
          <a:lstStyle/>
          <a:p>
            <a:r>
              <a:rPr lang="en-IN" b="1" dirty="0">
                <a:solidFill>
                  <a:schemeClr val="bg1"/>
                </a:solidFill>
              </a:rPr>
              <a:t>By: Manas Tuwani</a:t>
            </a:r>
          </a:p>
        </p:txBody>
      </p:sp>
    </p:spTree>
    <p:extLst>
      <p:ext uri="{BB962C8B-B14F-4D97-AF65-F5344CB8AC3E}">
        <p14:creationId xmlns:p14="http://schemas.microsoft.com/office/powerpoint/2010/main" xmlns="" val="40031268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25">
            <a:extLst>
              <a:ext uri="{FF2B5EF4-FFF2-40B4-BE49-F238E27FC236}">
                <a16:creationId xmlns:a16="http://schemas.microsoft.com/office/drawing/2014/main" xmlns="" id="{488333BA-AE6E-427A-9B16-A39C8073F4E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1714"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27">
            <a:extLst>
              <a:ext uri="{FF2B5EF4-FFF2-40B4-BE49-F238E27FC236}">
                <a16:creationId xmlns:a16="http://schemas.microsoft.com/office/drawing/2014/main" xmlns="" id="{F98ED85F-DCEE-4B50-802E-71A6E3E12B0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241173" y="320040"/>
            <a:ext cx="8661654"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28650" y="631825"/>
            <a:ext cx="7886700" cy="1325563"/>
          </a:xfrm>
        </p:spPr>
        <p:txBody>
          <a:bodyPr>
            <a:normAutofit/>
          </a:bodyPr>
          <a:lstStyle/>
          <a:p>
            <a:pPr>
              <a:lnSpc>
                <a:spcPct val="90000"/>
              </a:lnSpc>
            </a:pPr>
            <a:r>
              <a:rPr lang="en-IN" b="1" u="sng" dirty="0"/>
              <a:t>ENCAPSULATION</a:t>
            </a:r>
            <a:br>
              <a:rPr lang="en-IN" b="1" u="sng" dirty="0"/>
            </a:br>
            <a:endParaRPr lang="en-IN" b="1" u="sng" dirty="0"/>
          </a:p>
        </p:txBody>
      </p:sp>
      <p:sp>
        <p:nvSpPr>
          <p:cNvPr id="3" name="Content Placeholder 2"/>
          <p:cNvSpPr>
            <a:spLocks noGrp="1"/>
          </p:cNvSpPr>
          <p:nvPr>
            <p:ph idx="1"/>
          </p:nvPr>
        </p:nvSpPr>
        <p:spPr>
          <a:xfrm>
            <a:off x="628650" y="1957388"/>
            <a:ext cx="7886700" cy="3971774"/>
          </a:xfrm>
        </p:spPr>
        <p:txBody>
          <a:bodyPr>
            <a:normAutofit/>
          </a:bodyPr>
          <a:lstStyle/>
          <a:p>
            <a:pPr marL="0" indent="0">
              <a:lnSpc>
                <a:spcPct val="90000"/>
              </a:lnSpc>
              <a:buNone/>
            </a:pPr>
            <a:r>
              <a:rPr lang="en-IN" sz="2100" dirty="0"/>
              <a:t>Encapsulation is defined as the wrapping up of data under a single unit. It is the mechanism that binds together code and the data it manipulates. Other way to think about encapsulation is, it is a protective shield that prevents the data from being accessed by the code outside this shield.</a:t>
            </a:r>
          </a:p>
          <a:p>
            <a:pPr marL="0" indent="0">
              <a:lnSpc>
                <a:spcPct val="90000"/>
              </a:lnSpc>
              <a:buNone/>
            </a:pPr>
            <a:endParaRPr lang="en-IN" sz="2100" dirty="0"/>
          </a:p>
          <a:p>
            <a:pPr marL="0" indent="0">
              <a:lnSpc>
                <a:spcPct val="90000"/>
              </a:lnSpc>
              <a:buNone/>
            </a:pPr>
            <a:r>
              <a:rPr lang="en-IN" sz="2100" dirty="0"/>
              <a:t>As in encapsulation, the data in a class is hidden from other classes, so it is also known as data-binding.</a:t>
            </a:r>
          </a:p>
          <a:p>
            <a:pPr marL="0" indent="0">
              <a:lnSpc>
                <a:spcPct val="90000"/>
              </a:lnSpc>
              <a:buNone/>
            </a:pPr>
            <a:endParaRPr lang="en-IN" sz="2100" dirty="0"/>
          </a:p>
          <a:p>
            <a:pPr marL="0" indent="0">
              <a:lnSpc>
                <a:spcPct val="90000"/>
              </a:lnSpc>
              <a:buNone/>
            </a:pPr>
            <a:r>
              <a:rPr lang="en-IN" sz="2100" b="1" dirty="0"/>
              <a:t>Encapsulation can be achieved by: Declaring all the variables in the class as private and writing public methods in the class to set and get the values of variables</a:t>
            </a:r>
            <a:r>
              <a:rPr lang="en-IN" sz="2100" dirty="0"/>
              <a:t>.</a:t>
            </a:r>
          </a:p>
        </p:txBody>
      </p:sp>
    </p:spTree>
    <p:extLst>
      <p:ext uri="{BB962C8B-B14F-4D97-AF65-F5344CB8AC3E}">
        <p14:creationId xmlns:p14="http://schemas.microsoft.com/office/powerpoint/2010/main" xmlns="" val="15954130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xmlns="" id="{058A14AF-9FB5-4CC7-BA35-E8E85D3EDF0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595246" y="386930"/>
            <a:ext cx="7549592" cy="1298448"/>
          </a:xfrm>
        </p:spPr>
        <p:txBody>
          <a:bodyPr anchor="b">
            <a:normAutofit/>
          </a:bodyPr>
          <a:lstStyle/>
          <a:p>
            <a:pPr>
              <a:lnSpc>
                <a:spcPct val="90000"/>
              </a:lnSpc>
            </a:pPr>
            <a:r>
              <a:rPr lang="en-IN" sz="4200" b="1" u="sng" dirty="0"/>
              <a:t>ENCAPSULATION</a:t>
            </a:r>
            <a:br>
              <a:rPr lang="en-IN" sz="4200" b="1" u="sng" dirty="0"/>
            </a:br>
            <a:endParaRPr lang="en-IN" sz="4200" b="1" u="sng" dirty="0"/>
          </a:p>
        </p:txBody>
      </p:sp>
      <p:sp>
        <p:nvSpPr>
          <p:cNvPr id="1033" name="Rectangle 1032">
            <a:extLst>
              <a:ext uri="{FF2B5EF4-FFF2-40B4-BE49-F238E27FC236}">
                <a16:creationId xmlns:a16="http://schemas.microsoft.com/office/drawing/2014/main" xmlns="" id="{3A9A4357-BD1D-4622-A4FE-766E6AB8DE8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5" name="Rectangle 1034">
            <a:extLst>
              <a:ext uri="{FF2B5EF4-FFF2-40B4-BE49-F238E27FC236}">
                <a16:creationId xmlns:a16="http://schemas.microsoft.com/office/drawing/2014/main" xmlns="" id="{E659831F-0D9A-4C63-9EBB-8435B85A440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p:nvPr>
        </p:nvSpPr>
        <p:spPr>
          <a:xfrm>
            <a:off x="595245" y="2599509"/>
            <a:ext cx="3398174" cy="3639450"/>
          </a:xfrm>
        </p:spPr>
        <p:txBody>
          <a:bodyPr anchor="ctr">
            <a:normAutofit/>
          </a:bodyPr>
          <a:lstStyle/>
          <a:p>
            <a:pPr marL="0" indent="0">
              <a:buNone/>
            </a:pPr>
            <a:r>
              <a:rPr lang="en-US" sz="1700" dirty="0">
                <a:effectLst/>
                <a:latin typeface="Abadi" panose="020B0604020104020204" pitchFamily="34" charset="0"/>
              </a:rPr>
              <a:t>Encapsulation in Java is a process of wrapping code and data together into a single unit, for example, a capsule which is mixed of several medicines.</a:t>
            </a:r>
          </a:p>
          <a:p>
            <a:pPr marL="0" indent="0">
              <a:buNone/>
            </a:pPr>
            <a:endParaRPr lang="en-US" sz="1700" dirty="0">
              <a:latin typeface="Abadi" panose="020B0604020104020204" pitchFamily="34" charset="0"/>
            </a:endParaRPr>
          </a:p>
          <a:p>
            <a:pPr marL="0" indent="0">
              <a:buNone/>
            </a:pPr>
            <a:r>
              <a:rPr lang="en-US" sz="1700" dirty="0">
                <a:effectLst/>
                <a:latin typeface="Abadi" panose="020B0604020104020204" pitchFamily="34" charset="0"/>
              </a:rPr>
              <a:t>We can create a fully encapsulated class in Java by making all the data members of the class private. Now we can use setter and getter methods to set and get the data in it.</a:t>
            </a:r>
          </a:p>
          <a:p>
            <a:pPr marL="0" indent="0">
              <a:buNone/>
            </a:pPr>
            <a:endParaRPr lang="en-US" sz="1700" dirty="0">
              <a:latin typeface="inter-regular"/>
            </a:endParaRPr>
          </a:p>
          <a:p>
            <a:pPr marL="0" indent="0">
              <a:buNone/>
            </a:pPr>
            <a:endParaRPr lang="en-IN" sz="1700" dirty="0"/>
          </a:p>
        </p:txBody>
      </p:sp>
      <p:pic>
        <p:nvPicPr>
          <p:cNvPr id="1026" name="Picture 2" descr="Explaining OOP Encapsulation In Java With Examples">
            <a:extLst>
              <a:ext uri="{FF2B5EF4-FFF2-40B4-BE49-F238E27FC236}">
                <a16:creationId xmlns:a16="http://schemas.microsoft.com/office/drawing/2014/main" xmlns="" id="{3AFFB4E3-A5E1-BBD9-99D2-7EB3FF347202}"/>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tretch>
            <a:fillRect/>
          </a:stretch>
        </p:blipFill>
        <p:spPr bwMode="auto">
          <a:xfrm>
            <a:off x="4211961" y="3094011"/>
            <a:ext cx="4084396" cy="2256498"/>
          </a:xfrm>
          <a:prstGeom prst="rect">
            <a:avLst/>
          </a:prstGeom>
          <a:noFill/>
          <a:extLst>
            <a:ext uri="{909E8E84-426E-40DD-AFC4-6F175D3DCCD1}">
              <a14:hiddenFill xmlns:a14="http://schemas.microsoft.com/office/drawing/2010/main" xmlns="">
                <a:solidFill>
                  <a:srgbClr val="FFFFFF"/>
                </a:solidFill>
              </a14:hiddenFill>
            </a:ext>
          </a:extLst>
        </p:spPr>
      </p:pic>
      <p:sp>
        <p:nvSpPr>
          <p:cNvPr id="1037" name="Rectangle 1036">
            <a:extLst>
              <a:ext uri="{FF2B5EF4-FFF2-40B4-BE49-F238E27FC236}">
                <a16:creationId xmlns:a16="http://schemas.microsoft.com/office/drawing/2014/main" xmlns="" id="{E6995CE5-F890-4ABA-82A2-26507CE8D2A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xmlns="" val="33622619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DBF61EA3-B236-439E-9C0B-340980D56BE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xmlns="" id="{28FAF094-D087-493F-8DF9-A486C2D6BBAA}"/>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 y="1998368"/>
            <a:ext cx="8771274" cy="782176"/>
            <a:chOff x="-2" y="1998368"/>
            <a:chExt cx="11695083" cy="782176"/>
          </a:xfrm>
        </p:grpSpPr>
        <p:sp>
          <p:nvSpPr>
            <p:cNvPr id="11" name="Rectangle 10">
              <a:extLst>
                <a:ext uri="{FF2B5EF4-FFF2-40B4-BE49-F238E27FC236}">
                  <a16:creationId xmlns:a16="http://schemas.microsoft.com/office/drawing/2014/main" xmlns="" id="{8D7C88D8-5509-4514-925A-9CE148E5CBD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xmlns="" id="{7275593D-F75E-4426-AE3E-2CDEFD228D2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a16="http://schemas.microsoft.com/office/drawing/2014/main" xmlns="" id="{E659831F-0D9A-4C63-9EBB-8435B85A440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2203079"/>
            <a:ext cx="8537521"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xmlns="" id="{063C3028-1EAA-4AE8-DD43-72B6039855B4}"/>
              </a:ext>
            </a:extLst>
          </p:cNvPr>
          <p:cNvSpPr>
            <a:spLocks noGrp="1"/>
          </p:cNvSpPr>
          <p:nvPr>
            <p:ph idx="1"/>
          </p:nvPr>
        </p:nvSpPr>
        <p:spPr>
          <a:xfrm>
            <a:off x="595245" y="2599509"/>
            <a:ext cx="7607751" cy="3435531"/>
          </a:xfrm>
        </p:spPr>
        <p:txBody>
          <a:bodyPr anchor="ctr">
            <a:normAutofit/>
          </a:bodyPr>
          <a:lstStyle/>
          <a:p>
            <a:pPr marL="0" indent="0">
              <a:buNone/>
            </a:pPr>
            <a:r>
              <a:rPr lang="en-US" sz="2100" b="1" i="0" dirty="0">
                <a:effectLst/>
                <a:latin typeface="Nunito" pitchFamily="2" charset="0"/>
              </a:rPr>
              <a:t>To achieve encapsulation in Java:</a:t>
            </a:r>
          </a:p>
          <a:p>
            <a:pPr marL="0" indent="0">
              <a:buNone/>
            </a:pPr>
            <a:endParaRPr lang="en-US" sz="2100" b="0" i="0" dirty="0">
              <a:effectLst/>
              <a:latin typeface="Nunito" pitchFamily="2" charset="0"/>
            </a:endParaRPr>
          </a:p>
          <a:p>
            <a:pPr>
              <a:buFont typeface="Arial" panose="020B0604020202020204" pitchFamily="34" charset="0"/>
              <a:buChar char="•"/>
            </a:pPr>
            <a:r>
              <a:rPr lang="en-US" sz="2100" b="0" i="0" dirty="0">
                <a:effectLst/>
                <a:latin typeface="Nunito" pitchFamily="2" charset="0"/>
              </a:rPr>
              <a:t>Declare the variables of a class as private.</a:t>
            </a:r>
          </a:p>
          <a:p>
            <a:pPr>
              <a:buFont typeface="Arial" panose="020B0604020202020204" pitchFamily="34" charset="0"/>
              <a:buChar char="•"/>
            </a:pPr>
            <a:r>
              <a:rPr lang="en-US" sz="2100" b="0" i="0" dirty="0">
                <a:effectLst/>
                <a:latin typeface="Nunito" pitchFamily="2" charset="0"/>
              </a:rPr>
              <a:t>Provide public setter and getter methods to modify and view the variables values.</a:t>
            </a:r>
          </a:p>
          <a:p>
            <a:pPr marL="0" indent="0">
              <a:buNone/>
            </a:pPr>
            <a:endParaRPr lang="en-IN" sz="2100" dirty="0"/>
          </a:p>
        </p:txBody>
      </p:sp>
    </p:spTree>
    <p:extLst>
      <p:ext uri="{BB962C8B-B14F-4D97-AF65-F5344CB8AC3E}">
        <p14:creationId xmlns:p14="http://schemas.microsoft.com/office/powerpoint/2010/main" xmlns="" val="31823411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64E33E-3DD1-6CD9-6FE3-EC0F3FBA62A1}"/>
              </a:ext>
            </a:extLst>
          </p:cNvPr>
          <p:cNvSpPr>
            <a:spLocks noGrp="1"/>
          </p:cNvSpPr>
          <p:nvPr>
            <p:ph type="title"/>
          </p:nvPr>
        </p:nvSpPr>
        <p:spPr/>
        <p:txBody>
          <a:bodyPr>
            <a:normAutofit/>
          </a:bodyPr>
          <a:lstStyle/>
          <a:p>
            <a:r>
              <a:rPr lang="en-IN" sz="3200" b="1" i="0" u="sng" dirty="0">
                <a:solidFill>
                  <a:srgbClr val="000000"/>
                </a:solidFill>
                <a:effectLst/>
                <a:latin typeface="Segoe UI" panose="020B0502040204020203" pitchFamily="34" charset="0"/>
              </a:rPr>
              <a:t>Get and Set Method</a:t>
            </a:r>
            <a:endParaRPr lang="en-IN" sz="3200" b="1" u="sng" dirty="0"/>
          </a:p>
        </p:txBody>
      </p:sp>
      <p:sp>
        <p:nvSpPr>
          <p:cNvPr id="3" name="Content Placeholder 2">
            <a:extLst>
              <a:ext uri="{FF2B5EF4-FFF2-40B4-BE49-F238E27FC236}">
                <a16:creationId xmlns:a16="http://schemas.microsoft.com/office/drawing/2014/main" xmlns="" id="{D1991FBD-F3B9-39C4-2801-31DA4A2B7656}"/>
              </a:ext>
            </a:extLst>
          </p:cNvPr>
          <p:cNvSpPr>
            <a:spLocks noGrp="1"/>
          </p:cNvSpPr>
          <p:nvPr>
            <p:ph idx="1"/>
          </p:nvPr>
        </p:nvSpPr>
        <p:spPr>
          <a:xfrm>
            <a:off x="457200" y="1600200"/>
            <a:ext cx="8229600" cy="4853136"/>
          </a:xfrm>
        </p:spPr>
        <p:txBody>
          <a:bodyPr/>
          <a:lstStyle/>
          <a:p>
            <a:pPr marL="0" indent="0">
              <a:buNone/>
            </a:pPr>
            <a:r>
              <a:rPr kumimoji="0" lang="en-US" altLang="en-US" sz="1800" b="0" i="0" u="none" strike="noStrike" cap="none" normalizeH="0" baseline="0" dirty="0">
                <a:ln>
                  <a:noFill/>
                </a:ln>
                <a:effectLst/>
                <a:latin typeface="Abadi" panose="020B0604020104020204" pitchFamily="34" charset="0"/>
              </a:rPr>
              <a:t>The get method returns the variable value, and the set method sets the value. </a:t>
            </a:r>
          </a:p>
          <a:p>
            <a:pPr marL="0" indent="0">
              <a:buNone/>
            </a:pPr>
            <a:endParaRPr lang="en-US" altLang="en-US" sz="1800" dirty="0">
              <a:latin typeface="Abadi" panose="020B0604020104020204" pitchFamily="34" charset="0"/>
            </a:endParaRPr>
          </a:p>
          <a:p>
            <a:pPr marL="0" indent="0">
              <a:buNone/>
            </a:pPr>
            <a:r>
              <a:rPr kumimoji="0" lang="en-US" altLang="en-US" sz="1800" b="0" i="0" u="none" strike="noStrike" cap="none" normalizeH="0" baseline="0" dirty="0">
                <a:ln>
                  <a:noFill/>
                </a:ln>
                <a:effectLst/>
                <a:latin typeface="Abadi" panose="020B0604020104020204" pitchFamily="34" charset="0"/>
              </a:rPr>
              <a:t>Syntax for both is that they start with either get or set, followed by the name of the variable, with the first letter in upper case:</a:t>
            </a:r>
          </a:p>
          <a:p>
            <a:pPr marL="0" indent="0">
              <a:buNone/>
            </a:pPr>
            <a:endParaRPr lang="en-US" altLang="en-US" sz="1800" dirty="0">
              <a:latin typeface="Abadi" panose="020B0604020104020204" pitchFamily="34" charset="0"/>
            </a:endParaRPr>
          </a:p>
          <a:p>
            <a:pPr marL="0" indent="0">
              <a:buNone/>
            </a:pPr>
            <a:endParaRPr kumimoji="0" lang="en-US" altLang="en-US" sz="1800" b="0" i="0" u="none" strike="noStrike" cap="none" normalizeH="0" baseline="0" dirty="0">
              <a:ln>
                <a:noFill/>
              </a:ln>
              <a:effectLst/>
              <a:latin typeface="Abadi" panose="020B0604020104020204" pitchFamily="34" charset="0"/>
            </a:endParaRPr>
          </a:p>
          <a:p>
            <a:pPr marL="0" indent="0">
              <a:buNone/>
            </a:pPr>
            <a:endParaRPr lang="en-IN" dirty="0"/>
          </a:p>
        </p:txBody>
      </p:sp>
      <p:pic>
        <p:nvPicPr>
          <p:cNvPr id="7" name="Picture 6">
            <a:extLst>
              <a:ext uri="{FF2B5EF4-FFF2-40B4-BE49-F238E27FC236}">
                <a16:creationId xmlns:a16="http://schemas.microsoft.com/office/drawing/2014/main" xmlns="" id="{3CD55B34-027C-9C33-5747-EA893996ED06}"/>
              </a:ext>
            </a:extLst>
          </p:cNvPr>
          <p:cNvPicPr>
            <a:picLocks noChangeAspect="1"/>
          </p:cNvPicPr>
          <p:nvPr/>
        </p:nvPicPr>
        <p:blipFill>
          <a:blip r:embed="rId2" cstate="print"/>
          <a:stretch>
            <a:fillRect/>
          </a:stretch>
        </p:blipFill>
        <p:spPr>
          <a:xfrm>
            <a:off x="755576" y="3140968"/>
            <a:ext cx="6192688" cy="3168352"/>
          </a:xfrm>
          <a:prstGeom prst="rect">
            <a:avLst/>
          </a:prstGeom>
        </p:spPr>
      </p:pic>
    </p:spTree>
    <p:extLst>
      <p:ext uri="{BB962C8B-B14F-4D97-AF65-F5344CB8AC3E}">
        <p14:creationId xmlns:p14="http://schemas.microsoft.com/office/powerpoint/2010/main" xmlns="" val="6041847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F3060C83-F051-4F0E-ABAD-AA0DFC48B2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xmlns="" id="{83C98ABE-055B-441F-B07E-44F97F083C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xmlns="" id="{29FDB030-9B49-4CED-8CCD-4D99382388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xmlns="" id="{3783CA14-24A1-485C-8B30-D6A5D87987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xmlns="" id="{9A97C86A-04D6-40F7-AE84-31AB43E6A8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xmlns="" id="{FF9F2414-84E8-453E-B1F3-389FDE8192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Graphical user interface, text&#10;&#10;Description automatically generated with medium confidence">
            <a:extLst>
              <a:ext uri="{FF2B5EF4-FFF2-40B4-BE49-F238E27FC236}">
                <a16:creationId xmlns:a16="http://schemas.microsoft.com/office/drawing/2014/main" xmlns="" id="{02D2B205-43F9-DD24-C00F-82CBCCA771C0}"/>
              </a:ext>
            </a:extLst>
          </p:cNvPr>
          <p:cNvPicPr>
            <a:picLocks noChangeAspect="1"/>
          </p:cNvPicPr>
          <p:nvPr/>
        </p:nvPicPr>
        <p:blipFill>
          <a:blip r:embed="rId2" cstate="print"/>
          <a:stretch>
            <a:fillRect/>
          </a:stretch>
        </p:blipFill>
        <p:spPr>
          <a:xfrm>
            <a:off x="482600" y="1128713"/>
            <a:ext cx="8178799" cy="4600573"/>
          </a:xfrm>
          <a:prstGeom prst="rect">
            <a:avLst/>
          </a:prstGeom>
          <a:ln>
            <a:noFill/>
          </a:ln>
        </p:spPr>
      </p:pic>
      <p:sp>
        <p:nvSpPr>
          <p:cNvPr id="20" name="Isosceles Triangle 19">
            <a:extLst>
              <a:ext uri="{FF2B5EF4-FFF2-40B4-BE49-F238E27FC236}">
                <a16:creationId xmlns:a16="http://schemas.microsoft.com/office/drawing/2014/main" xmlns="" id="{3ECA69A1-7536-43AC-85EF-C7106179F5E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xmlns="" val="20180422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61D279B3-8894-3DC0-9292-64D7205A1639}"/>
              </a:ext>
            </a:extLst>
          </p:cNvPr>
          <p:cNvPicPr>
            <a:picLocks noChangeAspect="1"/>
          </p:cNvPicPr>
          <p:nvPr/>
        </p:nvPicPr>
        <p:blipFill>
          <a:blip r:embed="rId2" cstate="print"/>
          <a:stretch>
            <a:fillRect/>
          </a:stretch>
        </p:blipFill>
        <p:spPr>
          <a:xfrm>
            <a:off x="482600" y="1128713"/>
            <a:ext cx="8178799" cy="4600573"/>
          </a:xfrm>
          <a:prstGeom prst="rect">
            <a:avLst/>
          </a:prstGeom>
        </p:spPr>
      </p:pic>
    </p:spTree>
    <p:extLst>
      <p:ext uri="{BB962C8B-B14F-4D97-AF65-F5344CB8AC3E}">
        <p14:creationId xmlns:p14="http://schemas.microsoft.com/office/powerpoint/2010/main" xmlns="" val="17155177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Graphical user interface, text, application&#10;&#10;Description automatically generated">
            <a:extLst>
              <a:ext uri="{FF2B5EF4-FFF2-40B4-BE49-F238E27FC236}">
                <a16:creationId xmlns:a16="http://schemas.microsoft.com/office/drawing/2014/main" xmlns="" id="{4B06E5C4-7D39-7938-8D1A-C054217FAABD}"/>
              </a:ext>
            </a:extLst>
          </p:cNvPr>
          <p:cNvPicPr>
            <a:picLocks noChangeAspect="1"/>
          </p:cNvPicPr>
          <p:nvPr/>
        </p:nvPicPr>
        <p:blipFill>
          <a:blip r:embed="rId2" cstate="print"/>
          <a:stretch>
            <a:fillRect/>
          </a:stretch>
        </p:blipFill>
        <p:spPr>
          <a:xfrm>
            <a:off x="251520" y="692696"/>
            <a:ext cx="8178799" cy="4600573"/>
          </a:xfrm>
          <a:prstGeom prst="rect">
            <a:avLst/>
          </a:prstGeom>
        </p:spPr>
      </p:pic>
      <p:sp>
        <p:nvSpPr>
          <p:cNvPr id="4" name="TextBox 3"/>
          <p:cNvSpPr txBox="1"/>
          <p:nvPr/>
        </p:nvSpPr>
        <p:spPr>
          <a:xfrm>
            <a:off x="251520" y="5589240"/>
            <a:ext cx="8280920" cy="830997"/>
          </a:xfrm>
          <a:prstGeom prst="rect">
            <a:avLst/>
          </a:prstGeom>
          <a:noFill/>
        </p:spPr>
        <p:txBody>
          <a:bodyPr wrap="square" rtlCol="0">
            <a:spAutoFit/>
          </a:bodyPr>
          <a:lstStyle/>
          <a:p>
            <a:r>
              <a:rPr lang="en-US" sz="1600" b="1" u="sng" dirty="0" smtClean="0"/>
              <a:t>Note</a:t>
            </a:r>
            <a:r>
              <a:rPr lang="en-US" sz="1600" b="1" dirty="0" smtClean="0"/>
              <a:t>:  </a:t>
            </a:r>
            <a:r>
              <a:rPr lang="en-US" sz="1500" dirty="0" smtClean="0"/>
              <a:t>The </a:t>
            </a:r>
            <a:r>
              <a:rPr lang="en-US" sz="1500" dirty="0" smtClean="0"/>
              <a:t>example shows that the internal </a:t>
            </a:r>
            <a:r>
              <a:rPr lang="en-US" sz="1500" dirty="0" smtClean="0"/>
              <a:t>variable age and name can </a:t>
            </a:r>
            <a:r>
              <a:rPr lang="en-US" sz="1500" dirty="0" smtClean="0"/>
              <a:t>only be changed via the </a:t>
            </a:r>
            <a:r>
              <a:rPr lang="en-US" sz="1500" b="1" dirty="0" smtClean="0"/>
              <a:t>setAge() and setName()</a:t>
            </a:r>
            <a:r>
              <a:rPr lang="en-US" sz="1500" dirty="0" smtClean="0"/>
              <a:t> </a:t>
            </a:r>
            <a:r>
              <a:rPr lang="en-US" sz="1500" dirty="0" smtClean="0"/>
              <a:t>method, </a:t>
            </a:r>
            <a:r>
              <a:rPr lang="en-US" sz="1500" dirty="0" smtClean="0"/>
              <a:t>which </a:t>
            </a:r>
            <a:r>
              <a:rPr lang="en-US" sz="1500" dirty="0" smtClean="0"/>
              <a:t>includes validation logic to ensure the data remains in a valid </a:t>
            </a:r>
            <a:r>
              <a:rPr lang="en-US" sz="1500" dirty="0" smtClean="0"/>
              <a:t>state. This </a:t>
            </a:r>
            <a:r>
              <a:rPr lang="en-US" sz="1500" dirty="0" smtClean="0"/>
              <a:t>is the power of encapsulation.</a:t>
            </a:r>
            <a:endParaRPr lang="en-US" sz="1500" dirty="0"/>
          </a:p>
        </p:txBody>
      </p:sp>
    </p:spTree>
    <p:extLst>
      <p:ext uri="{BB962C8B-B14F-4D97-AF65-F5344CB8AC3E}">
        <p14:creationId xmlns:p14="http://schemas.microsoft.com/office/powerpoint/2010/main" xmlns="" val="25546187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840F20-9233-82D9-B053-B0D26C015890}"/>
              </a:ext>
            </a:extLst>
          </p:cNvPr>
          <p:cNvSpPr>
            <a:spLocks noGrp="1"/>
          </p:cNvSpPr>
          <p:nvPr>
            <p:ph type="title"/>
          </p:nvPr>
        </p:nvSpPr>
        <p:spPr/>
        <p:txBody>
          <a:bodyPr>
            <a:normAutofit fontScale="90000"/>
          </a:bodyPr>
          <a:lstStyle/>
          <a:p>
            <a:r>
              <a:rPr lang="en-US" b="1" i="0" u="sng" dirty="0">
                <a:solidFill>
                  <a:srgbClr val="002060"/>
                </a:solidFill>
                <a:effectLst/>
                <a:latin typeface="erdana"/>
              </a:rPr>
              <a:t>Advantage of Encapsulation in Java</a:t>
            </a:r>
            <a:br>
              <a:rPr lang="en-US" b="1" i="0" u="sng" dirty="0">
                <a:solidFill>
                  <a:srgbClr val="002060"/>
                </a:solidFill>
                <a:effectLst/>
                <a:latin typeface="erdana"/>
              </a:rPr>
            </a:br>
            <a:endParaRPr lang="en-IN" b="1" u="sng" dirty="0">
              <a:solidFill>
                <a:srgbClr val="002060"/>
              </a:solidFill>
            </a:endParaRPr>
          </a:p>
        </p:txBody>
      </p:sp>
      <p:sp>
        <p:nvSpPr>
          <p:cNvPr id="3" name="Content Placeholder 2">
            <a:extLst>
              <a:ext uri="{FF2B5EF4-FFF2-40B4-BE49-F238E27FC236}">
                <a16:creationId xmlns:a16="http://schemas.microsoft.com/office/drawing/2014/main" xmlns="" id="{9243BEA0-00DD-93BB-61C2-5ACEE2B814AA}"/>
              </a:ext>
            </a:extLst>
          </p:cNvPr>
          <p:cNvSpPr>
            <a:spLocks noGrp="1"/>
          </p:cNvSpPr>
          <p:nvPr>
            <p:ph idx="1"/>
          </p:nvPr>
        </p:nvSpPr>
        <p:spPr/>
        <p:txBody>
          <a:bodyPr>
            <a:normAutofit/>
          </a:bodyPr>
          <a:lstStyle/>
          <a:p>
            <a:r>
              <a:rPr lang="en-US" sz="2000" b="0" i="0" dirty="0">
                <a:solidFill>
                  <a:srgbClr val="333333"/>
                </a:solidFill>
                <a:effectLst/>
                <a:latin typeface="inter-regular"/>
              </a:rPr>
              <a:t>It provides you the </a:t>
            </a:r>
            <a:r>
              <a:rPr lang="en-US" sz="2000" b="1" i="0" dirty="0">
                <a:solidFill>
                  <a:srgbClr val="333333"/>
                </a:solidFill>
                <a:effectLst/>
                <a:latin typeface="inter-bold"/>
              </a:rPr>
              <a:t>control over the data</a:t>
            </a:r>
            <a:r>
              <a:rPr lang="en-US" sz="2000" b="0" i="0" dirty="0">
                <a:solidFill>
                  <a:srgbClr val="333333"/>
                </a:solidFill>
                <a:effectLst/>
                <a:latin typeface="inter-regular"/>
              </a:rPr>
              <a:t>.</a:t>
            </a:r>
          </a:p>
          <a:p>
            <a:r>
              <a:rPr lang="en-US" sz="2000" b="0" i="0" dirty="0">
                <a:solidFill>
                  <a:srgbClr val="333333"/>
                </a:solidFill>
                <a:effectLst/>
                <a:latin typeface="inter-regular"/>
              </a:rPr>
              <a:t>It is a way to achieve </a:t>
            </a:r>
            <a:r>
              <a:rPr lang="en-US" sz="2000" b="1" i="0" dirty="0">
                <a:solidFill>
                  <a:srgbClr val="333333"/>
                </a:solidFill>
                <a:effectLst/>
                <a:latin typeface="inter-bold"/>
              </a:rPr>
              <a:t>data binding</a:t>
            </a:r>
            <a:r>
              <a:rPr lang="en-US" sz="2000" b="0" i="0" dirty="0">
                <a:solidFill>
                  <a:srgbClr val="333333"/>
                </a:solidFill>
                <a:effectLst/>
                <a:latin typeface="inter-regular"/>
              </a:rPr>
              <a:t> in Java because other class will not be able to access the data through the private data members.</a:t>
            </a:r>
            <a:endParaRPr lang="en-US" sz="2000" dirty="0">
              <a:solidFill>
                <a:srgbClr val="333333"/>
              </a:solidFill>
              <a:latin typeface="inter-regular"/>
            </a:endParaRPr>
          </a:p>
          <a:p>
            <a:r>
              <a:rPr lang="en-US" sz="2000" b="0" i="0" dirty="0">
                <a:solidFill>
                  <a:srgbClr val="333333"/>
                </a:solidFill>
                <a:effectLst/>
                <a:latin typeface="inter-regular"/>
              </a:rPr>
              <a:t>The encapsulate class is </a:t>
            </a:r>
            <a:r>
              <a:rPr lang="en-US" sz="2000" b="1" i="0" dirty="0">
                <a:solidFill>
                  <a:srgbClr val="333333"/>
                </a:solidFill>
                <a:effectLst/>
                <a:latin typeface="inter-bold"/>
              </a:rPr>
              <a:t>easy to test</a:t>
            </a:r>
            <a:r>
              <a:rPr lang="en-US" sz="2000" b="0" i="0" dirty="0">
                <a:solidFill>
                  <a:srgbClr val="333333"/>
                </a:solidFill>
                <a:effectLst/>
                <a:latin typeface="inter-regular"/>
              </a:rPr>
              <a:t>. So, it is better for unit testing.</a:t>
            </a:r>
          </a:p>
          <a:p>
            <a:r>
              <a:rPr lang="en-US" sz="2000" b="0" i="0" dirty="0">
                <a:solidFill>
                  <a:srgbClr val="333333"/>
                </a:solidFill>
                <a:effectLst/>
                <a:latin typeface="inter-regular"/>
              </a:rPr>
              <a:t>By providing only a setter or getter method, you can make the class </a:t>
            </a:r>
            <a:r>
              <a:rPr lang="en-US" sz="2000" b="1" i="0" dirty="0">
                <a:solidFill>
                  <a:srgbClr val="333333"/>
                </a:solidFill>
                <a:effectLst/>
                <a:latin typeface="inter-bold"/>
              </a:rPr>
              <a:t>read-only or write-only</a:t>
            </a:r>
            <a:r>
              <a:rPr lang="en-US" sz="2000" b="0" i="0" dirty="0">
                <a:solidFill>
                  <a:srgbClr val="333333"/>
                </a:solidFill>
                <a:effectLst/>
                <a:latin typeface="inter-regular"/>
              </a:rPr>
              <a:t>.</a:t>
            </a:r>
          </a:p>
          <a:p>
            <a:r>
              <a:rPr lang="en-US" sz="2000" dirty="0">
                <a:solidFill>
                  <a:srgbClr val="444444"/>
                </a:solidFill>
                <a:latin typeface="Abadi" panose="020B0604020104020204" pitchFamily="34" charset="0"/>
              </a:rPr>
              <a:t>Increased security of Data.</a:t>
            </a:r>
            <a:endParaRPr lang="en-US" sz="2000" b="0" i="0" dirty="0">
              <a:solidFill>
                <a:srgbClr val="444444"/>
              </a:solidFill>
              <a:effectLst/>
              <a:latin typeface="Abadi" panose="020B0604020104020204" pitchFamily="34" charset="0"/>
            </a:endParaRPr>
          </a:p>
          <a:p>
            <a:pPr marL="0" indent="0">
              <a:buNone/>
            </a:pPr>
            <a:endParaRPr lang="en-US" sz="2000" b="0" i="0" dirty="0">
              <a:solidFill>
                <a:srgbClr val="444444"/>
              </a:solidFill>
              <a:effectLst/>
              <a:latin typeface="Abadi" panose="020B0604020104020204" pitchFamily="34" charset="0"/>
            </a:endParaRPr>
          </a:p>
          <a:p>
            <a:pPr marL="0" indent="0">
              <a:buNone/>
            </a:pPr>
            <a:endParaRPr lang="en-IN" sz="2000" dirty="0"/>
          </a:p>
        </p:txBody>
      </p:sp>
    </p:spTree>
    <p:extLst>
      <p:ext uri="{BB962C8B-B14F-4D97-AF65-F5344CB8AC3E}">
        <p14:creationId xmlns:p14="http://schemas.microsoft.com/office/powerpoint/2010/main" xmlns="" val="147380214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314</TotalTime>
  <Words>207</Words>
  <Application>Microsoft Office PowerPoint</Application>
  <PresentationFormat>On-screen Show (4:3)</PresentationFormat>
  <Paragraphs>27</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Slide 1</vt:lpstr>
      <vt:lpstr>ENCAPSULATION </vt:lpstr>
      <vt:lpstr>ENCAPSULATION </vt:lpstr>
      <vt:lpstr>Slide 4</vt:lpstr>
      <vt:lpstr>Get and Set Method</vt:lpstr>
      <vt:lpstr>Slide 6</vt:lpstr>
      <vt:lpstr>Slide 7</vt:lpstr>
      <vt:lpstr>Slide 8</vt:lpstr>
      <vt:lpstr>Advantage of Encapsulation in Java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1403375</dc:creator>
  <cp:lastModifiedBy>Manas Tuwani</cp:lastModifiedBy>
  <cp:revision>12</cp:revision>
  <dcterms:created xsi:type="dcterms:W3CDTF">2022-05-17T14:18:50Z</dcterms:created>
  <dcterms:modified xsi:type="dcterms:W3CDTF">2025-11-30T05:21:01Z</dcterms:modified>
</cp:coreProperties>
</file>