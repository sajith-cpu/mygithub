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1" r:id="rId2"/>
    <p:sldId id="259" r:id="rId3"/>
    <p:sldId id="260" r:id="rId4"/>
    <p:sldId id="261" r:id="rId5"/>
    <p:sldId id="262" r:id="rId6"/>
    <p:sldId id="263" r:id="rId7"/>
    <p:sldId id="281" r:id="rId8"/>
    <p:sldId id="288" r:id="rId9"/>
    <p:sldId id="264" r:id="rId10"/>
    <p:sldId id="265" r:id="rId11"/>
    <p:sldId id="282" r:id="rId12"/>
    <p:sldId id="283" r:id="rId13"/>
    <p:sldId id="284" r:id="rId14"/>
    <p:sldId id="285" r:id="rId15"/>
    <p:sldId id="289"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30F67AD8-E74E-4A85-94FE-A0DAC09D7095}"/>
    <pc:docChg chg="undo custSel addSld delSld">
      <pc:chgData name="Manas Tuwani" userId="5d421215-a11f-4a6e-90ca-e8ac2213fab6" providerId="ADAL" clId="{30F67AD8-E74E-4A85-94FE-A0DAC09D7095}" dt="2023-11-22T13:55:23.945" v="18" actId="47"/>
      <pc:docMkLst>
        <pc:docMk/>
      </pc:docMkLst>
      <pc:sldChg chg="del">
        <pc:chgData name="Manas Tuwani" userId="5d421215-a11f-4a6e-90ca-e8ac2213fab6" providerId="ADAL" clId="{30F67AD8-E74E-4A85-94FE-A0DAC09D7095}" dt="2023-11-22T13:55:05.369" v="0" actId="47"/>
        <pc:sldMkLst>
          <pc:docMk/>
          <pc:sldMk cId="588203998" sldId="266"/>
        </pc:sldMkLst>
      </pc:sldChg>
      <pc:sldChg chg="del">
        <pc:chgData name="Manas Tuwani" userId="5d421215-a11f-4a6e-90ca-e8ac2213fab6" providerId="ADAL" clId="{30F67AD8-E74E-4A85-94FE-A0DAC09D7095}" dt="2023-11-22T13:55:09.216" v="12" actId="47"/>
        <pc:sldMkLst>
          <pc:docMk/>
          <pc:sldMk cId="3662734403" sldId="267"/>
        </pc:sldMkLst>
      </pc:sldChg>
      <pc:sldChg chg="del">
        <pc:chgData name="Manas Tuwani" userId="5d421215-a11f-4a6e-90ca-e8ac2213fab6" providerId="ADAL" clId="{30F67AD8-E74E-4A85-94FE-A0DAC09D7095}" dt="2023-11-22T13:55:09.961" v="13" actId="47"/>
        <pc:sldMkLst>
          <pc:docMk/>
          <pc:sldMk cId="2190790959" sldId="268"/>
        </pc:sldMkLst>
      </pc:sldChg>
      <pc:sldChg chg="add del">
        <pc:chgData name="Manas Tuwani" userId="5d421215-a11f-4a6e-90ca-e8ac2213fab6" providerId="ADAL" clId="{30F67AD8-E74E-4A85-94FE-A0DAC09D7095}" dt="2023-11-22T13:55:23.945" v="18" actId="47"/>
        <pc:sldMkLst>
          <pc:docMk/>
          <pc:sldMk cId="4046226905" sldId="269"/>
        </pc:sldMkLst>
      </pc:sldChg>
      <pc:sldChg chg="del">
        <pc:chgData name="Manas Tuwani" userId="5d421215-a11f-4a6e-90ca-e8ac2213fab6" providerId="ADAL" clId="{30F67AD8-E74E-4A85-94FE-A0DAC09D7095}" dt="2023-11-22T13:55:06.703" v="3" actId="47"/>
        <pc:sldMkLst>
          <pc:docMk/>
          <pc:sldMk cId="1462956679" sldId="272"/>
        </pc:sldMkLst>
      </pc:sldChg>
      <pc:sldChg chg="del">
        <pc:chgData name="Manas Tuwani" userId="5d421215-a11f-4a6e-90ca-e8ac2213fab6" providerId="ADAL" clId="{30F67AD8-E74E-4A85-94FE-A0DAC09D7095}" dt="2023-11-22T13:55:06.884" v="4" actId="47"/>
        <pc:sldMkLst>
          <pc:docMk/>
          <pc:sldMk cId="1944894695" sldId="273"/>
        </pc:sldMkLst>
      </pc:sldChg>
      <pc:sldChg chg="del">
        <pc:chgData name="Manas Tuwani" userId="5d421215-a11f-4a6e-90ca-e8ac2213fab6" providerId="ADAL" clId="{30F67AD8-E74E-4A85-94FE-A0DAC09D7095}" dt="2023-11-22T13:55:07.094" v="5" actId="47"/>
        <pc:sldMkLst>
          <pc:docMk/>
          <pc:sldMk cId="2313847924" sldId="274"/>
        </pc:sldMkLst>
      </pc:sldChg>
      <pc:sldChg chg="del">
        <pc:chgData name="Manas Tuwani" userId="5d421215-a11f-4a6e-90ca-e8ac2213fab6" providerId="ADAL" clId="{30F67AD8-E74E-4A85-94FE-A0DAC09D7095}" dt="2023-11-22T13:55:07.251" v="6" actId="47"/>
        <pc:sldMkLst>
          <pc:docMk/>
          <pc:sldMk cId="1261170100" sldId="275"/>
        </pc:sldMkLst>
      </pc:sldChg>
      <pc:sldChg chg="del">
        <pc:chgData name="Manas Tuwani" userId="5d421215-a11f-4a6e-90ca-e8ac2213fab6" providerId="ADAL" clId="{30F67AD8-E74E-4A85-94FE-A0DAC09D7095}" dt="2023-11-22T13:55:07.442" v="7" actId="47"/>
        <pc:sldMkLst>
          <pc:docMk/>
          <pc:sldMk cId="851810249" sldId="276"/>
        </pc:sldMkLst>
      </pc:sldChg>
      <pc:sldChg chg="del">
        <pc:chgData name="Manas Tuwani" userId="5d421215-a11f-4a6e-90ca-e8ac2213fab6" providerId="ADAL" clId="{30F67AD8-E74E-4A85-94FE-A0DAC09D7095}" dt="2023-11-22T13:55:07.968" v="10" actId="47"/>
        <pc:sldMkLst>
          <pc:docMk/>
          <pc:sldMk cId="2967680306" sldId="277"/>
        </pc:sldMkLst>
      </pc:sldChg>
      <pc:sldChg chg="del">
        <pc:chgData name="Manas Tuwani" userId="5d421215-a11f-4a6e-90ca-e8ac2213fab6" providerId="ADAL" clId="{30F67AD8-E74E-4A85-94FE-A0DAC09D7095}" dt="2023-11-22T13:55:07.603" v="8" actId="47"/>
        <pc:sldMkLst>
          <pc:docMk/>
          <pc:sldMk cId="3361980526" sldId="278"/>
        </pc:sldMkLst>
      </pc:sldChg>
      <pc:sldChg chg="del">
        <pc:chgData name="Manas Tuwani" userId="5d421215-a11f-4a6e-90ca-e8ac2213fab6" providerId="ADAL" clId="{30F67AD8-E74E-4A85-94FE-A0DAC09D7095}" dt="2023-11-22T13:55:07.781" v="9" actId="47"/>
        <pc:sldMkLst>
          <pc:docMk/>
          <pc:sldMk cId="3274978546" sldId="279"/>
        </pc:sldMkLst>
      </pc:sldChg>
      <pc:sldChg chg="del">
        <pc:chgData name="Manas Tuwani" userId="5d421215-a11f-4a6e-90ca-e8ac2213fab6" providerId="ADAL" clId="{30F67AD8-E74E-4A85-94FE-A0DAC09D7095}" dt="2023-11-22T13:55:08.615" v="11" actId="47"/>
        <pc:sldMkLst>
          <pc:docMk/>
          <pc:sldMk cId="315011973" sldId="280"/>
        </pc:sldMkLst>
      </pc:sldChg>
      <pc:sldChg chg="add del">
        <pc:chgData name="Manas Tuwani" userId="5d421215-a11f-4a6e-90ca-e8ac2213fab6" providerId="ADAL" clId="{30F67AD8-E74E-4A85-94FE-A0DAC09D7095}" dt="2023-11-22T13:55:16.221" v="16" actId="47"/>
        <pc:sldMkLst>
          <pc:docMk/>
          <pc:sldMk cId="2376417893" sldId="285"/>
        </pc:sldMkLst>
      </pc:sldChg>
      <pc:sldChg chg="del">
        <pc:chgData name="Manas Tuwani" userId="5d421215-a11f-4a6e-90ca-e8ac2213fab6" providerId="ADAL" clId="{30F67AD8-E74E-4A85-94FE-A0DAC09D7095}" dt="2023-11-22T13:55:06.401" v="2" actId="47"/>
        <pc:sldMkLst>
          <pc:docMk/>
          <pc:sldMk cId="2554197639" sldId="286"/>
        </pc:sldMkLst>
      </pc:sldChg>
      <pc:sldChg chg="del">
        <pc:chgData name="Manas Tuwani" userId="5d421215-a11f-4a6e-90ca-e8ac2213fab6" providerId="ADAL" clId="{30F67AD8-E74E-4A85-94FE-A0DAC09D7095}" dt="2023-11-22T13:55:06.117" v="1" actId="47"/>
        <pc:sldMkLst>
          <pc:docMk/>
          <pc:sldMk cId="853249725" sldId="287"/>
        </pc:sldMkLst>
      </pc:sldChg>
    </pc:docChg>
  </pc:docChgLst>
  <pc:docChgLst>
    <pc:chgData name="Manas Tuwani" userId="5d421215-a11f-4a6e-90ca-e8ac2213fab6" providerId="ADAL" clId="{12DD12A4-4EAA-42B6-B6D6-CDE5807819B9}"/>
    <pc:docChg chg="custSel addSld modSld">
      <pc:chgData name="Manas Tuwani" userId="5d421215-a11f-4a6e-90ca-e8ac2213fab6" providerId="ADAL" clId="{12DD12A4-4EAA-42B6-B6D6-CDE5807819B9}" dt="2023-11-05T06:30:21.049" v="31" actId="20577"/>
      <pc:docMkLst>
        <pc:docMk/>
      </pc:docMkLst>
      <pc:sldChg chg="modSp mod">
        <pc:chgData name="Manas Tuwani" userId="5d421215-a11f-4a6e-90ca-e8ac2213fab6" providerId="ADAL" clId="{12DD12A4-4EAA-42B6-B6D6-CDE5807819B9}" dt="2023-11-01T02:09:37.949" v="0" actId="33524"/>
        <pc:sldMkLst>
          <pc:docMk/>
          <pc:sldMk cId="3315453777" sldId="263"/>
        </pc:sldMkLst>
        <pc:spChg chg="mod">
          <ac:chgData name="Manas Tuwani" userId="5d421215-a11f-4a6e-90ca-e8ac2213fab6" providerId="ADAL" clId="{12DD12A4-4EAA-42B6-B6D6-CDE5807819B9}" dt="2023-11-01T02:09:37.949" v="0" actId="33524"/>
          <ac:spMkLst>
            <pc:docMk/>
            <pc:sldMk cId="3315453777" sldId="263"/>
            <ac:spMk id="3" creationId="{00000000-0000-0000-0000-000000000000}"/>
          </ac:spMkLst>
        </pc:spChg>
      </pc:sldChg>
      <pc:sldChg chg="addSp delSp modSp new mod">
        <pc:chgData name="Manas Tuwani" userId="5d421215-a11f-4a6e-90ca-e8ac2213fab6" providerId="ADAL" clId="{12DD12A4-4EAA-42B6-B6D6-CDE5807819B9}" dt="2023-11-05T06:30:21.049" v="31" actId="20577"/>
        <pc:sldMkLst>
          <pc:docMk/>
          <pc:sldMk cId="2521272872" sldId="288"/>
        </pc:sldMkLst>
        <pc:spChg chg="mod">
          <ac:chgData name="Manas Tuwani" userId="5d421215-a11f-4a6e-90ca-e8ac2213fab6" providerId="ADAL" clId="{12DD12A4-4EAA-42B6-B6D6-CDE5807819B9}" dt="2023-11-05T06:30:21.049" v="31" actId="20577"/>
          <ac:spMkLst>
            <pc:docMk/>
            <pc:sldMk cId="2521272872" sldId="288"/>
            <ac:spMk id="2" creationId="{D55BFF31-AB38-C864-F3EE-2DD887917BFA}"/>
          </ac:spMkLst>
        </pc:spChg>
        <pc:spChg chg="del mod">
          <ac:chgData name="Manas Tuwani" userId="5d421215-a11f-4a6e-90ca-e8ac2213fab6" providerId="ADAL" clId="{12DD12A4-4EAA-42B6-B6D6-CDE5807819B9}" dt="2023-11-05T06:04:15.547" v="3" actId="22"/>
          <ac:spMkLst>
            <pc:docMk/>
            <pc:sldMk cId="2521272872" sldId="288"/>
            <ac:spMk id="3" creationId="{C79660A8-026F-8AE1-DC76-AC6477D827B6}"/>
          </ac:spMkLst>
        </pc:spChg>
        <pc:picChg chg="add mod ord">
          <ac:chgData name="Manas Tuwani" userId="5d421215-a11f-4a6e-90ca-e8ac2213fab6" providerId="ADAL" clId="{12DD12A4-4EAA-42B6-B6D6-CDE5807819B9}" dt="2023-11-05T06:04:15.547" v="3" actId="22"/>
          <ac:picMkLst>
            <pc:docMk/>
            <pc:sldMk cId="2521272872" sldId="288"/>
            <ac:picMk id="5" creationId="{00CE513C-BDF8-4CF7-47D5-9E3D122D3F40}"/>
          </ac:picMkLst>
        </pc:picChg>
      </pc:sldChg>
    </pc:docChg>
  </pc:docChgLst>
  <pc:docChgLst>
    <pc:chgData name="Manas Tuwani" userId="5d421215-a11f-4a6e-90ca-e8ac2213fab6" providerId="ADAL" clId="{E6F6844B-D12E-44FB-8956-46EB535A2B2D}"/>
    <pc:docChg chg="undo redo custSel addSld delSld modSld sldOrd">
      <pc:chgData name="Manas Tuwani" userId="5d421215-a11f-4a6e-90ca-e8ac2213fab6" providerId="ADAL" clId="{E6F6844B-D12E-44FB-8956-46EB535A2B2D}" dt="2023-02-22T16:12:34.018" v="226" actId="27636"/>
      <pc:docMkLst>
        <pc:docMk/>
      </pc:docMkLst>
      <pc:sldChg chg="modSp mod">
        <pc:chgData name="Manas Tuwani" userId="5d421215-a11f-4a6e-90ca-e8ac2213fab6" providerId="ADAL" clId="{E6F6844B-D12E-44FB-8956-46EB535A2B2D}" dt="2023-02-11T10:52:44.548" v="0"/>
        <pc:sldMkLst>
          <pc:docMk/>
          <pc:sldMk cId="3233675117" sldId="260"/>
        </pc:sldMkLst>
        <pc:spChg chg="mod">
          <ac:chgData name="Manas Tuwani" userId="5d421215-a11f-4a6e-90ca-e8ac2213fab6" providerId="ADAL" clId="{E6F6844B-D12E-44FB-8956-46EB535A2B2D}" dt="2023-02-11T10:52:44.548" v="0"/>
          <ac:spMkLst>
            <pc:docMk/>
            <pc:sldMk cId="3233675117" sldId="260"/>
            <ac:spMk id="3" creationId="{00000000-0000-0000-0000-000000000000}"/>
          </ac:spMkLst>
        </pc:spChg>
      </pc:sldChg>
      <pc:sldChg chg="modSp mod">
        <pc:chgData name="Manas Tuwani" userId="5d421215-a11f-4a6e-90ca-e8ac2213fab6" providerId="ADAL" clId="{E6F6844B-D12E-44FB-8956-46EB535A2B2D}" dt="2023-02-22T16:12:34.018" v="226" actId="27636"/>
        <pc:sldMkLst>
          <pc:docMk/>
          <pc:sldMk cId="588203998" sldId="266"/>
        </pc:sldMkLst>
        <pc:spChg chg="mod">
          <ac:chgData name="Manas Tuwani" userId="5d421215-a11f-4a6e-90ca-e8ac2213fab6" providerId="ADAL" clId="{E6F6844B-D12E-44FB-8956-46EB535A2B2D}" dt="2023-02-22T16:12:34.018" v="226" actId="27636"/>
          <ac:spMkLst>
            <pc:docMk/>
            <pc:sldMk cId="588203998" sldId="266"/>
            <ac:spMk id="2" creationId="{00000000-0000-0000-0000-000000000000}"/>
          </ac:spMkLst>
        </pc:spChg>
        <pc:spChg chg="mod">
          <ac:chgData name="Manas Tuwani" userId="5d421215-a11f-4a6e-90ca-e8ac2213fab6" providerId="ADAL" clId="{E6F6844B-D12E-44FB-8956-46EB535A2B2D}" dt="2023-02-22T16:06:24.315" v="163" actId="14100"/>
          <ac:spMkLst>
            <pc:docMk/>
            <pc:sldMk cId="588203998" sldId="266"/>
            <ac:spMk id="3" creationId="{00000000-0000-0000-0000-000000000000}"/>
          </ac:spMkLst>
        </pc:spChg>
      </pc:sldChg>
      <pc:sldChg chg="modSp mod">
        <pc:chgData name="Manas Tuwani" userId="5d421215-a11f-4a6e-90ca-e8ac2213fab6" providerId="ADAL" clId="{E6F6844B-D12E-44FB-8956-46EB535A2B2D}" dt="2023-02-11T11:11:28.671" v="20" actId="20577"/>
        <pc:sldMkLst>
          <pc:docMk/>
          <pc:sldMk cId="2313847924" sldId="274"/>
        </pc:sldMkLst>
        <pc:spChg chg="mod">
          <ac:chgData name="Manas Tuwani" userId="5d421215-a11f-4a6e-90ca-e8ac2213fab6" providerId="ADAL" clId="{E6F6844B-D12E-44FB-8956-46EB535A2B2D}" dt="2023-02-11T11:11:28.671" v="20" actId="20577"/>
          <ac:spMkLst>
            <pc:docMk/>
            <pc:sldMk cId="2313847924" sldId="274"/>
            <ac:spMk id="3" creationId="{CD1F68E4-07F9-CBA7-9430-07DB8C858F81}"/>
          </ac:spMkLst>
        </pc:spChg>
      </pc:sldChg>
      <pc:sldChg chg="addSp delSp add del setBg delDesignElem">
        <pc:chgData name="Manas Tuwani" userId="5d421215-a11f-4a6e-90ca-e8ac2213fab6" providerId="ADAL" clId="{E6F6844B-D12E-44FB-8956-46EB535A2B2D}" dt="2023-02-22T16:06:08.005" v="154"/>
        <pc:sldMkLst>
          <pc:docMk/>
          <pc:sldMk cId="606845232" sldId="286"/>
        </pc:sldMkLst>
        <pc:spChg chg="add del">
          <ac:chgData name="Manas Tuwani" userId="5d421215-a11f-4a6e-90ca-e8ac2213fab6" providerId="ADAL" clId="{E6F6844B-D12E-44FB-8956-46EB535A2B2D}" dt="2023-02-22T16:06:08.005" v="154"/>
          <ac:spMkLst>
            <pc:docMk/>
            <pc:sldMk cId="606845232" sldId="286"/>
            <ac:spMk id="8" creationId="{1B15ED52-F352-441B-82BF-E0EA34836D08}"/>
          </ac:spMkLst>
        </pc:spChg>
        <pc:spChg chg="add del">
          <ac:chgData name="Manas Tuwani" userId="5d421215-a11f-4a6e-90ca-e8ac2213fab6" providerId="ADAL" clId="{E6F6844B-D12E-44FB-8956-46EB535A2B2D}" dt="2023-02-22T16:06:08.005" v="154"/>
          <ac:spMkLst>
            <pc:docMk/>
            <pc:sldMk cId="606845232" sldId="286"/>
            <ac:spMk id="10" creationId="{3B2E3793-BFE6-45A2-9B7B-E18844431C99}"/>
          </ac:spMkLst>
        </pc:spChg>
        <pc:spChg chg="add del">
          <ac:chgData name="Manas Tuwani" userId="5d421215-a11f-4a6e-90ca-e8ac2213fab6" providerId="ADAL" clId="{E6F6844B-D12E-44FB-8956-46EB535A2B2D}" dt="2023-02-22T16:06:08.005" v="154"/>
          <ac:spMkLst>
            <pc:docMk/>
            <pc:sldMk cId="606845232" sldId="286"/>
            <ac:spMk id="12" creationId="{BC4C4868-CB8F-4AF9-9CDB-8108F2C19B67}"/>
          </ac:spMkLst>
        </pc:spChg>
        <pc:spChg chg="add del">
          <ac:chgData name="Manas Tuwani" userId="5d421215-a11f-4a6e-90ca-e8ac2213fab6" providerId="ADAL" clId="{E6F6844B-D12E-44FB-8956-46EB535A2B2D}" dt="2023-02-22T16:06:08.005" v="154"/>
          <ac:spMkLst>
            <pc:docMk/>
            <pc:sldMk cId="606845232" sldId="286"/>
            <ac:spMk id="14" creationId="{375E0459-6403-40CD-989D-56A4407CA12E}"/>
          </ac:spMkLst>
        </pc:spChg>
        <pc:spChg chg="add del">
          <ac:chgData name="Manas Tuwani" userId="5d421215-a11f-4a6e-90ca-e8ac2213fab6" providerId="ADAL" clId="{E6F6844B-D12E-44FB-8956-46EB535A2B2D}" dt="2023-02-22T16:06:08.005" v="154"/>
          <ac:spMkLst>
            <pc:docMk/>
            <pc:sldMk cId="606845232" sldId="286"/>
            <ac:spMk id="16" creationId="{53E5B1A8-3AC9-4BD1-9BBC-78CA94F2D1BA}"/>
          </ac:spMkLst>
        </pc:spChg>
      </pc:sldChg>
      <pc:sldChg chg="addSp modSp new mod setBg">
        <pc:chgData name="Manas Tuwani" userId="5d421215-a11f-4a6e-90ca-e8ac2213fab6" providerId="ADAL" clId="{E6F6844B-D12E-44FB-8956-46EB535A2B2D}" dt="2023-02-22T16:07:39.956" v="194" actId="27636"/>
        <pc:sldMkLst>
          <pc:docMk/>
          <pc:sldMk cId="2554197639" sldId="286"/>
        </pc:sldMkLst>
        <pc:spChg chg="mod">
          <ac:chgData name="Manas Tuwani" userId="5d421215-a11f-4a6e-90ca-e8ac2213fab6" providerId="ADAL" clId="{E6F6844B-D12E-44FB-8956-46EB535A2B2D}" dt="2023-02-22T16:07:13.115" v="189" actId="120"/>
          <ac:spMkLst>
            <pc:docMk/>
            <pc:sldMk cId="2554197639" sldId="286"/>
            <ac:spMk id="2" creationId="{22DE02DB-C1A3-4630-18C9-C9F2B7000421}"/>
          </ac:spMkLst>
        </pc:spChg>
        <pc:spChg chg="mod">
          <ac:chgData name="Manas Tuwani" userId="5d421215-a11f-4a6e-90ca-e8ac2213fab6" providerId="ADAL" clId="{E6F6844B-D12E-44FB-8956-46EB535A2B2D}" dt="2023-02-22T16:07:39.956" v="194" actId="27636"/>
          <ac:spMkLst>
            <pc:docMk/>
            <pc:sldMk cId="2554197639" sldId="286"/>
            <ac:spMk id="3" creationId="{03D88F2E-D28C-8870-44E3-496A9CF53D82}"/>
          </ac:spMkLst>
        </pc:spChg>
        <pc:spChg chg="add">
          <ac:chgData name="Manas Tuwani" userId="5d421215-a11f-4a6e-90ca-e8ac2213fab6" providerId="ADAL" clId="{E6F6844B-D12E-44FB-8956-46EB535A2B2D}" dt="2023-02-22T16:06:57.645" v="168" actId="26606"/>
          <ac:spMkLst>
            <pc:docMk/>
            <pc:sldMk cId="2554197639" sldId="286"/>
            <ac:spMk id="8" creationId="{1B15ED52-F352-441B-82BF-E0EA34836D08}"/>
          </ac:spMkLst>
        </pc:spChg>
        <pc:spChg chg="add">
          <ac:chgData name="Manas Tuwani" userId="5d421215-a11f-4a6e-90ca-e8ac2213fab6" providerId="ADAL" clId="{E6F6844B-D12E-44FB-8956-46EB535A2B2D}" dt="2023-02-22T16:06:57.645" v="168" actId="26606"/>
          <ac:spMkLst>
            <pc:docMk/>
            <pc:sldMk cId="2554197639" sldId="286"/>
            <ac:spMk id="10" creationId="{3B2E3793-BFE6-45A2-9B7B-E18844431C99}"/>
          </ac:spMkLst>
        </pc:spChg>
        <pc:spChg chg="add">
          <ac:chgData name="Manas Tuwani" userId="5d421215-a11f-4a6e-90ca-e8ac2213fab6" providerId="ADAL" clId="{E6F6844B-D12E-44FB-8956-46EB535A2B2D}" dt="2023-02-22T16:06:57.645" v="168" actId="26606"/>
          <ac:spMkLst>
            <pc:docMk/>
            <pc:sldMk cId="2554197639" sldId="286"/>
            <ac:spMk id="12" creationId="{BC4C4868-CB8F-4AF9-9CDB-8108F2C19B67}"/>
          </ac:spMkLst>
        </pc:spChg>
        <pc:spChg chg="add">
          <ac:chgData name="Manas Tuwani" userId="5d421215-a11f-4a6e-90ca-e8ac2213fab6" providerId="ADAL" clId="{E6F6844B-D12E-44FB-8956-46EB535A2B2D}" dt="2023-02-22T16:06:57.645" v="168" actId="26606"/>
          <ac:spMkLst>
            <pc:docMk/>
            <pc:sldMk cId="2554197639" sldId="286"/>
            <ac:spMk id="14" creationId="{375E0459-6403-40CD-989D-56A4407CA12E}"/>
          </ac:spMkLst>
        </pc:spChg>
        <pc:spChg chg="add">
          <ac:chgData name="Manas Tuwani" userId="5d421215-a11f-4a6e-90ca-e8ac2213fab6" providerId="ADAL" clId="{E6F6844B-D12E-44FB-8956-46EB535A2B2D}" dt="2023-02-22T16:06:57.645" v="168" actId="26606"/>
          <ac:spMkLst>
            <pc:docMk/>
            <pc:sldMk cId="2554197639" sldId="286"/>
            <ac:spMk id="16" creationId="{53E5B1A8-3AC9-4BD1-9BBC-78CA94F2D1BA}"/>
          </ac:spMkLst>
        </pc:spChg>
      </pc:sldChg>
      <pc:sldChg chg="addSp delSp modSp new mod ord setBg">
        <pc:chgData name="Manas Tuwani" userId="5d421215-a11f-4a6e-90ca-e8ac2213fab6" providerId="ADAL" clId="{E6F6844B-D12E-44FB-8956-46EB535A2B2D}" dt="2023-02-22T16:11:42.416" v="224" actId="1076"/>
        <pc:sldMkLst>
          <pc:docMk/>
          <pc:sldMk cId="853249725" sldId="287"/>
        </pc:sldMkLst>
        <pc:spChg chg="mod">
          <ac:chgData name="Manas Tuwani" userId="5d421215-a11f-4a6e-90ca-e8ac2213fab6" providerId="ADAL" clId="{E6F6844B-D12E-44FB-8956-46EB535A2B2D}" dt="2023-02-22T16:11:38.693" v="223" actId="13926"/>
          <ac:spMkLst>
            <pc:docMk/>
            <pc:sldMk cId="853249725" sldId="287"/>
            <ac:spMk id="2" creationId="{D708EEA7-677E-1FAF-FA5F-60A8D3000B94}"/>
          </ac:spMkLst>
        </pc:spChg>
        <pc:spChg chg="del">
          <ac:chgData name="Manas Tuwani" userId="5d421215-a11f-4a6e-90ca-e8ac2213fab6" providerId="ADAL" clId="{E6F6844B-D12E-44FB-8956-46EB535A2B2D}" dt="2023-02-22T16:08:45.037" v="196" actId="22"/>
          <ac:spMkLst>
            <pc:docMk/>
            <pc:sldMk cId="853249725" sldId="287"/>
            <ac:spMk id="3" creationId="{25140B05-3E43-317C-28CB-7C5A8C41BFC6}"/>
          </ac:spMkLst>
        </pc:spChg>
        <pc:spChg chg="add del">
          <ac:chgData name="Manas Tuwani" userId="5d421215-a11f-4a6e-90ca-e8ac2213fab6" providerId="ADAL" clId="{E6F6844B-D12E-44FB-8956-46EB535A2B2D}" dt="2023-02-22T16:09:09.686" v="209" actId="26606"/>
          <ac:spMkLst>
            <pc:docMk/>
            <pc:sldMk cId="853249725" sldId="287"/>
            <ac:spMk id="10" creationId="{A8384FB5-9ADC-4DDC-881B-597D56F5B15D}"/>
          </ac:spMkLst>
        </pc:spChg>
        <pc:spChg chg="add del">
          <ac:chgData name="Manas Tuwani" userId="5d421215-a11f-4a6e-90ca-e8ac2213fab6" providerId="ADAL" clId="{E6F6844B-D12E-44FB-8956-46EB535A2B2D}" dt="2023-02-22T16:09:09.686" v="209" actId="26606"/>
          <ac:spMkLst>
            <pc:docMk/>
            <pc:sldMk cId="853249725" sldId="287"/>
            <ac:spMk id="12" creationId="{91E5A9A7-95C6-4F4F-B00E-C82E07FE62EF}"/>
          </ac:spMkLst>
        </pc:spChg>
        <pc:spChg chg="add del">
          <ac:chgData name="Manas Tuwani" userId="5d421215-a11f-4a6e-90ca-e8ac2213fab6" providerId="ADAL" clId="{E6F6844B-D12E-44FB-8956-46EB535A2B2D}" dt="2023-02-22T16:09:09.686" v="209" actId="26606"/>
          <ac:spMkLst>
            <pc:docMk/>
            <pc:sldMk cId="853249725" sldId="287"/>
            <ac:spMk id="14" creationId="{D07DD2DE-F619-49DD-B5E7-03A290FF4ED1}"/>
          </ac:spMkLst>
        </pc:spChg>
        <pc:spChg chg="add del">
          <ac:chgData name="Manas Tuwani" userId="5d421215-a11f-4a6e-90ca-e8ac2213fab6" providerId="ADAL" clId="{E6F6844B-D12E-44FB-8956-46EB535A2B2D}" dt="2023-02-22T16:09:09.686" v="209" actId="26606"/>
          <ac:spMkLst>
            <pc:docMk/>
            <pc:sldMk cId="853249725" sldId="287"/>
            <ac:spMk id="16" creationId="{85149191-5F60-4A28-AAFF-039F96B0F3EC}"/>
          </ac:spMkLst>
        </pc:spChg>
        <pc:spChg chg="add del">
          <ac:chgData name="Manas Tuwani" userId="5d421215-a11f-4a6e-90ca-e8ac2213fab6" providerId="ADAL" clId="{E6F6844B-D12E-44FB-8956-46EB535A2B2D}" dt="2023-02-22T16:09:09.686" v="209" actId="26606"/>
          <ac:spMkLst>
            <pc:docMk/>
            <pc:sldMk cId="853249725" sldId="287"/>
            <ac:spMk id="18" creationId="{F8260ED5-17F7-4158-B241-D51DD4CF1B7E}"/>
          </ac:spMkLst>
        </pc:spChg>
        <pc:spChg chg="add del">
          <ac:chgData name="Manas Tuwani" userId="5d421215-a11f-4a6e-90ca-e8ac2213fab6" providerId="ADAL" clId="{E6F6844B-D12E-44FB-8956-46EB535A2B2D}" dt="2023-02-22T16:09:23.550" v="211" actId="26606"/>
          <ac:spMkLst>
            <pc:docMk/>
            <pc:sldMk cId="853249725" sldId="287"/>
            <ac:spMk id="20" creationId="{A4AC5506-6312-4701-8D3C-40187889A947}"/>
          </ac:spMkLst>
        </pc:spChg>
        <pc:spChg chg="add del">
          <ac:chgData name="Manas Tuwani" userId="5d421215-a11f-4a6e-90ca-e8ac2213fab6" providerId="ADAL" clId="{E6F6844B-D12E-44FB-8956-46EB535A2B2D}" dt="2023-02-22T16:09:40.084" v="218" actId="26606"/>
          <ac:spMkLst>
            <pc:docMk/>
            <pc:sldMk cId="853249725" sldId="287"/>
            <ac:spMk id="22" creationId="{0ACDB3CA-62BA-4187-A0BD-732DFF710277}"/>
          </ac:spMkLst>
        </pc:spChg>
        <pc:spChg chg="add del">
          <ac:chgData name="Manas Tuwani" userId="5d421215-a11f-4a6e-90ca-e8ac2213fab6" providerId="ADAL" clId="{E6F6844B-D12E-44FB-8956-46EB535A2B2D}" dt="2023-02-22T16:09:40.080" v="217" actId="26606"/>
          <ac:spMkLst>
            <pc:docMk/>
            <pc:sldMk cId="853249725" sldId="287"/>
            <ac:spMk id="27" creationId="{A4AC5506-6312-4701-8D3C-40187889A947}"/>
          </ac:spMkLst>
        </pc:spChg>
        <pc:spChg chg="add">
          <ac:chgData name="Manas Tuwani" userId="5d421215-a11f-4a6e-90ca-e8ac2213fab6" providerId="ADAL" clId="{E6F6844B-D12E-44FB-8956-46EB535A2B2D}" dt="2023-02-22T16:09:40.084" v="218" actId="26606"/>
          <ac:spMkLst>
            <pc:docMk/>
            <pc:sldMk cId="853249725" sldId="287"/>
            <ac:spMk id="29" creationId="{F170E346-B98B-43A6-A4DA-D36FF63284B3}"/>
          </ac:spMkLst>
        </pc:spChg>
        <pc:picChg chg="add mod ord">
          <ac:chgData name="Manas Tuwani" userId="5d421215-a11f-4a6e-90ca-e8ac2213fab6" providerId="ADAL" clId="{E6F6844B-D12E-44FB-8956-46EB535A2B2D}" dt="2023-02-22T16:11:42.416" v="224" actId="1076"/>
          <ac:picMkLst>
            <pc:docMk/>
            <pc:sldMk cId="853249725" sldId="287"/>
            <ac:picMk id="5" creationId="{B9A1D298-257F-CF57-02DA-5008DE0EB41F}"/>
          </ac:picMkLst>
        </pc:picChg>
      </pc:sldChg>
    </pc:docChg>
  </pc:docChgLst>
  <pc:docChgLst>
    <pc:chgData name="Manas Tuwani" userId="5d421215-a11f-4a6e-90ca-e8ac2213fab6" providerId="ADAL" clId="{1821256F-4AD7-4D00-96A2-D33828DB804F}"/>
    <pc:docChg chg="undo custSel modSld">
      <pc:chgData name="Manas Tuwani" userId="5d421215-a11f-4a6e-90ca-e8ac2213fab6" providerId="ADAL" clId="{1821256F-4AD7-4D00-96A2-D33828DB804F}" dt="2022-10-28T14:40:43.922" v="73" actId="20577"/>
      <pc:docMkLst>
        <pc:docMk/>
      </pc:docMkLst>
      <pc:sldChg chg="addSp delSp modSp mod setBg">
        <pc:chgData name="Manas Tuwani" userId="5d421215-a11f-4a6e-90ca-e8ac2213fab6" providerId="ADAL" clId="{1821256F-4AD7-4D00-96A2-D33828DB804F}" dt="2022-10-28T12:36:27.432" v="23" actId="26606"/>
        <pc:sldMkLst>
          <pc:docMk/>
          <pc:sldMk cId="3869805717" sldId="259"/>
        </pc:sldMkLst>
        <pc:spChg chg="mod">
          <ac:chgData name="Manas Tuwani" userId="5d421215-a11f-4a6e-90ca-e8ac2213fab6" providerId="ADAL" clId="{1821256F-4AD7-4D00-96A2-D33828DB804F}" dt="2022-10-28T12:36:27.432" v="23" actId="26606"/>
          <ac:spMkLst>
            <pc:docMk/>
            <pc:sldMk cId="3869805717" sldId="259"/>
            <ac:spMk id="2" creationId="{00000000-0000-0000-0000-000000000000}"/>
          </ac:spMkLst>
        </pc:spChg>
        <pc:spChg chg="mod">
          <ac:chgData name="Manas Tuwani" userId="5d421215-a11f-4a6e-90ca-e8ac2213fab6" providerId="ADAL" clId="{1821256F-4AD7-4D00-96A2-D33828DB804F}" dt="2022-10-28T12:36:27.432" v="23" actId="26606"/>
          <ac:spMkLst>
            <pc:docMk/>
            <pc:sldMk cId="3869805717" sldId="259"/>
            <ac:spMk id="3" creationId="{00000000-0000-0000-0000-000000000000}"/>
          </ac:spMkLst>
        </pc:spChg>
        <pc:spChg chg="add del">
          <ac:chgData name="Manas Tuwani" userId="5d421215-a11f-4a6e-90ca-e8ac2213fab6" providerId="ADAL" clId="{1821256F-4AD7-4D00-96A2-D33828DB804F}" dt="2022-10-28T12:36:27.432" v="23" actId="26606"/>
          <ac:spMkLst>
            <pc:docMk/>
            <pc:sldMk cId="3869805717" sldId="259"/>
            <ac:spMk id="8" creationId="{DAF1966E-FD40-4A4A-B61B-C4DF7FA05F06}"/>
          </ac:spMkLst>
        </pc:spChg>
        <pc:spChg chg="add del">
          <ac:chgData name="Manas Tuwani" userId="5d421215-a11f-4a6e-90ca-e8ac2213fab6" providerId="ADAL" clId="{1821256F-4AD7-4D00-96A2-D33828DB804F}" dt="2022-10-28T12:36:27.432" v="23" actId="26606"/>
          <ac:spMkLst>
            <pc:docMk/>
            <pc:sldMk cId="3869805717" sldId="259"/>
            <ac:spMk id="10" creationId="{047BFA19-D45E-416B-A404-7AF2F3F27017}"/>
          </ac:spMkLst>
        </pc:spChg>
        <pc:spChg chg="add del">
          <ac:chgData name="Manas Tuwani" userId="5d421215-a11f-4a6e-90ca-e8ac2213fab6" providerId="ADAL" clId="{1821256F-4AD7-4D00-96A2-D33828DB804F}" dt="2022-10-28T12:36:27.432" v="23" actId="26606"/>
          <ac:spMkLst>
            <pc:docMk/>
            <pc:sldMk cId="3869805717" sldId="259"/>
            <ac:spMk id="12" creationId="{8E0105E7-23DB-4CF2-8258-FF47C7620F6E}"/>
          </ac:spMkLst>
        </pc:spChg>
        <pc:spChg chg="add del">
          <ac:chgData name="Manas Tuwani" userId="5d421215-a11f-4a6e-90ca-e8ac2213fab6" providerId="ADAL" clId="{1821256F-4AD7-4D00-96A2-D33828DB804F}" dt="2022-10-28T12:36:27.432" v="23" actId="26606"/>
          <ac:spMkLst>
            <pc:docMk/>
            <pc:sldMk cId="3869805717" sldId="259"/>
            <ac:spMk id="14" creationId="{074B4F7D-14B2-478B-8BF5-01E4E0C5D263}"/>
          </ac:spMkLst>
        </pc:spChg>
        <pc:spChg chg="add">
          <ac:chgData name="Manas Tuwani" userId="5d421215-a11f-4a6e-90ca-e8ac2213fab6" providerId="ADAL" clId="{1821256F-4AD7-4D00-96A2-D33828DB804F}" dt="2022-10-28T12:36:27.432" v="23" actId="26606"/>
          <ac:spMkLst>
            <pc:docMk/>
            <pc:sldMk cId="3869805717" sldId="259"/>
            <ac:spMk id="19" creationId="{1B15ED52-F352-441B-82BF-E0EA34836D08}"/>
          </ac:spMkLst>
        </pc:spChg>
        <pc:spChg chg="add">
          <ac:chgData name="Manas Tuwani" userId="5d421215-a11f-4a6e-90ca-e8ac2213fab6" providerId="ADAL" clId="{1821256F-4AD7-4D00-96A2-D33828DB804F}" dt="2022-10-28T12:36:27.432" v="23" actId="26606"/>
          <ac:spMkLst>
            <pc:docMk/>
            <pc:sldMk cId="3869805717" sldId="259"/>
            <ac:spMk id="21" creationId="{3B2E3793-BFE6-45A2-9B7B-E18844431C99}"/>
          </ac:spMkLst>
        </pc:spChg>
        <pc:spChg chg="add">
          <ac:chgData name="Manas Tuwani" userId="5d421215-a11f-4a6e-90ca-e8ac2213fab6" providerId="ADAL" clId="{1821256F-4AD7-4D00-96A2-D33828DB804F}" dt="2022-10-28T12:36:27.432" v="23" actId="26606"/>
          <ac:spMkLst>
            <pc:docMk/>
            <pc:sldMk cId="3869805717" sldId="259"/>
            <ac:spMk id="23" creationId="{BC4C4868-CB8F-4AF9-9CDB-8108F2C19B67}"/>
          </ac:spMkLst>
        </pc:spChg>
        <pc:spChg chg="add">
          <ac:chgData name="Manas Tuwani" userId="5d421215-a11f-4a6e-90ca-e8ac2213fab6" providerId="ADAL" clId="{1821256F-4AD7-4D00-96A2-D33828DB804F}" dt="2022-10-28T12:36:27.432" v="23" actId="26606"/>
          <ac:spMkLst>
            <pc:docMk/>
            <pc:sldMk cId="3869805717" sldId="259"/>
            <ac:spMk id="25" creationId="{375E0459-6403-40CD-989D-56A4407CA12E}"/>
          </ac:spMkLst>
        </pc:spChg>
        <pc:spChg chg="add">
          <ac:chgData name="Manas Tuwani" userId="5d421215-a11f-4a6e-90ca-e8ac2213fab6" providerId="ADAL" clId="{1821256F-4AD7-4D00-96A2-D33828DB804F}" dt="2022-10-28T12:36:27.432" v="23" actId="26606"/>
          <ac:spMkLst>
            <pc:docMk/>
            <pc:sldMk cId="3869805717" sldId="259"/>
            <ac:spMk id="27" creationId="{53E5B1A8-3AC9-4BD1-9BBC-78CA94F2D1BA}"/>
          </ac:spMkLst>
        </pc:spChg>
      </pc:sldChg>
      <pc:sldChg chg="addSp delSp modSp mod setBg">
        <pc:chgData name="Manas Tuwani" userId="5d421215-a11f-4a6e-90ca-e8ac2213fab6" providerId="ADAL" clId="{1821256F-4AD7-4D00-96A2-D33828DB804F}" dt="2022-10-28T12:38:14.841" v="57" actId="27636"/>
        <pc:sldMkLst>
          <pc:docMk/>
          <pc:sldMk cId="3233675117" sldId="260"/>
        </pc:sldMkLst>
        <pc:spChg chg="mod">
          <ac:chgData name="Manas Tuwani" userId="5d421215-a11f-4a6e-90ca-e8ac2213fab6" providerId="ADAL" clId="{1821256F-4AD7-4D00-96A2-D33828DB804F}" dt="2022-10-28T12:36:19.775" v="22" actId="26606"/>
          <ac:spMkLst>
            <pc:docMk/>
            <pc:sldMk cId="3233675117" sldId="260"/>
            <ac:spMk id="2" creationId="{00000000-0000-0000-0000-000000000000}"/>
          </ac:spMkLst>
        </pc:spChg>
        <pc:spChg chg="mod">
          <ac:chgData name="Manas Tuwani" userId="5d421215-a11f-4a6e-90ca-e8ac2213fab6" providerId="ADAL" clId="{1821256F-4AD7-4D00-96A2-D33828DB804F}" dt="2022-10-28T12:38:14.841" v="57" actId="27636"/>
          <ac:spMkLst>
            <pc:docMk/>
            <pc:sldMk cId="3233675117" sldId="260"/>
            <ac:spMk id="3" creationId="{00000000-0000-0000-0000-000000000000}"/>
          </ac:spMkLst>
        </pc:spChg>
        <pc:spChg chg="add del">
          <ac:chgData name="Manas Tuwani" userId="5d421215-a11f-4a6e-90ca-e8ac2213fab6" providerId="ADAL" clId="{1821256F-4AD7-4D00-96A2-D33828DB804F}" dt="2022-10-28T12:36:19.775" v="22" actId="26606"/>
          <ac:spMkLst>
            <pc:docMk/>
            <pc:sldMk cId="3233675117" sldId="260"/>
            <ac:spMk id="8" creationId="{70DFC902-7D23-471A-B557-B6B6917D7A0D}"/>
          </ac:spMkLst>
        </pc:spChg>
        <pc:spChg chg="add del">
          <ac:chgData name="Manas Tuwani" userId="5d421215-a11f-4a6e-90ca-e8ac2213fab6" providerId="ADAL" clId="{1821256F-4AD7-4D00-96A2-D33828DB804F}" dt="2022-10-28T12:36:19.775" v="22" actId="26606"/>
          <ac:spMkLst>
            <pc:docMk/>
            <pc:sldMk cId="3233675117" sldId="260"/>
            <ac:spMk id="10" creationId="{A55D5633-D557-4DCA-982C-FF36EB7A1C00}"/>
          </ac:spMkLst>
        </pc:spChg>
        <pc:spChg chg="add del">
          <ac:chgData name="Manas Tuwani" userId="5d421215-a11f-4a6e-90ca-e8ac2213fab6" providerId="ADAL" clId="{1821256F-4AD7-4D00-96A2-D33828DB804F}" dt="2022-10-28T12:36:19.775" v="22" actId="26606"/>
          <ac:spMkLst>
            <pc:docMk/>
            <pc:sldMk cId="3233675117" sldId="260"/>
            <ac:spMk id="12" creationId="{450D3AD2-FA80-415F-A9CE-54D884561CD7}"/>
          </ac:spMkLst>
        </pc:spChg>
        <pc:spChg chg="add">
          <ac:chgData name="Manas Tuwani" userId="5d421215-a11f-4a6e-90ca-e8ac2213fab6" providerId="ADAL" clId="{1821256F-4AD7-4D00-96A2-D33828DB804F}" dt="2022-10-28T12:36:19.775" v="22" actId="26606"/>
          <ac:spMkLst>
            <pc:docMk/>
            <pc:sldMk cId="3233675117" sldId="260"/>
            <ac:spMk id="17" creationId="{1B15ED52-F352-441B-82BF-E0EA34836D08}"/>
          </ac:spMkLst>
        </pc:spChg>
        <pc:spChg chg="add">
          <ac:chgData name="Manas Tuwani" userId="5d421215-a11f-4a6e-90ca-e8ac2213fab6" providerId="ADAL" clId="{1821256F-4AD7-4D00-96A2-D33828DB804F}" dt="2022-10-28T12:36:19.775" v="22" actId="26606"/>
          <ac:spMkLst>
            <pc:docMk/>
            <pc:sldMk cId="3233675117" sldId="260"/>
            <ac:spMk id="19" creationId="{3B2E3793-BFE6-45A2-9B7B-E18844431C99}"/>
          </ac:spMkLst>
        </pc:spChg>
        <pc:spChg chg="add">
          <ac:chgData name="Manas Tuwani" userId="5d421215-a11f-4a6e-90ca-e8ac2213fab6" providerId="ADAL" clId="{1821256F-4AD7-4D00-96A2-D33828DB804F}" dt="2022-10-28T12:36:19.775" v="22" actId="26606"/>
          <ac:spMkLst>
            <pc:docMk/>
            <pc:sldMk cId="3233675117" sldId="260"/>
            <ac:spMk id="21" creationId="{BC4C4868-CB8F-4AF9-9CDB-8108F2C19B67}"/>
          </ac:spMkLst>
        </pc:spChg>
        <pc:spChg chg="add">
          <ac:chgData name="Manas Tuwani" userId="5d421215-a11f-4a6e-90ca-e8ac2213fab6" providerId="ADAL" clId="{1821256F-4AD7-4D00-96A2-D33828DB804F}" dt="2022-10-28T12:36:19.775" v="22" actId="26606"/>
          <ac:spMkLst>
            <pc:docMk/>
            <pc:sldMk cId="3233675117" sldId="260"/>
            <ac:spMk id="23" creationId="{375E0459-6403-40CD-989D-56A4407CA12E}"/>
          </ac:spMkLst>
        </pc:spChg>
        <pc:spChg chg="add">
          <ac:chgData name="Manas Tuwani" userId="5d421215-a11f-4a6e-90ca-e8ac2213fab6" providerId="ADAL" clId="{1821256F-4AD7-4D00-96A2-D33828DB804F}" dt="2022-10-28T12:36:19.775" v="22" actId="26606"/>
          <ac:spMkLst>
            <pc:docMk/>
            <pc:sldMk cId="3233675117" sldId="260"/>
            <ac:spMk id="25" creationId="{53E5B1A8-3AC9-4BD1-9BBC-78CA94F2D1BA}"/>
          </ac:spMkLst>
        </pc:spChg>
      </pc:sldChg>
      <pc:sldChg chg="addSp delSp modSp mod setBg">
        <pc:chgData name="Manas Tuwani" userId="5d421215-a11f-4a6e-90ca-e8ac2213fab6" providerId="ADAL" clId="{1821256F-4AD7-4D00-96A2-D33828DB804F}" dt="2022-10-28T12:36:31.988" v="24" actId="26606"/>
        <pc:sldMkLst>
          <pc:docMk/>
          <pc:sldMk cId="3857878002" sldId="261"/>
        </pc:sldMkLst>
        <pc:spChg chg="mod">
          <ac:chgData name="Manas Tuwani" userId="5d421215-a11f-4a6e-90ca-e8ac2213fab6" providerId="ADAL" clId="{1821256F-4AD7-4D00-96A2-D33828DB804F}" dt="2022-10-28T12:36:31.988" v="24" actId="26606"/>
          <ac:spMkLst>
            <pc:docMk/>
            <pc:sldMk cId="3857878002" sldId="261"/>
            <ac:spMk id="2" creationId="{00000000-0000-0000-0000-000000000000}"/>
          </ac:spMkLst>
        </pc:spChg>
        <pc:spChg chg="mod">
          <ac:chgData name="Manas Tuwani" userId="5d421215-a11f-4a6e-90ca-e8ac2213fab6" providerId="ADAL" clId="{1821256F-4AD7-4D00-96A2-D33828DB804F}" dt="2022-10-28T12:36:31.988" v="24" actId="26606"/>
          <ac:spMkLst>
            <pc:docMk/>
            <pc:sldMk cId="3857878002" sldId="261"/>
            <ac:spMk id="3" creationId="{00000000-0000-0000-0000-000000000000}"/>
          </ac:spMkLst>
        </pc:spChg>
        <pc:spChg chg="add del">
          <ac:chgData name="Manas Tuwani" userId="5d421215-a11f-4a6e-90ca-e8ac2213fab6" providerId="ADAL" clId="{1821256F-4AD7-4D00-96A2-D33828DB804F}" dt="2022-10-28T12:36:31.988" v="24" actId="26606"/>
          <ac:spMkLst>
            <pc:docMk/>
            <pc:sldMk cId="3857878002" sldId="261"/>
            <ac:spMk id="8" creationId="{70DFC902-7D23-471A-B557-B6B6917D7A0D}"/>
          </ac:spMkLst>
        </pc:spChg>
        <pc:spChg chg="add del">
          <ac:chgData name="Manas Tuwani" userId="5d421215-a11f-4a6e-90ca-e8ac2213fab6" providerId="ADAL" clId="{1821256F-4AD7-4D00-96A2-D33828DB804F}" dt="2022-10-28T12:36:31.988" v="24" actId="26606"/>
          <ac:spMkLst>
            <pc:docMk/>
            <pc:sldMk cId="3857878002" sldId="261"/>
            <ac:spMk id="10" creationId="{A55D5633-D557-4DCA-982C-FF36EB7A1C00}"/>
          </ac:spMkLst>
        </pc:spChg>
        <pc:spChg chg="add del">
          <ac:chgData name="Manas Tuwani" userId="5d421215-a11f-4a6e-90ca-e8ac2213fab6" providerId="ADAL" clId="{1821256F-4AD7-4D00-96A2-D33828DB804F}" dt="2022-10-28T12:36:31.988" v="24" actId="26606"/>
          <ac:spMkLst>
            <pc:docMk/>
            <pc:sldMk cId="3857878002" sldId="261"/>
            <ac:spMk id="12" creationId="{450D3AD2-FA80-415F-A9CE-54D884561CD7}"/>
          </ac:spMkLst>
        </pc:spChg>
        <pc:spChg chg="add">
          <ac:chgData name="Manas Tuwani" userId="5d421215-a11f-4a6e-90ca-e8ac2213fab6" providerId="ADAL" clId="{1821256F-4AD7-4D00-96A2-D33828DB804F}" dt="2022-10-28T12:36:31.988" v="24" actId="26606"/>
          <ac:spMkLst>
            <pc:docMk/>
            <pc:sldMk cId="3857878002" sldId="261"/>
            <ac:spMk id="17" creationId="{1B15ED52-F352-441B-82BF-E0EA34836D08}"/>
          </ac:spMkLst>
        </pc:spChg>
        <pc:spChg chg="add">
          <ac:chgData name="Manas Tuwani" userId="5d421215-a11f-4a6e-90ca-e8ac2213fab6" providerId="ADAL" clId="{1821256F-4AD7-4D00-96A2-D33828DB804F}" dt="2022-10-28T12:36:31.988" v="24" actId="26606"/>
          <ac:spMkLst>
            <pc:docMk/>
            <pc:sldMk cId="3857878002" sldId="261"/>
            <ac:spMk id="19" creationId="{3B2E3793-BFE6-45A2-9B7B-E18844431C99}"/>
          </ac:spMkLst>
        </pc:spChg>
        <pc:spChg chg="add">
          <ac:chgData name="Manas Tuwani" userId="5d421215-a11f-4a6e-90ca-e8ac2213fab6" providerId="ADAL" clId="{1821256F-4AD7-4D00-96A2-D33828DB804F}" dt="2022-10-28T12:36:31.988" v="24" actId="26606"/>
          <ac:spMkLst>
            <pc:docMk/>
            <pc:sldMk cId="3857878002" sldId="261"/>
            <ac:spMk id="21" creationId="{BC4C4868-CB8F-4AF9-9CDB-8108F2C19B67}"/>
          </ac:spMkLst>
        </pc:spChg>
        <pc:spChg chg="add">
          <ac:chgData name="Manas Tuwani" userId="5d421215-a11f-4a6e-90ca-e8ac2213fab6" providerId="ADAL" clId="{1821256F-4AD7-4D00-96A2-D33828DB804F}" dt="2022-10-28T12:36:31.988" v="24" actId="26606"/>
          <ac:spMkLst>
            <pc:docMk/>
            <pc:sldMk cId="3857878002" sldId="261"/>
            <ac:spMk id="23" creationId="{375E0459-6403-40CD-989D-56A4407CA12E}"/>
          </ac:spMkLst>
        </pc:spChg>
        <pc:spChg chg="add">
          <ac:chgData name="Manas Tuwani" userId="5d421215-a11f-4a6e-90ca-e8ac2213fab6" providerId="ADAL" clId="{1821256F-4AD7-4D00-96A2-D33828DB804F}" dt="2022-10-28T12:36:31.988" v="24" actId="26606"/>
          <ac:spMkLst>
            <pc:docMk/>
            <pc:sldMk cId="3857878002" sldId="261"/>
            <ac:spMk id="25" creationId="{53E5B1A8-3AC9-4BD1-9BBC-78CA94F2D1BA}"/>
          </ac:spMkLst>
        </pc:spChg>
      </pc:sldChg>
      <pc:sldChg chg="addSp modSp mod setBg">
        <pc:chgData name="Manas Tuwani" userId="5d421215-a11f-4a6e-90ca-e8ac2213fab6" providerId="ADAL" clId="{1821256F-4AD7-4D00-96A2-D33828DB804F}" dt="2022-10-28T12:34:03.813" v="10" actId="20577"/>
        <pc:sldMkLst>
          <pc:docMk/>
          <pc:sldMk cId="2567497966" sldId="262"/>
        </pc:sldMkLst>
        <pc:spChg chg="mod">
          <ac:chgData name="Manas Tuwani" userId="5d421215-a11f-4a6e-90ca-e8ac2213fab6" providerId="ADAL" clId="{1821256F-4AD7-4D00-96A2-D33828DB804F}" dt="2022-10-27T13:01:51.603" v="9" actId="120"/>
          <ac:spMkLst>
            <pc:docMk/>
            <pc:sldMk cId="2567497966" sldId="262"/>
            <ac:spMk id="2" creationId="{00000000-0000-0000-0000-000000000000}"/>
          </ac:spMkLst>
        </pc:spChg>
        <pc:spChg chg="mod">
          <ac:chgData name="Manas Tuwani" userId="5d421215-a11f-4a6e-90ca-e8ac2213fab6" providerId="ADAL" clId="{1821256F-4AD7-4D00-96A2-D33828DB804F}" dt="2022-10-28T12:34:03.813" v="10" actId="20577"/>
          <ac:spMkLst>
            <pc:docMk/>
            <pc:sldMk cId="2567497966" sldId="262"/>
            <ac:spMk id="3" creationId="{00000000-0000-0000-0000-000000000000}"/>
          </ac:spMkLst>
        </pc:spChg>
        <pc:spChg chg="add">
          <ac:chgData name="Manas Tuwani" userId="5d421215-a11f-4a6e-90ca-e8ac2213fab6" providerId="ADAL" clId="{1821256F-4AD7-4D00-96A2-D33828DB804F}" dt="2022-10-27T13:01:22.569" v="3" actId="26606"/>
          <ac:spMkLst>
            <pc:docMk/>
            <pc:sldMk cId="2567497966" sldId="262"/>
            <ac:spMk id="8" creationId="{1B15ED52-F352-441B-82BF-E0EA34836D08}"/>
          </ac:spMkLst>
        </pc:spChg>
        <pc:spChg chg="add">
          <ac:chgData name="Manas Tuwani" userId="5d421215-a11f-4a6e-90ca-e8ac2213fab6" providerId="ADAL" clId="{1821256F-4AD7-4D00-96A2-D33828DB804F}" dt="2022-10-27T13:01:22.569" v="3" actId="26606"/>
          <ac:spMkLst>
            <pc:docMk/>
            <pc:sldMk cId="2567497966" sldId="262"/>
            <ac:spMk id="10" creationId="{3B2E3793-BFE6-45A2-9B7B-E18844431C99}"/>
          </ac:spMkLst>
        </pc:spChg>
        <pc:spChg chg="add">
          <ac:chgData name="Manas Tuwani" userId="5d421215-a11f-4a6e-90ca-e8ac2213fab6" providerId="ADAL" clId="{1821256F-4AD7-4D00-96A2-D33828DB804F}" dt="2022-10-27T13:01:22.569" v="3" actId="26606"/>
          <ac:spMkLst>
            <pc:docMk/>
            <pc:sldMk cId="2567497966" sldId="262"/>
            <ac:spMk id="12" creationId="{BC4C4868-CB8F-4AF9-9CDB-8108F2C19B67}"/>
          </ac:spMkLst>
        </pc:spChg>
        <pc:spChg chg="add">
          <ac:chgData name="Manas Tuwani" userId="5d421215-a11f-4a6e-90ca-e8ac2213fab6" providerId="ADAL" clId="{1821256F-4AD7-4D00-96A2-D33828DB804F}" dt="2022-10-27T13:01:22.569" v="3" actId="26606"/>
          <ac:spMkLst>
            <pc:docMk/>
            <pc:sldMk cId="2567497966" sldId="262"/>
            <ac:spMk id="14" creationId="{375E0459-6403-40CD-989D-56A4407CA12E}"/>
          </ac:spMkLst>
        </pc:spChg>
        <pc:spChg chg="add">
          <ac:chgData name="Manas Tuwani" userId="5d421215-a11f-4a6e-90ca-e8ac2213fab6" providerId="ADAL" clId="{1821256F-4AD7-4D00-96A2-D33828DB804F}" dt="2022-10-27T13:01:22.569" v="3" actId="26606"/>
          <ac:spMkLst>
            <pc:docMk/>
            <pc:sldMk cId="2567497966" sldId="262"/>
            <ac:spMk id="16" creationId="{53E5B1A8-3AC9-4BD1-9BBC-78CA94F2D1BA}"/>
          </ac:spMkLst>
        </pc:spChg>
      </pc:sldChg>
      <pc:sldChg chg="addSp modSp mod setBg">
        <pc:chgData name="Manas Tuwani" userId="5d421215-a11f-4a6e-90ca-e8ac2213fab6" providerId="ADAL" clId="{1821256F-4AD7-4D00-96A2-D33828DB804F}" dt="2022-10-28T12:36:43.056" v="26" actId="255"/>
        <pc:sldMkLst>
          <pc:docMk/>
          <pc:sldMk cId="3315453777" sldId="263"/>
        </pc:sldMkLst>
        <pc:spChg chg="mod">
          <ac:chgData name="Manas Tuwani" userId="5d421215-a11f-4a6e-90ca-e8ac2213fab6" providerId="ADAL" clId="{1821256F-4AD7-4D00-96A2-D33828DB804F}" dt="2022-10-28T12:36:36.387" v="25" actId="26606"/>
          <ac:spMkLst>
            <pc:docMk/>
            <pc:sldMk cId="3315453777" sldId="263"/>
            <ac:spMk id="2" creationId="{00000000-0000-0000-0000-000000000000}"/>
          </ac:spMkLst>
        </pc:spChg>
        <pc:spChg chg="mod">
          <ac:chgData name="Manas Tuwani" userId="5d421215-a11f-4a6e-90ca-e8ac2213fab6" providerId="ADAL" clId="{1821256F-4AD7-4D00-96A2-D33828DB804F}" dt="2022-10-28T12:36:43.056" v="26" actId="255"/>
          <ac:spMkLst>
            <pc:docMk/>
            <pc:sldMk cId="3315453777" sldId="263"/>
            <ac:spMk id="3" creationId="{00000000-0000-0000-0000-000000000000}"/>
          </ac:spMkLst>
        </pc:spChg>
        <pc:spChg chg="add">
          <ac:chgData name="Manas Tuwani" userId="5d421215-a11f-4a6e-90ca-e8ac2213fab6" providerId="ADAL" clId="{1821256F-4AD7-4D00-96A2-D33828DB804F}" dt="2022-10-28T12:36:36.387" v="25" actId="26606"/>
          <ac:spMkLst>
            <pc:docMk/>
            <pc:sldMk cId="3315453777" sldId="263"/>
            <ac:spMk id="8" creationId="{1B15ED52-F352-441B-82BF-E0EA34836D08}"/>
          </ac:spMkLst>
        </pc:spChg>
        <pc:spChg chg="add">
          <ac:chgData name="Manas Tuwani" userId="5d421215-a11f-4a6e-90ca-e8ac2213fab6" providerId="ADAL" clId="{1821256F-4AD7-4D00-96A2-D33828DB804F}" dt="2022-10-28T12:36:36.387" v="25" actId="26606"/>
          <ac:spMkLst>
            <pc:docMk/>
            <pc:sldMk cId="3315453777" sldId="263"/>
            <ac:spMk id="10" creationId="{3B2E3793-BFE6-45A2-9B7B-E18844431C99}"/>
          </ac:spMkLst>
        </pc:spChg>
        <pc:spChg chg="add">
          <ac:chgData name="Manas Tuwani" userId="5d421215-a11f-4a6e-90ca-e8ac2213fab6" providerId="ADAL" clId="{1821256F-4AD7-4D00-96A2-D33828DB804F}" dt="2022-10-28T12:36:36.387" v="25" actId="26606"/>
          <ac:spMkLst>
            <pc:docMk/>
            <pc:sldMk cId="3315453777" sldId="263"/>
            <ac:spMk id="12" creationId="{BC4C4868-CB8F-4AF9-9CDB-8108F2C19B67}"/>
          </ac:spMkLst>
        </pc:spChg>
        <pc:spChg chg="add">
          <ac:chgData name="Manas Tuwani" userId="5d421215-a11f-4a6e-90ca-e8ac2213fab6" providerId="ADAL" clId="{1821256F-4AD7-4D00-96A2-D33828DB804F}" dt="2022-10-28T12:36:36.387" v="25" actId="26606"/>
          <ac:spMkLst>
            <pc:docMk/>
            <pc:sldMk cId="3315453777" sldId="263"/>
            <ac:spMk id="14" creationId="{375E0459-6403-40CD-989D-56A4407CA12E}"/>
          </ac:spMkLst>
        </pc:spChg>
        <pc:spChg chg="add">
          <ac:chgData name="Manas Tuwani" userId="5d421215-a11f-4a6e-90ca-e8ac2213fab6" providerId="ADAL" clId="{1821256F-4AD7-4D00-96A2-D33828DB804F}" dt="2022-10-28T12:36:36.387" v="25" actId="26606"/>
          <ac:spMkLst>
            <pc:docMk/>
            <pc:sldMk cId="3315453777" sldId="263"/>
            <ac:spMk id="16" creationId="{53E5B1A8-3AC9-4BD1-9BBC-78CA94F2D1BA}"/>
          </ac:spMkLst>
        </pc:spChg>
      </pc:sldChg>
      <pc:sldChg chg="addSp modSp mod setBg">
        <pc:chgData name="Manas Tuwani" userId="5d421215-a11f-4a6e-90ca-e8ac2213fab6" providerId="ADAL" clId="{1821256F-4AD7-4D00-96A2-D33828DB804F}" dt="2022-10-28T12:36:52.446" v="28" actId="26606"/>
        <pc:sldMkLst>
          <pc:docMk/>
          <pc:sldMk cId="2927155395" sldId="264"/>
        </pc:sldMkLst>
        <pc:spChg chg="mod">
          <ac:chgData name="Manas Tuwani" userId="5d421215-a11f-4a6e-90ca-e8ac2213fab6" providerId="ADAL" clId="{1821256F-4AD7-4D00-96A2-D33828DB804F}" dt="2022-10-28T12:36:52.446" v="28" actId="26606"/>
          <ac:spMkLst>
            <pc:docMk/>
            <pc:sldMk cId="2927155395" sldId="264"/>
            <ac:spMk id="2" creationId="{00000000-0000-0000-0000-000000000000}"/>
          </ac:spMkLst>
        </pc:spChg>
        <pc:spChg chg="mod">
          <ac:chgData name="Manas Tuwani" userId="5d421215-a11f-4a6e-90ca-e8ac2213fab6" providerId="ADAL" clId="{1821256F-4AD7-4D00-96A2-D33828DB804F}" dt="2022-10-28T12:36:52.446" v="28" actId="26606"/>
          <ac:spMkLst>
            <pc:docMk/>
            <pc:sldMk cId="2927155395" sldId="264"/>
            <ac:spMk id="3" creationId="{00000000-0000-0000-0000-000000000000}"/>
          </ac:spMkLst>
        </pc:spChg>
        <pc:spChg chg="add">
          <ac:chgData name="Manas Tuwani" userId="5d421215-a11f-4a6e-90ca-e8ac2213fab6" providerId="ADAL" clId="{1821256F-4AD7-4D00-96A2-D33828DB804F}" dt="2022-10-28T12:36:52.446" v="28" actId="26606"/>
          <ac:spMkLst>
            <pc:docMk/>
            <pc:sldMk cId="2927155395" sldId="264"/>
            <ac:spMk id="8" creationId="{1B15ED52-F352-441B-82BF-E0EA34836D08}"/>
          </ac:spMkLst>
        </pc:spChg>
        <pc:spChg chg="add">
          <ac:chgData name="Manas Tuwani" userId="5d421215-a11f-4a6e-90ca-e8ac2213fab6" providerId="ADAL" clId="{1821256F-4AD7-4D00-96A2-D33828DB804F}" dt="2022-10-28T12:36:52.446" v="28" actId="26606"/>
          <ac:spMkLst>
            <pc:docMk/>
            <pc:sldMk cId="2927155395" sldId="264"/>
            <ac:spMk id="10" creationId="{3B2E3793-BFE6-45A2-9B7B-E18844431C99}"/>
          </ac:spMkLst>
        </pc:spChg>
        <pc:spChg chg="add">
          <ac:chgData name="Manas Tuwani" userId="5d421215-a11f-4a6e-90ca-e8ac2213fab6" providerId="ADAL" clId="{1821256F-4AD7-4D00-96A2-D33828DB804F}" dt="2022-10-28T12:36:52.446" v="28" actId="26606"/>
          <ac:spMkLst>
            <pc:docMk/>
            <pc:sldMk cId="2927155395" sldId="264"/>
            <ac:spMk id="12" creationId="{BC4C4868-CB8F-4AF9-9CDB-8108F2C19B67}"/>
          </ac:spMkLst>
        </pc:spChg>
        <pc:spChg chg="add">
          <ac:chgData name="Manas Tuwani" userId="5d421215-a11f-4a6e-90ca-e8ac2213fab6" providerId="ADAL" clId="{1821256F-4AD7-4D00-96A2-D33828DB804F}" dt="2022-10-28T12:36:52.446" v="28" actId="26606"/>
          <ac:spMkLst>
            <pc:docMk/>
            <pc:sldMk cId="2927155395" sldId="264"/>
            <ac:spMk id="14" creationId="{375E0459-6403-40CD-989D-56A4407CA12E}"/>
          </ac:spMkLst>
        </pc:spChg>
        <pc:spChg chg="add">
          <ac:chgData name="Manas Tuwani" userId="5d421215-a11f-4a6e-90ca-e8ac2213fab6" providerId="ADAL" clId="{1821256F-4AD7-4D00-96A2-D33828DB804F}" dt="2022-10-28T12:36:52.446" v="28" actId="26606"/>
          <ac:spMkLst>
            <pc:docMk/>
            <pc:sldMk cId="2927155395" sldId="264"/>
            <ac:spMk id="16" creationId="{53E5B1A8-3AC9-4BD1-9BBC-78CA94F2D1BA}"/>
          </ac:spMkLst>
        </pc:spChg>
      </pc:sldChg>
      <pc:sldChg chg="addSp modSp mod setBg">
        <pc:chgData name="Manas Tuwani" userId="5d421215-a11f-4a6e-90ca-e8ac2213fab6" providerId="ADAL" clId="{1821256F-4AD7-4D00-96A2-D33828DB804F}" dt="2022-10-28T12:36:57.167" v="29" actId="26606"/>
        <pc:sldMkLst>
          <pc:docMk/>
          <pc:sldMk cId="2740143841" sldId="265"/>
        </pc:sldMkLst>
        <pc:spChg chg="mod">
          <ac:chgData name="Manas Tuwani" userId="5d421215-a11f-4a6e-90ca-e8ac2213fab6" providerId="ADAL" clId="{1821256F-4AD7-4D00-96A2-D33828DB804F}" dt="2022-10-28T12:36:57.167" v="29" actId="26606"/>
          <ac:spMkLst>
            <pc:docMk/>
            <pc:sldMk cId="2740143841" sldId="265"/>
            <ac:spMk id="2" creationId="{00000000-0000-0000-0000-000000000000}"/>
          </ac:spMkLst>
        </pc:spChg>
        <pc:spChg chg="mod">
          <ac:chgData name="Manas Tuwani" userId="5d421215-a11f-4a6e-90ca-e8ac2213fab6" providerId="ADAL" clId="{1821256F-4AD7-4D00-96A2-D33828DB804F}" dt="2022-10-28T12:36:57.167" v="29" actId="26606"/>
          <ac:spMkLst>
            <pc:docMk/>
            <pc:sldMk cId="2740143841" sldId="265"/>
            <ac:spMk id="3" creationId="{00000000-0000-0000-0000-000000000000}"/>
          </ac:spMkLst>
        </pc:spChg>
        <pc:spChg chg="add">
          <ac:chgData name="Manas Tuwani" userId="5d421215-a11f-4a6e-90ca-e8ac2213fab6" providerId="ADAL" clId="{1821256F-4AD7-4D00-96A2-D33828DB804F}" dt="2022-10-28T12:36:57.167" v="29" actId="26606"/>
          <ac:spMkLst>
            <pc:docMk/>
            <pc:sldMk cId="2740143841" sldId="265"/>
            <ac:spMk id="8" creationId="{1B15ED52-F352-441B-82BF-E0EA34836D08}"/>
          </ac:spMkLst>
        </pc:spChg>
        <pc:spChg chg="add">
          <ac:chgData name="Manas Tuwani" userId="5d421215-a11f-4a6e-90ca-e8ac2213fab6" providerId="ADAL" clId="{1821256F-4AD7-4D00-96A2-D33828DB804F}" dt="2022-10-28T12:36:57.167" v="29" actId="26606"/>
          <ac:spMkLst>
            <pc:docMk/>
            <pc:sldMk cId="2740143841" sldId="265"/>
            <ac:spMk id="10" creationId="{3B2E3793-BFE6-45A2-9B7B-E18844431C99}"/>
          </ac:spMkLst>
        </pc:spChg>
        <pc:spChg chg="add">
          <ac:chgData name="Manas Tuwani" userId="5d421215-a11f-4a6e-90ca-e8ac2213fab6" providerId="ADAL" clId="{1821256F-4AD7-4D00-96A2-D33828DB804F}" dt="2022-10-28T12:36:57.167" v="29" actId="26606"/>
          <ac:spMkLst>
            <pc:docMk/>
            <pc:sldMk cId="2740143841" sldId="265"/>
            <ac:spMk id="12" creationId="{BC4C4868-CB8F-4AF9-9CDB-8108F2C19B67}"/>
          </ac:spMkLst>
        </pc:spChg>
        <pc:spChg chg="add">
          <ac:chgData name="Manas Tuwani" userId="5d421215-a11f-4a6e-90ca-e8ac2213fab6" providerId="ADAL" clId="{1821256F-4AD7-4D00-96A2-D33828DB804F}" dt="2022-10-28T12:36:57.167" v="29" actId="26606"/>
          <ac:spMkLst>
            <pc:docMk/>
            <pc:sldMk cId="2740143841" sldId="265"/>
            <ac:spMk id="14" creationId="{375E0459-6403-40CD-989D-56A4407CA12E}"/>
          </ac:spMkLst>
        </pc:spChg>
        <pc:spChg chg="add">
          <ac:chgData name="Manas Tuwani" userId="5d421215-a11f-4a6e-90ca-e8ac2213fab6" providerId="ADAL" clId="{1821256F-4AD7-4D00-96A2-D33828DB804F}" dt="2022-10-28T12:36:57.167" v="29" actId="26606"/>
          <ac:spMkLst>
            <pc:docMk/>
            <pc:sldMk cId="2740143841" sldId="265"/>
            <ac:spMk id="16" creationId="{53E5B1A8-3AC9-4BD1-9BBC-78CA94F2D1BA}"/>
          </ac:spMkLst>
        </pc:spChg>
      </pc:sldChg>
      <pc:sldChg chg="addSp modSp mod setBg">
        <pc:chgData name="Manas Tuwani" userId="5d421215-a11f-4a6e-90ca-e8ac2213fab6" providerId="ADAL" clId="{1821256F-4AD7-4D00-96A2-D33828DB804F}" dt="2022-10-28T12:37:27.422" v="36" actId="27636"/>
        <pc:sldMkLst>
          <pc:docMk/>
          <pc:sldMk cId="588203998" sldId="266"/>
        </pc:sldMkLst>
        <pc:spChg chg="mod">
          <ac:chgData name="Manas Tuwani" userId="5d421215-a11f-4a6e-90ca-e8ac2213fab6" providerId="ADAL" clId="{1821256F-4AD7-4D00-96A2-D33828DB804F}" dt="2022-10-28T12:37:12.180" v="32" actId="26606"/>
          <ac:spMkLst>
            <pc:docMk/>
            <pc:sldMk cId="588203998" sldId="266"/>
            <ac:spMk id="2" creationId="{00000000-0000-0000-0000-000000000000}"/>
          </ac:spMkLst>
        </pc:spChg>
        <pc:spChg chg="mod">
          <ac:chgData name="Manas Tuwani" userId="5d421215-a11f-4a6e-90ca-e8ac2213fab6" providerId="ADAL" clId="{1821256F-4AD7-4D00-96A2-D33828DB804F}" dt="2022-10-28T12:37:27.422" v="36" actId="27636"/>
          <ac:spMkLst>
            <pc:docMk/>
            <pc:sldMk cId="588203998" sldId="266"/>
            <ac:spMk id="3" creationId="{00000000-0000-0000-0000-000000000000}"/>
          </ac:spMkLst>
        </pc:spChg>
        <pc:spChg chg="add">
          <ac:chgData name="Manas Tuwani" userId="5d421215-a11f-4a6e-90ca-e8ac2213fab6" providerId="ADAL" clId="{1821256F-4AD7-4D00-96A2-D33828DB804F}" dt="2022-10-28T12:37:12.180" v="32" actId="26606"/>
          <ac:spMkLst>
            <pc:docMk/>
            <pc:sldMk cId="588203998" sldId="266"/>
            <ac:spMk id="8" creationId="{1B15ED52-F352-441B-82BF-E0EA34836D08}"/>
          </ac:spMkLst>
        </pc:spChg>
        <pc:spChg chg="add">
          <ac:chgData name="Manas Tuwani" userId="5d421215-a11f-4a6e-90ca-e8ac2213fab6" providerId="ADAL" clId="{1821256F-4AD7-4D00-96A2-D33828DB804F}" dt="2022-10-28T12:37:12.180" v="32" actId="26606"/>
          <ac:spMkLst>
            <pc:docMk/>
            <pc:sldMk cId="588203998" sldId="266"/>
            <ac:spMk id="10" creationId="{3B2E3793-BFE6-45A2-9B7B-E18844431C99}"/>
          </ac:spMkLst>
        </pc:spChg>
        <pc:spChg chg="add">
          <ac:chgData name="Manas Tuwani" userId="5d421215-a11f-4a6e-90ca-e8ac2213fab6" providerId="ADAL" clId="{1821256F-4AD7-4D00-96A2-D33828DB804F}" dt="2022-10-28T12:37:12.180" v="32" actId="26606"/>
          <ac:spMkLst>
            <pc:docMk/>
            <pc:sldMk cId="588203998" sldId="266"/>
            <ac:spMk id="12" creationId="{BC4C4868-CB8F-4AF9-9CDB-8108F2C19B67}"/>
          </ac:spMkLst>
        </pc:spChg>
        <pc:spChg chg="add">
          <ac:chgData name="Manas Tuwani" userId="5d421215-a11f-4a6e-90ca-e8ac2213fab6" providerId="ADAL" clId="{1821256F-4AD7-4D00-96A2-D33828DB804F}" dt="2022-10-28T12:37:12.180" v="32" actId="26606"/>
          <ac:spMkLst>
            <pc:docMk/>
            <pc:sldMk cId="588203998" sldId="266"/>
            <ac:spMk id="14" creationId="{375E0459-6403-40CD-989D-56A4407CA12E}"/>
          </ac:spMkLst>
        </pc:spChg>
        <pc:spChg chg="add">
          <ac:chgData name="Manas Tuwani" userId="5d421215-a11f-4a6e-90ca-e8ac2213fab6" providerId="ADAL" clId="{1821256F-4AD7-4D00-96A2-D33828DB804F}" dt="2022-10-28T12:37:12.180" v="32" actId="26606"/>
          <ac:spMkLst>
            <pc:docMk/>
            <pc:sldMk cId="588203998" sldId="266"/>
            <ac:spMk id="16" creationId="{53E5B1A8-3AC9-4BD1-9BBC-78CA94F2D1BA}"/>
          </ac:spMkLst>
        </pc:spChg>
      </pc:sldChg>
      <pc:sldChg chg="addSp modSp mod setBg">
        <pc:chgData name="Manas Tuwani" userId="5d421215-a11f-4a6e-90ca-e8ac2213fab6" providerId="ADAL" clId="{1821256F-4AD7-4D00-96A2-D33828DB804F}" dt="2022-10-28T12:35:58.483" v="20" actId="20577"/>
        <pc:sldMkLst>
          <pc:docMk/>
          <pc:sldMk cId="2190790959" sldId="268"/>
        </pc:sldMkLst>
        <pc:spChg chg="mod">
          <ac:chgData name="Manas Tuwani" userId="5d421215-a11f-4a6e-90ca-e8ac2213fab6" providerId="ADAL" clId="{1821256F-4AD7-4D00-96A2-D33828DB804F}" dt="2022-10-28T12:35:55.017" v="19" actId="26606"/>
          <ac:spMkLst>
            <pc:docMk/>
            <pc:sldMk cId="2190790959" sldId="268"/>
            <ac:spMk id="2" creationId="{00000000-0000-0000-0000-000000000000}"/>
          </ac:spMkLst>
        </pc:spChg>
        <pc:spChg chg="mod">
          <ac:chgData name="Manas Tuwani" userId="5d421215-a11f-4a6e-90ca-e8ac2213fab6" providerId="ADAL" clId="{1821256F-4AD7-4D00-96A2-D33828DB804F}" dt="2022-10-28T12:35:58.483" v="20" actId="20577"/>
          <ac:spMkLst>
            <pc:docMk/>
            <pc:sldMk cId="2190790959" sldId="268"/>
            <ac:spMk id="3" creationId="{00000000-0000-0000-0000-000000000000}"/>
          </ac:spMkLst>
        </pc:spChg>
        <pc:spChg chg="add">
          <ac:chgData name="Manas Tuwani" userId="5d421215-a11f-4a6e-90ca-e8ac2213fab6" providerId="ADAL" clId="{1821256F-4AD7-4D00-96A2-D33828DB804F}" dt="2022-10-28T12:35:55.017" v="19" actId="26606"/>
          <ac:spMkLst>
            <pc:docMk/>
            <pc:sldMk cId="2190790959" sldId="268"/>
            <ac:spMk id="8" creationId="{1B15ED52-F352-441B-82BF-E0EA34836D08}"/>
          </ac:spMkLst>
        </pc:spChg>
        <pc:spChg chg="add">
          <ac:chgData name="Manas Tuwani" userId="5d421215-a11f-4a6e-90ca-e8ac2213fab6" providerId="ADAL" clId="{1821256F-4AD7-4D00-96A2-D33828DB804F}" dt="2022-10-28T12:35:55.017" v="19" actId="26606"/>
          <ac:spMkLst>
            <pc:docMk/>
            <pc:sldMk cId="2190790959" sldId="268"/>
            <ac:spMk id="10" creationId="{3B2E3793-BFE6-45A2-9B7B-E18844431C99}"/>
          </ac:spMkLst>
        </pc:spChg>
        <pc:spChg chg="add">
          <ac:chgData name="Manas Tuwani" userId="5d421215-a11f-4a6e-90ca-e8ac2213fab6" providerId="ADAL" clId="{1821256F-4AD7-4D00-96A2-D33828DB804F}" dt="2022-10-28T12:35:55.017" v="19" actId="26606"/>
          <ac:spMkLst>
            <pc:docMk/>
            <pc:sldMk cId="2190790959" sldId="268"/>
            <ac:spMk id="12" creationId="{BC4C4868-CB8F-4AF9-9CDB-8108F2C19B67}"/>
          </ac:spMkLst>
        </pc:spChg>
        <pc:spChg chg="add">
          <ac:chgData name="Manas Tuwani" userId="5d421215-a11f-4a6e-90ca-e8ac2213fab6" providerId="ADAL" clId="{1821256F-4AD7-4D00-96A2-D33828DB804F}" dt="2022-10-28T12:35:55.017" v="19" actId="26606"/>
          <ac:spMkLst>
            <pc:docMk/>
            <pc:sldMk cId="2190790959" sldId="268"/>
            <ac:spMk id="14" creationId="{375E0459-6403-40CD-989D-56A4407CA12E}"/>
          </ac:spMkLst>
        </pc:spChg>
        <pc:spChg chg="add">
          <ac:chgData name="Manas Tuwani" userId="5d421215-a11f-4a6e-90ca-e8ac2213fab6" providerId="ADAL" clId="{1821256F-4AD7-4D00-96A2-D33828DB804F}" dt="2022-10-28T12:35:55.017" v="19" actId="26606"/>
          <ac:spMkLst>
            <pc:docMk/>
            <pc:sldMk cId="2190790959" sldId="268"/>
            <ac:spMk id="16" creationId="{53E5B1A8-3AC9-4BD1-9BBC-78CA94F2D1BA}"/>
          </ac:spMkLst>
        </pc:spChg>
      </pc:sldChg>
      <pc:sldChg chg="addSp modSp mod setBg">
        <pc:chgData name="Manas Tuwani" userId="5d421215-a11f-4a6e-90ca-e8ac2213fab6" providerId="ADAL" clId="{1821256F-4AD7-4D00-96A2-D33828DB804F}" dt="2022-10-28T14:40:43.922" v="73" actId="20577"/>
        <pc:sldMkLst>
          <pc:docMk/>
          <pc:sldMk cId="4046226905" sldId="269"/>
        </pc:sldMkLst>
        <pc:spChg chg="mod">
          <ac:chgData name="Manas Tuwani" userId="5d421215-a11f-4a6e-90ca-e8ac2213fab6" providerId="ADAL" clId="{1821256F-4AD7-4D00-96A2-D33828DB804F}" dt="2022-10-28T12:36:05.718" v="21" actId="26606"/>
          <ac:spMkLst>
            <pc:docMk/>
            <pc:sldMk cId="4046226905" sldId="269"/>
            <ac:spMk id="2" creationId="{00000000-0000-0000-0000-000000000000}"/>
          </ac:spMkLst>
        </pc:spChg>
        <pc:spChg chg="mod">
          <ac:chgData name="Manas Tuwani" userId="5d421215-a11f-4a6e-90ca-e8ac2213fab6" providerId="ADAL" clId="{1821256F-4AD7-4D00-96A2-D33828DB804F}" dt="2022-10-28T14:40:43.922" v="73" actId="20577"/>
          <ac:spMkLst>
            <pc:docMk/>
            <pc:sldMk cId="4046226905" sldId="269"/>
            <ac:spMk id="3" creationId="{00000000-0000-0000-0000-000000000000}"/>
          </ac:spMkLst>
        </pc:spChg>
        <pc:spChg chg="add">
          <ac:chgData name="Manas Tuwani" userId="5d421215-a11f-4a6e-90ca-e8ac2213fab6" providerId="ADAL" clId="{1821256F-4AD7-4D00-96A2-D33828DB804F}" dt="2022-10-28T12:36:05.718" v="21" actId="26606"/>
          <ac:spMkLst>
            <pc:docMk/>
            <pc:sldMk cId="4046226905" sldId="269"/>
            <ac:spMk id="8" creationId="{1B15ED52-F352-441B-82BF-E0EA34836D08}"/>
          </ac:spMkLst>
        </pc:spChg>
        <pc:spChg chg="add">
          <ac:chgData name="Manas Tuwani" userId="5d421215-a11f-4a6e-90ca-e8ac2213fab6" providerId="ADAL" clId="{1821256F-4AD7-4D00-96A2-D33828DB804F}" dt="2022-10-28T12:36:05.718" v="21" actId="26606"/>
          <ac:spMkLst>
            <pc:docMk/>
            <pc:sldMk cId="4046226905" sldId="269"/>
            <ac:spMk id="10" creationId="{3B2E3793-BFE6-45A2-9B7B-E18844431C99}"/>
          </ac:spMkLst>
        </pc:spChg>
        <pc:spChg chg="add">
          <ac:chgData name="Manas Tuwani" userId="5d421215-a11f-4a6e-90ca-e8ac2213fab6" providerId="ADAL" clId="{1821256F-4AD7-4D00-96A2-D33828DB804F}" dt="2022-10-28T12:36:05.718" v="21" actId="26606"/>
          <ac:spMkLst>
            <pc:docMk/>
            <pc:sldMk cId="4046226905" sldId="269"/>
            <ac:spMk id="12" creationId="{BC4C4868-CB8F-4AF9-9CDB-8108F2C19B67}"/>
          </ac:spMkLst>
        </pc:spChg>
        <pc:spChg chg="add">
          <ac:chgData name="Manas Tuwani" userId="5d421215-a11f-4a6e-90ca-e8ac2213fab6" providerId="ADAL" clId="{1821256F-4AD7-4D00-96A2-D33828DB804F}" dt="2022-10-28T12:36:05.718" v="21" actId="26606"/>
          <ac:spMkLst>
            <pc:docMk/>
            <pc:sldMk cId="4046226905" sldId="269"/>
            <ac:spMk id="14" creationId="{375E0459-6403-40CD-989D-56A4407CA12E}"/>
          </ac:spMkLst>
        </pc:spChg>
        <pc:spChg chg="add">
          <ac:chgData name="Manas Tuwani" userId="5d421215-a11f-4a6e-90ca-e8ac2213fab6" providerId="ADAL" clId="{1821256F-4AD7-4D00-96A2-D33828DB804F}" dt="2022-10-28T12:36:05.718" v="21" actId="26606"/>
          <ac:spMkLst>
            <pc:docMk/>
            <pc:sldMk cId="4046226905" sldId="269"/>
            <ac:spMk id="16" creationId="{53E5B1A8-3AC9-4BD1-9BBC-78CA94F2D1BA}"/>
          </ac:spMkLst>
        </pc:spChg>
      </pc:sldChg>
      <pc:sldChg chg="addSp delSp modSp mod setBg setClrOvrMap">
        <pc:chgData name="Manas Tuwani" userId="5d421215-a11f-4a6e-90ca-e8ac2213fab6" providerId="ADAL" clId="{1821256F-4AD7-4D00-96A2-D33828DB804F}" dt="2022-10-28T13:08:29.484" v="71" actId="26606"/>
        <pc:sldMkLst>
          <pc:docMk/>
          <pc:sldMk cId="2795896593" sldId="271"/>
        </pc:sldMkLst>
        <pc:spChg chg="mod">
          <ac:chgData name="Manas Tuwani" userId="5d421215-a11f-4a6e-90ca-e8ac2213fab6" providerId="ADAL" clId="{1821256F-4AD7-4D00-96A2-D33828DB804F}" dt="2022-10-28T13:08:29.484" v="71" actId="26606"/>
          <ac:spMkLst>
            <pc:docMk/>
            <pc:sldMk cId="2795896593" sldId="271"/>
            <ac:spMk id="5" creationId="{00000000-0000-0000-0000-000000000000}"/>
          </ac:spMkLst>
        </pc:spChg>
        <pc:spChg chg="add del">
          <ac:chgData name="Manas Tuwani" userId="5d421215-a11f-4a6e-90ca-e8ac2213fab6" providerId="ADAL" clId="{1821256F-4AD7-4D00-96A2-D33828DB804F}" dt="2022-10-28T13:08:29.484" v="71" actId="26606"/>
          <ac:spMkLst>
            <pc:docMk/>
            <pc:sldMk cId="2795896593" sldId="271"/>
            <ac:spMk id="7" creationId="{327D73B4-9F5C-4A64-A179-51B9500CB8B5}"/>
          </ac:spMkLst>
        </pc:spChg>
        <pc:spChg chg="add del">
          <ac:chgData name="Manas Tuwani" userId="5d421215-a11f-4a6e-90ca-e8ac2213fab6" providerId="ADAL" clId="{1821256F-4AD7-4D00-96A2-D33828DB804F}" dt="2022-10-28T13:08:29.484" v="71" actId="26606"/>
          <ac:spMkLst>
            <pc:docMk/>
            <pc:sldMk cId="2795896593" sldId="271"/>
            <ac:spMk id="8" creationId="{C1F06963-6374-4B48-844F-071A9BAAAE02}"/>
          </ac:spMkLst>
        </pc:spChg>
        <pc:spChg chg="add del">
          <ac:chgData name="Manas Tuwani" userId="5d421215-a11f-4a6e-90ca-e8ac2213fab6" providerId="ADAL" clId="{1821256F-4AD7-4D00-96A2-D33828DB804F}" dt="2022-10-28T13:08:29.484" v="71" actId="26606"/>
          <ac:spMkLst>
            <pc:docMk/>
            <pc:sldMk cId="2795896593" sldId="271"/>
            <ac:spMk id="9" creationId="{6CB927A4-E432-4310-9CD5-E89FF5063179}"/>
          </ac:spMkLst>
        </pc:spChg>
        <pc:spChg chg="add del">
          <ac:chgData name="Manas Tuwani" userId="5d421215-a11f-4a6e-90ca-e8ac2213fab6" providerId="ADAL" clId="{1821256F-4AD7-4D00-96A2-D33828DB804F}" dt="2022-10-28T13:07:16.835" v="59" actId="26606"/>
          <ac:spMkLst>
            <pc:docMk/>
            <pc:sldMk cId="2795896593" sldId="271"/>
            <ac:spMk id="10" creationId="{0D7B6173-1D58-48E2-83CF-37350F315F75}"/>
          </ac:spMkLst>
        </pc:spChg>
        <pc:spChg chg="add del">
          <ac:chgData name="Manas Tuwani" userId="5d421215-a11f-4a6e-90ca-e8ac2213fab6" providerId="ADAL" clId="{1821256F-4AD7-4D00-96A2-D33828DB804F}" dt="2022-10-28T13:08:29.484" v="71" actId="26606"/>
          <ac:spMkLst>
            <pc:docMk/>
            <pc:sldMk cId="2795896593" sldId="271"/>
            <ac:spMk id="11" creationId="{1453BF6C-B012-48B7-B4E8-6D7AC7C27D02}"/>
          </ac:spMkLst>
        </pc:spChg>
        <pc:spChg chg="add del">
          <ac:chgData name="Manas Tuwani" userId="5d421215-a11f-4a6e-90ca-e8ac2213fab6" providerId="ADAL" clId="{1821256F-4AD7-4D00-96A2-D33828DB804F}" dt="2022-10-28T13:07:16.835" v="59" actId="26606"/>
          <ac:spMkLst>
            <pc:docMk/>
            <pc:sldMk cId="2795896593" sldId="271"/>
            <ac:spMk id="12" creationId="{BE149CDF-5DAC-4860-A285-9492CF2090AA}"/>
          </ac:spMkLst>
        </pc:spChg>
        <pc:spChg chg="add del">
          <ac:chgData name="Manas Tuwani" userId="5d421215-a11f-4a6e-90ca-e8ac2213fab6" providerId="ADAL" clId="{1821256F-4AD7-4D00-96A2-D33828DB804F}" dt="2022-10-28T13:08:29.484" v="71" actId="26606"/>
          <ac:spMkLst>
            <pc:docMk/>
            <pc:sldMk cId="2795896593" sldId="271"/>
            <ac:spMk id="13" creationId="{E3020543-B24B-4EC4-8FFC-8DD88EEA91A8}"/>
          </ac:spMkLst>
        </pc:spChg>
        <pc:spChg chg="add del">
          <ac:chgData name="Manas Tuwani" userId="5d421215-a11f-4a6e-90ca-e8ac2213fab6" providerId="ADAL" clId="{1821256F-4AD7-4D00-96A2-D33828DB804F}" dt="2022-10-28T13:07:16.835" v="59" actId="26606"/>
          <ac:spMkLst>
            <pc:docMk/>
            <pc:sldMk cId="2795896593" sldId="271"/>
            <ac:spMk id="16" creationId="{21BDEC81-16A7-4451-B893-C15000083B77}"/>
          </ac:spMkLst>
        </pc:spChg>
        <pc:spChg chg="add del">
          <ac:chgData name="Manas Tuwani" userId="5d421215-a11f-4a6e-90ca-e8ac2213fab6" providerId="ADAL" clId="{1821256F-4AD7-4D00-96A2-D33828DB804F}" dt="2022-10-28T13:07:16.835" v="59" actId="26606"/>
          <ac:spMkLst>
            <pc:docMk/>
            <pc:sldMk cId="2795896593" sldId="271"/>
            <ac:spMk id="18" creationId="{26A515A1-4D80-430E-BE0A-71A290516A82}"/>
          </ac:spMkLst>
        </pc:spChg>
        <pc:spChg chg="add del">
          <ac:chgData name="Manas Tuwani" userId="5d421215-a11f-4a6e-90ca-e8ac2213fab6" providerId="ADAL" clId="{1821256F-4AD7-4D00-96A2-D33828DB804F}" dt="2022-10-28T13:07:19.980" v="61" actId="26606"/>
          <ac:spMkLst>
            <pc:docMk/>
            <pc:sldMk cId="2795896593" sldId="271"/>
            <ac:spMk id="20" creationId="{C681C32C-7AFC-4BB3-9088-65CBDFC5D1C2}"/>
          </ac:spMkLst>
        </pc:spChg>
        <pc:spChg chg="add del">
          <ac:chgData name="Manas Tuwani" userId="5d421215-a11f-4a6e-90ca-e8ac2213fab6" providerId="ADAL" clId="{1821256F-4AD7-4D00-96A2-D33828DB804F}" dt="2022-10-28T13:07:19.980" v="61" actId="26606"/>
          <ac:spMkLst>
            <pc:docMk/>
            <pc:sldMk cId="2795896593" sldId="271"/>
            <ac:spMk id="21" creationId="{199C0ED0-69DE-4C31-A5CF-E2A46FD30226}"/>
          </ac:spMkLst>
        </pc:spChg>
        <pc:spChg chg="add del">
          <ac:chgData name="Manas Tuwani" userId="5d421215-a11f-4a6e-90ca-e8ac2213fab6" providerId="ADAL" clId="{1821256F-4AD7-4D00-96A2-D33828DB804F}" dt="2022-10-28T13:07:19.980" v="61" actId="26606"/>
          <ac:spMkLst>
            <pc:docMk/>
            <pc:sldMk cId="2795896593" sldId="271"/>
            <ac:spMk id="22" creationId="{8D42B8BD-40AF-488E-8A79-D7256C917229}"/>
          </ac:spMkLst>
        </pc:spChg>
        <pc:spChg chg="add del">
          <ac:chgData name="Manas Tuwani" userId="5d421215-a11f-4a6e-90ca-e8ac2213fab6" providerId="ADAL" clId="{1821256F-4AD7-4D00-96A2-D33828DB804F}" dt="2022-10-28T13:07:21.260" v="63" actId="26606"/>
          <ac:spMkLst>
            <pc:docMk/>
            <pc:sldMk cId="2795896593" sldId="271"/>
            <ac:spMk id="24" creationId="{04812C46-200A-4DEB-A05E-3ED6C68C2387}"/>
          </ac:spMkLst>
        </pc:spChg>
        <pc:spChg chg="add del">
          <ac:chgData name="Manas Tuwani" userId="5d421215-a11f-4a6e-90ca-e8ac2213fab6" providerId="ADAL" clId="{1821256F-4AD7-4D00-96A2-D33828DB804F}" dt="2022-10-28T13:07:21.260" v="63" actId="26606"/>
          <ac:spMkLst>
            <pc:docMk/>
            <pc:sldMk cId="2795896593" sldId="271"/>
            <ac:spMk id="25" creationId="{D1EA859B-E555-4109-94F3-6700E046E008}"/>
          </ac:spMkLst>
        </pc:spChg>
        <pc:spChg chg="add del">
          <ac:chgData name="Manas Tuwani" userId="5d421215-a11f-4a6e-90ca-e8ac2213fab6" providerId="ADAL" clId="{1821256F-4AD7-4D00-96A2-D33828DB804F}" dt="2022-10-28T13:07:45.170" v="65" actId="26606"/>
          <ac:spMkLst>
            <pc:docMk/>
            <pc:sldMk cId="2795896593" sldId="271"/>
            <ac:spMk id="27" creationId="{86C7B4A1-154A-4DF0-AC46-F88D75A2E0FD}"/>
          </ac:spMkLst>
        </pc:spChg>
        <pc:spChg chg="add del">
          <ac:chgData name="Manas Tuwani" userId="5d421215-a11f-4a6e-90ca-e8ac2213fab6" providerId="ADAL" clId="{1821256F-4AD7-4D00-96A2-D33828DB804F}" dt="2022-10-28T13:08:10.135" v="67" actId="26606"/>
          <ac:spMkLst>
            <pc:docMk/>
            <pc:sldMk cId="2795896593" sldId="271"/>
            <ac:spMk id="29" creationId="{2B566528-1B12-4246-9431-5C2D7D081168}"/>
          </ac:spMkLst>
        </pc:spChg>
        <pc:spChg chg="add del">
          <ac:chgData name="Manas Tuwani" userId="5d421215-a11f-4a6e-90ca-e8ac2213fab6" providerId="ADAL" clId="{1821256F-4AD7-4D00-96A2-D33828DB804F}" dt="2022-10-28T13:08:10.135" v="67" actId="26606"/>
          <ac:spMkLst>
            <pc:docMk/>
            <pc:sldMk cId="2795896593" sldId="271"/>
            <ac:spMk id="30" creationId="{2E80C965-DB6D-4F81-9E9E-B027384D0BD6}"/>
          </ac:spMkLst>
        </pc:spChg>
        <pc:spChg chg="add del">
          <ac:chgData name="Manas Tuwani" userId="5d421215-a11f-4a6e-90ca-e8ac2213fab6" providerId="ADAL" clId="{1821256F-4AD7-4D00-96A2-D33828DB804F}" dt="2022-10-28T13:08:10.135" v="67" actId="26606"/>
          <ac:spMkLst>
            <pc:docMk/>
            <pc:sldMk cId="2795896593" sldId="271"/>
            <ac:spMk id="31" creationId="{A580F890-B085-4E95-96AA-55AEBEC5CE6E}"/>
          </ac:spMkLst>
        </pc:spChg>
        <pc:spChg chg="add del">
          <ac:chgData name="Manas Tuwani" userId="5d421215-a11f-4a6e-90ca-e8ac2213fab6" providerId="ADAL" clId="{1821256F-4AD7-4D00-96A2-D33828DB804F}" dt="2022-10-28T13:08:10.135" v="67" actId="26606"/>
          <ac:spMkLst>
            <pc:docMk/>
            <pc:sldMk cId="2795896593" sldId="271"/>
            <ac:spMk id="32" creationId="{D3F51FEB-38FB-4F6C-9F7B-2F2AFAB65463}"/>
          </ac:spMkLst>
        </pc:spChg>
        <pc:spChg chg="add del">
          <ac:chgData name="Manas Tuwani" userId="5d421215-a11f-4a6e-90ca-e8ac2213fab6" providerId="ADAL" clId="{1821256F-4AD7-4D00-96A2-D33828DB804F}" dt="2022-10-28T13:08:10.135" v="67" actId="26606"/>
          <ac:spMkLst>
            <pc:docMk/>
            <pc:sldMk cId="2795896593" sldId="271"/>
            <ac:spMk id="33" creationId="{1E547BA6-BAE0-43BB-A7CA-60F69CE252F0}"/>
          </ac:spMkLst>
        </pc:spChg>
        <pc:spChg chg="add del">
          <ac:chgData name="Manas Tuwani" userId="5d421215-a11f-4a6e-90ca-e8ac2213fab6" providerId="ADAL" clId="{1821256F-4AD7-4D00-96A2-D33828DB804F}" dt="2022-10-28T13:08:15.948" v="69" actId="26606"/>
          <ac:spMkLst>
            <pc:docMk/>
            <pc:sldMk cId="2795896593" sldId="271"/>
            <ac:spMk id="35" creationId="{330D6772-5550-42D5-B8BC-CDE28365623B}"/>
          </ac:spMkLst>
        </pc:spChg>
        <pc:spChg chg="add del">
          <ac:chgData name="Manas Tuwani" userId="5d421215-a11f-4a6e-90ca-e8ac2213fab6" providerId="ADAL" clId="{1821256F-4AD7-4D00-96A2-D33828DB804F}" dt="2022-10-28T13:08:15.948" v="69" actId="26606"/>
          <ac:spMkLst>
            <pc:docMk/>
            <pc:sldMk cId="2795896593" sldId="271"/>
            <ac:spMk id="36" creationId="{97DB0DD1-0F30-4B7E-A6DC-3DDA7D5B351C}"/>
          </ac:spMkLst>
        </pc:spChg>
        <pc:picChg chg="mod ord">
          <ac:chgData name="Manas Tuwani" userId="5d421215-a11f-4a6e-90ca-e8ac2213fab6" providerId="ADAL" clId="{1821256F-4AD7-4D00-96A2-D33828DB804F}" dt="2022-10-28T13:08:29.484" v="71" actId="26606"/>
          <ac:picMkLst>
            <pc:docMk/>
            <pc:sldMk cId="2795896593" sldId="271"/>
            <ac:picMk id="4" creationId="{00000000-0000-0000-0000-000000000000}"/>
          </ac:picMkLst>
        </pc:picChg>
        <pc:picChg chg="add del">
          <ac:chgData name="Manas Tuwani" userId="5d421215-a11f-4a6e-90ca-e8ac2213fab6" providerId="ADAL" clId="{1821256F-4AD7-4D00-96A2-D33828DB804F}" dt="2022-10-28T13:07:16.835" v="59" actId="26606"/>
          <ac:picMkLst>
            <pc:docMk/>
            <pc:sldMk cId="2795896593" sldId="271"/>
            <ac:picMk id="14" creationId="{B0DAC8FB-A162-44E3-A606-C855A03A5B09}"/>
          </ac:picMkLst>
        </pc:picChg>
        <pc:cxnChg chg="add del">
          <ac:chgData name="Manas Tuwani" userId="5d421215-a11f-4a6e-90ca-e8ac2213fab6" providerId="ADAL" clId="{1821256F-4AD7-4D00-96A2-D33828DB804F}" dt="2022-10-28T13:08:29.484" v="71" actId="26606"/>
          <ac:cxnSpMkLst>
            <pc:docMk/>
            <pc:sldMk cId="2795896593" sldId="271"/>
            <ac:cxnSpMk id="15" creationId="{C49DA8F6-BCC1-4447-B54C-57856834B94B}"/>
          </ac:cxnSpMkLst>
        </pc:cxnChg>
      </pc:sldChg>
      <pc:sldChg chg="addSp delSp modSp mod">
        <pc:chgData name="Manas Tuwani" userId="5d421215-a11f-4a6e-90ca-e8ac2213fab6" providerId="ADAL" clId="{1821256F-4AD7-4D00-96A2-D33828DB804F}" dt="2022-10-28T12:37:53.515" v="55" actId="26606"/>
        <pc:sldMkLst>
          <pc:docMk/>
          <pc:sldMk cId="1462956679" sldId="272"/>
        </pc:sldMkLst>
        <pc:spChg chg="add del">
          <ac:chgData name="Manas Tuwani" userId="5d421215-a11f-4a6e-90ca-e8ac2213fab6" providerId="ADAL" clId="{1821256F-4AD7-4D00-96A2-D33828DB804F}" dt="2022-10-28T12:37:53.515" v="55" actId="26606"/>
          <ac:spMkLst>
            <pc:docMk/>
            <pc:sldMk cId="1462956679" sldId="272"/>
            <ac:spMk id="24" creationId="{DA2E7C1E-2B5A-4BBA-AE51-1CD8C19309D7}"/>
          </ac:spMkLst>
        </pc:spChg>
        <pc:spChg chg="add del">
          <ac:chgData name="Manas Tuwani" userId="5d421215-a11f-4a6e-90ca-e8ac2213fab6" providerId="ADAL" clId="{1821256F-4AD7-4D00-96A2-D33828DB804F}" dt="2022-10-28T12:37:53.515" v="55" actId="26606"/>
          <ac:spMkLst>
            <pc:docMk/>
            <pc:sldMk cId="1462956679" sldId="272"/>
            <ac:spMk id="25" creationId="{43DF76B1-5174-4FAF-9D19-FFEE98426836}"/>
          </ac:spMkLst>
        </pc:spChg>
        <pc:spChg chg="add del">
          <ac:chgData name="Manas Tuwani" userId="5d421215-a11f-4a6e-90ca-e8ac2213fab6" providerId="ADAL" clId="{1821256F-4AD7-4D00-96A2-D33828DB804F}" dt="2022-10-28T12:37:37.488" v="38" actId="26606"/>
          <ac:spMkLst>
            <pc:docMk/>
            <pc:sldMk cId="1462956679" sldId="272"/>
            <ac:spMk id="30" creationId="{AB8C311F-7253-4AED-9701-7FC0708C41C7}"/>
          </ac:spMkLst>
        </pc:spChg>
        <pc:spChg chg="add del">
          <ac:chgData name="Manas Tuwani" userId="5d421215-a11f-4a6e-90ca-e8ac2213fab6" providerId="ADAL" clId="{1821256F-4AD7-4D00-96A2-D33828DB804F}" dt="2022-10-28T12:37:37.488" v="38" actId="26606"/>
          <ac:spMkLst>
            <pc:docMk/>
            <pc:sldMk cId="1462956679" sldId="272"/>
            <ac:spMk id="32" creationId="{E2384209-CB15-4CDF-9D31-C44FD9A3F20D}"/>
          </ac:spMkLst>
        </pc:spChg>
        <pc:spChg chg="add del">
          <ac:chgData name="Manas Tuwani" userId="5d421215-a11f-4a6e-90ca-e8ac2213fab6" providerId="ADAL" clId="{1821256F-4AD7-4D00-96A2-D33828DB804F}" dt="2022-10-28T12:37:37.488" v="38" actId="26606"/>
          <ac:spMkLst>
            <pc:docMk/>
            <pc:sldMk cId="1462956679" sldId="272"/>
            <ac:spMk id="34" creationId="{2633B3B5-CC90-43F0-8714-D31D1F3F0209}"/>
          </ac:spMkLst>
        </pc:spChg>
        <pc:spChg chg="add del">
          <ac:chgData name="Manas Tuwani" userId="5d421215-a11f-4a6e-90ca-e8ac2213fab6" providerId="ADAL" clId="{1821256F-4AD7-4D00-96A2-D33828DB804F}" dt="2022-10-28T12:37:37.488" v="38" actId="26606"/>
          <ac:spMkLst>
            <pc:docMk/>
            <pc:sldMk cId="1462956679" sldId="272"/>
            <ac:spMk id="36" creationId="{A8D57A06-A426-446D-B02C-A2DC6B62E45E}"/>
          </ac:spMkLst>
        </pc:spChg>
        <pc:spChg chg="add del">
          <ac:chgData name="Manas Tuwani" userId="5d421215-a11f-4a6e-90ca-e8ac2213fab6" providerId="ADAL" clId="{1821256F-4AD7-4D00-96A2-D33828DB804F}" dt="2022-10-28T12:37:38.644" v="40" actId="26606"/>
          <ac:spMkLst>
            <pc:docMk/>
            <pc:sldMk cId="1462956679" sldId="272"/>
            <ac:spMk id="38" creationId="{AB8C311F-7253-4AED-9701-7FC0708C41C7}"/>
          </ac:spMkLst>
        </pc:spChg>
        <pc:spChg chg="add del">
          <ac:chgData name="Manas Tuwani" userId="5d421215-a11f-4a6e-90ca-e8ac2213fab6" providerId="ADAL" clId="{1821256F-4AD7-4D00-96A2-D33828DB804F}" dt="2022-10-28T12:37:38.644" v="40" actId="26606"/>
          <ac:spMkLst>
            <pc:docMk/>
            <pc:sldMk cId="1462956679" sldId="272"/>
            <ac:spMk id="39" creationId="{E2384209-CB15-4CDF-9D31-C44FD9A3F20D}"/>
          </ac:spMkLst>
        </pc:spChg>
        <pc:spChg chg="add del">
          <ac:chgData name="Manas Tuwani" userId="5d421215-a11f-4a6e-90ca-e8ac2213fab6" providerId="ADAL" clId="{1821256F-4AD7-4D00-96A2-D33828DB804F}" dt="2022-10-28T12:37:38.644" v="40" actId="26606"/>
          <ac:spMkLst>
            <pc:docMk/>
            <pc:sldMk cId="1462956679" sldId="272"/>
            <ac:spMk id="40" creationId="{2633B3B5-CC90-43F0-8714-D31D1F3F0209}"/>
          </ac:spMkLst>
        </pc:spChg>
        <pc:spChg chg="add del">
          <ac:chgData name="Manas Tuwani" userId="5d421215-a11f-4a6e-90ca-e8ac2213fab6" providerId="ADAL" clId="{1821256F-4AD7-4D00-96A2-D33828DB804F}" dt="2022-10-28T12:37:38.644" v="40" actId="26606"/>
          <ac:spMkLst>
            <pc:docMk/>
            <pc:sldMk cId="1462956679" sldId="272"/>
            <ac:spMk id="41" creationId="{A8D57A06-A426-446D-B02C-A2DC6B62E45E}"/>
          </ac:spMkLst>
        </pc:spChg>
        <pc:spChg chg="add del">
          <ac:chgData name="Manas Tuwani" userId="5d421215-a11f-4a6e-90ca-e8ac2213fab6" providerId="ADAL" clId="{1821256F-4AD7-4D00-96A2-D33828DB804F}" dt="2022-10-28T12:37:43.795" v="44" actId="26606"/>
          <ac:spMkLst>
            <pc:docMk/>
            <pc:sldMk cId="1462956679" sldId="272"/>
            <ac:spMk id="42" creationId="{3ECA69A1-7536-43AC-85EF-C7106179F5ED}"/>
          </ac:spMkLst>
        </pc:spChg>
        <pc:spChg chg="add del">
          <ac:chgData name="Manas Tuwani" userId="5d421215-a11f-4a6e-90ca-e8ac2213fab6" providerId="ADAL" clId="{1821256F-4AD7-4D00-96A2-D33828DB804F}" dt="2022-10-28T12:37:40.807" v="42" actId="26606"/>
          <ac:spMkLst>
            <pc:docMk/>
            <pc:sldMk cId="1462956679" sldId="272"/>
            <ac:spMk id="43" creationId="{AB8C311F-7253-4AED-9701-7FC0708C41C7}"/>
          </ac:spMkLst>
        </pc:spChg>
        <pc:spChg chg="add del">
          <ac:chgData name="Manas Tuwani" userId="5d421215-a11f-4a6e-90ca-e8ac2213fab6" providerId="ADAL" clId="{1821256F-4AD7-4D00-96A2-D33828DB804F}" dt="2022-10-28T12:37:40.807" v="42" actId="26606"/>
          <ac:spMkLst>
            <pc:docMk/>
            <pc:sldMk cId="1462956679" sldId="272"/>
            <ac:spMk id="44" creationId="{E2384209-CB15-4CDF-9D31-C44FD9A3F20D}"/>
          </ac:spMkLst>
        </pc:spChg>
        <pc:spChg chg="add del">
          <ac:chgData name="Manas Tuwani" userId="5d421215-a11f-4a6e-90ca-e8ac2213fab6" providerId="ADAL" clId="{1821256F-4AD7-4D00-96A2-D33828DB804F}" dt="2022-10-28T12:37:40.807" v="42" actId="26606"/>
          <ac:spMkLst>
            <pc:docMk/>
            <pc:sldMk cId="1462956679" sldId="272"/>
            <ac:spMk id="45" creationId="{2633B3B5-CC90-43F0-8714-D31D1F3F0209}"/>
          </ac:spMkLst>
        </pc:spChg>
        <pc:spChg chg="add del">
          <ac:chgData name="Manas Tuwani" userId="5d421215-a11f-4a6e-90ca-e8ac2213fab6" providerId="ADAL" clId="{1821256F-4AD7-4D00-96A2-D33828DB804F}" dt="2022-10-28T12:37:40.807" v="42" actId="26606"/>
          <ac:spMkLst>
            <pc:docMk/>
            <pc:sldMk cId="1462956679" sldId="272"/>
            <ac:spMk id="46" creationId="{A8D57A06-A426-446D-B02C-A2DC6B62E45E}"/>
          </ac:spMkLst>
        </pc:spChg>
        <pc:spChg chg="add del">
          <ac:chgData name="Manas Tuwani" userId="5d421215-a11f-4a6e-90ca-e8ac2213fab6" providerId="ADAL" clId="{1821256F-4AD7-4D00-96A2-D33828DB804F}" dt="2022-10-28T12:37:43.795" v="44" actId="26606"/>
          <ac:spMkLst>
            <pc:docMk/>
            <pc:sldMk cId="1462956679" sldId="272"/>
            <ac:spMk id="48" creationId="{F3060C83-F051-4F0E-ABAD-AA0DFC48B218}"/>
          </ac:spMkLst>
        </pc:spChg>
        <pc:spChg chg="add del">
          <ac:chgData name="Manas Tuwani" userId="5d421215-a11f-4a6e-90ca-e8ac2213fab6" providerId="ADAL" clId="{1821256F-4AD7-4D00-96A2-D33828DB804F}" dt="2022-10-28T12:37:43.795" v="44" actId="26606"/>
          <ac:spMkLst>
            <pc:docMk/>
            <pc:sldMk cId="1462956679" sldId="272"/>
            <ac:spMk id="49" creationId="{83C98ABE-055B-441F-B07E-44F97F083C39}"/>
          </ac:spMkLst>
        </pc:spChg>
        <pc:spChg chg="add del">
          <ac:chgData name="Manas Tuwani" userId="5d421215-a11f-4a6e-90ca-e8ac2213fab6" providerId="ADAL" clId="{1821256F-4AD7-4D00-96A2-D33828DB804F}" dt="2022-10-28T12:37:43.795" v="44" actId="26606"/>
          <ac:spMkLst>
            <pc:docMk/>
            <pc:sldMk cId="1462956679" sldId="272"/>
            <ac:spMk id="50" creationId="{29FDB030-9B49-4CED-8CCD-4D99382388AC}"/>
          </ac:spMkLst>
        </pc:spChg>
        <pc:spChg chg="add del">
          <ac:chgData name="Manas Tuwani" userId="5d421215-a11f-4a6e-90ca-e8ac2213fab6" providerId="ADAL" clId="{1821256F-4AD7-4D00-96A2-D33828DB804F}" dt="2022-10-28T12:37:43.795" v="44" actId="26606"/>
          <ac:spMkLst>
            <pc:docMk/>
            <pc:sldMk cId="1462956679" sldId="272"/>
            <ac:spMk id="51" creationId="{3783CA14-24A1-485C-8B30-D6A5D87987AD}"/>
          </ac:spMkLst>
        </pc:spChg>
        <pc:spChg chg="add del">
          <ac:chgData name="Manas Tuwani" userId="5d421215-a11f-4a6e-90ca-e8ac2213fab6" providerId="ADAL" clId="{1821256F-4AD7-4D00-96A2-D33828DB804F}" dt="2022-10-28T12:37:43.795" v="44" actId="26606"/>
          <ac:spMkLst>
            <pc:docMk/>
            <pc:sldMk cId="1462956679" sldId="272"/>
            <ac:spMk id="52" creationId="{9A97C86A-04D6-40F7-AE84-31AB43E6A846}"/>
          </ac:spMkLst>
        </pc:spChg>
        <pc:spChg chg="add del">
          <ac:chgData name="Manas Tuwani" userId="5d421215-a11f-4a6e-90ca-e8ac2213fab6" providerId="ADAL" clId="{1821256F-4AD7-4D00-96A2-D33828DB804F}" dt="2022-10-28T12:37:43.795" v="44" actId="26606"/>
          <ac:spMkLst>
            <pc:docMk/>
            <pc:sldMk cId="1462956679" sldId="272"/>
            <ac:spMk id="53" creationId="{FF9F2414-84E8-453E-B1F3-389FDE8192D9}"/>
          </ac:spMkLst>
        </pc:spChg>
        <pc:spChg chg="add del">
          <ac:chgData name="Manas Tuwani" userId="5d421215-a11f-4a6e-90ca-e8ac2213fab6" providerId="ADAL" clId="{1821256F-4AD7-4D00-96A2-D33828DB804F}" dt="2022-10-28T12:37:45.101" v="46" actId="26606"/>
          <ac:spMkLst>
            <pc:docMk/>
            <pc:sldMk cId="1462956679" sldId="272"/>
            <ac:spMk id="55" creationId="{22F15A2D-2324-487D-A02A-BF46C5C580EB}"/>
          </ac:spMkLst>
        </pc:spChg>
        <pc:spChg chg="add del">
          <ac:chgData name="Manas Tuwani" userId="5d421215-a11f-4a6e-90ca-e8ac2213fab6" providerId="ADAL" clId="{1821256F-4AD7-4D00-96A2-D33828DB804F}" dt="2022-10-28T12:37:45.101" v="46" actId="26606"/>
          <ac:spMkLst>
            <pc:docMk/>
            <pc:sldMk cId="1462956679" sldId="272"/>
            <ac:spMk id="56" creationId="{2AEAFA59-923A-4F54-8B49-44C970BCC323}"/>
          </ac:spMkLst>
        </pc:spChg>
        <pc:spChg chg="add del">
          <ac:chgData name="Manas Tuwani" userId="5d421215-a11f-4a6e-90ca-e8ac2213fab6" providerId="ADAL" clId="{1821256F-4AD7-4D00-96A2-D33828DB804F}" dt="2022-10-28T12:37:45.101" v="46" actId="26606"/>
          <ac:spMkLst>
            <pc:docMk/>
            <pc:sldMk cId="1462956679" sldId="272"/>
            <ac:spMk id="57" creationId="{C37E9D4B-7BFA-4D10-B666-547BAC499469}"/>
          </ac:spMkLst>
        </pc:spChg>
        <pc:spChg chg="add del">
          <ac:chgData name="Manas Tuwani" userId="5d421215-a11f-4a6e-90ca-e8ac2213fab6" providerId="ADAL" clId="{1821256F-4AD7-4D00-96A2-D33828DB804F}" dt="2022-10-28T12:37:47.578" v="48" actId="26606"/>
          <ac:spMkLst>
            <pc:docMk/>
            <pc:sldMk cId="1462956679" sldId="272"/>
            <ac:spMk id="59" creationId="{AB8C311F-7253-4AED-9701-7FC0708C41C7}"/>
          </ac:spMkLst>
        </pc:spChg>
        <pc:spChg chg="add del">
          <ac:chgData name="Manas Tuwani" userId="5d421215-a11f-4a6e-90ca-e8ac2213fab6" providerId="ADAL" clId="{1821256F-4AD7-4D00-96A2-D33828DB804F}" dt="2022-10-28T12:37:47.578" v="48" actId="26606"/>
          <ac:spMkLst>
            <pc:docMk/>
            <pc:sldMk cId="1462956679" sldId="272"/>
            <ac:spMk id="60" creationId="{FD073016-B734-483B-8953-5BADEE145112}"/>
          </ac:spMkLst>
        </pc:spChg>
        <pc:spChg chg="add del">
          <ac:chgData name="Manas Tuwani" userId="5d421215-a11f-4a6e-90ca-e8ac2213fab6" providerId="ADAL" clId="{1821256F-4AD7-4D00-96A2-D33828DB804F}" dt="2022-10-28T12:37:47.578" v="48" actId="26606"/>
          <ac:spMkLst>
            <pc:docMk/>
            <pc:sldMk cId="1462956679" sldId="272"/>
            <ac:spMk id="61" creationId="{90A7EAB6-59D3-4325-8DE6-E0CA4009CE53}"/>
          </ac:spMkLst>
        </pc:spChg>
        <pc:spChg chg="add del">
          <ac:chgData name="Manas Tuwani" userId="5d421215-a11f-4a6e-90ca-e8ac2213fab6" providerId="ADAL" clId="{1821256F-4AD7-4D00-96A2-D33828DB804F}" dt="2022-10-28T12:37:47.578" v="48" actId="26606"/>
          <ac:spMkLst>
            <pc:docMk/>
            <pc:sldMk cId="1462956679" sldId="272"/>
            <ac:spMk id="62" creationId="{A8D57A06-A426-446D-B02C-A2DC6B62E45E}"/>
          </ac:spMkLst>
        </pc:spChg>
        <pc:spChg chg="add del">
          <ac:chgData name="Manas Tuwani" userId="5d421215-a11f-4a6e-90ca-e8ac2213fab6" providerId="ADAL" clId="{1821256F-4AD7-4D00-96A2-D33828DB804F}" dt="2022-10-28T12:37:50.586" v="50" actId="26606"/>
          <ac:spMkLst>
            <pc:docMk/>
            <pc:sldMk cId="1462956679" sldId="272"/>
            <ac:spMk id="64" creationId="{69D184B2-2226-4E31-BCCB-444330767440}"/>
          </ac:spMkLst>
        </pc:spChg>
        <pc:spChg chg="add del">
          <ac:chgData name="Manas Tuwani" userId="5d421215-a11f-4a6e-90ca-e8ac2213fab6" providerId="ADAL" clId="{1821256F-4AD7-4D00-96A2-D33828DB804F}" dt="2022-10-28T12:37:50.586" v="50" actId="26606"/>
          <ac:spMkLst>
            <pc:docMk/>
            <pc:sldMk cId="1462956679" sldId="272"/>
            <ac:spMk id="65" creationId="{1AC4D4E3-486A-464A-8EC8-D44881097267}"/>
          </ac:spMkLst>
        </pc:spChg>
        <pc:spChg chg="add del">
          <ac:chgData name="Manas Tuwani" userId="5d421215-a11f-4a6e-90ca-e8ac2213fab6" providerId="ADAL" clId="{1821256F-4AD7-4D00-96A2-D33828DB804F}" dt="2022-10-28T12:37:50.586" v="50" actId="26606"/>
          <ac:spMkLst>
            <pc:docMk/>
            <pc:sldMk cId="1462956679" sldId="272"/>
            <ac:spMk id="66" creationId="{864DE13E-58EB-4475-B79C-0D4FC651239B}"/>
          </ac:spMkLst>
        </pc:spChg>
        <pc:spChg chg="add del">
          <ac:chgData name="Manas Tuwani" userId="5d421215-a11f-4a6e-90ca-e8ac2213fab6" providerId="ADAL" clId="{1821256F-4AD7-4D00-96A2-D33828DB804F}" dt="2022-10-28T12:37:51.993" v="52" actId="26606"/>
          <ac:spMkLst>
            <pc:docMk/>
            <pc:sldMk cId="1462956679" sldId="272"/>
            <ac:spMk id="68" creationId="{AB8C311F-7253-4AED-9701-7FC0708C41C7}"/>
          </ac:spMkLst>
        </pc:spChg>
        <pc:spChg chg="add del">
          <ac:chgData name="Manas Tuwani" userId="5d421215-a11f-4a6e-90ca-e8ac2213fab6" providerId="ADAL" clId="{1821256F-4AD7-4D00-96A2-D33828DB804F}" dt="2022-10-28T12:37:51.993" v="52" actId="26606"/>
          <ac:spMkLst>
            <pc:docMk/>
            <pc:sldMk cId="1462956679" sldId="272"/>
            <ac:spMk id="69" creationId="{FD073016-B734-483B-8953-5BADEE145112}"/>
          </ac:spMkLst>
        </pc:spChg>
        <pc:spChg chg="add del">
          <ac:chgData name="Manas Tuwani" userId="5d421215-a11f-4a6e-90ca-e8ac2213fab6" providerId="ADAL" clId="{1821256F-4AD7-4D00-96A2-D33828DB804F}" dt="2022-10-28T12:37:51.993" v="52" actId="26606"/>
          <ac:spMkLst>
            <pc:docMk/>
            <pc:sldMk cId="1462956679" sldId="272"/>
            <ac:spMk id="70" creationId="{90A7EAB6-59D3-4325-8DE6-E0CA4009CE53}"/>
          </ac:spMkLst>
        </pc:spChg>
        <pc:spChg chg="add del">
          <ac:chgData name="Manas Tuwani" userId="5d421215-a11f-4a6e-90ca-e8ac2213fab6" providerId="ADAL" clId="{1821256F-4AD7-4D00-96A2-D33828DB804F}" dt="2022-10-28T12:37:51.993" v="52" actId="26606"/>
          <ac:spMkLst>
            <pc:docMk/>
            <pc:sldMk cId="1462956679" sldId="272"/>
            <ac:spMk id="71" creationId="{A8D57A06-A426-446D-B02C-A2DC6B62E45E}"/>
          </ac:spMkLst>
        </pc:spChg>
        <pc:spChg chg="add del">
          <ac:chgData name="Manas Tuwani" userId="5d421215-a11f-4a6e-90ca-e8ac2213fab6" providerId="ADAL" clId="{1821256F-4AD7-4D00-96A2-D33828DB804F}" dt="2022-10-28T12:37:53.509" v="54" actId="26606"/>
          <ac:spMkLst>
            <pc:docMk/>
            <pc:sldMk cId="1462956679" sldId="272"/>
            <ac:spMk id="73" creationId="{22F15A2D-2324-487D-A02A-BF46C5C580EB}"/>
          </ac:spMkLst>
        </pc:spChg>
        <pc:spChg chg="add del">
          <ac:chgData name="Manas Tuwani" userId="5d421215-a11f-4a6e-90ca-e8ac2213fab6" providerId="ADAL" clId="{1821256F-4AD7-4D00-96A2-D33828DB804F}" dt="2022-10-28T12:37:53.509" v="54" actId="26606"/>
          <ac:spMkLst>
            <pc:docMk/>
            <pc:sldMk cId="1462956679" sldId="272"/>
            <ac:spMk id="74" creationId="{2AEAFA59-923A-4F54-8B49-44C970BCC323}"/>
          </ac:spMkLst>
        </pc:spChg>
        <pc:spChg chg="add del">
          <ac:chgData name="Manas Tuwani" userId="5d421215-a11f-4a6e-90ca-e8ac2213fab6" providerId="ADAL" clId="{1821256F-4AD7-4D00-96A2-D33828DB804F}" dt="2022-10-28T12:37:53.509" v="54" actId="26606"/>
          <ac:spMkLst>
            <pc:docMk/>
            <pc:sldMk cId="1462956679" sldId="272"/>
            <ac:spMk id="75" creationId="{C37E9D4B-7BFA-4D10-B666-547BAC499469}"/>
          </ac:spMkLst>
        </pc:spChg>
        <pc:spChg chg="add">
          <ac:chgData name="Manas Tuwani" userId="5d421215-a11f-4a6e-90ca-e8ac2213fab6" providerId="ADAL" clId="{1821256F-4AD7-4D00-96A2-D33828DB804F}" dt="2022-10-28T12:37:53.515" v="55" actId="26606"/>
          <ac:spMkLst>
            <pc:docMk/>
            <pc:sldMk cId="1462956679" sldId="272"/>
            <ac:spMk id="77" creationId="{F3060C83-F051-4F0E-ABAD-AA0DFC48B218}"/>
          </ac:spMkLst>
        </pc:spChg>
        <pc:spChg chg="add">
          <ac:chgData name="Manas Tuwani" userId="5d421215-a11f-4a6e-90ca-e8ac2213fab6" providerId="ADAL" clId="{1821256F-4AD7-4D00-96A2-D33828DB804F}" dt="2022-10-28T12:37:53.515" v="55" actId="26606"/>
          <ac:spMkLst>
            <pc:docMk/>
            <pc:sldMk cId="1462956679" sldId="272"/>
            <ac:spMk id="78" creationId="{83C98ABE-055B-441F-B07E-44F97F083C39}"/>
          </ac:spMkLst>
        </pc:spChg>
        <pc:spChg chg="add">
          <ac:chgData name="Manas Tuwani" userId="5d421215-a11f-4a6e-90ca-e8ac2213fab6" providerId="ADAL" clId="{1821256F-4AD7-4D00-96A2-D33828DB804F}" dt="2022-10-28T12:37:53.515" v="55" actId="26606"/>
          <ac:spMkLst>
            <pc:docMk/>
            <pc:sldMk cId="1462956679" sldId="272"/>
            <ac:spMk id="79" creationId="{29FDB030-9B49-4CED-8CCD-4D99382388AC}"/>
          </ac:spMkLst>
        </pc:spChg>
        <pc:spChg chg="add">
          <ac:chgData name="Manas Tuwani" userId="5d421215-a11f-4a6e-90ca-e8ac2213fab6" providerId="ADAL" clId="{1821256F-4AD7-4D00-96A2-D33828DB804F}" dt="2022-10-28T12:37:53.515" v="55" actId="26606"/>
          <ac:spMkLst>
            <pc:docMk/>
            <pc:sldMk cId="1462956679" sldId="272"/>
            <ac:spMk id="80" creationId="{3783CA14-24A1-485C-8B30-D6A5D87987AD}"/>
          </ac:spMkLst>
        </pc:spChg>
        <pc:spChg chg="add">
          <ac:chgData name="Manas Tuwani" userId="5d421215-a11f-4a6e-90ca-e8ac2213fab6" providerId="ADAL" clId="{1821256F-4AD7-4D00-96A2-D33828DB804F}" dt="2022-10-28T12:37:53.515" v="55" actId="26606"/>
          <ac:spMkLst>
            <pc:docMk/>
            <pc:sldMk cId="1462956679" sldId="272"/>
            <ac:spMk id="81" creationId="{9A97C86A-04D6-40F7-AE84-31AB43E6A846}"/>
          </ac:spMkLst>
        </pc:spChg>
        <pc:spChg chg="add">
          <ac:chgData name="Manas Tuwani" userId="5d421215-a11f-4a6e-90ca-e8ac2213fab6" providerId="ADAL" clId="{1821256F-4AD7-4D00-96A2-D33828DB804F}" dt="2022-10-28T12:37:53.515" v="55" actId="26606"/>
          <ac:spMkLst>
            <pc:docMk/>
            <pc:sldMk cId="1462956679" sldId="272"/>
            <ac:spMk id="82" creationId="{FF9F2414-84E8-453E-B1F3-389FDE8192D9}"/>
          </ac:spMkLst>
        </pc:spChg>
        <pc:spChg chg="add">
          <ac:chgData name="Manas Tuwani" userId="5d421215-a11f-4a6e-90ca-e8ac2213fab6" providerId="ADAL" clId="{1821256F-4AD7-4D00-96A2-D33828DB804F}" dt="2022-10-28T12:37:53.515" v="55" actId="26606"/>
          <ac:spMkLst>
            <pc:docMk/>
            <pc:sldMk cId="1462956679" sldId="272"/>
            <ac:spMk id="83" creationId="{3ECA69A1-7536-43AC-85EF-C7106179F5ED}"/>
          </ac:spMkLst>
        </pc:spChg>
        <pc:picChg chg="mod">
          <ac:chgData name="Manas Tuwani" userId="5d421215-a11f-4a6e-90ca-e8ac2213fab6" providerId="ADAL" clId="{1821256F-4AD7-4D00-96A2-D33828DB804F}" dt="2022-10-28T12:37:53.515" v="55" actId="26606"/>
          <ac:picMkLst>
            <pc:docMk/>
            <pc:sldMk cId="1462956679" sldId="272"/>
            <ac:picMk id="3" creationId="{FA59B30A-AC7A-48CF-5691-22B426945D0A}"/>
          </ac:picMkLst>
        </pc:picChg>
      </pc:sldChg>
      <pc:sldChg chg="addSp modSp mod setBg">
        <pc:chgData name="Manas Tuwani" userId="5d421215-a11f-4a6e-90ca-e8ac2213fab6" providerId="ADAL" clId="{1821256F-4AD7-4D00-96A2-D33828DB804F}" dt="2022-10-28T12:34:54.486" v="11" actId="26606"/>
        <pc:sldMkLst>
          <pc:docMk/>
          <pc:sldMk cId="1944894695" sldId="273"/>
        </pc:sldMkLst>
        <pc:spChg chg="mod">
          <ac:chgData name="Manas Tuwani" userId="5d421215-a11f-4a6e-90ca-e8ac2213fab6" providerId="ADAL" clId="{1821256F-4AD7-4D00-96A2-D33828DB804F}" dt="2022-10-28T12:34:54.486" v="11" actId="26606"/>
          <ac:spMkLst>
            <pc:docMk/>
            <pc:sldMk cId="1944894695" sldId="273"/>
            <ac:spMk id="2" creationId="{149D71BF-E127-C1F0-3F23-4A496228D0DE}"/>
          </ac:spMkLst>
        </pc:spChg>
        <pc:spChg chg="mod">
          <ac:chgData name="Manas Tuwani" userId="5d421215-a11f-4a6e-90ca-e8ac2213fab6" providerId="ADAL" clId="{1821256F-4AD7-4D00-96A2-D33828DB804F}" dt="2022-10-28T12:34:54.486" v="11" actId="26606"/>
          <ac:spMkLst>
            <pc:docMk/>
            <pc:sldMk cId="1944894695" sldId="273"/>
            <ac:spMk id="3" creationId="{FA1DAF09-47BA-3490-7853-F97EA447CA54}"/>
          </ac:spMkLst>
        </pc:spChg>
        <pc:spChg chg="add">
          <ac:chgData name="Manas Tuwani" userId="5d421215-a11f-4a6e-90ca-e8ac2213fab6" providerId="ADAL" clId="{1821256F-4AD7-4D00-96A2-D33828DB804F}" dt="2022-10-28T12:34:54.486" v="11" actId="26606"/>
          <ac:spMkLst>
            <pc:docMk/>
            <pc:sldMk cId="1944894695" sldId="273"/>
            <ac:spMk id="8" creationId="{1B15ED52-F352-441B-82BF-E0EA34836D08}"/>
          </ac:spMkLst>
        </pc:spChg>
        <pc:spChg chg="add">
          <ac:chgData name="Manas Tuwani" userId="5d421215-a11f-4a6e-90ca-e8ac2213fab6" providerId="ADAL" clId="{1821256F-4AD7-4D00-96A2-D33828DB804F}" dt="2022-10-28T12:34:54.486" v="11" actId="26606"/>
          <ac:spMkLst>
            <pc:docMk/>
            <pc:sldMk cId="1944894695" sldId="273"/>
            <ac:spMk id="10" creationId="{3B2E3793-BFE6-45A2-9B7B-E18844431C99}"/>
          </ac:spMkLst>
        </pc:spChg>
        <pc:spChg chg="add">
          <ac:chgData name="Manas Tuwani" userId="5d421215-a11f-4a6e-90ca-e8ac2213fab6" providerId="ADAL" clId="{1821256F-4AD7-4D00-96A2-D33828DB804F}" dt="2022-10-28T12:34:54.486" v="11" actId="26606"/>
          <ac:spMkLst>
            <pc:docMk/>
            <pc:sldMk cId="1944894695" sldId="273"/>
            <ac:spMk id="12" creationId="{BC4C4868-CB8F-4AF9-9CDB-8108F2C19B67}"/>
          </ac:spMkLst>
        </pc:spChg>
        <pc:spChg chg="add">
          <ac:chgData name="Manas Tuwani" userId="5d421215-a11f-4a6e-90ca-e8ac2213fab6" providerId="ADAL" clId="{1821256F-4AD7-4D00-96A2-D33828DB804F}" dt="2022-10-28T12:34:54.486" v="11" actId="26606"/>
          <ac:spMkLst>
            <pc:docMk/>
            <pc:sldMk cId="1944894695" sldId="273"/>
            <ac:spMk id="14" creationId="{375E0459-6403-40CD-989D-56A4407CA12E}"/>
          </ac:spMkLst>
        </pc:spChg>
        <pc:spChg chg="add">
          <ac:chgData name="Manas Tuwani" userId="5d421215-a11f-4a6e-90ca-e8ac2213fab6" providerId="ADAL" clId="{1821256F-4AD7-4D00-96A2-D33828DB804F}" dt="2022-10-28T12:34:54.486" v="11" actId="26606"/>
          <ac:spMkLst>
            <pc:docMk/>
            <pc:sldMk cId="1944894695" sldId="273"/>
            <ac:spMk id="16" creationId="{53E5B1A8-3AC9-4BD1-9BBC-78CA94F2D1BA}"/>
          </ac:spMkLst>
        </pc:spChg>
      </pc:sldChg>
      <pc:sldChg chg="addSp modSp mod setBg">
        <pc:chgData name="Manas Tuwani" userId="5d421215-a11f-4a6e-90ca-e8ac2213fab6" providerId="ADAL" clId="{1821256F-4AD7-4D00-96A2-D33828DB804F}" dt="2022-10-28T12:35:02.632" v="12" actId="26606"/>
        <pc:sldMkLst>
          <pc:docMk/>
          <pc:sldMk cId="2313847924" sldId="274"/>
        </pc:sldMkLst>
        <pc:spChg chg="mod">
          <ac:chgData name="Manas Tuwani" userId="5d421215-a11f-4a6e-90ca-e8ac2213fab6" providerId="ADAL" clId="{1821256F-4AD7-4D00-96A2-D33828DB804F}" dt="2022-10-28T12:35:02.632" v="12" actId="26606"/>
          <ac:spMkLst>
            <pc:docMk/>
            <pc:sldMk cId="2313847924" sldId="274"/>
            <ac:spMk id="2" creationId="{06CC52B9-716B-EBB3-F41E-D7191DB506C5}"/>
          </ac:spMkLst>
        </pc:spChg>
        <pc:spChg chg="mod">
          <ac:chgData name="Manas Tuwani" userId="5d421215-a11f-4a6e-90ca-e8ac2213fab6" providerId="ADAL" clId="{1821256F-4AD7-4D00-96A2-D33828DB804F}" dt="2022-10-28T12:35:02.632" v="12" actId="26606"/>
          <ac:spMkLst>
            <pc:docMk/>
            <pc:sldMk cId="2313847924" sldId="274"/>
            <ac:spMk id="3" creationId="{CD1F68E4-07F9-CBA7-9430-07DB8C858F81}"/>
          </ac:spMkLst>
        </pc:spChg>
        <pc:spChg chg="add">
          <ac:chgData name="Manas Tuwani" userId="5d421215-a11f-4a6e-90ca-e8ac2213fab6" providerId="ADAL" clId="{1821256F-4AD7-4D00-96A2-D33828DB804F}" dt="2022-10-28T12:35:02.632" v="12" actId="26606"/>
          <ac:spMkLst>
            <pc:docMk/>
            <pc:sldMk cId="2313847924" sldId="274"/>
            <ac:spMk id="8" creationId="{1B15ED52-F352-441B-82BF-E0EA34836D08}"/>
          </ac:spMkLst>
        </pc:spChg>
        <pc:spChg chg="add">
          <ac:chgData name="Manas Tuwani" userId="5d421215-a11f-4a6e-90ca-e8ac2213fab6" providerId="ADAL" clId="{1821256F-4AD7-4D00-96A2-D33828DB804F}" dt="2022-10-28T12:35:02.632" v="12" actId="26606"/>
          <ac:spMkLst>
            <pc:docMk/>
            <pc:sldMk cId="2313847924" sldId="274"/>
            <ac:spMk id="10" creationId="{3B2E3793-BFE6-45A2-9B7B-E18844431C99}"/>
          </ac:spMkLst>
        </pc:spChg>
        <pc:spChg chg="add">
          <ac:chgData name="Manas Tuwani" userId="5d421215-a11f-4a6e-90ca-e8ac2213fab6" providerId="ADAL" clId="{1821256F-4AD7-4D00-96A2-D33828DB804F}" dt="2022-10-28T12:35:02.632" v="12" actId="26606"/>
          <ac:spMkLst>
            <pc:docMk/>
            <pc:sldMk cId="2313847924" sldId="274"/>
            <ac:spMk id="12" creationId="{BC4C4868-CB8F-4AF9-9CDB-8108F2C19B67}"/>
          </ac:spMkLst>
        </pc:spChg>
        <pc:spChg chg="add">
          <ac:chgData name="Manas Tuwani" userId="5d421215-a11f-4a6e-90ca-e8ac2213fab6" providerId="ADAL" clId="{1821256F-4AD7-4D00-96A2-D33828DB804F}" dt="2022-10-28T12:35:02.632" v="12" actId="26606"/>
          <ac:spMkLst>
            <pc:docMk/>
            <pc:sldMk cId="2313847924" sldId="274"/>
            <ac:spMk id="14" creationId="{375E0459-6403-40CD-989D-56A4407CA12E}"/>
          </ac:spMkLst>
        </pc:spChg>
        <pc:spChg chg="add">
          <ac:chgData name="Manas Tuwani" userId="5d421215-a11f-4a6e-90ca-e8ac2213fab6" providerId="ADAL" clId="{1821256F-4AD7-4D00-96A2-D33828DB804F}" dt="2022-10-28T12:35:02.632" v="12" actId="26606"/>
          <ac:spMkLst>
            <pc:docMk/>
            <pc:sldMk cId="2313847924" sldId="274"/>
            <ac:spMk id="16" creationId="{53E5B1A8-3AC9-4BD1-9BBC-78CA94F2D1BA}"/>
          </ac:spMkLst>
        </pc:spChg>
      </pc:sldChg>
      <pc:sldChg chg="addSp modSp mod setBg">
        <pc:chgData name="Manas Tuwani" userId="5d421215-a11f-4a6e-90ca-e8ac2213fab6" providerId="ADAL" clId="{1821256F-4AD7-4D00-96A2-D33828DB804F}" dt="2022-10-28T12:35:11.273" v="13" actId="26606"/>
        <pc:sldMkLst>
          <pc:docMk/>
          <pc:sldMk cId="1261170100" sldId="275"/>
        </pc:sldMkLst>
        <pc:spChg chg="mod">
          <ac:chgData name="Manas Tuwani" userId="5d421215-a11f-4a6e-90ca-e8ac2213fab6" providerId="ADAL" clId="{1821256F-4AD7-4D00-96A2-D33828DB804F}" dt="2022-10-28T12:35:11.273" v="13" actId="26606"/>
          <ac:spMkLst>
            <pc:docMk/>
            <pc:sldMk cId="1261170100" sldId="275"/>
            <ac:spMk id="2" creationId="{59160A9C-D71D-1D75-7EA9-25ED1A47AFF0}"/>
          </ac:spMkLst>
        </pc:spChg>
        <pc:spChg chg="mod">
          <ac:chgData name="Manas Tuwani" userId="5d421215-a11f-4a6e-90ca-e8ac2213fab6" providerId="ADAL" clId="{1821256F-4AD7-4D00-96A2-D33828DB804F}" dt="2022-10-28T12:35:11.273" v="13" actId="26606"/>
          <ac:spMkLst>
            <pc:docMk/>
            <pc:sldMk cId="1261170100" sldId="275"/>
            <ac:spMk id="3" creationId="{159CC7A8-A0AA-5BAE-0637-0776B07B7F81}"/>
          </ac:spMkLst>
        </pc:spChg>
        <pc:spChg chg="add">
          <ac:chgData name="Manas Tuwani" userId="5d421215-a11f-4a6e-90ca-e8ac2213fab6" providerId="ADAL" clId="{1821256F-4AD7-4D00-96A2-D33828DB804F}" dt="2022-10-28T12:35:11.273" v="13" actId="26606"/>
          <ac:spMkLst>
            <pc:docMk/>
            <pc:sldMk cId="1261170100" sldId="275"/>
            <ac:spMk id="8" creationId="{1B15ED52-F352-441B-82BF-E0EA34836D08}"/>
          </ac:spMkLst>
        </pc:spChg>
        <pc:spChg chg="add">
          <ac:chgData name="Manas Tuwani" userId="5d421215-a11f-4a6e-90ca-e8ac2213fab6" providerId="ADAL" clId="{1821256F-4AD7-4D00-96A2-D33828DB804F}" dt="2022-10-28T12:35:11.273" v="13" actId="26606"/>
          <ac:spMkLst>
            <pc:docMk/>
            <pc:sldMk cId="1261170100" sldId="275"/>
            <ac:spMk id="10" creationId="{3B2E3793-BFE6-45A2-9B7B-E18844431C99}"/>
          </ac:spMkLst>
        </pc:spChg>
        <pc:spChg chg="add">
          <ac:chgData name="Manas Tuwani" userId="5d421215-a11f-4a6e-90ca-e8ac2213fab6" providerId="ADAL" clId="{1821256F-4AD7-4D00-96A2-D33828DB804F}" dt="2022-10-28T12:35:11.273" v="13" actId="26606"/>
          <ac:spMkLst>
            <pc:docMk/>
            <pc:sldMk cId="1261170100" sldId="275"/>
            <ac:spMk id="12" creationId="{BC4C4868-CB8F-4AF9-9CDB-8108F2C19B67}"/>
          </ac:spMkLst>
        </pc:spChg>
        <pc:spChg chg="add">
          <ac:chgData name="Manas Tuwani" userId="5d421215-a11f-4a6e-90ca-e8ac2213fab6" providerId="ADAL" clId="{1821256F-4AD7-4D00-96A2-D33828DB804F}" dt="2022-10-28T12:35:11.273" v="13" actId="26606"/>
          <ac:spMkLst>
            <pc:docMk/>
            <pc:sldMk cId="1261170100" sldId="275"/>
            <ac:spMk id="14" creationId="{375E0459-6403-40CD-989D-56A4407CA12E}"/>
          </ac:spMkLst>
        </pc:spChg>
        <pc:spChg chg="add">
          <ac:chgData name="Manas Tuwani" userId="5d421215-a11f-4a6e-90ca-e8ac2213fab6" providerId="ADAL" clId="{1821256F-4AD7-4D00-96A2-D33828DB804F}" dt="2022-10-28T12:35:11.273" v="13" actId="26606"/>
          <ac:spMkLst>
            <pc:docMk/>
            <pc:sldMk cId="1261170100" sldId="275"/>
            <ac:spMk id="16" creationId="{53E5B1A8-3AC9-4BD1-9BBC-78CA94F2D1BA}"/>
          </ac:spMkLst>
        </pc:spChg>
      </pc:sldChg>
      <pc:sldChg chg="addSp modSp mod setBg">
        <pc:chgData name="Manas Tuwani" userId="5d421215-a11f-4a6e-90ca-e8ac2213fab6" providerId="ADAL" clId="{1821256F-4AD7-4D00-96A2-D33828DB804F}" dt="2022-10-28T12:35:21.464" v="14" actId="26606"/>
        <pc:sldMkLst>
          <pc:docMk/>
          <pc:sldMk cId="851810249" sldId="276"/>
        </pc:sldMkLst>
        <pc:spChg chg="mod">
          <ac:chgData name="Manas Tuwani" userId="5d421215-a11f-4a6e-90ca-e8ac2213fab6" providerId="ADAL" clId="{1821256F-4AD7-4D00-96A2-D33828DB804F}" dt="2022-10-28T12:35:21.464" v="14" actId="26606"/>
          <ac:spMkLst>
            <pc:docMk/>
            <pc:sldMk cId="851810249" sldId="276"/>
            <ac:spMk id="2" creationId="{1426F803-4A34-5B9A-B93C-7CEEFCAD5588}"/>
          </ac:spMkLst>
        </pc:spChg>
        <pc:spChg chg="mod">
          <ac:chgData name="Manas Tuwani" userId="5d421215-a11f-4a6e-90ca-e8ac2213fab6" providerId="ADAL" clId="{1821256F-4AD7-4D00-96A2-D33828DB804F}" dt="2022-10-28T12:35:21.464" v="14" actId="26606"/>
          <ac:spMkLst>
            <pc:docMk/>
            <pc:sldMk cId="851810249" sldId="276"/>
            <ac:spMk id="3" creationId="{80794E94-7E7B-5783-527F-ECB6313A42DD}"/>
          </ac:spMkLst>
        </pc:spChg>
        <pc:spChg chg="add">
          <ac:chgData name="Manas Tuwani" userId="5d421215-a11f-4a6e-90ca-e8ac2213fab6" providerId="ADAL" clId="{1821256F-4AD7-4D00-96A2-D33828DB804F}" dt="2022-10-28T12:35:21.464" v="14" actId="26606"/>
          <ac:spMkLst>
            <pc:docMk/>
            <pc:sldMk cId="851810249" sldId="276"/>
            <ac:spMk id="8" creationId="{1B15ED52-F352-441B-82BF-E0EA34836D08}"/>
          </ac:spMkLst>
        </pc:spChg>
        <pc:spChg chg="add">
          <ac:chgData name="Manas Tuwani" userId="5d421215-a11f-4a6e-90ca-e8ac2213fab6" providerId="ADAL" clId="{1821256F-4AD7-4D00-96A2-D33828DB804F}" dt="2022-10-28T12:35:21.464" v="14" actId="26606"/>
          <ac:spMkLst>
            <pc:docMk/>
            <pc:sldMk cId="851810249" sldId="276"/>
            <ac:spMk id="10" creationId="{3B2E3793-BFE6-45A2-9B7B-E18844431C99}"/>
          </ac:spMkLst>
        </pc:spChg>
        <pc:spChg chg="add">
          <ac:chgData name="Manas Tuwani" userId="5d421215-a11f-4a6e-90ca-e8ac2213fab6" providerId="ADAL" clId="{1821256F-4AD7-4D00-96A2-D33828DB804F}" dt="2022-10-28T12:35:21.464" v="14" actId="26606"/>
          <ac:spMkLst>
            <pc:docMk/>
            <pc:sldMk cId="851810249" sldId="276"/>
            <ac:spMk id="12" creationId="{BC4C4868-CB8F-4AF9-9CDB-8108F2C19B67}"/>
          </ac:spMkLst>
        </pc:spChg>
        <pc:spChg chg="add">
          <ac:chgData name="Manas Tuwani" userId="5d421215-a11f-4a6e-90ca-e8ac2213fab6" providerId="ADAL" clId="{1821256F-4AD7-4D00-96A2-D33828DB804F}" dt="2022-10-28T12:35:21.464" v="14" actId="26606"/>
          <ac:spMkLst>
            <pc:docMk/>
            <pc:sldMk cId="851810249" sldId="276"/>
            <ac:spMk id="14" creationId="{375E0459-6403-40CD-989D-56A4407CA12E}"/>
          </ac:spMkLst>
        </pc:spChg>
        <pc:spChg chg="add">
          <ac:chgData name="Manas Tuwani" userId="5d421215-a11f-4a6e-90ca-e8ac2213fab6" providerId="ADAL" clId="{1821256F-4AD7-4D00-96A2-D33828DB804F}" dt="2022-10-28T12:35:21.464" v="14" actId="26606"/>
          <ac:spMkLst>
            <pc:docMk/>
            <pc:sldMk cId="851810249" sldId="276"/>
            <ac:spMk id="16" creationId="{53E5B1A8-3AC9-4BD1-9BBC-78CA94F2D1BA}"/>
          </ac:spMkLst>
        </pc:spChg>
      </pc:sldChg>
      <pc:sldChg chg="addSp modSp mod setBg">
        <pc:chgData name="Manas Tuwani" userId="5d421215-a11f-4a6e-90ca-e8ac2213fab6" providerId="ADAL" clId="{1821256F-4AD7-4D00-96A2-D33828DB804F}" dt="2022-10-28T12:35:44.081" v="17" actId="26606"/>
        <pc:sldMkLst>
          <pc:docMk/>
          <pc:sldMk cId="2967680306" sldId="277"/>
        </pc:sldMkLst>
        <pc:spChg chg="mod">
          <ac:chgData name="Manas Tuwani" userId="5d421215-a11f-4a6e-90ca-e8ac2213fab6" providerId="ADAL" clId="{1821256F-4AD7-4D00-96A2-D33828DB804F}" dt="2022-10-28T12:35:44.081" v="17" actId="26606"/>
          <ac:spMkLst>
            <pc:docMk/>
            <pc:sldMk cId="2967680306" sldId="277"/>
            <ac:spMk id="2" creationId="{D3601571-2A93-DAB6-384B-14B45FA2E81E}"/>
          </ac:spMkLst>
        </pc:spChg>
        <pc:spChg chg="mod">
          <ac:chgData name="Manas Tuwani" userId="5d421215-a11f-4a6e-90ca-e8ac2213fab6" providerId="ADAL" clId="{1821256F-4AD7-4D00-96A2-D33828DB804F}" dt="2022-10-28T12:35:44.081" v="17" actId="26606"/>
          <ac:spMkLst>
            <pc:docMk/>
            <pc:sldMk cId="2967680306" sldId="277"/>
            <ac:spMk id="3" creationId="{03BDD1DA-7680-3C25-EF46-2FCFE332569A}"/>
          </ac:spMkLst>
        </pc:spChg>
        <pc:spChg chg="add">
          <ac:chgData name="Manas Tuwani" userId="5d421215-a11f-4a6e-90ca-e8ac2213fab6" providerId="ADAL" clId="{1821256F-4AD7-4D00-96A2-D33828DB804F}" dt="2022-10-28T12:35:44.081" v="17" actId="26606"/>
          <ac:spMkLst>
            <pc:docMk/>
            <pc:sldMk cId="2967680306" sldId="277"/>
            <ac:spMk id="8" creationId="{1B15ED52-F352-441B-82BF-E0EA34836D08}"/>
          </ac:spMkLst>
        </pc:spChg>
        <pc:spChg chg="add">
          <ac:chgData name="Manas Tuwani" userId="5d421215-a11f-4a6e-90ca-e8ac2213fab6" providerId="ADAL" clId="{1821256F-4AD7-4D00-96A2-D33828DB804F}" dt="2022-10-28T12:35:44.081" v="17" actId="26606"/>
          <ac:spMkLst>
            <pc:docMk/>
            <pc:sldMk cId="2967680306" sldId="277"/>
            <ac:spMk id="10" creationId="{3B2E3793-BFE6-45A2-9B7B-E18844431C99}"/>
          </ac:spMkLst>
        </pc:spChg>
        <pc:spChg chg="add">
          <ac:chgData name="Manas Tuwani" userId="5d421215-a11f-4a6e-90ca-e8ac2213fab6" providerId="ADAL" clId="{1821256F-4AD7-4D00-96A2-D33828DB804F}" dt="2022-10-28T12:35:44.081" v="17" actId="26606"/>
          <ac:spMkLst>
            <pc:docMk/>
            <pc:sldMk cId="2967680306" sldId="277"/>
            <ac:spMk id="12" creationId="{BC4C4868-CB8F-4AF9-9CDB-8108F2C19B67}"/>
          </ac:spMkLst>
        </pc:spChg>
        <pc:spChg chg="add">
          <ac:chgData name="Manas Tuwani" userId="5d421215-a11f-4a6e-90ca-e8ac2213fab6" providerId="ADAL" clId="{1821256F-4AD7-4D00-96A2-D33828DB804F}" dt="2022-10-28T12:35:44.081" v="17" actId="26606"/>
          <ac:spMkLst>
            <pc:docMk/>
            <pc:sldMk cId="2967680306" sldId="277"/>
            <ac:spMk id="14" creationId="{375E0459-6403-40CD-989D-56A4407CA12E}"/>
          </ac:spMkLst>
        </pc:spChg>
        <pc:spChg chg="add">
          <ac:chgData name="Manas Tuwani" userId="5d421215-a11f-4a6e-90ca-e8ac2213fab6" providerId="ADAL" clId="{1821256F-4AD7-4D00-96A2-D33828DB804F}" dt="2022-10-28T12:35:44.081" v="17" actId="26606"/>
          <ac:spMkLst>
            <pc:docMk/>
            <pc:sldMk cId="2967680306" sldId="277"/>
            <ac:spMk id="16" creationId="{53E5B1A8-3AC9-4BD1-9BBC-78CA94F2D1BA}"/>
          </ac:spMkLst>
        </pc:spChg>
      </pc:sldChg>
      <pc:sldChg chg="addSp modSp mod setBg">
        <pc:chgData name="Manas Tuwani" userId="5d421215-a11f-4a6e-90ca-e8ac2213fab6" providerId="ADAL" clId="{1821256F-4AD7-4D00-96A2-D33828DB804F}" dt="2022-10-28T12:35:25.716" v="15" actId="26606"/>
        <pc:sldMkLst>
          <pc:docMk/>
          <pc:sldMk cId="3361980526" sldId="278"/>
        </pc:sldMkLst>
        <pc:spChg chg="mod">
          <ac:chgData name="Manas Tuwani" userId="5d421215-a11f-4a6e-90ca-e8ac2213fab6" providerId="ADAL" clId="{1821256F-4AD7-4D00-96A2-D33828DB804F}" dt="2022-10-28T12:35:25.716" v="15" actId="26606"/>
          <ac:spMkLst>
            <pc:docMk/>
            <pc:sldMk cId="3361980526" sldId="278"/>
            <ac:spMk id="2" creationId="{361AABBF-9072-7C37-9D78-C84BAA1F7BC8}"/>
          </ac:spMkLst>
        </pc:spChg>
        <pc:spChg chg="mod">
          <ac:chgData name="Manas Tuwani" userId="5d421215-a11f-4a6e-90ca-e8ac2213fab6" providerId="ADAL" clId="{1821256F-4AD7-4D00-96A2-D33828DB804F}" dt="2022-10-28T12:35:25.716" v="15" actId="26606"/>
          <ac:spMkLst>
            <pc:docMk/>
            <pc:sldMk cId="3361980526" sldId="278"/>
            <ac:spMk id="3" creationId="{CA2632C4-976D-88DE-058D-623F82CACC2B}"/>
          </ac:spMkLst>
        </pc:spChg>
        <pc:spChg chg="add">
          <ac:chgData name="Manas Tuwani" userId="5d421215-a11f-4a6e-90ca-e8ac2213fab6" providerId="ADAL" clId="{1821256F-4AD7-4D00-96A2-D33828DB804F}" dt="2022-10-28T12:35:25.716" v="15" actId="26606"/>
          <ac:spMkLst>
            <pc:docMk/>
            <pc:sldMk cId="3361980526" sldId="278"/>
            <ac:spMk id="8" creationId="{1B15ED52-F352-441B-82BF-E0EA34836D08}"/>
          </ac:spMkLst>
        </pc:spChg>
        <pc:spChg chg="add">
          <ac:chgData name="Manas Tuwani" userId="5d421215-a11f-4a6e-90ca-e8ac2213fab6" providerId="ADAL" clId="{1821256F-4AD7-4D00-96A2-D33828DB804F}" dt="2022-10-28T12:35:25.716" v="15" actId="26606"/>
          <ac:spMkLst>
            <pc:docMk/>
            <pc:sldMk cId="3361980526" sldId="278"/>
            <ac:spMk id="10" creationId="{3B2E3793-BFE6-45A2-9B7B-E18844431C99}"/>
          </ac:spMkLst>
        </pc:spChg>
        <pc:spChg chg="add">
          <ac:chgData name="Manas Tuwani" userId="5d421215-a11f-4a6e-90ca-e8ac2213fab6" providerId="ADAL" clId="{1821256F-4AD7-4D00-96A2-D33828DB804F}" dt="2022-10-28T12:35:25.716" v="15" actId="26606"/>
          <ac:spMkLst>
            <pc:docMk/>
            <pc:sldMk cId="3361980526" sldId="278"/>
            <ac:spMk id="12" creationId="{BC4C4868-CB8F-4AF9-9CDB-8108F2C19B67}"/>
          </ac:spMkLst>
        </pc:spChg>
        <pc:spChg chg="add">
          <ac:chgData name="Manas Tuwani" userId="5d421215-a11f-4a6e-90ca-e8ac2213fab6" providerId="ADAL" clId="{1821256F-4AD7-4D00-96A2-D33828DB804F}" dt="2022-10-28T12:35:25.716" v="15" actId="26606"/>
          <ac:spMkLst>
            <pc:docMk/>
            <pc:sldMk cId="3361980526" sldId="278"/>
            <ac:spMk id="14" creationId="{375E0459-6403-40CD-989D-56A4407CA12E}"/>
          </ac:spMkLst>
        </pc:spChg>
        <pc:spChg chg="add">
          <ac:chgData name="Manas Tuwani" userId="5d421215-a11f-4a6e-90ca-e8ac2213fab6" providerId="ADAL" clId="{1821256F-4AD7-4D00-96A2-D33828DB804F}" dt="2022-10-28T12:35:25.716" v="15" actId="26606"/>
          <ac:spMkLst>
            <pc:docMk/>
            <pc:sldMk cId="3361980526" sldId="278"/>
            <ac:spMk id="16" creationId="{53E5B1A8-3AC9-4BD1-9BBC-78CA94F2D1BA}"/>
          </ac:spMkLst>
        </pc:spChg>
      </pc:sldChg>
      <pc:sldChg chg="addSp modSp mod setBg">
        <pc:chgData name="Manas Tuwani" userId="5d421215-a11f-4a6e-90ca-e8ac2213fab6" providerId="ADAL" clId="{1821256F-4AD7-4D00-96A2-D33828DB804F}" dt="2022-10-28T12:35:39.871" v="16" actId="26606"/>
        <pc:sldMkLst>
          <pc:docMk/>
          <pc:sldMk cId="3274978546" sldId="279"/>
        </pc:sldMkLst>
        <pc:spChg chg="mod">
          <ac:chgData name="Manas Tuwani" userId="5d421215-a11f-4a6e-90ca-e8ac2213fab6" providerId="ADAL" clId="{1821256F-4AD7-4D00-96A2-D33828DB804F}" dt="2022-10-28T12:35:39.871" v="16" actId="26606"/>
          <ac:spMkLst>
            <pc:docMk/>
            <pc:sldMk cId="3274978546" sldId="279"/>
            <ac:spMk id="2" creationId="{941C244A-2340-0372-9B38-458312A71643}"/>
          </ac:spMkLst>
        </pc:spChg>
        <pc:spChg chg="mod">
          <ac:chgData name="Manas Tuwani" userId="5d421215-a11f-4a6e-90ca-e8ac2213fab6" providerId="ADAL" clId="{1821256F-4AD7-4D00-96A2-D33828DB804F}" dt="2022-10-28T12:35:39.871" v="16" actId="26606"/>
          <ac:spMkLst>
            <pc:docMk/>
            <pc:sldMk cId="3274978546" sldId="279"/>
            <ac:spMk id="3" creationId="{BF970F37-A256-F60D-E855-EBA9F3C9D0F1}"/>
          </ac:spMkLst>
        </pc:spChg>
        <pc:spChg chg="add">
          <ac:chgData name="Manas Tuwani" userId="5d421215-a11f-4a6e-90ca-e8ac2213fab6" providerId="ADAL" clId="{1821256F-4AD7-4D00-96A2-D33828DB804F}" dt="2022-10-28T12:35:39.871" v="16" actId="26606"/>
          <ac:spMkLst>
            <pc:docMk/>
            <pc:sldMk cId="3274978546" sldId="279"/>
            <ac:spMk id="8" creationId="{1B15ED52-F352-441B-82BF-E0EA34836D08}"/>
          </ac:spMkLst>
        </pc:spChg>
        <pc:spChg chg="add">
          <ac:chgData name="Manas Tuwani" userId="5d421215-a11f-4a6e-90ca-e8ac2213fab6" providerId="ADAL" clId="{1821256F-4AD7-4D00-96A2-D33828DB804F}" dt="2022-10-28T12:35:39.871" v="16" actId="26606"/>
          <ac:spMkLst>
            <pc:docMk/>
            <pc:sldMk cId="3274978546" sldId="279"/>
            <ac:spMk id="10" creationId="{3B2E3793-BFE6-45A2-9B7B-E18844431C99}"/>
          </ac:spMkLst>
        </pc:spChg>
        <pc:spChg chg="add">
          <ac:chgData name="Manas Tuwani" userId="5d421215-a11f-4a6e-90ca-e8ac2213fab6" providerId="ADAL" clId="{1821256F-4AD7-4D00-96A2-D33828DB804F}" dt="2022-10-28T12:35:39.871" v="16" actId="26606"/>
          <ac:spMkLst>
            <pc:docMk/>
            <pc:sldMk cId="3274978546" sldId="279"/>
            <ac:spMk id="12" creationId="{BC4C4868-CB8F-4AF9-9CDB-8108F2C19B67}"/>
          </ac:spMkLst>
        </pc:spChg>
        <pc:spChg chg="add">
          <ac:chgData name="Manas Tuwani" userId="5d421215-a11f-4a6e-90ca-e8ac2213fab6" providerId="ADAL" clId="{1821256F-4AD7-4D00-96A2-D33828DB804F}" dt="2022-10-28T12:35:39.871" v="16" actId="26606"/>
          <ac:spMkLst>
            <pc:docMk/>
            <pc:sldMk cId="3274978546" sldId="279"/>
            <ac:spMk id="14" creationId="{375E0459-6403-40CD-989D-56A4407CA12E}"/>
          </ac:spMkLst>
        </pc:spChg>
        <pc:spChg chg="add">
          <ac:chgData name="Manas Tuwani" userId="5d421215-a11f-4a6e-90ca-e8ac2213fab6" providerId="ADAL" clId="{1821256F-4AD7-4D00-96A2-D33828DB804F}" dt="2022-10-28T12:35:39.871" v="16" actId="26606"/>
          <ac:spMkLst>
            <pc:docMk/>
            <pc:sldMk cId="3274978546" sldId="279"/>
            <ac:spMk id="16" creationId="{53E5B1A8-3AC9-4BD1-9BBC-78CA94F2D1BA}"/>
          </ac:spMkLst>
        </pc:spChg>
      </pc:sldChg>
      <pc:sldChg chg="addSp modSp mod setBg">
        <pc:chgData name="Manas Tuwani" userId="5d421215-a11f-4a6e-90ca-e8ac2213fab6" providerId="ADAL" clId="{1821256F-4AD7-4D00-96A2-D33828DB804F}" dt="2022-10-28T12:35:47.315" v="18" actId="26606"/>
        <pc:sldMkLst>
          <pc:docMk/>
          <pc:sldMk cId="315011973" sldId="280"/>
        </pc:sldMkLst>
        <pc:spChg chg="mod">
          <ac:chgData name="Manas Tuwani" userId="5d421215-a11f-4a6e-90ca-e8ac2213fab6" providerId="ADAL" clId="{1821256F-4AD7-4D00-96A2-D33828DB804F}" dt="2022-10-28T12:35:47.315" v="18" actId="26606"/>
          <ac:spMkLst>
            <pc:docMk/>
            <pc:sldMk cId="315011973" sldId="280"/>
            <ac:spMk id="2" creationId="{DDB8F144-9887-564B-EA44-BEFBEFEE981E}"/>
          </ac:spMkLst>
        </pc:spChg>
        <pc:spChg chg="mod">
          <ac:chgData name="Manas Tuwani" userId="5d421215-a11f-4a6e-90ca-e8ac2213fab6" providerId="ADAL" clId="{1821256F-4AD7-4D00-96A2-D33828DB804F}" dt="2022-10-28T12:35:47.315" v="18" actId="26606"/>
          <ac:spMkLst>
            <pc:docMk/>
            <pc:sldMk cId="315011973" sldId="280"/>
            <ac:spMk id="3" creationId="{EE4E3D74-0C12-DC8C-9E3F-8E70C9D6E81D}"/>
          </ac:spMkLst>
        </pc:spChg>
        <pc:spChg chg="add">
          <ac:chgData name="Manas Tuwani" userId="5d421215-a11f-4a6e-90ca-e8ac2213fab6" providerId="ADAL" clId="{1821256F-4AD7-4D00-96A2-D33828DB804F}" dt="2022-10-28T12:35:47.315" v="18" actId="26606"/>
          <ac:spMkLst>
            <pc:docMk/>
            <pc:sldMk cId="315011973" sldId="280"/>
            <ac:spMk id="8" creationId="{1B15ED52-F352-441B-82BF-E0EA34836D08}"/>
          </ac:spMkLst>
        </pc:spChg>
        <pc:spChg chg="add">
          <ac:chgData name="Manas Tuwani" userId="5d421215-a11f-4a6e-90ca-e8ac2213fab6" providerId="ADAL" clId="{1821256F-4AD7-4D00-96A2-D33828DB804F}" dt="2022-10-28T12:35:47.315" v="18" actId="26606"/>
          <ac:spMkLst>
            <pc:docMk/>
            <pc:sldMk cId="315011973" sldId="280"/>
            <ac:spMk id="10" creationId="{3B2E3793-BFE6-45A2-9B7B-E18844431C99}"/>
          </ac:spMkLst>
        </pc:spChg>
        <pc:spChg chg="add">
          <ac:chgData name="Manas Tuwani" userId="5d421215-a11f-4a6e-90ca-e8ac2213fab6" providerId="ADAL" clId="{1821256F-4AD7-4D00-96A2-D33828DB804F}" dt="2022-10-28T12:35:47.315" v="18" actId="26606"/>
          <ac:spMkLst>
            <pc:docMk/>
            <pc:sldMk cId="315011973" sldId="280"/>
            <ac:spMk id="12" creationId="{BC4C4868-CB8F-4AF9-9CDB-8108F2C19B67}"/>
          </ac:spMkLst>
        </pc:spChg>
        <pc:spChg chg="add">
          <ac:chgData name="Manas Tuwani" userId="5d421215-a11f-4a6e-90ca-e8ac2213fab6" providerId="ADAL" clId="{1821256F-4AD7-4D00-96A2-D33828DB804F}" dt="2022-10-28T12:35:47.315" v="18" actId="26606"/>
          <ac:spMkLst>
            <pc:docMk/>
            <pc:sldMk cId="315011973" sldId="280"/>
            <ac:spMk id="14" creationId="{375E0459-6403-40CD-989D-56A4407CA12E}"/>
          </ac:spMkLst>
        </pc:spChg>
        <pc:spChg chg="add">
          <ac:chgData name="Manas Tuwani" userId="5d421215-a11f-4a6e-90ca-e8ac2213fab6" providerId="ADAL" clId="{1821256F-4AD7-4D00-96A2-D33828DB804F}" dt="2022-10-28T12:35:47.315" v="18" actId="26606"/>
          <ac:spMkLst>
            <pc:docMk/>
            <pc:sldMk cId="315011973" sldId="280"/>
            <ac:spMk id="16" creationId="{53E5B1A8-3AC9-4BD1-9BBC-78CA94F2D1BA}"/>
          </ac:spMkLst>
        </pc:spChg>
      </pc:sldChg>
      <pc:sldChg chg="addSp modSp mod setBg">
        <pc:chgData name="Manas Tuwani" userId="5d421215-a11f-4a6e-90ca-e8ac2213fab6" providerId="ADAL" clId="{1821256F-4AD7-4D00-96A2-D33828DB804F}" dt="2022-10-28T12:36:47.721" v="27" actId="26606"/>
        <pc:sldMkLst>
          <pc:docMk/>
          <pc:sldMk cId="1278486213" sldId="281"/>
        </pc:sldMkLst>
        <pc:spChg chg="mod">
          <ac:chgData name="Manas Tuwani" userId="5d421215-a11f-4a6e-90ca-e8ac2213fab6" providerId="ADAL" clId="{1821256F-4AD7-4D00-96A2-D33828DB804F}" dt="2022-10-28T12:36:47.721" v="27" actId="26606"/>
          <ac:spMkLst>
            <pc:docMk/>
            <pc:sldMk cId="1278486213" sldId="281"/>
            <ac:spMk id="2" creationId="{AE86FCCA-A1EA-CF49-BFBB-51A20DDF2561}"/>
          </ac:spMkLst>
        </pc:spChg>
        <pc:spChg chg="mod">
          <ac:chgData name="Manas Tuwani" userId="5d421215-a11f-4a6e-90ca-e8ac2213fab6" providerId="ADAL" clId="{1821256F-4AD7-4D00-96A2-D33828DB804F}" dt="2022-10-28T12:36:47.721" v="27" actId="26606"/>
          <ac:spMkLst>
            <pc:docMk/>
            <pc:sldMk cId="1278486213" sldId="281"/>
            <ac:spMk id="3" creationId="{EBC73975-4FC6-B235-4CBB-C7B11702A3FD}"/>
          </ac:spMkLst>
        </pc:spChg>
        <pc:spChg chg="add">
          <ac:chgData name="Manas Tuwani" userId="5d421215-a11f-4a6e-90ca-e8ac2213fab6" providerId="ADAL" clId="{1821256F-4AD7-4D00-96A2-D33828DB804F}" dt="2022-10-28T12:36:47.721" v="27" actId="26606"/>
          <ac:spMkLst>
            <pc:docMk/>
            <pc:sldMk cId="1278486213" sldId="281"/>
            <ac:spMk id="8" creationId="{1B15ED52-F352-441B-82BF-E0EA34836D08}"/>
          </ac:spMkLst>
        </pc:spChg>
        <pc:spChg chg="add">
          <ac:chgData name="Manas Tuwani" userId="5d421215-a11f-4a6e-90ca-e8ac2213fab6" providerId="ADAL" clId="{1821256F-4AD7-4D00-96A2-D33828DB804F}" dt="2022-10-28T12:36:47.721" v="27" actId="26606"/>
          <ac:spMkLst>
            <pc:docMk/>
            <pc:sldMk cId="1278486213" sldId="281"/>
            <ac:spMk id="10" creationId="{3B2E3793-BFE6-45A2-9B7B-E18844431C99}"/>
          </ac:spMkLst>
        </pc:spChg>
        <pc:spChg chg="add">
          <ac:chgData name="Manas Tuwani" userId="5d421215-a11f-4a6e-90ca-e8ac2213fab6" providerId="ADAL" clId="{1821256F-4AD7-4D00-96A2-D33828DB804F}" dt="2022-10-28T12:36:47.721" v="27" actId="26606"/>
          <ac:spMkLst>
            <pc:docMk/>
            <pc:sldMk cId="1278486213" sldId="281"/>
            <ac:spMk id="12" creationId="{BC4C4868-CB8F-4AF9-9CDB-8108F2C19B67}"/>
          </ac:spMkLst>
        </pc:spChg>
        <pc:spChg chg="add">
          <ac:chgData name="Manas Tuwani" userId="5d421215-a11f-4a6e-90ca-e8ac2213fab6" providerId="ADAL" clId="{1821256F-4AD7-4D00-96A2-D33828DB804F}" dt="2022-10-28T12:36:47.721" v="27" actId="26606"/>
          <ac:spMkLst>
            <pc:docMk/>
            <pc:sldMk cId="1278486213" sldId="281"/>
            <ac:spMk id="14" creationId="{375E0459-6403-40CD-989D-56A4407CA12E}"/>
          </ac:spMkLst>
        </pc:spChg>
        <pc:spChg chg="add">
          <ac:chgData name="Manas Tuwani" userId="5d421215-a11f-4a6e-90ca-e8ac2213fab6" providerId="ADAL" clId="{1821256F-4AD7-4D00-96A2-D33828DB804F}" dt="2022-10-28T12:36:47.721" v="27" actId="26606"/>
          <ac:spMkLst>
            <pc:docMk/>
            <pc:sldMk cId="1278486213" sldId="281"/>
            <ac:spMk id="16" creationId="{53E5B1A8-3AC9-4BD1-9BBC-78CA94F2D1BA}"/>
          </ac:spMkLst>
        </pc:spChg>
      </pc:sldChg>
      <pc:sldChg chg="addSp modSp mod setBg">
        <pc:chgData name="Manas Tuwani" userId="5d421215-a11f-4a6e-90ca-e8ac2213fab6" providerId="ADAL" clId="{1821256F-4AD7-4D00-96A2-D33828DB804F}" dt="2022-10-28T12:37:01.708" v="30" actId="26606"/>
        <pc:sldMkLst>
          <pc:docMk/>
          <pc:sldMk cId="3520883273" sldId="282"/>
        </pc:sldMkLst>
        <pc:spChg chg="mod">
          <ac:chgData name="Manas Tuwani" userId="5d421215-a11f-4a6e-90ca-e8ac2213fab6" providerId="ADAL" clId="{1821256F-4AD7-4D00-96A2-D33828DB804F}" dt="2022-10-28T12:37:01.708" v="30" actId="26606"/>
          <ac:spMkLst>
            <pc:docMk/>
            <pc:sldMk cId="3520883273" sldId="282"/>
            <ac:spMk id="2" creationId="{77E23DB0-A323-8A6E-DFB4-9BF7DA3E63D5}"/>
          </ac:spMkLst>
        </pc:spChg>
        <pc:spChg chg="mod">
          <ac:chgData name="Manas Tuwani" userId="5d421215-a11f-4a6e-90ca-e8ac2213fab6" providerId="ADAL" clId="{1821256F-4AD7-4D00-96A2-D33828DB804F}" dt="2022-10-28T12:37:01.708" v="30" actId="26606"/>
          <ac:spMkLst>
            <pc:docMk/>
            <pc:sldMk cId="3520883273" sldId="282"/>
            <ac:spMk id="3" creationId="{949C3AC9-1996-44DC-C9EB-C040A876A1BF}"/>
          </ac:spMkLst>
        </pc:spChg>
        <pc:spChg chg="add">
          <ac:chgData name="Manas Tuwani" userId="5d421215-a11f-4a6e-90ca-e8ac2213fab6" providerId="ADAL" clId="{1821256F-4AD7-4D00-96A2-D33828DB804F}" dt="2022-10-28T12:37:01.708" v="30" actId="26606"/>
          <ac:spMkLst>
            <pc:docMk/>
            <pc:sldMk cId="3520883273" sldId="282"/>
            <ac:spMk id="8" creationId="{1B15ED52-F352-441B-82BF-E0EA34836D08}"/>
          </ac:spMkLst>
        </pc:spChg>
        <pc:spChg chg="add">
          <ac:chgData name="Manas Tuwani" userId="5d421215-a11f-4a6e-90ca-e8ac2213fab6" providerId="ADAL" clId="{1821256F-4AD7-4D00-96A2-D33828DB804F}" dt="2022-10-28T12:37:01.708" v="30" actId="26606"/>
          <ac:spMkLst>
            <pc:docMk/>
            <pc:sldMk cId="3520883273" sldId="282"/>
            <ac:spMk id="10" creationId="{3B2E3793-BFE6-45A2-9B7B-E18844431C99}"/>
          </ac:spMkLst>
        </pc:spChg>
        <pc:spChg chg="add">
          <ac:chgData name="Manas Tuwani" userId="5d421215-a11f-4a6e-90ca-e8ac2213fab6" providerId="ADAL" clId="{1821256F-4AD7-4D00-96A2-D33828DB804F}" dt="2022-10-28T12:37:01.708" v="30" actId="26606"/>
          <ac:spMkLst>
            <pc:docMk/>
            <pc:sldMk cId="3520883273" sldId="282"/>
            <ac:spMk id="12" creationId="{BC4C4868-CB8F-4AF9-9CDB-8108F2C19B67}"/>
          </ac:spMkLst>
        </pc:spChg>
        <pc:spChg chg="add">
          <ac:chgData name="Manas Tuwani" userId="5d421215-a11f-4a6e-90ca-e8ac2213fab6" providerId="ADAL" clId="{1821256F-4AD7-4D00-96A2-D33828DB804F}" dt="2022-10-28T12:37:01.708" v="30" actId="26606"/>
          <ac:spMkLst>
            <pc:docMk/>
            <pc:sldMk cId="3520883273" sldId="282"/>
            <ac:spMk id="14" creationId="{375E0459-6403-40CD-989D-56A4407CA12E}"/>
          </ac:spMkLst>
        </pc:spChg>
        <pc:spChg chg="add">
          <ac:chgData name="Manas Tuwani" userId="5d421215-a11f-4a6e-90ca-e8ac2213fab6" providerId="ADAL" clId="{1821256F-4AD7-4D00-96A2-D33828DB804F}" dt="2022-10-28T12:37:01.708" v="30" actId="26606"/>
          <ac:spMkLst>
            <pc:docMk/>
            <pc:sldMk cId="3520883273" sldId="282"/>
            <ac:spMk id="16" creationId="{53E5B1A8-3AC9-4BD1-9BBC-78CA94F2D1BA}"/>
          </ac:spMkLst>
        </pc:spChg>
      </pc:sldChg>
      <pc:sldChg chg="addSp modSp mod setBg">
        <pc:chgData name="Manas Tuwani" userId="5d421215-a11f-4a6e-90ca-e8ac2213fab6" providerId="ADAL" clId="{1821256F-4AD7-4D00-96A2-D33828DB804F}" dt="2022-10-28T12:37:05.230" v="31" actId="26606"/>
        <pc:sldMkLst>
          <pc:docMk/>
          <pc:sldMk cId="495810922" sldId="283"/>
        </pc:sldMkLst>
        <pc:spChg chg="mod">
          <ac:chgData name="Manas Tuwani" userId="5d421215-a11f-4a6e-90ca-e8ac2213fab6" providerId="ADAL" clId="{1821256F-4AD7-4D00-96A2-D33828DB804F}" dt="2022-10-28T12:37:05.230" v="31" actId="26606"/>
          <ac:spMkLst>
            <pc:docMk/>
            <pc:sldMk cId="495810922" sldId="283"/>
            <ac:spMk id="2" creationId="{77E23DB0-A323-8A6E-DFB4-9BF7DA3E63D5}"/>
          </ac:spMkLst>
        </pc:spChg>
        <pc:spChg chg="mod">
          <ac:chgData name="Manas Tuwani" userId="5d421215-a11f-4a6e-90ca-e8ac2213fab6" providerId="ADAL" clId="{1821256F-4AD7-4D00-96A2-D33828DB804F}" dt="2022-10-28T12:37:05.230" v="31" actId="26606"/>
          <ac:spMkLst>
            <pc:docMk/>
            <pc:sldMk cId="495810922" sldId="283"/>
            <ac:spMk id="3" creationId="{949C3AC9-1996-44DC-C9EB-C040A876A1BF}"/>
          </ac:spMkLst>
        </pc:spChg>
        <pc:spChg chg="add">
          <ac:chgData name="Manas Tuwani" userId="5d421215-a11f-4a6e-90ca-e8ac2213fab6" providerId="ADAL" clId="{1821256F-4AD7-4D00-96A2-D33828DB804F}" dt="2022-10-28T12:37:05.230" v="31" actId="26606"/>
          <ac:spMkLst>
            <pc:docMk/>
            <pc:sldMk cId="495810922" sldId="283"/>
            <ac:spMk id="8" creationId="{1B15ED52-F352-441B-82BF-E0EA34836D08}"/>
          </ac:spMkLst>
        </pc:spChg>
        <pc:spChg chg="add">
          <ac:chgData name="Manas Tuwani" userId="5d421215-a11f-4a6e-90ca-e8ac2213fab6" providerId="ADAL" clId="{1821256F-4AD7-4D00-96A2-D33828DB804F}" dt="2022-10-28T12:37:05.230" v="31" actId="26606"/>
          <ac:spMkLst>
            <pc:docMk/>
            <pc:sldMk cId="495810922" sldId="283"/>
            <ac:spMk id="10" creationId="{3B2E3793-BFE6-45A2-9B7B-E18844431C99}"/>
          </ac:spMkLst>
        </pc:spChg>
        <pc:spChg chg="add">
          <ac:chgData name="Manas Tuwani" userId="5d421215-a11f-4a6e-90ca-e8ac2213fab6" providerId="ADAL" clId="{1821256F-4AD7-4D00-96A2-D33828DB804F}" dt="2022-10-28T12:37:05.230" v="31" actId="26606"/>
          <ac:spMkLst>
            <pc:docMk/>
            <pc:sldMk cId="495810922" sldId="283"/>
            <ac:spMk id="12" creationId="{BC4C4868-CB8F-4AF9-9CDB-8108F2C19B67}"/>
          </ac:spMkLst>
        </pc:spChg>
        <pc:spChg chg="add">
          <ac:chgData name="Manas Tuwani" userId="5d421215-a11f-4a6e-90ca-e8ac2213fab6" providerId="ADAL" clId="{1821256F-4AD7-4D00-96A2-D33828DB804F}" dt="2022-10-28T12:37:05.230" v="31" actId="26606"/>
          <ac:spMkLst>
            <pc:docMk/>
            <pc:sldMk cId="495810922" sldId="283"/>
            <ac:spMk id="14" creationId="{375E0459-6403-40CD-989D-56A4407CA12E}"/>
          </ac:spMkLst>
        </pc:spChg>
        <pc:spChg chg="add">
          <ac:chgData name="Manas Tuwani" userId="5d421215-a11f-4a6e-90ca-e8ac2213fab6" providerId="ADAL" clId="{1821256F-4AD7-4D00-96A2-D33828DB804F}" dt="2022-10-28T12:37:05.230" v="31" actId="26606"/>
          <ac:spMkLst>
            <pc:docMk/>
            <pc:sldMk cId="495810922" sldId="283"/>
            <ac:spMk id="16" creationId="{53E5B1A8-3AC9-4BD1-9BBC-78CA94F2D1BA}"/>
          </ac:spMkLst>
        </pc:spChg>
      </pc:sldChg>
    </pc:docChg>
  </pc:docChgLst>
  <pc:docChgLst>
    <pc:chgData name="Manas Tuwani" userId="5d421215-a11f-4a6e-90ca-e8ac2213fab6" providerId="ADAL" clId="{F40BC6FF-CAFA-480E-8B11-A4669ECB7443}"/>
    <pc:docChg chg="modSld">
      <pc:chgData name="Manas Tuwani" userId="5d421215-a11f-4a6e-90ca-e8ac2213fab6" providerId="ADAL" clId="{F40BC6FF-CAFA-480E-8B11-A4669ECB7443}" dt="2022-07-08T14:08:38.486" v="36" actId="20577"/>
      <pc:docMkLst>
        <pc:docMk/>
      </pc:docMkLst>
      <pc:sldChg chg="modSp mod">
        <pc:chgData name="Manas Tuwani" userId="5d421215-a11f-4a6e-90ca-e8ac2213fab6" providerId="ADAL" clId="{F40BC6FF-CAFA-480E-8B11-A4669ECB7443}" dt="2022-07-08T13:25:14.788" v="24" actId="20577"/>
        <pc:sldMkLst>
          <pc:docMk/>
          <pc:sldMk cId="1261170100" sldId="275"/>
        </pc:sldMkLst>
        <pc:spChg chg="mod">
          <ac:chgData name="Manas Tuwani" userId="5d421215-a11f-4a6e-90ca-e8ac2213fab6" providerId="ADAL" clId="{F40BC6FF-CAFA-480E-8B11-A4669ECB7443}" dt="2022-07-08T13:25:14.788" v="24" actId="20577"/>
          <ac:spMkLst>
            <pc:docMk/>
            <pc:sldMk cId="1261170100" sldId="275"/>
            <ac:spMk id="3" creationId="{159CC7A8-A0AA-5BAE-0637-0776B07B7F81}"/>
          </ac:spMkLst>
        </pc:spChg>
      </pc:sldChg>
      <pc:sldChg chg="modSp mod">
        <pc:chgData name="Manas Tuwani" userId="5d421215-a11f-4a6e-90ca-e8ac2213fab6" providerId="ADAL" clId="{F40BC6FF-CAFA-480E-8B11-A4669ECB7443}" dt="2022-07-08T14:08:38.486" v="36" actId="20577"/>
        <pc:sldMkLst>
          <pc:docMk/>
          <pc:sldMk cId="2967680306" sldId="277"/>
        </pc:sldMkLst>
        <pc:spChg chg="mod">
          <ac:chgData name="Manas Tuwani" userId="5d421215-a11f-4a6e-90ca-e8ac2213fab6" providerId="ADAL" clId="{F40BC6FF-CAFA-480E-8B11-A4669ECB7443}" dt="2022-07-08T14:08:38.486" v="36" actId="20577"/>
          <ac:spMkLst>
            <pc:docMk/>
            <pc:sldMk cId="2967680306" sldId="277"/>
            <ac:spMk id="3" creationId="{03BDD1DA-7680-3C25-EF46-2FCFE332569A}"/>
          </ac:spMkLst>
        </pc:spChg>
      </pc:sldChg>
      <pc:sldChg chg="modSp mod">
        <pc:chgData name="Manas Tuwani" userId="5d421215-a11f-4a6e-90ca-e8ac2213fab6" providerId="ADAL" clId="{F40BC6FF-CAFA-480E-8B11-A4669ECB7443}" dt="2022-07-08T13:54:30.493" v="27" actId="113"/>
        <pc:sldMkLst>
          <pc:docMk/>
          <pc:sldMk cId="3361980526" sldId="278"/>
        </pc:sldMkLst>
        <pc:spChg chg="mod">
          <ac:chgData name="Manas Tuwani" userId="5d421215-a11f-4a6e-90ca-e8ac2213fab6" providerId="ADAL" clId="{F40BC6FF-CAFA-480E-8B11-A4669ECB7443}" dt="2022-07-08T13:54:30.493" v="27" actId="113"/>
          <ac:spMkLst>
            <pc:docMk/>
            <pc:sldMk cId="3361980526" sldId="278"/>
            <ac:spMk id="3" creationId="{CA2632C4-976D-88DE-058D-623F82CACC2B}"/>
          </ac:spMkLst>
        </pc:spChg>
      </pc:sldChg>
      <pc:sldChg chg="modSp mod">
        <pc:chgData name="Manas Tuwani" userId="5d421215-a11f-4a6e-90ca-e8ac2213fab6" providerId="ADAL" clId="{F40BC6FF-CAFA-480E-8B11-A4669ECB7443}" dt="2022-07-08T13:58:56.395" v="34" actId="20577"/>
        <pc:sldMkLst>
          <pc:docMk/>
          <pc:sldMk cId="3274978546" sldId="279"/>
        </pc:sldMkLst>
        <pc:spChg chg="mod">
          <ac:chgData name="Manas Tuwani" userId="5d421215-a11f-4a6e-90ca-e8ac2213fab6" providerId="ADAL" clId="{F40BC6FF-CAFA-480E-8B11-A4669ECB7443}" dt="2022-07-08T13:58:56.395" v="34" actId="20577"/>
          <ac:spMkLst>
            <pc:docMk/>
            <pc:sldMk cId="3274978546" sldId="279"/>
            <ac:spMk id="3" creationId="{BF970F37-A256-F60D-E855-EBA9F3C9D0F1}"/>
          </ac:spMkLst>
        </pc:spChg>
      </pc:sldChg>
    </pc:docChg>
  </pc:docChgLst>
  <pc:docChgLst>
    <pc:chgData name="Manas Tuwani" userId="5d421215-a11f-4a6e-90ca-e8ac2213fab6" providerId="ADAL" clId="{E23F72C7-249C-4FB7-A429-CFF7F027DC3F}"/>
    <pc:docChg chg="custSel addSld modSld">
      <pc:chgData name="Manas Tuwani" userId="5d421215-a11f-4a6e-90ca-e8ac2213fab6" providerId="ADAL" clId="{E23F72C7-249C-4FB7-A429-CFF7F027DC3F}" dt="2024-02-28T15:17:11.614" v="47" actId="27614"/>
      <pc:docMkLst>
        <pc:docMk/>
      </pc:docMkLst>
      <pc:sldChg chg="modSp mod">
        <pc:chgData name="Manas Tuwani" userId="5d421215-a11f-4a6e-90ca-e8ac2213fab6" providerId="ADAL" clId="{E23F72C7-249C-4FB7-A429-CFF7F027DC3F}" dt="2024-02-27T13:49:32.562" v="43" actId="255"/>
        <pc:sldMkLst>
          <pc:docMk/>
          <pc:sldMk cId="2521272872" sldId="288"/>
        </pc:sldMkLst>
        <pc:spChg chg="mod">
          <ac:chgData name="Manas Tuwani" userId="5d421215-a11f-4a6e-90ca-e8ac2213fab6" providerId="ADAL" clId="{E23F72C7-249C-4FB7-A429-CFF7F027DC3F}" dt="2024-02-27T13:49:32.562" v="43" actId="255"/>
          <ac:spMkLst>
            <pc:docMk/>
            <pc:sldMk cId="2521272872" sldId="288"/>
            <ac:spMk id="2" creationId="{D55BFF31-AB38-C864-F3EE-2DD887917BFA}"/>
          </ac:spMkLst>
        </pc:spChg>
      </pc:sldChg>
      <pc:sldChg chg="addSp modSp new mod setBg">
        <pc:chgData name="Manas Tuwani" userId="5d421215-a11f-4a6e-90ca-e8ac2213fab6" providerId="ADAL" clId="{E23F72C7-249C-4FB7-A429-CFF7F027DC3F}" dt="2024-02-28T15:17:11.614" v="47" actId="27614"/>
        <pc:sldMkLst>
          <pc:docMk/>
          <pc:sldMk cId="2041920203" sldId="289"/>
        </pc:sldMkLst>
        <pc:spChg chg="add">
          <ac:chgData name="Manas Tuwani" userId="5d421215-a11f-4a6e-90ca-e8ac2213fab6" providerId="ADAL" clId="{E23F72C7-249C-4FB7-A429-CFF7F027DC3F}" dt="2024-02-28T15:17:08.678" v="46" actId="26606"/>
          <ac:spMkLst>
            <pc:docMk/>
            <pc:sldMk cId="2041920203" sldId="289"/>
            <ac:spMk id="8" creationId="{F3060C83-F051-4F0E-ABAD-AA0DFC48B218}"/>
          </ac:spMkLst>
        </pc:spChg>
        <pc:spChg chg="add">
          <ac:chgData name="Manas Tuwani" userId="5d421215-a11f-4a6e-90ca-e8ac2213fab6" providerId="ADAL" clId="{E23F72C7-249C-4FB7-A429-CFF7F027DC3F}" dt="2024-02-28T15:17:08.678" v="46" actId="26606"/>
          <ac:spMkLst>
            <pc:docMk/>
            <pc:sldMk cId="2041920203" sldId="289"/>
            <ac:spMk id="10" creationId="{83C98ABE-055B-441F-B07E-44F97F083C39}"/>
          </ac:spMkLst>
        </pc:spChg>
        <pc:spChg chg="add">
          <ac:chgData name="Manas Tuwani" userId="5d421215-a11f-4a6e-90ca-e8ac2213fab6" providerId="ADAL" clId="{E23F72C7-249C-4FB7-A429-CFF7F027DC3F}" dt="2024-02-28T15:17:08.678" v="46" actId="26606"/>
          <ac:spMkLst>
            <pc:docMk/>
            <pc:sldMk cId="2041920203" sldId="289"/>
            <ac:spMk id="12" creationId="{29FDB030-9B49-4CED-8CCD-4D99382388AC}"/>
          </ac:spMkLst>
        </pc:spChg>
        <pc:spChg chg="add">
          <ac:chgData name="Manas Tuwani" userId="5d421215-a11f-4a6e-90ca-e8ac2213fab6" providerId="ADAL" clId="{E23F72C7-249C-4FB7-A429-CFF7F027DC3F}" dt="2024-02-28T15:17:08.678" v="46" actId="26606"/>
          <ac:spMkLst>
            <pc:docMk/>
            <pc:sldMk cId="2041920203" sldId="289"/>
            <ac:spMk id="14" creationId="{3783CA14-24A1-485C-8B30-D6A5D87987AD}"/>
          </ac:spMkLst>
        </pc:spChg>
        <pc:spChg chg="add">
          <ac:chgData name="Manas Tuwani" userId="5d421215-a11f-4a6e-90ca-e8ac2213fab6" providerId="ADAL" clId="{E23F72C7-249C-4FB7-A429-CFF7F027DC3F}" dt="2024-02-28T15:17:08.678" v="46" actId="26606"/>
          <ac:spMkLst>
            <pc:docMk/>
            <pc:sldMk cId="2041920203" sldId="289"/>
            <ac:spMk id="16" creationId="{9A97C86A-04D6-40F7-AE84-31AB43E6A846}"/>
          </ac:spMkLst>
        </pc:spChg>
        <pc:spChg chg="add">
          <ac:chgData name="Manas Tuwani" userId="5d421215-a11f-4a6e-90ca-e8ac2213fab6" providerId="ADAL" clId="{E23F72C7-249C-4FB7-A429-CFF7F027DC3F}" dt="2024-02-28T15:17:08.678" v="46" actId="26606"/>
          <ac:spMkLst>
            <pc:docMk/>
            <pc:sldMk cId="2041920203" sldId="289"/>
            <ac:spMk id="18" creationId="{FF9F2414-84E8-453E-B1F3-389FDE8192D9}"/>
          </ac:spMkLst>
        </pc:spChg>
        <pc:spChg chg="add">
          <ac:chgData name="Manas Tuwani" userId="5d421215-a11f-4a6e-90ca-e8ac2213fab6" providerId="ADAL" clId="{E23F72C7-249C-4FB7-A429-CFF7F027DC3F}" dt="2024-02-28T15:17:08.678" v="46" actId="26606"/>
          <ac:spMkLst>
            <pc:docMk/>
            <pc:sldMk cId="2041920203" sldId="289"/>
            <ac:spMk id="20" creationId="{3ECA69A1-7536-43AC-85EF-C7106179F5ED}"/>
          </ac:spMkLst>
        </pc:spChg>
        <pc:picChg chg="add mod">
          <ac:chgData name="Manas Tuwani" userId="5d421215-a11f-4a6e-90ca-e8ac2213fab6" providerId="ADAL" clId="{E23F72C7-249C-4FB7-A429-CFF7F027DC3F}" dt="2024-02-28T15:17:11.614" v="47" actId="27614"/>
          <ac:picMkLst>
            <pc:docMk/>
            <pc:sldMk cId="2041920203" sldId="289"/>
            <ac:picMk id="3" creationId="{0ADA2601-CC1E-4BA9-A9DF-3B77106291A8}"/>
          </ac:picMkLst>
        </pc:picChg>
      </pc:sldChg>
    </pc:docChg>
  </pc:docChgLst>
  <pc:docChgLst>
    <pc:chgData name="Manas Tuwani" userId="5d421215-a11f-4a6e-90ca-e8ac2213fab6" providerId="ADAL" clId="{E674A0F8-91B8-416A-AD58-95D0BDBB2185}"/>
    <pc:docChg chg="custSel addSld delSld modSld">
      <pc:chgData name="Manas Tuwani" userId="5d421215-a11f-4a6e-90ca-e8ac2213fab6" providerId="ADAL" clId="{E674A0F8-91B8-416A-AD58-95D0BDBB2185}" dt="2022-07-05T17:12:49.568" v="146" actId="20577"/>
      <pc:docMkLst>
        <pc:docMk/>
      </pc:docMkLst>
      <pc:sldChg chg="modSp new mod">
        <pc:chgData name="Manas Tuwani" userId="5d421215-a11f-4a6e-90ca-e8ac2213fab6" providerId="ADAL" clId="{E674A0F8-91B8-416A-AD58-95D0BDBB2185}" dt="2022-07-05T16:58:58.800" v="23" actId="115"/>
        <pc:sldMkLst>
          <pc:docMk/>
          <pc:sldMk cId="1916078131" sldId="272"/>
        </pc:sldMkLst>
        <pc:spChg chg="mod">
          <ac:chgData name="Manas Tuwani" userId="5d421215-a11f-4a6e-90ca-e8ac2213fab6" providerId="ADAL" clId="{E674A0F8-91B8-416A-AD58-95D0BDBB2185}" dt="2022-07-05T16:58:58.800" v="23" actId="115"/>
          <ac:spMkLst>
            <pc:docMk/>
            <pc:sldMk cId="1916078131" sldId="272"/>
            <ac:spMk id="2" creationId="{3B195E51-6DBF-ACDE-CF68-B5675BE1507B}"/>
          </ac:spMkLst>
        </pc:spChg>
        <pc:spChg chg="mod">
          <ac:chgData name="Manas Tuwani" userId="5d421215-a11f-4a6e-90ca-e8ac2213fab6" providerId="ADAL" clId="{E674A0F8-91B8-416A-AD58-95D0BDBB2185}" dt="2022-07-05T16:58:21.586" v="6" actId="5793"/>
          <ac:spMkLst>
            <pc:docMk/>
            <pc:sldMk cId="1916078131" sldId="272"/>
            <ac:spMk id="3" creationId="{DE505CDF-23C7-4C82-210D-4DA32BE6B535}"/>
          </ac:spMkLst>
        </pc:spChg>
      </pc:sldChg>
      <pc:sldChg chg="modSp new mod">
        <pc:chgData name="Manas Tuwani" userId="5d421215-a11f-4a6e-90ca-e8ac2213fab6" providerId="ADAL" clId="{E674A0F8-91B8-416A-AD58-95D0BDBB2185}" dt="2022-07-05T17:03:06.997" v="43" actId="1076"/>
        <pc:sldMkLst>
          <pc:docMk/>
          <pc:sldMk cId="1440144967" sldId="273"/>
        </pc:sldMkLst>
        <pc:spChg chg="mod">
          <ac:chgData name="Manas Tuwani" userId="5d421215-a11f-4a6e-90ca-e8ac2213fab6" providerId="ADAL" clId="{E674A0F8-91B8-416A-AD58-95D0BDBB2185}" dt="2022-07-05T17:02:58.225" v="42" actId="20577"/>
          <ac:spMkLst>
            <pc:docMk/>
            <pc:sldMk cId="1440144967" sldId="273"/>
            <ac:spMk id="2" creationId="{9F2F95BD-1333-0159-DC7B-9F3BAF85F9F6}"/>
          </ac:spMkLst>
        </pc:spChg>
        <pc:spChg chg="mod">
          <ac:chgData name="Manas Tuwani" userId="5d421215-a11f-4a6e-90ca-e8ac2213fab6" providerId="ADAL" clId="{E674A0F8-91B8-416A-AD58-95D0BDBB2185}" dt="2022-07-05T17:03:06.997" v="43" actId="1076"/>
          <ac:spMkLst>
            <pc:docMk/>
            <pc:sldMk cId="1440144967" sldId="273"/>
            <ac:spMk id="3" creationId="{DE1C1F91-2A6A-CB2C-8B5D-34FDA8A21FB7}"/>
          </ac:spMkLst>
        </pc:spChg>
      </pc:sldChg>
      <pc:sldChg chg="modSp new del mod">
        <pc:chgData name="Manas Tuwani" userId="5d421215-a11f-4a6e-90ca-e8ac2213fab6" providerId="ADAL" clId="{E674A0F8-91B8-416A-AD58-95D0BDBB2185}" dt="2022-07-05T17:02:06.163" v="31" actId="47"/>
        <pc:sldMkLst>
          <pc:docMk/>
          <pc:sldMk cId="2797158716" sldId="273"/>
        </pc:sldMkLst>
        <pc:spChg chg="mod">
          <ac:chgData name="Manas Tuwani" userId="5d421215-a11f-4a6e-90ca-e8ac2213fab6" providerId="ADAL" clId="{E674A0F8-91B8-416A-AD58-95D0BDBB2185}" dt="2022-07-05T17:01:04.277" v="28" actId="115"/>
          <ac:spMkLst>
            <pc:docMk/>
            <pc:sldMk cId="2797158716" sldId="273"/>
            <ac:spMk id="2" creationId="{83F38E40-D880-1B60-050F-083FA1B89403}"/>
          </ac:spMkLst>
        </pc:spChg>
        <pc:spChg chg="mod">
          <ac:chgData name="Manas Tuwani" userId="5d421215-a11f-4a6e-90ca-e8ac2213fab6" providerId="ADAL" clId="{E674A0F8-91B8-416A-AD58-95D0BDBB2185}" dt="2022-07-05T17:01:27.336" v="30"/>
          <ac:spMkLst>
            <pc:docMk/>
            <pc:sldMk cId="2797158716" sldId="273"/>
            <ac:spMk id="3" creationId="{0F71779C-AEA1-D939-71CE-1CA2D52D0AC3}"/>
          </ac:spMkLst>
        </pc:spChg>
      </pc:sldChg>
      <pc:sldChg chg="modSp new mod">
        <pc:chgData name="Manas Tuwani" userId="5d421215-a11f-4a6e-90ca-e8ac2213fab6" providerId="ADAL" clId="{E674A0F8-91B8-416A-AD58-95D0BDBB2185}" dt="2022-07-05T17:12:49.568" v="146" actId="20577"/>
        <pc:sldMkLst>
          <pc:docMk/>
          <pc:sldMk cId="448858513" sldId="274"/>
        </pc:sldMkLst>
        <pc:spChg chg="mod">
          <ac:chgData name="Manas Tuwani" userId="5d421215-a11f-4a6e-90ca-e8ac2213fab6" providerId="ADAL" clId="{E674A0F8-91B8-416A-AD58-95D0BDBB2185}" dt="2022-07-05T17:10:26.578" v="54" actId="115"/>
          <ac:spMkLst>
            <pc:docMk/>
            <pc:sldMk cId="448858513" sldId="274"/>
            <ac:spMk id="2" creationId="{58348266-CE6A-6518-6BA6-005AA7A0776C}"/>
          </ac:spMkLst>
        </pc:spChg>
        <pc:spChg chg="mod">
          <ac:chgData name="Manas Tuwani" userId="5d421215-a11f-4a6e-90ca-e8ac2213fab6" providerId="ADAL" clId="{E674A0F8-91B8-416A-AD58-95D0BDBB2185}" dt="2022-07-05T17:12:49.568" v="146" actId="20577"/>
          <ac:spMkLst>
            <pc:docMk/>
            <pc:sldMk cId="448858513" sldId="274"/>
            <ac:spMk id="3" creationId="{3F5DF917-935E-D56C-E1E5-BE4B43264AC3}"/>
          </ac:spMkLst>
        </pc:spChg>
      </pc:sldChg>
    </pc:docChg>
  </pc:docChgLst>
  <pc:docChgLst>
    <pc:chgData name="Manas Tuwani" userId="5d421215-a11f-4a6e-90ca-e8ac2213fab6" providerId="ADAL" clId="{3884683B-8AF0-4DC7-A84D-D1EA61D63D40}"/>
    <pc:docChg chg="custSel addSld modSld">
      <pc:chgData name="Manas Tuwani" userId="5d421215-a11f-4a6e-90ca-e8ac2213fab6" providerId="ADAL" clId="{3884683B-8AF0-4DC7-A84D-D1EA61D63D40}" dt="2022-12-19T15:52:56.246" v="30" actId="20577"/>
      <pc:docMkLst>
        <pc:docMk/>
      </pc:docMkLst>
      <pc:sldChg chg="modSp mod">
        <pc:chgData name="Manas Tuwani" userId="5d421215-a11f-4a6e-90ca-e8ac2213fab6" providerId="ADAL" clId="{3884683B-8AF0-4DC7-A84D-D1EA61D63D40}" dt="2022-12-19T15:52:56.246" v="30" actId="20577"/>
        <pc:sldMkLst>
          <pc:docMk/>
          <pc:sldMk cId="1944894695" sldId="273"/>
        </pc:sldMkLst>
        <pc:spChg chg="mod">
          <ac:chgData name="Manas Tuwani" userId="5d421215-a11f-4a6e-90ca-e8ac2213fab6" providerId="ADAL" clId="{3884683B-8AF0-4DC7-A84D-D1EA61D63D40}" dt="2022-12-19T15:52:56.246" v="30" actId="20577"/>
          <ac:spMkLst>
            <pc:docMk/>
            <pc:sldMk cId="1944894695" sldId="273"/>
            <ac:spMk id="3" creationId="{FA1DAF09-47BA-3490-7853-F97EA447CA54}"/>
          </ac:spMkLst>
        </pc:spChg>
      </pc:sldChg>
      <pc:sldChg chg="addSp modSp new mod setBg">
        <pc:chgData name="Manas Tuwani" userId="5d421215-a11f-4a6e-90ca-e8ac2213fab6" providerId="ADAL" clId="{3884683B-8AF0-4DC7-A84D-D1EA61D63D40}" dt="2022-12-19T15:47:02.193" v="3" actId="27614"/>
        <pc:sldMkLst>
          <pc:docMk/>
          <pc:sldMk cId="2376417893" sldId="285"/>
        </pc:sldMkLst>
        <pc:spChg chg="add">
          <ac:chgData name="Manas Tuwani" userId="5d421215-a11f-4a6e-90ca-e8ac2213fab6" providerId="ADAL" clId="{3884683B-8AF0-4DC7-A84D-D1EA61D63D40}" dt="2022-12-19T15:46:59.030" v="2" actId="26606"/>
          <ac:spMkLst>
            <pc:docMk/>
            <pc:sldMk cId="2376417893" sldId="285"/>
            <ac:spMk id="8" creationId="{F3060C83-F051-4F0E-ABAD-AA0DFC48B218}"/>
          </ac:spMkLst>
        </pc:spChg>
        <pc:spChg chg="add">
          <ac:chgData name="Manas Tuwani" userId="5d421215-a11f-4a6e-90ca-e8ac2213fab6" providerId="ADAL" clId="{3884683B-8AF0-4DC7-A84D-D1EA61D63D40}" dt="2022-12-19T15:46:59.030" v="2" actId="26606"/>
          <ac:spMkLst>
            <pc:docMk/>
            <pc:sldMk cId="2376417893" sldId="285"/>
            <ac:spMk id="10" creationId="{83C98ABE-055B-441F-B07E-44F97F083C39}"/>
          </ac:spMkLst>
        </pc:spChg>
        <pc:spChg chg="add">
          <ac:chgData name="Manas Tuwani" userId="5d421215-a11f-4a6e-90ca-e8ac2213fab6" providerId="ADAL" clId="{3884683B-8AF0-4DC7-A84D-D1EA61D63D40}" dt="2022-12-19T15:46:59.030" v="2" actId="26606"/>
          <ac:spMkLst>
            <pc:docMk/>
            <pc:sldMk cId="2376417893" sldId="285"/>
            <ac:spMk id="12" creationId="{29FDB030-9B49-4CED-8CCD-4D99382388AC}"/>
          </ac:spMkLst>
        </pc:spChg>
        <pc:spChg chg="add">
          <ac:chgData name="Manas Tuwani" userId="5d421215-a11f-4a6e-90ca-e8ac2213fab6" providerId="ADAL" clId="{3884683B-8AF0-4DC7-A84D-D1EA61D63D40}" dt="2022-12-19T15:46:59.030" v="2" actId="26606"/>
          <ac:spMkLst>
            <pc:docMk/>
            <pc:sldMk cId="2376417893" sldId="285"/>
            <ac:spMk id="14" creationId="{3783CA14-24A1-485C-8B30-D6A5D87987AD}"/>
          </ac:spMkLst>
        </pc:spChg>
        <pc:spChg chg="add">
          <ac:chgData name="Manas Tuwani" userId="5d421215-a11f-4a6e-90ca-e8ac2213fab6" providerId="ADAL" clId="{3884683B-8AF0-4DC7-A84D-D1EA61D63D40}" dt="2022-12-19T15:46:59.030" v="2" actId="26606"/>
          <ac:spMkLst>
            <pc:docMk/>
            <pc:sldMk cId="2376417893" sldId="285"/>
            <ac:spMk id="16" creationId="{9A97C86A-04D6-40F7-AE84-31AB43E6A846}"/>
          </ac:spMkLst>
        </pc:spChg>
        <pc:spChg chg="add">
          <ac:chgData name="Manas Tuwani" userId="5d421215-a11f-4a6e-90ca-e8ac2213fab6" providerId="ADAL" clId="{3884683B-8AF0-4DC7-A84D-D1EA61D63D40}" dt="2022-12-19T15:46:59.030" v="2" actId="26606"/>
          <ac:spMkLst>
            <pc:docMk/>
            <pc:sldMk cId="2376417893" sldId="285"/>
            <ac:spMk id="18" creationId="{FF9F2414-84E8-453E-B1F3-389FDE8192D9}"/>
          </ac:spMkLst>
        </pc:spChg>
        <pc:spChg chg="add">
          <ac:chgData name="Manas Tuwani" userId="5d421215-a11f-4a6e-90ca-e8ac2213fab6" providerId="ADAL" clId="{3884683B-8AF0-4DC7-A84D-D1EA61D63D40}" dt="2022-12-19T15:46:59.030" v="2" actId="26606"/>
          <ac:spMkLst>
            <pc:docMk/>
            <pc:sldMk cId="2376417893" sldId="285"/>
            <ac:spMk id="20" creationId="{3ECA69A1-7536-43AC-85EF-C7106179F5ED}"/>
          </ac:spMkLst>
        </pc:spChg>
        <pc:picChg chg="add mod">
          <ac:chgData name="Manas Tuwani" userId="5d421215-a11f-4a6e-90ca-e8ac2213fab6" providerId="ADAL" clId="{3884683B-8AF0-4DC7-A84D-D1EA61D63D40}" dt="2022-12-19T15:47:02.193" v="3" actId="27614"/>
          <ac:picMkLst>
            <pc:docMk/>
            <pc:sldMk cId="2376417893" sldId="285"/>
            <ac:picMk id="3" creationId="{30D1E844-2A15-FBE7-B332-742063F9395A}"/>
          </ac:picMkLst>
        </pc:picChg>
      </pc:sldChg>
    </pc:docChg>
  </pc:docChgLst>
  <pc:docChgLst>
    <pc:chgData name="Manas Tuwani" userId="5d421215-a11f-4a6e-90ca-e8ac2213fab6" providerId="ADAL" clId="{E1CDAE66-A1A4-4323-8B69-5AE28D08A8EF}"/>
    <pc:docChg chg="undo custSel modSld sldOrd">
      <pc:chgData name="Manas Tuwani" userId="5d421215-a11f-4a6e-90ca-e8ac2213fab6" providerId="ADAL" clId="{E1CDAE66-A1A4-4323-8B69-5AE28D08A8EF}" dt="2023-06-06T14:17:24.670" v="120"/>
      <pc:docMkLst>
        <pc:docMk/>
      </pc:docMkLst>
      <pc:sldChg chg="modSp mod">
        <pc:chgData name="Manas Tuwani" userId="5d421215-a11f-4a6e-90ca-e8ac2213fab6" providerId="ADAL" clId="{E1CDAE66-A1A4-4323-8B69-5AE28D08A8EF}" dt="2023-06-05T02:33:40.255" v="1" actId="1076"/>
        <pc:sldMkLst>
          <pc:docMk/>
          <pc:sldMk cId="1944894695" sldId="273"/>
        </pc:sldMkLst>
        <pc:spChg chg="mod">
          <ac:chgData name="Manas Tuwani" userId="5d421215-a11f-4a6e-90ca-e8ac2213fab6" providerId="ADAL" clId="{E1CDAE66-A1A4-4323-8B69-5AE28D08A8EF}" dt="2023-06-05T02:33:40.255" v="1" actId="1076"/>
          <ac:spMkLst>
            <pc:docMk/>
            <pc:sldMk cId="1944894695" sldId="273"/>
            <ac:spMk id="3" creationId="{FA1DAF09-47BA-3490-7853-F97EA447CA54}"/>
          </ac:spMkLst>
        </pc:spChg>
      </pc:sldChg>
      <pc:sldChg chg="modSp mod">
        <pc:chgData name="Manas Tuwani" userId="5d421215-a11f-4a6e-90ca-e8ac2213fab6" providerId="ADAL" clId="{E1CDAE66-A1A4-4323-8B69-5AE28D08A8EF}" dt="2023-06-05T02:33:56.005" v="10" actId="20577"/>
        <pc:sldMkLst>
          <pc:docMk/>
          <pc:sldMk cId="1261170100" sldId="275"/>
        </pc:sldMkLst>
        <pc:spChg chg="mod">
          <ac:chgData name="Manas Tuwani" userId="5d421215-a11f-4a6e-90ca-e8ac2213fab6" providerId="ADAL" clId="{E1CDAE66-A1A4-4323-8B69-5AE28D08A8EF}" dt="2023-06-05T02:33:56.005" v="10" actId="20577"/>
          <ac:spMkLst>
            <pc:docMk/>
            <pc:sldMk cId="1261170100" sldId="275"/>
            <ac:spMk id="3" creationId="{159CC7A8-A0AA-5BAE-0637-0776B07B7F81}"/>
          </ac:spMkLst>
        </pc:spChg>
      </pc:sldChg>
      <pc:sldChg chg="modSp mod">
        <pc:chgData name="Manas Tuwani" userId="5d421215-a11f-4a6e-90ca-e8ac2213fab6" providerId="ADAL" clId="{E1CDAE66-A1A4-4323-8B69-5AE28D08A8EF}" dt="2023-06-06T14:12:45.942" v="37" actId="20577"/>
        <pc:sldMkLst>
          <pc:docMk/>
          <pc:sldMk cId="3361980526" sldId="278"/>
        </pc:sldMkLst>
        <pc:spChg chg="mod">
          <ac:chgData name="Manas Tuwani" userId="5d421215-a11f-4a6e-90ca-e8ac2213fab6" providerId="ADAL" clId="{E1CDAE66-A1A4-4323-8B69-5AE28D08A8EF}" dt="2023-06-06T14:12:45.942" v="37" actId="20577"/>
          <ac:spMkLst>
            <pc:docMk/>
            <pc:sldMk cId="3361980526" sldId="278"/>
            <ac:spMk id="3" creationId="{CA2632C4-976D-88DE-058D-623F82CACC2B}"/>
          </ac:spMkLst>
        </pc:spChg>
      </pc:sldChg>
      <pc:sldChg chg="modSp mod">
        <pc:chgData name="Manas Tuwani" userId="5d421215-a11f-4a6e-90ca-e8ac2213fab6" providerId="ADAL" clId="{E1CDAE66-A1A4-4323-8B69-5AE28D08A8EF}" dt="2023-06-06T14:13:16.772" v="69" actId="20577"/>
        <pc:sldMkLst>
          <pc:docMk/>
          <pc:sldMk cId="3274978546" sldId="279"/>
        </pc:sldMkLst>
        <pc:spChg chg="mod">
          <ac:chgData name="Manas Tuwani" userId="5d421215-a11f-4a6e-90ca-e8ac2213fab6" providerId="ADAL" clId="{E1CDAE66-A1A4-4323-8B69-5AE28D08A8EF}" dt="2023-06-06T14:13:16.772" v="69" actId="20577"/>
          <ac:spMkLst>
            <pc:docMk/>
            <pc:sldMk cId="3274978546" sldId="279"/>
            <ac:spMk id="3" creationId="{BF970F37-A256-F60D-E855-EBA9F3C9D0F1}"/>
          </ac:spMkLst>
        </pc:spChg>
      </pc:sldChg>
      <pc:sldChg chg="modSp mod ord">
        <pc:chgData name="Manas Tuwani" userId="5d421215-a11f-4a6e-90ca-e8ac2213fab6" providerId="ADAL" clId="{E1CDAE66-A1A4-4323-8B69-5AE28D08A8EF}" dt="2023-06-06T14:17:24.670" v="120"/>
        <pc:sldMkLst>
          <pc:docMk/>
          <pc:sldMk cId="315011973" sldId="280"/>
        </pc:sldMkLst>
        <pc:spChg chg="mod">
          <ac:chgData name="Manas Tuwani" userId="5d421215-a11f-4a6e-90ca-e8ac2213fab6" providerId="ADAL" clId="{E1CDAE66-A1A4-4323-8B69-5AE28D08A8EF}" dt="2023-06-06T14:15:50.881" v="118" actId="20577"/>
          <ac:spMkLst>
            <pc:docMk/>
            <pc:sldMk cId="315011973" sldId="280"/>
            <ac:spMk id="3" creationId="{EE4E3D74-0C12-DC8C-9E3F-8E70C9D6E81D}"/>
          </ac:spMkLst>
        </pc:spChg>
      </pc:sldChg>
      <pc:sldChg chg="modSp mod">
        <pc:chgData name="Manas Tuwani" userId="5d421215-a11f-4a6e-90ca-e8ac2213fab6" providerId="ADAL" clId="{E1CDAE66-A1A4-4323-8B69-5AE28D08A8EF}" dt="2023-06-06T13:59:26.543" v="35" actId="20577"/>
        <pc:sldMkLst>
          <pc:docMk/>
          <pc:sldMk cId="2554197639" sldId="286"/>
        </pc:sldMkLst>
        <pc:spChg chg="mod">
          <ac:chgData name="Manas Tuwani" userId="5d421215-a11f-4a6e-90ca-e8ac2213fab6" providerId="ADAL" clId="{E1CDAE66-A1A4-4323-8B69-5AE28D08A8EF}" dt="2023-06-06T13:59:26.543" v="35" actId="20577"/>
          <ac:spMkLst>
            <pc:docMk/>
            <pc:sldMk cId="2554197639" sldId="286"/>
            <ac:spMk id="3" creationId="{03D88F2E-D28C-8870-44E3-496A9CF53D82}"/>
          </ac:spMkLst>
        </pc:spChg>
      </pc:sldChg>
      <pc:sldChg chg="addSp delSp mod">
        <pc:chgData name="Manas Tuwani" userId="5d421215-a11f-4a6e-90ca-e8ac2213fab6" providerId="ADAL" clId="{E1CDAE66-A1A4-4323-8B69-5AE28D08A8EF}" dt="2023-06-05T13:19:49.407" v="16" actId="9405"/>
        <pc:sldMkLst>
          <pc:docMk/>
          <pc:sldMk cId="853249725" sldId="287"/>
        </pc:sldMkLst>
        <pc:inkChg chg="add del">
          <ac:chgData name="Manas Tuwani" userId="5d421215-a11f-4a6e-90ca-e8ac2213fab6" providerId="ADAL" clId="{E1CDAE66-A1A4-4323-8B69-5AE28D08A8EF}" dt="2023-06-05T13:19:45.246" v="14" actId="9405"/>
          <ac:inkMkLst>
            <pc:docMk/>
            <pc:sldMk cId="853249725" sldId="287"/>
            <ac:inkMk id="3" creationId="{901E43FD-6C96-B6AF-438D-51678593D7B5}"/>
          </ac:inkMkLst>
        </pc:inkChg>
        <pc:inkChg chg="add del">
          <ac:chgData name="Manas Tuwani" userId="5d421215-a11f-4a6e-90ca-e8ac2213fab6" providerId="ADAL" clId="{E1CDAE66-A1A4-4323-8B69-5AE28D08A8EF}" dt="2023-06-05T13:19:44.686" v="13" actId="9405"/>
          <ac:inkMkLst>
            <pc:docMk/>
            <pc:sldMk cId="853249725" sldId="287"/>
            <ac:inkMk id="4" creationId="{F52E8A44-A764-3D5A-DA14-36C6EFF88120}"/>
          </ac:inkMkLst>
        </pc:inkChg>
        <pc:inkChg chg="add del">
          <ac:chgData name="Manas Tuwani" userId="5d421215-a11f-4a6e-90ca-e8ac2213fab6" providerId="ADAL" clId="{E1CDAE66-A1A4-4323-8B69-5AE28D08A8EF}" dt="2023-06-05T13:19:49.407" v="16" actId="9405"/>
          <ac:inkMkLst>
            <pc:docMk/>
            <pc:sldMk cId="853249725" sldId="287"/>
            <ac:inkMk id="6" creationId="{AF6FC3C4-4F46-0527-E3AD-084BDA01C343}"/>
          </ac:inkMkLst>
        </pc:inkChg>
      </pc:sldChg>
    </pc:docChg>
  </pc:docChgLst>
  <pc:docChgLst>
    <pc:chgData name="Manas Tuwani" userId="5d421215-a11f-4a6e-90ca-e8ac2213fab6" providerId="ADAL" clId="{4E95CA34-B836-483A-9B48-30653B86BD35}"/>
    <pc:docChg chg="modSld">
      <pc:chgData name="Manas Tuwani" userId="5d421215-a11f-4a6e-90ca-e8ac2213fab6" providerId="ADAL" clId="{4E95CA34-B836-483A-9B48-30653B86BD35}" dt="2022-08-21T10:50:32.155" v="3" actId="20577"/>
      <pc:docMkLst>
        <pc:docMk/>
      </pc:docMkLst>
      <pc:sldChg chg="modSp mod">
        <pc:chgData name="Manas Tuwani" userId="5d421215-a11f-4a6e-90ca-e8ac2213fab6" providerId="ADAL" clId="{4E95CA34-B836-483A-9B48-30653B86BD35}" dt="2022-08-21T10:50:32.155" v="3" actId="20577"/>
        <pc:sldMkLst>
          <pc:docMk/>
          <pc:sldMk cId="4046226905" sldId="269"/>
        </pc:sldMkLst>
        <pc:spChg chg="mod">
          <ac:chgData name="Manas Tuwani" userId="5d421215-a11f-4a6e-90ca-e8ac2213fab6" providerId="ADAL" clId="{4E95CA34-B836-483A-9B48-30653B86BD35}" dt="2022-08-21T10:50:32.155" v="3" actId="20577"/>
          <ac:spMkLst>
            <pc:docMk/>
            <pc:sldMk cId="4046226905" sldId="269"/>
            <ac:spMk id="3" creationId="{00000000-0000-0000-0000-000000000000}"/>
          </ac:spMkLst>
        </pc:spChg>
      </pc:sldChg>
    </pc:docChg>
  </pc:docChgLst>
  <pc:docChgLst>
    <pc:chgData name="Manas Tuwani" userId="5d421215-a11f-4a6e-90ca-e8ac2213fab6" providerId="ADAL" clId="{EBA56BD6-EB1B-4F89-93E5-C716A76DF14D}"/>
    <pc:docChg chg="undo custSel addSld delSld modSld">
      <pc:chgData name="Manas Tuwani" userId="5d421215-a11f-4a6e-90ca-e8ac2213fab6" providerId="ADAL" clId="{EBA56BD6-EB1B-4F89-93E5-C716A76DF14D}" dt="2022-07-07T14:16:18.146" v="551" actId="20577"/>
      <pc:docMkLst>
        <pc:docMk/>
      </pc:docMkLst>
      <pc:sldChg chg="del">
        <pc:chgData name="Manas Tuwani" userId="5d421215-a11f-4a6e-90ca-e8ac2213fab6" providerId="ADAL" clId="{EBA56BD6-EB1B-4F89-93E5-C716A76DF14D}" dt="2022-07-07T06:38:54.861" v="0" actId="47"/>
        <pc:sldMkLst>
          <pc:docMk/>
          <pc:sldMk cId="2923233977" sldId="257"/>
        </pc:sldMkLst>
      </pc:sldChg>
      <pc:sldChg chg="del">
        <pc:chgData name="Manas Tuwani" userId="5d421215-a11f-4a6e-90ca-e8ac2213fab6" providerId="ADAL" clId="{EBA56BD6-EB1B-4F89-93E5-C716A76DF14D}" dt="2022-07-07T06:38:57.520" v="3" actId="47"/>
        <pc:sldMkLst>
          <pc:docMk/>
          <pc:sldMk cId="2434401836" sldId="258"/>
        </pc:sldMkLst>
      </pc:sldChg>
      <pc:sldChg chg="modSp mod">
        <pc:chgData name="Manas Tuwani" userId="5d421215-a11f-4a6e-90ca-e8ac2213fab6" providerId="ADAL" clId="{EBA56BD6-EB1B-4F89-93E5-C716A76DF14D}" dt="2022-07-07T13:48:07.805" v="481" actId="20577"/>
        <pc:sldMkLst>
          <pc:docMk/>
          <pc:sldMk cId="3233675117" sldId="260"/>
        </pc:sldMkLst>
        <pc:spChg chg="mod">
          <ac:chgData name="Manas Tuwani" userId="5d421215-a11f-4a6e-90ca-e8ac2213fab6" providerId="ADAL" clId="{EBA56BD6-EB1B-4F89-93E5-C716A76DF14D}" dt="2022-07-07T13:48:07.805" v="481" actId="20577"/>
          <ac:spMkLst>
            <pc:docMk/>
            <pc:sldMk cId="3233675117" sldId="260"/>
            <ac:spMk id="3" creationId="{00000000-0000-0000-0000-000000000000}"/>
          </ac:spMkLst>
        </pc:spChg>
      </pc:sldChg>
      <pc:sldChg chg="modSp mod">
        <pc:chgData name="Manas Tuwani" userId="5d421215-a11f-4a6e-90ca-e8ac2213fab6" providerId="ADAL" clId="{EBA56BD6-EB1B-4F89-93E5-C716A76DF14D}" dt="2022-07-07T13:50:28.408" v="492" actId="20577"/>
        <pc:sldMkLst>
          <pc:docMk/>
          <pc:sldMk cId="3857878002" sldId="261"/>
        </pc:sldMkLst>
        <pc:spChg chg="mod">
          <ac:chgData name="Manas Tuwani" userId="5d421215-a11f-4a6e-90ca-e8ac2213fab6" providerId="ADAL" clId="{EBA56BD6-EB1B-4F89-93E5-C716A76DF14D}" dt="2022-07-07T13:50:28.408" v="492" actId="20577"/>
          <ac:spMkLst>
            <pc:docMk/>
            <pc:sldMk cId="3857878002" sldId="261"/>
            <ac:spMk id="3" creationId="{00000000-0000-0000-0000-000000000000}"/>
          </ac:spMkLst>
        </pc:spChg>
      </pc:sldChg>
      <pc:sldChg chg="modSp mod">
        <pc:chgData name="Manas Tuwani" userId="5d421215-a11f-4a6e-90ca-e8ac2213fab6" providerId="ADAL" clId="{EBA56BD6-EB1B-4F89-93E5-C716A76DF14D}" dt="2022-07-07T13:59:47.732" v="549" actId="20577"/>
        <pc:sldMkLst>
          <pc:docMk/>
          <pc:sldMk cId="3315453777" sldId="263"/>
        </pc:sldMkLst>
        <pc:spChg chg="mod">
          <ac:chgData name="Manas Tuwani" userId="5d421215-a11f-4a6e-90ca-e8ac2213fab6" providerId="ADAL" clId="{EBA56BD6-EB1B-4F89-93E5-C716A76DF14D}" dt="2022-07-07T13:59:47.732" v="549" actId="20577"/>
          <ac:spMkLst>
            <pc:docMk/>
            <pc:sldMk cId="3315453777" sldId="263"/>
            <ac:spMk id="3" creationId="{00000000-0000-0000-0000-000000000000}"/>
          </ac:spMkLst>
        </pc:spChg>
      </pc:sldChg>
      <pc:sldChg chg="modSp mod">
        <pc:chgData name="Manas Tuwani" userId="5d421215-a11f-4a6e-90ca-e8ac2213fab6" providerId="ADAL" clId="{EBA56BD6-EB1B-4F89-93E5-C716A76DF14D}" dt="2022-07-07T14:16:18.146" v="551" actId="20577"/>
        <pc:sldMkLst>
          <pc:docMk/>
          <pc:sldMk cId="2740143841" sldId="265"/>
        </pc:sldMkLst>
        <pc:spChg chg="mod">
          <ac:chgData name="Manas Tuwani" userId="5d421215-a11f-4a6e-90ca-e8ac2213fab6" providerId="ADAL" clId="{EBA56BD6-EB1B-4F89-93E5-C716A76DF14D}" dt="2022-07-07T14:16:18.146" v="551" actId="20577"/>
          <ac:spMkLst>
            <pc:docMk/>
            <pc:sldMk cId="2740143841" sldId="265"/>
            <ac:spMk id="3" creationId="{00000000-0000-0000-0000-000000000000}"/>
          </ac:spMkLst>
        </pc:spChg>
      </pc:sldChg>
      <pc:sldChg chg="modSp mod">
        <pc:chgData name="Manas Tuwani" userId="5d421215-a11f-4a6e-90ca-e8ac2213fab6" providerId="ADAL" clId="{EBA56BD6-EB1B-4F89-93E5-C716A76DF14D}" dt="2022-07-07T07:15:51.325" v="30" actId="20577"/>
        <pc:sldMkLst>
          <pc:docMk/>
          <pc:sldMk cId="588203998" sldId="266"/>
        </pc:sldMkLst>
        <pc:spChg chg="mod">
          <ac:chgData name="Manas Tuwani" userId="5d421215-a11f-4a6e-90ca-e8ac2213fab6" providerId="ADAL" clId="{EBA56BD6-EB1B-4F89-93E5-C716A76DF14D}" dt="2022-07-07T07:15:51.325" v="30" actId="20577"/>
          <ac:spMkLst>
            <pc:docMk/>
            <pc:sldMk cId="588203998" sldId="266"/>
            <ac:spMk id="3" creationId="{00000000-0000-0000-0000-000000000000}"/>
          </ac:spMkLst>
        </pc:spChg>
      </pc:sldChg>
      <pc:sldChg chg="addSp delSp modSp mod setBg">
        <pc:chgData name="Manas Tuwani" userId="5d421215-a11f-4a6e-90ca-e8ac2213fab6" providerId="ADAL" clId="{EBA56BD6-EB1B-4F89-93E5-C716A76DF14D}" dt="2022-07-07T07:16:46.067" v="37" actId="26606"/>
        <pc:sldMkLst>
          <pc:docMk/>
          <pc:sldMk cId="3662734403" sldId="267"/>
        </pc:sldMkLst>
        <pc:spChg chg="mod">
          <ac:chgData name="Manas Tuwani" userId="5d421215-a11f-4a6e-90ca-e8ac2213fab6" providerId="ADAL" clId="{EBA56BD6-EB1B-4F89-93E5-C716A76DF14D}" dt="2022-07-07T07:16:46.042" v="36" actId="26606"/>
          <ac:spMkLst>
            <pc:docMk/>
            <pc:sldMk cId="3662734403" sldId="267"/>
            <ac:spMk id="2" creationId="{00000000-0000-0000-0000-000000000000}"/>
          </ac:spMkLst>
        </pc:spChg>
        <pc:spChg chg="add del">
          <ac:chgData name="Manas Tuwani" userId="5d421215-a11f-4a6e-90ca-e8ac2213fab6" providerId="ADAL" clId="{EBA56BD6-EB1B-4F89-93E5-C716A76DF14D}" dt="2022-07-07T07:16:46.067" v="37" actId="26606"/>
          <ac:spMkLst>
            <pc:docMk/>
            <pc:sldMk cId="3662734403" sldId="267"/>
            <ac:spMk id="3" creationId="{00000000-0000-0000-0000-000000000000}"/>
          </ac:spMkLst>
        </pc:spChg>
        <pc:spChg chg="add del">
          <ac:chgData name="Manas Tuwani" userId="5d421215-a11f-4a6e-90ca-e8ac2213fab6" providerId="ADAL" clId="{EBA56BD6-EB1B-4F89-93E5-C716A76DF14D}" dt="2022-07-07T07:16:34.953" v="32" actId="26606"/>
          <ac:spMkLst>
            <pc:docMk/>
            <pc:sldMk cId="3662734403" sldId="267"/>
            <ac:spMk id="9" creationId="{AE2B703B-46F9-481A-A605-82E2A828C4FA}"/>
          </ac:spMkLst>
        </pc:spChg>
        <pc:spChg chg="add del">
          <ac:chgData name="Manas Tuwani" userId="5d421215-a11f-4a6e-90ca-e8ac2213fab6" providerId="ADAL" clId="{EBA56BD6-EB1B-4F89-93E5-C716A76DF14D}" dt="2022-07-07T07:16:46.042" v="36" actId="26606"/>
          <ac:spMkLst>
            <pc:docMk/>
            <pc:sldMk cId="3662734403" sldId="267"/>
            <ac:spMk id="10" creationId="{AFA67CD3-AB4E-4A7A-BEB8-53C445D8C44E}"/>
          </ac:spMkLst>
        </pc:spChg>
        <pc:spChg chg="add del">
          <ac:chgData name="Manas Tuwani" userId="5d421215-a11f-4a6e-90ca-e8ac2213fab6" providerId="ADAL" clId="{EBA56BD6-EB1B-4F89-93E5-C716A76DF14D}" dt="2022-07-07T07:16:34.953" v="32" actId="26606"/>
          <ac:spMkLst>
            <pc:docMk/>
            <pc:sldMk cId="3662734403" sldId="267"/>
            <ac:spMk id="11" creationId="{F13BE4D7-0C3D-4906-B230-A1C5B4665CCF}"/>
          </ac:spMkLst>
        </pc:spChg>
        <pc:spChg chg="add del">
          <ac:chgData name="Manas Tuwani" userId="5d421215-a11f-4a6e-90ca-e8ac2213fab6" providerId="ADAL" clId="{EBA56BD6-EB1B-4F89-93E5-C716A76DF14D}" dt="2022-07-07T07:16:38.891" v="34" actId="26606"/>
          <ac:spMkLst>
            <pc:docMk/>
            <pc:sldMk cId="3662734403" sldId="267"/>
            <ac:spMk id="13" creationId="{00000000-0000-0000-0000-000000000000}"/>
          </ac:spMkLst>
        </pc:spChg>
        <pc:spChg chg="add del">
          <ac:chgData name="Manas Tuwani" userId="5d421215-a11f-4a6e-90ca-e8ac2213fab6" providerId="ADAL" clId="{EBA56BD6-EB1B-4F89-93E5-C716A76DF14D}" dt="2022-07-07T07:16:46.042" v="36" actId="26606"/>
          <ac:spMkLst>
            <pc:docMk/>
            <pc:sldMk cId="3662734403" sldId="267"/>
            <ac:spMk id="17" creationId="{339C8D78-A644-462F-B674-F440635E5353}"/>
          </ac:spMkLst>
        </pc:spChg>
        <pc:spChg chg="add del">
          <ac:chgData name="Manas Tuwani" userId="5d421215-a11f-4a6e-90ca-e8ac2213fab6" providerId="ADAL" clId="{EBA56BD6-EB1B-4F89-93E5-C716A76DF14D}" dt="2022-07-07T07:16:46.042" v="36" actId="26606"/>
          <ac:spMkLst>
            <pc:docMk/>
            <pc:sldMk cId="3662734403" sldId="267"/>
            <ac:spMk id="18" creationId="{00000000-0000-0000-0000-000000000000}"/>
          </ac:spMkLst>
        </pc:spChg>
        <pc:graphicFrameChg chg="add del">
          <ac:chgData name="Manas Tuwani" userId="5d421215-a11f-4a6e-90ca-e8ac2213fab6" providerId="ADAL" clId="{EBA56BD6-EB1B-4F89-93E5-C716A76DF14D}" dt="2022-07-07T07:16:34.953" v="32" actId="26606"/>
          <ac:graphicFrameMkLst>
            <pc:docMk/>
            <pc:sldMk cId="3662734403" sldId="267"/>
            <ac:graphicFrameMk id="5" creationId="{FE469434-E6BB-05CA-DE27-A22D80AB1BB1}"/>
          </ac:graphicFrameMkLst>
        </pc:graphicFrameChg>
        <pc:graphicFrameChg chg="add">
          <ac:chgData name="Manas Tuwani" userId="5d421215-a11f-4a6e-90ca-e8ac2213fab6" providerId="ADAL" clId="{EBA56BD6-EB1B-4F89-93E5-C716A76DF14D}" dt="2022-07-07T07:16:46.067" v="37" actId="26606"/>
          <ac:graphicFrameMkLst>
            <pc:docMk/>
            <pc:sldMk cId="3662734403" sldId="267"/>
            <ac:graphicFrameMk id="20" creationId="{35265EC1-E851-AE46-2803-415AA87BB012}"/>
          </ac:graphicFrameMkLst>
        </pc:graphicFrameChg>
        <pc:picChg chg="add del">
          <ac:chgData name="Manas Tuwani" userId="5d421215-a11f-4a6e-90ca-e8ac2213fab6" providerId="ADAL" clId="{EBA56BD6-EB1B-4F89-93E5-C716A76DF14D}" dt="2022-07-07T07:16:46.042" v="36" actId="26606"/>
          <ac:picMkLst>
            <pc:docMk/>
            <pc:sldMk cId="3662734403" sldId="267"/>
            <ac:picMk id="7" creationId="{8AF138FD-CEC9-1B9F-2BF9-622C00F64CDD}"/>
          </ac:picMkLst>
        </pc:picChg>
        <pc:picChg chg="add del">
          <ac:chgData name="Manas Tuwani" userId="5d421215-a11f-4a6e-90ca-e8ac2213fab6" providerId="ADAL" clId="{EBA56BD6-EB1B-4F89-93E5-C716A76DF14D}" dt="2022-07-07T07:16:46.042" v="36" actId="26606"/>
          <ac:picMkLst>
            <pc:docMk/>
            <pc:sldMk cId="3662734403" sldId="267"/>
            <ac:picMk id="12" creationId="{07CF545F-9C2E-4446-97CD-AD92990C2B68}"/>
          </ac:picMkLst>
        </pc:picChg>
        <pc:picChg chg="add del">
          <ac:chgData name="Manas Tuwani" userId="5d421215-a11f-4a6e-90ca-e8ac2213fab6" providerId="ADAL" clId="{EBA56BD6-EB1B-4F89-93E5-C716A76DF14D}" dt="2022-07-07T07:16:38.891" v="34" actId="26606"/>
          <ac:picMkLst>
            <pc:docMk/>
            <pc:sldMk cId="3662734403" sldId="267"/>
            <ac:picMk id="14" creationId="{1D191DCB-0CCC-1E8C-605F-CB02661F3FF1}"/>
          </ac:picMkLst>
        </pc:picChg>
        <pc:cxnChg chg="add del">
          <ac:chgData name="Manas Tuwani" userId="5d421215-a11f-4a6e-90ca-e8ac2213fab6" providerId="ADAL" clId="{EBA56BD6-EB1B-4F89-93E5-C716A76DF14D}" dt="2022-07-07T07:16:38.891" v="34" actId="26606"/>
          <ac:cxnSpMkLst>
            <pc:docMk/>
            <pc:sldMk cId="3662734403" sldId="267"/>
            <ac:cxnSpMk id="15" creationId="{A7F400EE-A8A5-48AF-B4D6-291B52C6F0B0}"/>
          </ac:cxnSpMkLst>
        </pc:cxnChg>
      </pc:sldChg>
      <pc:sldChg chg="addSp delSp modSp new mod setBg">
        <pc:chgData name="Manas Tuwani" userId="5d421215-a11f-4a6e-90ca-e8ac2213fab6" providerId="ADAL" clId="{EBA56BD6-EB1B-4F89-93E5-C716A76DF14D}" dt="2022-07-07T07:14:46.463" v="23" actId="26606"/>
        <pc:sldMkLst>
          <pc:docMk/>
          <pc:sldMk cId="1462956679" sldId="272"/>
        </pc:sldMkLst>
        <pc:spChg chg="add del">
          <ac:chgData name="Manas Tuwani" userId="5d421215-a11f-4a6e-90ca-e8ac2213fab6" providerId="ADAL" clId="{EBA56BD6-EB1B-4F89-93E5-C716A76DF14D}" dt="2022-07-07T07:14:38.594" v="18" actId="26606"/>
          <ac:spMkLst>
            <pc:docMk/>
            <pc:sldMk cId="1462956679" sldId="272"/>
            <ac:spMk id="8" creationId="{A2509F26-B5DC-4BA7-B476-4CB044237A2E}"/>
          </ac:spMkLst>
        </pc:spChg>
        <pc:spChg chg="add del">
          <ac:chgData name="Manas Tuwani" userId="5d421215-a11f-4a6e-90ca-e8ac2213fab6" providerId="ADAL" clId="{EBA56BD6-EB1B-4F89-93E5-C716A76DF14D}" dt="2022-07-07T07:14:38.594" v="18" actId="26606"/>
          <ac:spMkLst>
            <pc:docMk/>
            <pc:sldMk cId="1462956679" sldId="272"/>
            <ac:spMk id="10" creationId="{DB103EB1-B135-4526-B883-33228FC27FF1}"/>
          </ac:spMkLst>
        </pc:spChg>
        <pc:spChg chg="add del">
          <ac:chgData name="Manas Tuwani" userId="5d421215-a11f-4a6e-90ca-e8ac2213fab6" providerId="ADAL" clId="{EBA56BD6-EB1B-4F89-93E5-C716A76DF14D}" dt="2022-07-07T07:14:42.589" v="20" actId="26606"/>
          <ac:spMkLst>
            <pc:docMk/>
            <pc:sldMk cId="1462956679" sldId="272"/>
            <ac:spMk id="12" creationId="{A5D2A5D1-BA0D-47D3-B051-DA7743C46E28}"/>
          </ac:spMkLst>
        </pc:spChg>
        <pc:spChg chg="add del">
          <ac:chgData name="Manas Tuwani" userId="5d421215-a11f-4a6e-90ca-e8ac2213fab6" providerId="ADAL" clId="{EBA56BD6-EB1B-4F89-93E5-C716A76DF14D}" dt="2022-07-07T07:14:42.589" v="20" actId="26606"/>
          <ac:spMkLst>
            <pc:docMk/>
            <pc:sldMk cId="1462956679" sldId="272"/>
            <ac:spMk id="13" creationId="{2D2B266D-3625-4584-A5C3-7D3F672CFF30}"/>
          </ac:spMkLst>
        </pc:spChg>
        <pc:spChg chg="add del">
          <ac:chgData name="Manas Tuwani" userId="5d421215-a11f-4a6e-90ca-e8ac2213fab6" providerId="ADAL" clId="{EBA56BD6-EB1B-4F89-93E5-C716A76DF14D}" dt="2022-07-07T07:14:42.589" v="20" actId="26606"/>
          <ac:spMkLst>
            <pc:docMk/>
            <pc:sldMk cId="1462956679" sldId="272"/>
            <ac:spMk id="14" creationId="{C463B99A-73EE-4FBB-B7C4-F9F9BCC25C65}"/>
          </ac:spMkLst>
        </pc:spChg>
        <pc:spChg chg="add del">
          <ac:chgData name="Manas Tuwani" userId="5d421215-a11f-4a6e-90ca-e8ac2213fab6" providerId="ADAL" clId="{EBA56BD6-EB1B-4F89-93E5-C716A76DF14D}" dt="2022-07-07T07:14:46.458" v="22" actId="26606"/>
          <ac:spMkLst>
            <pc:docMk/>
            <pc:sldMk cId="1462956679" sldId="272"/>
            <ac:spMk id="16" creationId="{9A97C86A-04D6-40F7-AE84-31AB43E6A846}"/>
          </ac:spMkLst>
        </pc:spChg>
        <pc:spChg chg="add del">
          <ac:chgData name="Manas Tuwani" userId="5d421215-a11f-4a6e-90ca-e8ac2213fab6" providerId="ADAL" clId="{EBA56BD6-EB1B-4F89-93E5-C716A76DF14D}" dt="2022-07-07T07:14:46.458" v="22" actId="26606"/>
          <ac:spMkLst>
            <pc:docMk/>
            <pc:sldMk cId="1462956679" sldId="272"/>
            <ac:spMk id="17" creationId="{F3060C83-F051-4F0E-ABAD-AA0DFC48B218}"/>
          </ac:spMkLst>
        </pc:spChg>
        <pc:spChg chg="add del">
          <ac:chgData name="Manas Tuwani" userId="5d421215-a11f-4a6e-90ca-e8ac2213fab6" providerId="ADAL" clId="{EBA56BD6-EB1B-4F89-93E5-C716A76DF14D}" dt="2022-07-07T07:14:46.458" v="22" actId="26606"/>
          <ac:spMkLst>
            <pc:docMk/>
            <pc:sldMk cId="1462956679" sldId="272"/>
            <ac:spMk id="18" creationId="{FF9F2414-84E8-453E-B1F3-389FDE8192D9}"/>
          </ac:spMkLst>
        </pc:spChg>
        <pc:spChg chg="add del">
          <ac:chgData name="Manas Tuwani" userId="5d421215-a11f-4a6e-90ca-e8ac2213fab6" providerId="ADAL" clId="{EBA56BD6-EB1B-4F89-93E5-C716A76DF14D}" dt="2022-07-07T07:14:46.458" v="22" actId="26606"/>
          <ac:spMkLst>
            <pc:docMk/>
            <pc:sldMk cId="1462956679" sldId="272"/>
            <ac:spMk id="19" creationId="{83C98ABE-055B-441F-B07E-44F97F083C39}"/>
          </ac:spMkLst>
        </pc:spChg>
        <pc:spChg chg="add del">
          <ac:chgData name="Manas Tuwani" userId="5d421215-a11f-4a6e-90ca-e8ac2213fab6" providerId="ADAL" clId="{EBA56BD6-EB1B-4F89-93E5-C716A76DF14D}" dt="2022-07-07T07:14:46.458" v="22" actId="26606"/>
          <ac:spMkLst>
            <pc:docMk/>
            <pc:sldMk cId="1462956679" sldId="272"/>
            <ac:spMk id="20" creationId="{3ECA69A1-7536-43AC-85EF-C7106179F5ED}"/>
          </ac:spMkLst>
        </pc:spChg>
        <pc:spChg chg="add del">
          <ac:chgData name="Manas Tuwani" userId="5d421215-a11f-4a6e-90ca-e8ac2213fab6" providerId="ADAL" clId="{EBA56BD6-EB1B-4F89-93E5-C716A76DF14D}" dt="2022-07-07T07:14:46.458" v="22" actId="26606"/>
          <ac:spMkLst>
            <pc:docMk/>
            <pc:sldMk cId="1462956679" sldId="272"/>
            <ac:spMk id="21" creationId="{29FDB030-9B49-4CED-8CCD-4D99382388AC}"/>
          </ac:spMkLst>
        </pc:spChg>
        <pc:spChg chg="add del">
          <ac:chgData name="Manas Tuwani" userId="5d421215-a11f-4a6e-90ca-e8ac2213fab6" providerId="ADAL" clId="{EBA56BD6-EB1B-4F89-93E5-C716A76DF14D}" dt="2022-07-07T07:14:46.458" v="22" actId="26606"/>
          <ac:spMkLst>
            <pc:docMk/>
            <pc:sldMk cId="1462956679" sldId="272"/>
            <ac:spMk id="22" creationId="{3783CA14-24A1-485C-8B30-D6A5D87987AD}"/>
          </ac:spMkLst>
        </pc:spChg>
        <pc:spChg chg="add">
          <ac:chgData name="Manas Tuwani" userId="5d421215-a11f-4a6e-90ca-e8ac2213fab6" providerId="ADAL" clId="{EBA56BD6-EB1B-4F89-93E5-C716A76DF14D}" dt="2022-07-07T07:14:46.463" v="23" actId="26606"/>
          <ac:spMkLst>
            <pc:docMk/>
            <pc:sldMk cId="1462956679" sldId="272"/>
            <ac:spMk id="24" creationId="{DA2E7C1E-2B5A-4BBA-AE51-1CD8C19309D7}"/>
          </ac:spMkLst>
        </pc:spChg>
        <pc:spChg chg="add">
          <ac:chgData name="Manas Tuwani" userId="5d421215-a11f-4a6e-90ca-e8ac2213fab6" providerId="ADAL" clId="{EBA56BD6-EB1B-4F89-93E5-C716A76DF14D}" dt="2022-07-07T07:14:46.463" v="23" actId="26606"/>
          <ac:spMkLst>
            <pc:docMk/>
            <pc:sldMk cId="1462956679" sldId="272"/>
            <ac:spMk id="25" creationId="{43DF76B1-5174-4FAF-9D19-FFEE98426836}"/>
          </ac:spMkLst>
        </pc:spChg>
        <pc:picChg chg="add mod">
          <ac:chgData name="Manas Tuwani" userId="5d421215-a11f-4a6e-90ca-e8ac2213fab6" providerId="ADAL" clId="{EBA56BD6-EB1B-4F89-93E5-C716A76DF14D}" dt="2022-07-07T07:14:46.463" v="23" actId="26606"/>
          <ac:picMkLst>
            <pc:docMk/>
            <pc:sldMk cId="1462956679" sldId="272"/>
            <ac:picMk id="3" creationId="{FA59B30A-AC7A-48CF-5691-22B426945D0A}"/>
          </ac:picMkLst>
        </pc:picChg>
      </pc:sldChg>
      <pc:sldChg chg="del">
        <pc:chgData name="Manas Tuwani" userId="5d421215-a11f-4a6e-90ca-e8ac2213fab6" providerId="ADAL" clId="{EBA56BD6-EB1B-4F89-93E5-C716A76DF14D}" dt="2022-07-07T06:38:55.657" v="1" actId="47"/>
        <pc:sldMkLst>
          <pc:docMk/>
          <pc:sldMk cId="1916078131" sldId="272"/>
        </pc:sldMkLst>
      </pc:sldChg>
      <pc:sldChg chg="del">
        <pc:chgData name="Manas Tuwani" userId="5d421215-a11f-4a6e-90ca-e8ac2213fab6" providerId="ADAL" clId="{EBA56BD6-EB1B-4F89-93E5-C716A76DF14D}" dt="2022-07-07T06:38:56.560" v="2" actId="47"/>
        <pc:sldMkLst>
          <pc:docMk/>
          <pc:sldMk cId="1440144967" sldId="273"/>
        </pc:sldMkLst>
      </pc:sldChg>
      <pc:sldChg chg="modSp new mod">
        <pc:chgData name="Manas Tuwani" userId="5d421215-a11f-4a6e-90ca-e8ac2213fab6" providerId="ADAL" clId="{EBA56BD6-EB1B-4F89-93E5-C716A76DF14D}" dt="2022-07-07T07:20:20.233" v="61" actId="20577"/>
        <pc:sldMkLst>
          <pc:docMk/>
          <pc:sldMk cId="1944894695" sldId="273"/>
        </pc:sldMkLst>
        <pc:spChg chg="mod">
          <ac:chgData name="Manas Tuwani" userId="5d421215-a11f-4a6e-90ca-e8ac2213fab6" providerId="ADAL" clId="{EBA56BD6-EB1B-4F89-93E5-C716A76DF14D}" dt="2022-07-07T07:19:12.719" v="45" actId="27636"/>
          <ac:spMkLst>
            <pc:docMk/>
            <pc:sldMk cId="1944894695" sldId="273"/>
            <ac:spMk id="2" creationId="{149D71BF-E127-C1F0-3F23-4A496228D0DE}"/>
          </ac:spMkLst>
        </pc:spChg>
        <pc:spChg chg="mod">
          <ac:chgData name="Manas Tuwani" userId="5d421215-a11f-4a6e-90ca-e8ac2213fab6" providerId="ADAL" clId="{EBA56BD6-EB1B-4F89-93E5-C716A76DF14D}" dt="2022-07-07T07:20:20.233" v="61" actId="20577"/>
          <ac:spMkLst>
            <pc:docMk/>
            <pc:sldMk cId="1944894695" sldId="273"/>
            <ac:spMk id="3" creationId="{FA1DAF09-47BA-3490-7853-F97EA447CA54}"/>
          </ac:spMkLst>
        </pc:spChg>
      </pc:sldChg>
      <pc:sldChg chg="del">
        <pc:chgData name="Manas Tuwani" userId="5d421215-a11f-4a6e-90ca-e8ac2213fab6" providerId="ADAL" clId="{EBA56BD6-EB1B-4F89-93E5-C716A76DF14D}" dt="2022-07-07T06:38:59.313" v="4" actId="47"/>
        <pc:sldMkLst>
          <pc:docMk/>
          <pc:sldMk cId="448858513" sldId="274"/>
        </pc:sldMkLst>
      </pc:sldChg>
      <pc:sldChg chg="modSp new mod">
        <pc:chgData name="Manas Tuwani" userId="5d421215-a11f-4a6e-90ca-e8ac2213fab6" providerId="ADAL" clId="{EBA56BD6-EB1B-4F89-93E5-C716A76DF14D}" dt="2022-07-07T07:21:37.055" v="76" actId="113"/>
        <pc:sldMkLst>
          <pc:docMk/>
          <pc:sldMk cId="2313847924" sldId="274"/>
        </pc:sldMkLst>
        <pc:spChg chg="mod">
          <ac:chgData name="Manas Tuwani" userId="5d421215-a11f-4a6e-90ca-e8ac2213fab6" providerId="ADAL" clId="{EBA56BD6-EB1B-4F89-93E5-C716A76DF14D}" dt="2022-07-07T07:21:03.239" v="68" actId="27636"/>
          <ac:spMkLst>
            <pc:docMk/>
            <pc:sldMk cId="2313847924" sldId="274"/>
            <ac:spMk id="2" creationId="{06CC52B9-716B-EBB3-F41E-D7191DB506C5}"/>
          </ac:spMkLst>
        </pc:spChg>
        <pc:spChg chg="mod">
          <ac:chgData name="Manas Tuwani" userId="5d421215-a11f-4a6e-90ca-e8ac2213fab6" providerId="ADAL" clId="{EBA56BD6-EB1B-4F89-93E5-C716A76DF14D}" dt="2022-07-07T07:21:37.055" v="76" actId="113"/>
          <ac:spMkLst>
            <pc:docMk/>
            <pc:sldMk cId="2313847924" sldId="274"/>
            <ac:spMk id="3" creationId="{CD1F68E4-07F9-CBA7-9430-07DB8C858F81}"/>
          </ac:spMkLst>
        </pc:spChg>
      </pc:sldChg>
      <pc:sldChg chg="modSp new mod">
        <pc:chgData name="Manas Tuwani" userId="5d421215-a11f-4a6e-90ca-e8ac2213fab6" providerId="ADAL" clId="{EBA56BD6-EB1B-4F89-93E5-C716A76DF14D}" dt="2022-07-07T07:28:25.814" v="108" actId="20577"/>
        <pc:sldMkLst>
          <pc:docMk/>
          <pc:sldMk cId="1261170100" sldId="275"/>
        </pc:sldMkLst>
        <pc:spChg chg="mod">
          <ac:chgData name="Manas Tuwani" userId="5d421215-a11f-4a6e-90ca-e8ac2213fab6" providerId="ADAL" clId="{EBA56BD6-EB1B-4F89-93E5-C716A76DF14D}" dt="2022-07-07T07:23:04.149" v="89" actId="27636"/>
          <ac:spMkLst>
            <pc:docMk/>
            <pc:sldMk cId="1261170100" sldId="275"/>
            <ac:spMk id="2" creationId="{59160A9C-D71D-1D75-7EA9-25ED1A47AFF0}"/>
          </ac:spMkLst>
        </pc:spChg>
        <pc:spChg chg="mod">
          <ac:chgData name="Manas Tuwani" userId="5d421215-a11f-4a6e-90ca-e8ac2213fab6" providerId="ADAL" clId="{EBA56BD6-EB1B-4F89-93E5-C716A76DF14D}" dt="2022-07-07T07:28:25.814" v="108" actId="20577"/>
          <ac:spMkLst>
            <pc:docMk/>
            <pc:sldMk cId="1261170100" sldId="275"/>
            <ac:spMk id="3" creationId="{159CC7A8-A0AA-5BAE-0637-0776B07B7F81}"/>
          </ac:spMkLst>
        </pc:spChg>
      </pc:sldChg>
      <pc:sldChg chg="modSp new mod">
        <pc:chgData name="Manas Tuwani" userId="5d421215-a11f-4a6e-90ca-e8ac2213fab6" providerId="ADAL" clId="{EBA56BD6-EB1B-4F89-93E5-C716A76DF14D}" dt="2022-07-07T07:30:25.483" v="140" actId="5793"/>
        <pc:sldMkLst>
          <pc:docMk/>
          <pc:sldMk cId="851810249" sldId="276"/>
        </pc:sldMkLst>
        <pc:spChg chg="mod">
          <ac:chgData name="Manas Tuwani" userId="5d421215-a11f-4a6e-90ca-e8ac2213fab6" providerId="ADAL" clId="{EBA56BD6-EB1B-4F89-93E5-C716A76DF14D}" dt="2022-07-07T07:28:59.147" v="118" actId="27636"/>
          <ac:spMkLst>
            <pc:docMk/>
            <pc:sldMk cId="851810249" sldId="276"/>
            <ac:spMk id="2" creationId="{1426F803-4A34-5B9A-B93C-7CEEFCAD5588}"/>
          </ac:spMkLst>
        </pc:spChg>
        <pc:spChg chg="mod">
          <ac:chgData name="Manas Tuwani" userId="5d421215-a11f-4a6e-90ca-e8ac2213fab6" providerId="ADAL" clId="{EBA56BD6-EB1B-4F89-93E5-C716A76DF14D}" dt="2022-07-07T07:30:25.483" v="140" actId="5793"/>
          <ac:spMkLst>
            <pc:docMk/>
            <pc:sldMk cId="851810249" sldId="276"/>
            <ac:spMk id="3" creationId="{80794E94-7E7B-5783-527F-ECB6313A42DD}"/>
          </ac:spMkLst>
        </pc:spChg>
      </pc:sldChg>
      <pc:sldChg chg="modSp new mod">
        <pc:chgData name="Manas Tuwani" userId="5d421215-a11f-4a6e-90ca-e8ac2213fab6" providerId="ADAL" clId="{EBA56BD6-EB1B-4F89-93E5-C716A76DF14D}" dt="2022-07-07T07:33:16.725" v="187" actId="20577"/>
        <pc:sldMkLst>
          <pc:docMk/>
          <pc:sldMk cId="2967680306" sldId="277"/>
        </pc:sldMkLst>
        <pc:spChg chg="mod">
          <ac:chgData name="Manas Tuwani" userId="5d421215-a11f-4a6e-90ca-e8ac2213fab6" providerId="ADAL" clId="{EBA56BD6-EB1B-4F89-93E5-C716A76DF14D}" dt="2022-07-07T07:31:41.342" v="149" actId="27636"/>
          <ac:spMkLst>
            <pc:docMk/>
            <pc:sldMk cId="2967680306" sldId="277"/>
            <ac:spMk id="2" creationId="{D3601571-2A93-DAB6-384B-14B45FA2E81E}"/>
          </ac:spMkLst>
        </pc:spChg>
        <pc:spChg chg="mod">
          <ac:chgData name="Manas Tuwani" userId="5d421215-a11f-4a6e-90ca-e8ac2213fab6" providerId="ADAL" clId="{EBA56BD6-EB1B-4F89-93E5-C716A76DF14D}" dt="2022-07-07T07:33:16.725" v="187" actId="20577"/>
          <ac:spMkLst>
            <pc:docMk/>
            <pc:sldMk cId="2967680306" sldId="277"/>
            <ac:spMk id="3" creationId="{03BDD1DA-7680-3C25-EF46-2FCFE332569A}"/>
          </ac:spMkLst>
        </pc:spChg>
      </pc:sldChg>
      <pc:sldChg chg="modSp new mod">
        <pc:chgData name="Manas Tuwani" userId="5d421215-a11f-4a6e-90ca-e8ac2213fab6" providerId="ADAL" clId="{EBA56BD6-EB1B-4F89-93E5-C716A76DF14D}" dt="2022-07-07T07:35:05.693" v="213" actId="27636"/>
        <pc:sldMkLst>
          <pc:docMk/>
          <pc:sldMk cId="3361980526" sldId="278"/>
        </pc:sldMkLst>
        <pc:spChg chg="mod">
          <ac:chgData name="Manas Tuwani" userId="5d421215-a11f-4a6e-90ca-e8ac2213fab6" providerId="ADAL" clId="{EBA56BD6-EB1B-4F89-93E5-C716A76DF14D}" dt="2022-07-07T07:34:13.089" v="204" actId="27636"/>
          <ac:spMkLst>
            <pc:docMk/>
            <pc:sldMk cId="3361980526" sldId="278"/>
            <ac:spMk id="2" creationId="{361AABBF-9072-7C37-9D78-C84BAA1F7BC8}"/>
          </ac:spMkLst>
        </pc:spChg>
        <pc:spChg chg="mod">
          <ac:chgData name="Manas Tuwani" userId="5d421215-a11f-4a6e-90ca-e8ac2213fab6" providerId="ADAL" clId="{EBA56BD6-EB1B-4F89-93E5-C716A76DF14D}" dt="2022-07-07T07:35:05.693" v="213" actId="27636"/>
          <ac:spMkLst>
            <pc:docMk/>
            <pc:sldMk cId="3361980526" sldId="278"/>
            <ac:spMk id="3" creationId="{CA2632C4-976D-88DE-058D-623F82CACC2B}"/>
          </ac:spMkLst>
        </pc:spChg>
      </pc:sldChg>
      <pc:sldChg chg="modSp new mod">
        <pc:chgData name="Manas Tuwani" userId="5d421215-a11f-4a6e-90ca-e8ac2213fab6" providerId="ADAL" clId="{EBA56BD6-EB1B-4F89-93E5-C716A76DF14D}" dt="2022-07-07T07:37:29.630" v="240" actId="20577"/>
        <pc:sldMkLst>
          <pc:docMk/>
          <pc:sldMk cId="3274978546" sldId="279"/>
        </pc:sldMkLst>
        <pc:spChg chg="mod">
          <ac:chgData name="Manas Tuwani" userId="5d421215-a11f-4a6e-90ca-e8ac2213fab6" providerId="ADAL" clId="{EBA56BD6-EB1B-4F89-93E5-C716A76DF14D}" dt="2022-07-07T07:36:35.985" v="220" actId="27636"/>
          <ac:spMkLst>
            <pc:docMk/>
            <pc:sldMk cId="3274978546" sldId="279"/>
            <ac:spMk id="2" creationId="{941C244A-2340-0372-9B38-458312A71643}"/>
          </ac:spMkLst>
        </pc:spChg>
        <pc:spChg chg="mod">
          <ac:chgData name="Manas Tuwani" userId="5d421215-a11f-4a6e-90ca-e8ac2213fab6" providerId="ADAL" clId="{EBA56BD6-EB1B-4F89-93E5-C716A76DF14D}" dt="2022-07-07T07:37:29.630" v="240" actId="20577"/>
          <ac:spMkLst>
            <pc:docMk/>
            <pc:sldMk cId="3274978546" sldId="279"/>
            <ac:spMk id="3" creationId="{BF970F37-A256-F60D-E855-EBA9F3C9D0F1}"/>
          </ac:spMkLst>
        </pc:spChg>
      </pc:sldChg>
      <pc:sldChg chg="modSp new mod">
        <pc:chgData name="Manas Tuwani" userId="5d421215-a11f-4a6e-90ca-e8ac2213fab6" providerId="ADAL" clId="{EBA56BD6-EB1B-4F89-93E5-C716A76DF14D}" dt="2022-07-07T07:38:54.074" v="261" actId="27636"/>
        <pc:sldMkLst>
          <pc:docMk/>
          <pc:sldMk cId="315011973" sldId="280"/>
        </pc:sldMkLst>
        <pc:spChg chg="mod">
          <ac:chgData name="Manas Tuwani" userId="5d421215-a11f-4a6e-90ca-e8ac2213fab6" providerId="ADAL" clId="{EBA56BD6-EB1B-4F89-93E5-C716A76DF14D}" dt="2022-07-07T07:38:54.074" v="261" actId="27636"/>
          <ac:spMkLst>
            <pc:docMk/>
            <pc:sldMk cId="315011973" sldId="280"/>
            <ac:spMk id="2" creationId="{DDB8F144-9887-564B-EA44-BEFBEFEE981E}"/>
          </ac:spMkLst>
        </pc:spChg>
        <pc:spChg chg="mod">
          <ac:chgData name="Manas Tuwani" userId="5d421215-a11f-4a6e-90ca-e8ac2213fab6" providerId="ADAL" clId="{EBA56BD6-EB1B-4F89-93E5-C716A76DF14D}" dt="2022-07-07T07:38:51.881" v="259" actId="20577"/>
          <ac:spMkLst>
            <pc:docMk/>
            <pc:sldMk cId="315011973" sldId="280"/>
            <ac:spMk id="3" creationId="{EE4E3D74-0C12-DC8C-9E3F-8E70C9D6E81D}"/>
          </ac:spMkLst>
        </pc:spChg>
      </pc:sldChg>
      <pc:sldChg chg="modSp new mod">
        <pc:chgData name="Manas Tuwani" userId="5d421215-a11f-4a6e-90ca-e8ac2213fab6" providerId="ADAL" clId="{EBA56BD6-EB1B-4F89-93E5-C716A76DF14D}" dt="2022-07-07T10:37:54.770" v="377" actId="20577"/>
        <pc:sldMkLst>
          <pc:docMk/>
          <pc:sldMk cId="1278486213" sldId="281"/>
        </pc:sldMkLst>
        <pc:spChg chg="mod">
          <ac:chgData name="Manas Tuwani" userId="5d421215-a11f-4a6e-90ca-e8ac2213fab6" providerId="ADAL" clId="{EBA56BD6-EB1B-4F89-93E5-C716A76DF14D}" dt="2022-07-07T10:25:02.658" v="270" actId="1076"/>
          <ac:spMkLst>
            <pc:docMk/>
            <pc:sldMk cId="1278486213" sldId="281"/>
            <ac:spMk id="2" creationId="{AE86FCCA-A1EA-CF49-BFBB-51A20DDF2561}"/>
          </ac:spMkLst>
        </pc:spChg>
        <pc:spChg chg="mod">
          <ac:chgData name="Manas Tuwani" userId="5d421215-a11f-4a6e-90ca-e8ac2213fab6" providerId="ADAL" clId="{EBA56BD6-EB1B-4F89-93E5-C716A76DF14D}" dt="2022-07-07T10:37:54.770" v="377" actId="20577"/>
          <ac:spMkLst>
            <pc:docMk/>
            <pc:sldMk cId="1278486213" sldId="281"/>
            <ac:spMk id="3" creationId="{EBC73975-4FC6-B235-4CBB-C7B11702A3FD}"/>
          </ac:spMkLst>
        </pc:spChg>
      </pc:sldChg>
      <pc:sldChg chg="modSp new mod">
        <pc:chgData name="Manas Tuwani" userId="5d421215-a11f-4a6e-90ca-e8ac2213fab6" providerId="ADAL" clId="{EBA56BD6-EB1B-4F89-93E5-C716A76DF14D}" dt="2022-07-07T10:35:48.408" v="370" actId="20577"/>
        <pc:sldMkLst>
          <pc:docMk/>
          <pc:sldMk cId="3520883273" sldId="282"/>
        </pc:sldMkLst>
        <pc:spChg chg="mod">
          <ac:chgData name="Manas Tuwani" userId="5d421215-a11f-4a6e-90ca-e8ac2213fab6" providerId="ADAL" clId="{EBA56BD6-EB1B-4F89-93E5-C716A76DF14D}" dt="2022-07-07T10:32:46.702" v="345" actId="20577"/>
          <ac:spMkLst>
            <pc:docMk/>
            <pc:sldMk cId="3520883273" sldId="282"/>
            <ac:spMk id="2" creationId="{77E23DB0-A323-8A6E-DFB4-9BF7DA3E63D5}"/>
          </ac:spMkLst>
        </pc:spChg>
        <pc:spChg chg="mod">
          <ac:chgData name="Manas Tuwani" userId="5d421215-a11f-4a6e-90ca-e8ac2213fab6" providerId="ADAL" clId="{EBA56BD6-EB1B-4F89-93E5-C716A76DF14D}" dt="2022-07-07T10:35:48.408" v="370" actId="20577"/>
          <ac:spMkLst>
            <pc:docMk/>
            <pc:sldMk cId="3520883273" sldId="282"/>
            <ac:spMk id="3" creationId="{949C3AC9-1996-44DC-C9EB-C040A876A1BF}"/>
          </ac:spMkLst>
        </pc:spChg>
      </pc:sldChg>
      <pc:sldChg chg="modSp add mod">
        <pc:chgData name="Manas Tuwani" userId="5d421215-a11f-4a6e-90ca-e8ac2213fab6" providerId="ADAL" clId="{EBA56BD6-EB1B-4F89-93E5-C716A76DF14D}" dt="2022-07-07T10:35:37.571" v="369" actId="20577"/>
        <pc:sldMkLst>
          <pc:docMk/>
          <pc:sldMk cId="495810922" sldId="283"/>
        </pc:sldMkLst>
        <pc:spChg chg="mod">
          <ac:chgData name="Manas Tuwani" userId="5d421215-a11f-4a6e-90ca-e8ac2213fab6" providerId="ADAL" clId="{EBA56BD6-EB1B-4F89-93E5-C716A76DF14D}" dt="2022-07-07T10:35:37.571" v="369" actId="20577"/>
          <ac:spMkLst>
            <pc:docMk/>
            <pc:sldMk cId="495810922" sldId="283"/>
            <ac:spMk id="3" creationId="{949C3AC9-1996-44DC-C9EB-C040A876A1BF}"/>
          </ac:spMkLst>
        </pc:spChg>
      </pc:sldChg>
    </pc:docChg>
  </pc:docChgLst>
  <pc:docChgLst>
    <pc:chgData name="Manas Tuwani" userId="5d421215-a11f-4a6e-90ca-e8ac2213fab6" providerId="ADAL" clId="{C63AEABB-C7FE-4E72-B68C-D6815EA46365}"/>
    <pc:docChg chg="custSel addSld modSld">
      <pc:chgData name="Manas Tuwani" userId="5d421215-a11f-4a6e-90ca-e8ac2213fab6" providerId="ADAL" clId="{C63AEABB-C7FE-4E72-B68C-D6815EA46365}" dt="2022-12-05T01:58:31.940" v="2" actId="26606"/>
      <pc:docMkLst>
        <pc:docMk/>
      </pc:docMkLst>
      <pc:sldChg chg="addSp modSp new mod setBg">
        <pc:chgData name="Manas Tuwani" userId="5d421215-a11f-4a6e-90ca-e8ac2213fab6" providerId="ADAL" clId="{C63AEABB-C7FE-4E72-B68C-D6815EA46365}" dt="2022-12-05T01:58:31.940" v="2" actId="26606"/>
        <pc:sldMkLst>
          <pc:docMk/>
          <pc:sldMk cId="2141545538" sldId="284"/>
        </pc:sldMkLst>
        <pc:spChg chg="add">
          <ac:chgData name="Manas Tuwani" userId="5d421215-a11f-4a6e-90ca-e8ac2213fab6" providerId="ADAL" clId="{C63AEABB-C7FE-4E72-B68C-D6815EA46365}" dt="2022-12-05T01:58:31.940" v="2" actId="26606"/>
          <ac:spMkLst>
            <pc:docMk/>
            <pc:sldMk cId="2141545538" sldId="284"/>
            <ac:spMk id="8" creationId="{F3060C83-F051-4F0E-ABAD-AA0DFC48B218}"/>
          </ac:spMkLst>
        </pc:spChg>
        <pc:spChg chg="add">
          <ac:chgData name="Manas Tuwani" userId="5d421215-a11f-4a6e-90ca-e8ac2213fab6" providerId="ADAL" clId="{C63AEABB-C7FE-4E72-B68C-D6815EA46365}" dt="2022-12-05T01:58:31.940" v="2" actId="26606"/>
          <ac:spMkLst>
            <pc:docMk/>
            <pc:sldMk cId="2141545538" sldId="284"/>
            <ac:spMk id="10" creationId="{83C98ABE-055B-441F-B07E-44F97F083C39}"/>
          </ac:spMkLst>
        </pc:spChg>
        <pc:spChg chg="add">
          <ac:chgData name="Manas Tuwani" userId="5d421215-a11f-4a6e-90ca-e8ac2213fab6" providerId="ADAL" clId="{C63AEABB-C7FE-4E72-B68C-D6815EA46365}" dt="2022-12-05T01:58:31.940" v="2" actId="26606"/>
          <ac:spMkLst>
            <pc:docMk/>
            <pc:sldMk cId="2141545538" sldId="284"/>
            <ac:spMk id="12" creationId="{29FDB030-9B49-4CED-8CCD-4D99382388AC}"/>
          </ac:spMkLst>
        </pc:spChg>
        <pc:spChg chg="add">
          <ac:chgData name="Manas Tuwani" userId="5d421215-a11f-4a6e-90ca-e8ac2213fab6" providerId="ADAL" clId="{C63AEABB-C7FE-4E72-B68C-D6815EA46365}" dt="2022-12-05T01:58:31.940" v="2" actId="26606"/>
          <ac:spMkLst>
            <pc:docMk/>
            <pc:sldMk cId="2141545538" sldId="284"/>
            <ac:spMk id="14" creationId="{3783CA14-24A1-485C-8B30-D6A5D87987AD}"/>
          </ac:spMkLst>
        </pc:spChg>
        <pc:spChg chg="add">
          <ac:chgData name="Manas Tuwani" userId="5d421215-a11f-4a6e-90ca-e8ac2213fab6" providerId="ADAL" clId="{C63AEABB-C7FE-4E72-B68C-D6815EA46365}" dt="2022-12-05T01:58:31.940" v="2" actId="26606"/>
          <ac:spMkLst>
            <pc:docMk/>
            <pc:sldMk cId="2141545538" sldId="284"/>
            <ac:spMk id="16" creationId="{9A97C86A-04D6-40F7-AE84-31AB43E6A846}"/>
          </ac:spMkLst>
        </pc:spChg>
        <pc:spChg chg="add">
          <ac:chgData name="Manas Tuwani" userId="5d421215-a11f-4a6e-90ca-e8ac2213fab6" providerId="ADAL" clId="{C63AEABB-C7FE-4E72-B68C-D6815EA46365}" dt="2022-12-05T01:58:31.940" v="2" actId="26606"/>
          <ac:spMkLst>
            <pc:docMk/>
            <pc:sldMk cId="2141545538" sldId="284"/>
            <ac:spMk id="18" creationId="{FF9F2414-84E8-453E-B1F3-389FDE8192D9}"/>
          </ac:spMkLst>
        </pc:spChg>
        <pc:spChg chg="add">
          <ac:chgData name="Manas Tuwani" userId="5d421215-a11f-4a6e-90ca-e8ac2213fab6" providerId="ADAL" clId="{C63AEABB-C7FE-4E72-B68C-D6815EA46365}" dt="2022-12-05T01:58:31.940" v="2" actId="26606"/>
          <ac:spMkLst>
            <pc:docMk/>
            <pc:sldMk cId="2141545538" sldId="284"/>
            <ac:spMk id="20" creationId="{3ECA69A1-7536-43AC-85EF-C7106179F5ED}"/>
          </ac:spMkLst>
        </pc:spChg>
        <pc:picChg chg="add mod">
          <ac:chgData name="Manas Tuwani" userId="5d421215-a11f-4a6e-90ca-e8ac2213fab6" providerId="ADAL" clId="{C63AEABB-C7FE-4E72-B68C-D6815EA46365}" dt="2022-12-05T01:58:31.940" v="2" actId="26606"/>
          <ac:picMkLst>
            <pc:docMk/>
            <pc:sldMk cId="2141545538" sldId="284"/>
            <ac:picMk id="3" creationId="{F645154B-D25D-849C-47FD-F115B8760DC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6F633E-A498-442E-90EF-50EE38BD8C53}" type="datetimeFigureOut">
              <a:rPr lang="en-IN" smtClean="0"/>
              <a:pPr/>
              <a:t>28-10-2025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93EEFB-5673-44A1-9F48-DC008927052F}" type="slidenum">
              <a:rPr lang="en-IN" smtClean="0"/>
              <a:pPr/>
              <a:t>‹#›</a:t>
            </a:fld>
            <a:endParaRPr lang="en-IN"/>
          </a:p>
        </p:txBody>
      </p:sp>
    </p:spTree>
    <p:extLst>
      <p:ext uri="{BB962C8B-B14F-4D97-AF65-F5344CB8AC3E}">
        <p14:creationId xmlns="" xmlns:p14="http://schemas.microsoft.com/office/powerpoint/2010/main" val="617098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2632936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3129159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3117428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1100651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3226609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4231627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208478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1187942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3284867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3351554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209A54-09F7-4318-A09B-C3ABF3A18FB1}" type="datetimeFigureOut">
              <a:rPr lang="en-IN" smtClean="0"/>
              <a:pPr/>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3254553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209A54-09F7-4318-A09B-C3ABF3A18FB1}" type="datetimeFigureOut">
              <a:rPr lang="en-IN" smtClean="0"/>
              <a:pPr/>
              <a:t>28-10-2025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DF6BB8-DE46-4A38-BD4C-D455479F56A9}" type="slidenum">
              <a:rPr lang="en-IN" smtClean="0"/>
              <a:pPr/>
              <a:t>‹#›</a:t>
            </a:fld>
            <a:endParaRPr lang="en-IN"/>
          </a:p>
        </p:txBody>
      </p:sp>
    </p:spTree>
    <p:extLst>
      <p:ext uri="{BB962C8B-B14F-4D97-AF65-F5344CB8AC3E}">
        <p14:creationId xmlns="" xmlns:p14="http://schemas.microsoft.com/office/powerpoint/2010/main" val="801511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3448" y="0"/>
            <a:ext cx="9147448" cy="6858000"/>
          </a:xfrm>
          <a:prstGeom prst="rect">
            <a:avLst/>
          </a:prstGeom>
        </p:spPr>
      </p:pic>
      <p:sp>
        <p:nvSpPr>
          <p:cNvPr id="5" name="TextBox 4"/>
          <p:cNvSpPr txBox="1"/>
          <p:nvPr/>
        </p:nvSpPr>
        <p:spPr>
          <a:xfrm>
            <a:off x="3697500" y="6121664"/>
            <a:ext cx="2304256" cy="369332"/>
          </a:xfrm>
          <a:prstGeom prst="rect">
            <a:avLst/>
          </a:prstGeom>
          <a:noFill/>
        </p:spPr>
        <p:txBody>
          <a:bodyPr wrap="square" rtlCol="0">
            <a:spAutoFit/>
          </a:bodyPr>
          <a:lstStyle/>
          <a:p>
            <a:r>
              <a:rPr lang="en-IN" b="1" dirty="0">
                <a:solidFill>
                  <a:schemeClr val="bg1"/>
                </a:solidFill>
              </a:rPr>
              <a:t>By: Manas Tuwani</a:t>
            </a:r>
          </a:p>
        </p:txBody>
      </p:sp>
    </p:spTree>
    <p:extLst>
      <p:ext uri="{BB962C8B-B14F-4D97-AF65-F5344CB8AC3E}">
        <p14:creationId xmlns="" xmlns:p14="http://schemas.microsoft.com/office/powerpoint/2010/main" val="27958965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a:solidFill>
                  <a:srgbClr val="FFFFFF"/>
                </a:solidFill>
              </a:rPr>
              <a:t>STRUCTURE OF THE JAVA PROGRAM</a:t>
            </a: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lnSpc>
                <a:spcPct val="90000"/>
              </a:lnSpc>
              <a:buNone/>
            </a:pPr>
            <a:r>
              <a:rPr lang="en-IN" sz="1600"/>
              <a:t>package packagename;</a:t>
            </a:r>
          </a:p>
          <a:p>
            <a:pPr marL="0" indent="0">
              <a:lnSpc>
                <a:spcPct val="90000"/>
              </a:lnSpc>
              <a:buNone/>
            </a:pPr>
            <a:endParaRPr lang="en-IN" sz="1600"/>
          </a:p>
          <a:p>
            <a:pPr marL="0" indent="0">
              <a:lnSpc>
                <a:spcPct val="90000"/>
              </a:lnSpc>
              <a:buNone/>
            </a:pPr>
            <a:r>
              <a:rPr lang="en-IN" sz="1600"/>
              <a:t>import Statements (Optional);</a:t>
            </a:r>
          </a:p>
          <a:p>
            <a:pPr marL="0" indent="0">
              <a:lnSpc>
                <a:spcPct val="90000"/>
              </a:lnSpc>
              <a:buNone/>
            </a:pPr>
            <a:endParaRPr lang="en-IN" sz="1600"/>
          </a:p>
          <a:p>
            <a:pPr marL="0" indent="0">
              <a:lnSpc>
                <a:spcPct val="90000"/>
              </a:lnSpc>
              <a:buNone/>
            </a:pPr>
            <a:r>
              <a:rPr lang="en-IN" sz="1600"/>
              <a:t>public class ClassName {</a:t>
            </a:r>
          </a:p>
          <a:p>
            <a:pPr marL="0" indent="0">
              <a:lnSpc>
                <a:spcPct val="90000"/>
              </a:lnSpc>
              <a:buNone/>
            </a:pPr>
            <a:endParaRPr lang="en-IN" sz="1600"/>
          </a:p>
          <a:p>
            <a:pPr marL="0" indent="0">
              <a:lnSpc>
                <a:spcPct val="90000"/>
              </a:lnSpc>
              <a:buNone/>
            </a:pPr>
            <a:r>
              <a:rPr lang="en-IN" sz="1600"/>
              <a:t>public  static void main(String[] args)  </a:t>
            </a:r>
          </a:p>
          <a:p>
            <a:pPr marL="0" indent="0">
              <a:lnSpc>
                <a:spcPct val="90000"/>
              </a:lnSpc>
              <a:buNone/>
            </a:pPr>
            <a:r>
              <a:rPr lang="en-IN" sz="1600"/>
              <a:t>{</a:t>
            </a:r>
          </a:p>
          <a:p>
            <a:pPr marL="0" indent="0">
              <a:lnSpc>
                <a:spcPct val="90000"/>
              </a:lnSpc>
              <a:buNone/>
            </a:pPr>
            <a:r>
              <a:rPr lang="en-IN" sz="1600"/>
              <a:t>     Statements;</a:t>
            </a:r>
          </a:p>
          <a:p>
            <a:pPr marL="0" indent="0">
              <a:lnSpc>
                <a:spcPct val="90000"/>
              </a:lnSpc>
              <a:buNone/>
            </a:pPr>
            <a:r>
              <a:rPr lang="en-IN" sz="1600"/>
              <a:t>     Statements;</a:t>
            </a:r>
          </a:p>
          <a:p>
            <a:pPr marL="0" indent="0">
              <a:lnSpc>
                <a:spcPct val="90000"/>
              </a:lnSpc>
              <a:buNone/>
            </a:pPr>
            <a:r>
              <a:rPr lang="en-IN" sz="1600"/>
              <a:t>     Statements;</a:t>
            </a:r>
          </a:p>
          <a:p>
            <a:pPr marL="0" indent="0">
              <a:lnSpc>
                <a:spcPct val="90000"/>
              </a:lnSpc>
              <a:buNone/>
            </a:pPr>
            <a:r>
              <a:rPr lang="en-IN" sz="1600"/>
              <a:t>  }</a:t>
            </a:r>
          </a:p>
          <a:p>
            <a:pPr marL="0" indent="0">
              <a:lnSpc>
                <a:spcPct val="90000"/>
              </a:lnSpc>
              <a:buNone/>
            </a:pPr>
            <a:r>
              <a:rPr lang="en-IN" sz="1600"/>
              <a:t>}</a:t>
            </a:r>
          </a:p>
        </p:txBody>
      </p:sp>
    </p:spTree>
    <p:extLst>
      <p:ext uri="{BB962C8B-B14F-4D97-AF65-F5344CB8AC3E}">
        <p14:creationId xmlns="" xmlns:p14="http://schemas.microsoft.com/office/powerpoint/2010/main" val="38698057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a:solidFill>
                  <a:srgbClr val="FFFFFF"/>
                </a:solidFill>
              </a:rPr>
              <a:t>Naming Conventions in Java</a:t>
            </a:r>
          </a:p>
        </p:txBody>
      </p:sp>
      <p:sp>
        <p:nvSpPr>
          <p:cNvPr id="3" name="Content Placeholder 2"/>
          <p:cNvSpPr>
            <a:spLocks noGrp="1"/>
          </p:cNvSpPr>
          <p:nvPr>
            <p:ph idx="1"/>
          </p:nvPr>
        </p:nvSpPr>
        <p:spPr>
          <a:xfrm>
            <a:off x="1028699" y="2318197"/>
            <a:ext cx="7293023" cy="3683358"/>
          </a:xfrm>
        </p:spPr>
        <p:txBody>
          <a:bodyPr anchor="ctr">
            <a:normAutofit lnSpcReduction="10000"/>
          </a:bodyPr>
          <a:lstStyle/>
          <a:p>
            <a:pPr marL="0" indent="0">
              <a:lnSpc>
                <a:spcPct val="90000"/>
              </a:lnSpc>
              <a:buNone/>
            </a:pPr>
            <a:r>
              <a:rPr lang="en-IN" sz="1400" dirty="0"/>
              <a:t> </a:t>
            </a:r>
            <a:r>
              <a:rPr lang="en-IN" sz="1600" dirty="0"/>
              <a:t>Java is pure case sensitive language and strictly following the below naming conventions.</a:t>
            </a:r>
          </a:p>
          <a:p>
            <a:pPr marL="0" indent="0">
              <a:lnSpc>
                <a:spcPct val="90000"/>
              </a:lnSpc>
              <a:buNone/>
            </a:pPr>
            <a:endParaRPr lang="en-IN" sz="1600" dirty="0"/>
          </a:p>
          <a:p>
            <a:pPr marL="0" indent="0">
              <a:lnSpc>
                <a:spcPct val="90000"/>
              </a:lnSpc>
              <a:buNone/>
            </a:pPr>
            <a:r>
              <a:rPr lang="en-IN" sz="1600" b="1" dirty="0"/>
              <a:t>Package:</a:t>
            </a:r>
            <a:r>
              <a:rPr lang="en-IN" sz="1600" dirty="0"/>
              <a:t> package name should always start with lower case.</a:t>
            </a:r>
          </a:p>
          <a:p>
            <a:pPr marL="0" indent="0">
              <a:lnSpc>
                <a:spcPct val="90000"/>
              </a:lnSpc>
              <a:buNone/>
            </a:pPr>
            <a:r>
              <a:rPr lang="en-IN" sz="1600" dirty="0"/>
              <a:t>And it should not contain any special characters and space</a:t>
            </a:r>
          </a:p>
          <a:p>
            <a:pPr marL="0" indent="0">
              <a:lnSpc>
                <a:spcPct val="90000"/>
              </a:lnSpc>
              <a:buNone/>
            </a:pPr>
            <a:endParaRPr lang="en-IN" sz="1600" dirty="0"/>
          </a:p>
          <a:p>
            <a:pPr marL="0" indent="0">
              <a:lnSpc>
                <a:spcPct val="90000"/>
              </a:lnSpc>
              <a:buNone/>
            </a:pPr>
            <a:r>
              <a:rPr lang="en-IN" sz="1600" dirty="0"/>
              <a:t>Example: package </a:t>
            </a:r>
            <a:r>
              <a:rPr lang="en-IN" sz="1600" dirty="0" err="1"/>
              <a:t>packone</a:t>
            </a:r>
            <a:r>
              <a:rPr lang="en-IN" sz="1600" dirty="0"/>
              <a:t>;</a:t>
            </a:r>
          </a:p>
          <a:p>
            <a:pPr marL="0" indent="0">
              <a:lnSpc>
                <a:spcPct val="90000"/>
              </a:lnSpc>
              <a:buNone/>
            </a:pPr>
            <a:r>
              <a:rPr lang="en-IN" sz="1600" dirty="0"/>
              <a:t>Package pack2 etc.</a:t>
            </a:r>
          </a:p>
          <a:p>
            <a:pPr marL="0" indent="0">
              <a:lnSpc>
                <a:spcPct val="90000"/>
              </a:lnSpc>
              <a:buNone/>
            </a:pPr>
            <a:endParaRPr lang="en-IN" sz="1600" dirty="0"/>
          </a:p>
          <a:p>
            <a:pPr marL="0" indent="0">
              <a:lnSpc>
                <a:spcPct val="90000"/>
              </a:lnSpc>
              <a:buNone/>
            </a:pPr>
            <a:r>
              <a:rPr lang="en-IN" sz="1600" b="1" dirty="0"/>
              <a:t>Class: </a:t>
            </a:r>
            <a:r>
              <a:rPr lang="en-IN" sz="1600" dirty="0"/>
              <a:t>Class name should start with upper case and first character of every word in a class name should be upper case. And it should not contain any special characters and space.</a:t>
            </a:r>
          </a:p>
          <a:p>
            <a:pPr marL="0" indent="0">
              <a:lnSpc>
                <a:spcPct val="90000"/>
              </a:lnSpc>
              <a:buNone/>
            </a:pPr>
            <a:endParaRPr lang="en-IN" sz="1600" dirty="0"/>
          </a:p>
          <a:p>
            <a:pPr marL="0" indent="0">
              <a:lnSpc>
                <a:spcPct val="90000"/>
              </a:lnSpc>
              <a:buNone/>
            </a:pPr>
            <a:r>
              <a:rPr lang="en-IN" sz="1600" dirty="0"/>
              <a:t>Example: class </a:t>
            </a:r>
            <a:r>
              <a:rPr lang="en-IN" sz="1600" dirty="0" err="1"/>
              <a:t>ClassOne</a:t>
            </a:r>
            <a:endParaRPr lang="en-IN" sz="1600" dirty="0"/>
          </a:p>
          <a:p>
            <a:pPr marL="0" indent="0">
              <a:lnSpc>
                <a:spcPct val="90000"/>
              </a:lnSpc>
              <a:buNone/>
            </a:pPr>
            <a:r>
              <a:rPr lang="en-IN" sz="1600" dirty="0"/>
              <a:t>Class </a:t>
            </a:r>
            <a:r>
              <a:rPr lang="en-IN" sz="1600" dirty="0" err="1"/>
              <a:t>ClassOneTwo</a:t>
            </a:r>
            <a:endParaRPr lang="en-IN" sz="1600" dirty="0"/>
          </a:p>
        </p:txBody>
      </p:sp>
    </p:spTree>
    <p:extLst>
      <p:ext uri="{BB962C8B-B14F-4D97-AF65-F5344CB8AC3E}">
        <p14:creationId xmlns="" xmlns:p14="http://schemas.microsoft.com/office/powerpoint/2010/main" val="32336751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a:solidFill>
                  <a:srgbClr val="FFFFFF"/>
                </a:solidFill>
              </a:rPr>
              <a:t>Naming Conventions in Java</a:t>
            </a:r>
            <a:endParaRPr lang="en-IN" sz="350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1700"/>
              <a:t>Method/Function: Method/Function should starts with lower case and first character of second word onwards should be upper case.</a:t>
            </a:r>
          </a:p>
          <a:p>
            <a:pPr marL="0" indent="0">
              <a:buNone/>
            </a:pPr>
            <a:endParaRPr lang="en-IN" sz="1700"/>
          </a:p>
          <a:p>
            <a:pPr marL="0" indent="0">
              <a:buNone/>
            </a:pPr>
            <a:r>
              <a:rPr lang="en-IN" sz="1700"/>
              <a:t>Example: methodOne(); methodOneTwo();</a:t>
            </a:r>
          </a:p>
          <a:p>
            <a:pPr marL="0" indent="0">
              <a:buNone/>
            </a:pPr>
            <a:r>
              <a:rPr lang="en-IN" sz="1700"/>
              <a:t>methodOneTwoThree();</a:t>
            </a:r>
          </a:p>
          <a:p>
            <a:pPr marL="0" indent="0">
              <a:buNone/>
            </a:pPr>
            <a:endParaRPr lang="en-IN" sz="1700"/>
          </a:p>
          <a:p>
            <a:pPr marL="0" indent="0">
              <a:buNone/>
            </a:pPr>
            <a:endParaRPr lang="en-IN" sz="1700"/>
          </a:p>
          <a:p>
            <a:pPr marL="0" indent="0">
              <a:buNone/>
            </a:pPr>
            <a:endParaRPr lang="en-IN" sz="1700"/>
          </a:p>
          <a:p>
            <a:endParaRPr lang="en-IN" sz="1700"/>
          </a:p>
        </p:txBody>
      </p:sp>
    </p:spTree>
    <p:extLst>
      <p:ext uri="{BB962C8B-B14F-4D97-AF65-F5344CB8AC3E}">
        <p14:creationId xmlns="" xmlns:p14="http://schemas.microsoft.com/office/powerpoint/2010/main" val="38578780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gn="l"/>
            <a:r>
              <a:rPr lang="en-IN" sz="3500" b="1">
                <a:solidFill>
                  <a:srgbClr val="FFFFFF"/>
                </a:solidFill>
              </a:rPr>
              <a:t>Note:</a:t>
            </a:r>
          </a:p>
        </p:txBody>
      </p:sp>
      <p:sp>
        <p:nvSpPr>
          <p:cNvPr id="3" name="Content Placeholder 2"/>
          <p:cNvSpPr>
            <a:spLocks noGrp="1"/>
          </p:cNvSpPr>
          <p:nvPr>
            <p:ph idx="1"/>
          </p:nvPr>
        </p:nvSpPr>
        <p:spPr>
          <a:xfrm>
            <a:off x="1028699" y="2318197"/>
            <a:ext cx="7293023" cy="3683358"/>
          </a:xfrm>
        </p:spPr>
        <p:txBody>
          <a:bodyPr anchor="ctr">
            <a:normAutofit/>
          </a:bodyPr>
          <a:lstStyle/>
          <a:p>
            <a:r>
              <a:rPr lang="en-IN" sz="1800" dirty="0"/>
              <a:t>Method name, package name, class name should not contain spaces, should start with alphabets and can contains numeric. If we are specifying the public class in java program, the file name should be same as class name.</a:t>
            </a:r>
          </a:p>
        </p:txBody>
      </p:sp>
    </p:spTree>
    <p:extLst>
      <p:ext uri="{BB962C8B-B14F-4D97-AF65-F5344CB8AC3E}">
        <p14:creationId xmlns="" xmlns:p14="http://schemas.microsoft.com/office/powerpoint/2010/main" val="25674979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a:solidFill>
                  <a:srgbClr val="FFFFFF"/>
                </a:solidFill>
              </a:rPr>
              <a:t>OPERATORS IN JAVA</a:t>
            </a:r>
          </a:p>
        </p:txBody>
      </p:sp>
      <p:sp>
        <p:nvSpPr>
          <p:cNvPr id="3" name="Content Placeholder 2"/>
          <p:cNvSpPr>
            <a:spLocks noGrp="1"/>
          </p:cNvSpPr>
          <p:nvPr>
            <p:ph idx="1"/>
          </p:nvPr>
        </p:nvSpPr>
        <p:spPr>
          <a:xfrm>
            <a:off x="1028699" y="2318197"/>
            <a:ext cx="7293023" cy="3683358"/>
          </a:xfrm>
        </p:spPr>
        <p:txBody>
          <a:bodyPr anchor="ctr">
            <a:noAutofit/>
          </a:bodyPr>
          <a:lstStyle/>
          <a:p>
            <a:pPr marL="0" indent="0">
              <a:lnSpc>
                <a:spcPct val="90000"/>
              </a:lnSpc>
              <a:buNone/>
            </a:pPr>
            <a:r>
              <a:rPr lang="en-IN" sz="1600" dirty="0"/>
              <a:t>We are using operators to perform the operations in a java program. We are using 3 different types of operators in JAVA.</a:t>
            </a:r>
          </a:p>
          <a:p>
            <a:pPr marL="0" indent="0">
              <a:lnSpc>
                <a:spcPct val="90000"/>
              </a:lnSpc>
              <a:buNone/>
            </a:pPr>
            <a:endParaRPr lang="en-IN" sz="1600" dirty="0"/>
          </a:p>
          <a:p>
            <a:pPr marL="0" indent="0">
              <a:lnSpc>
                <a:spcPct val="90000"/>
              </a:lnSpc>
              <a:buNone/>
            </a:pPr>
            <a:r>
              <a:rPr lang="en-IN" sz="1600" b="1" dirty="0"/>
              <a:t>Note: Without using operators, we can’t write even single program in Java</a:t>
            </a:r>
          </a:p>
          <a:p>
            <a:pPr marL="0" indent="0">
              <a:lnSpc>
                <a:spcPct val="90000"/>
              </a:lnSpc>
              <a:buNone/>
            </a:pPr>
            <a:endParaRPr lang="en-IN" sz="1600" b="1" dirty="0"/>
          </a:p>
          <a:p>
            <a:pPr marL="0" indent="0">
              <a:lnSpc>
                <a:spcPct val="90000"/>
              </a:lnSpc>
              <a:buNone/>
            </a:pPr>
            <a:r>
              <a:rPr lang="en-IN" sz="1600" b="1" dirty="0"/>
              <a:t>1. Arithmetic Operators</a:t>
            </a:r>
            <a:r>
              <a:rPr lang="en-IN" sz="1600" dirty="0"/>
              <a:t>: We are using arithmetic operators to perform mathematical operations like addition, subtraction, multiplication etc.</a:t>
            </a:r>
          </a:p>
          <a:p>
            <a:pPr marL="0" indent="0">
              <a:lnSpc>
                <a:spcPct val="90000"/>
              </a:lnSpc>
              <a:buNone/>
            </a:pPr>
            <a:endParaRPr lang="en-IN" sz="1600" dirty="0"/>
          </a:p>
          <a:p>
            <a:pPr marL="0" indent="0">
              <a:lnSpc>
                <a:spcPct val="90000"/>
              </a:lnSpc>
              <a:buNone/>
            </a:pPr>
            <a:r>
              <a:rPr lang="en-IN" sz="1600" dirty="0"/>
              <a:t>Addition, </a:t>
            </a:r>
            <a:r>
              <a:rPr lang="en-IN" sz="1600" dirty="0" smtClean="0"/>
              <a:t>String </a:t>
            </a:r>
            <a:r>
              <a:rPr lang="en-IN" sz="1600" dirty="0"/>
              <a:t>concatenation     +</a:t>
            </a:r>
          </a:p>
          <a:p>
            <a:pPr marL="0" indent="0">
              <a:lnSpc>
                <a:spcPct val="90000"/>
              </a:lnSpc>
              <a:buNone/>
            </a:pPr>
            <a:r>
              <a:rPr lang="en-IN" sz="1600" dirty="0"/>
              <a:t>Subtraction, negation                     -</a:t>
            </a:r>
          </a:p>
          <a:p>
            <a:pPr marL="0" indent="0">
              <a:lnSpc>
                <a:spcPct val="90000"/>
              </a:lnSpc>
              <a:buNone/>
            </a:pPr>
            <a:r>
              <a:rPr lang="en-IN" sz="1600" dirty="0"/>
              <a:t>Multiplication                                  *</a:t>
            </a:r>
          </a:p>
          <a:p>
            <a:pPr marL="0" indent="0">
              <a:lnSpc>
                <a:spcPct val="90000"/>
              </a:lnSpc>
              <a:buNone/>
            </a:pPr>
            <a:r>
              <a:rPr lang="en-IN" sz="1600" dirty="0"/>
              <a:t>Division                                             /</a:t>
            </a:r>
          </a:p>
          <a:p>
            <a:pPr marL="0" indent="0">
              <a:lnSpc>
                <a:spcPct val="90000"/>
              </a:lnSpc>
              <a:buNone/>
            </a:pPr>
            <a:r>
              <a:rPr lang="en-IN" sz="1600" dirty="0"/>
              <a:t>Equal                                                 </a:t>
            </a:r>
            <a:r>
              <a:rPr lang="en-IN" sz="1600" dirty="0" smtClean="0"/>
              <a:t>=</a:t>
            </a:r>
          </a:p>
          <a:p>
            <a:pPr marL="0" indent="0">
              <a:lnSpc>
                <a:spcPct val="90000"/>
              </a:lnSpc>
              <a:buNone/>
            </a:pPr>
            <a:r>
              <a:rPr lang="en-IN" sz="1600" smtClean="0"/>
              <a:t>Reminder                                         %</a:t>
            </a:r>
            <a:endParaRPr lang="en-IN" sz="1600" dirty="0"/>
          </a:p>
          <a:p>
            <a:pPr marL="0" indent="0">
              <a:lnSpc>
                <a:spcPct val="90000"/>
              </a:lnSpc>
              <a:buNone/>
            </a:pPr>
            <a:r>
              <a:rPr lang="en-IN" sz="1600" dirty="0"/>
              <a:t>Increment                                       ++</a:t>
            </a:r>
          </a:p>
          <a:p>
            <a:pPr marL="0" indent="0">
              <a:lnSpc>
                <a:spcPct val="90000"/>
              </a:lnSpc>
              <a:buNone/>
            </a:pPr>
            <a:r>
              <a:rPr lang="en-IN" sz="1600" dirty="0"/>
              <a:t>Decrement                                      </a:t>
            </a:r>
            <a:r>
              <a:rPr lang="en-IN" sz="1600" dirty="0" smtClean="0"/>
              <a:t>--</a:t>
            </a:r>
            <a:endParaRPr lang="en-IN" sz="1600" dirty="0"/>
          </a:p>
        </p:txBody>
      </p:sp>
    </p:spTree>
    <p:extLst>
      <p:ext uri="{BB962C8B-B14F-4D97-AF65-F5344CB8AC3E}">
        <p14:creationId xmlns="" xmlns:p14="http://schemas.microsoft.com/office/powerpoint/2010/main" val="33154537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AE86FCCA-A1EA-CF49-BFBB-51A20DDF2561}"/>
              </a:ext>
            </a:extLst>
          </p:cNvPr>
          <p:cNvSpPr>
            <a:spLocks noGrp="1"/>
          </p:cNvSpPr>
          <p:nvPr>
            <p:ph type="title"/>
          </p:nvPr>
        </p:nvSpPr>
        <p:spPr>
          <a:xfrm>
            <a:off x="1028699" y="294538"/>
            <a:ext cx="7421963" cy="1033669"/>
          </a:xfrm>
        </p:spPr>
        <p:txBody>
          <a:bodyPr>
            <a:normAutofit/>
          </a:bodyPr>
          <a:lstStyle/>
          <a:p>
            <a:pPr>
              <a:lnSpc>
                <a:spcPct val="90000"/>
              </a:lnSpc>
            </a:pPr>
            <a:r>
              <a:rPr lang="en-IN" sz="3200" b="0" i="0">
                <a:solidFill>
                  <a:srgbClr val="FFFFFF"/>
                </a:solidFill>
                <a:effectLst/>
                <a:latin typeface="erdana"/>
              </a:rPr>
              <a:t>Java Arithmetic Operator Example</a:t>
            </a:r>
            <a:br>
              <a:rPr lang="en-IN" sz="3200" b="0" i="0">
                <a:solidFill>
                  <a:srgbClr val="FFFFFF"/>
                </a:solidFill>
                <a:effectLst/>
                <a:latin typeface="erdana"/>
              </a:rPr>
            </a:br>
            <a:endParaRPr lang="en-IN" sz="3200">
              <a:solidFill>
                <a:srgbClr val="FFFFFF"/>
              </a:solidFill>
            </a:endParaRPr>
          </a:p>
        </p:txBody>
      </p:sp>
      <p:sp>
        <p:nvSpPr>
          <p:cNvPr id="3" name="Content Placeholder 2">
            <a:extLst>
              <a:ext uri="{FF2B5EF4-FFF2-40B4-BE49-F238E27FC236}">
                <a16:creationId xmlns="" xmlns:a16="http://schemas.microsoft.com/office/drawing/2014/main" id="{EBC73975-4FC6-B235-4CBB-C7B11702A3FD}"/>
              </a:ext>
            </a:extLst>
          </p:cNvPr>
          <p:cNvSpPr>
            <a:spLocks noGrp="1"/>
          </p:cNvSpPr>
          <p:nvPr>
            <p:ph idx="1"/>
          </p:nvPr>
        </p:nvSpPr>
        <p:spPr>
          <a:xfrm>
            <a:off x="1028699" y="2318197"/>
            <a:ext cx="7293023" cy="3683358"/>
          </a:xfrm>
        </p:spPr>
        <p:txBody>
          <a:bodyPr anchor="ctr">
            <a:normAutofit/>
          </a:bodyPr>
          <a:lstStyle/>
          <a:p>
            <a:pPr marL="0" indent="0">
              <a:lnSpc>
                <a:spcPct val="90000"/>
              </a:lnSpc>
              <a:buNone/>
            </a:pPr>
            <a:r>
              <a:rPr lang="en-IN" sz="1700" b="1" i="0">
                <a:effectLst/>
                <a:latin typeface="inter-regular"/>
              </a:rPr>
              <a:t>public</a:t>
            </a:r>
            <a:r>
              <a:rPr lang="en-IN" sz="1700" b="0" i="0">
                <a:effectLst/>
                <a:latin typeface="inter-regular"/>
              </a:rPr>
              <a:t> </a:t>
            </a:r>
            <a:r>
              <a:rPr lang="en-IN" sz="1700" b="1" i="0">
                <a:effectLst/>
                <a:latin typeface="inter-regular"/>
              </a:rPr>
              <a:t>class</a:t>
            </a:r>
            <a:r>
              <a:rPr lang="en-IN" sz="1700" b="0" i="0">
                <a:effectLst/>
                <a:latin typeface="inter-regular"/>
              </a:rPr>
              <a:t> OperatorExample </a:t>
            </a:r>
          </a:p>
          <a:p>
            <a:pPr marL="0" indent="0">
              <a:lnSpc>
                <a:spcPct val="90000"/>
              </a:lnSpc>
              <a:buNone/>
            </a:pPr>
            <a:r>
              <a:rPr lang="en-IN" sz="1700" b="0" i="0">
                <a:effectLst/>
                <a:latin typeface="inter-regular"/>
              </a:rPr>
              <a:t>{  </a:t>
            </a:r>
          </a:p>
          <a:p>
            <a:pPr marL="0" indent="0">
              <a:lnSpc>
                <a:spcPct val="90000"/>
              </a:lnSpc>
              <a:buNone/>
            </a:pPr>
            <a:r>
              <a:rPr lang="en-IN" sz="1700" b="1" i="0">
                <a:effectLst/>
                <a:latin typeface="inter-regular"/>
              </a:rPr>
              <a:t>public</a:t>
            </a:r>
            <a:r>
              <a:rPr lang="en-IN" sz="1700" b="0" i="0">
                <a:effectLst/>
                <a:latin typeface="inter-regular"/>
              </a:rPr>
              <a:t> </a:t>
            </a:r>
            <a:r>
              <a:rPr lang="en-IN" sz="1700" b="1" i="0">
                <a:effectLst/>
                <a:latin typeface="inter-regular"/>
              </a:rPr>
              <a:t>static</a:t>
            </a:r>
            <a:r>
              <a:rPr lang="en-IN" sz="1700" b="0" i="0">
                <a:effectLst/>
                <a:latin typeface="inter-regular"/>
              </a:rPr>
              <a:t> </a:t>
            </a:r>
            <a:r>
              <a:rPr lang="en-IN" sz="1700" b="1" i="0">
                <a:effectLst/>
                <a:latin typeface="inter-regular"/>
              </a:rPr>
              <a:t>void</a:t>
            </a:r>
            <a:r>
              <a:rPr lang="en-IN" sz="1700" b="0" i="0">
                <a:effectLst/>
                <a:latin typeface="inter-regular"/>
              </a:rPr>
              <a:t> main(String args[]) {  </a:t>
            </a:r>
          </a:p>
          <a:p>
            <a:pPr marL="0" indent="0">
              <a:lnSpc>
                <a:spcPct val="90000"/>
              </a:lnSpc>
              <a:buNone/>
            </a:pPr>
            <a:r>
              <a:rPr lang="en-IN" sz="1700" b="1" i="0">
                <a:effectLst/>
                <a:latin typeface="inter-regular"/>
              </a:rPr>
              <a:t>int</a:t>
            </a:r>
            <a:r>
              <a:rPr lang="en-IN" sz="1700" b="0" i="0">
                <a:effectLst/>
                <a:latin typeface="inter-regular"/>
              </a:rPr>
              <a:t> a=10;  </a:t>
            </a:r>
          </a:p>
          <a:p>
            <a:pPr marL="0" indent="0">
              <a:lnSpc>
                <a:spcPct val="90000"/>
              </a:lnSpc>
              <a:buNone/>
            </a:pPr>
            <a:r>
              <a:rPr lang="en-IN" sz="1700" b="1" i="0">
                <a:effectLst/>
                <a:latin typeface="inter-regular"/>
              </a:rPr>
              <a:t>int</a:t>
            </a:r>
            <a:r>
              <a:rPr lang="en-IN" sz="1700" b="0" i="0">
                <a:effectLst/>
                <a:latin typeface="inter-regular"/>
              </a:rPr>
              <a:t> b=5;  </a:t>
            </a:r>
          </a:p>
          <a:p>
            <a:pPr marL="0" indent="0">
              <a:lnSpc>
                <a:spcPct val="90000"/>
              </a:lnSpc>
              <a:buNone/>
            </a:pPr>
            <a:r>
              <a:rPr lang="en-IN" sz="1700" b="0" i="0">
                <a:effectLst/>
                <a:latin typeface="inter-regular"/>
              </a:rPr>
              <a:t>System.out.println(a+b); //15  </a:t>
            </a:r>
          </a:p>
          <a:p>
            <a:pPr marL="0" indent="0">
              <a:lnSpc>
                <a:spcPct val="90000"/>
              </a:lnSpc>
              <a:buNone/>
            </a:pPr>
            <a:r>
              <a:rPr lang="en-IN" sz="1700" b="0" i="0">
                <a:effectLst/>
                <a:latin typeface="inter-regular"/>
              </a:rPr>
              <a:t>System.out.println(a-b); //5  </a:t>
            </a:r>
          </a:p>
          <a:p>
            <a:pPr marL="0" indent="0">
              <a:lnSpc>
                <a:spcPct val="90000"/>
              </a:lnSpc>
              <a:buNone/>
            </a:pPr>
            <a:r>
              <a:rPr lang="en-IN" sz="1700" b="0" i="0">
                <a:effectLst/>
                <a:latin typeface="inter-regular"/>
              </a:rPr>
              <a:t>System.out.println(a*b); //50  </a:t>
            </a:r>
          </a:p>
          <a:p>
            <a:pPr marL="0" indent="0">
              <a:lnSpc>
                <a:spcPct val="90000"/>
              </a:lnSpc>
              <a:buNone/>
            </a:pPr>
            <a:r>
              <a:rPr lang="en-IN" sz="1700" b="0" i="0">
                <a:effectLst/>
                <a:latin typeface="inter-regular"/>
              </a:rPr>
              <a:t>System.out.println(a/b); //2  </a:t>
            </a:r>
          </a:p>
          <a:p>
            <a:pPr marL="0" indent="0">
              <a:lnSpc>
                <a:spcPct val="90000"/>
              </a:lnSpc>
              <a:buNone/>
            </a:pPr>
            <a:r>
              <a:rPr lang="en-IN" sz="1700" b="0" i="0">
                <a:effectLst/>
                <a:latin typeface="inter-regular"/>
              </a:rPr>
              <a:t>System.out.println(a%b); //0  </a:t>
            </a:r>
          </a:p>
          <a:p>
            <a:pPr marL="0" indent="0">
              <a:lnSpc>
                <a:spcPct val="90000"/>
              </a:lnSpc>
              <a:buNone/>
            </a:pPr>
            <a:r>
              <a:rPr lang="en-IN" sz="1700" b="0" i="0">
                <a:effectLst/>
                <a:latin typeface="inter-regular"/>
              </a:rPr>
              <a:t>}</a:t>
            </a:r>
          </a:p>
          <a:p>
            <a:pPr marL="0" indent="0">
              <a:lnSpc>
                <a:spcPct val="90000"/>
              </a:lnSpc>
              <a:buNone/>
            </a:pPr>
            <a:r>
              <a:rPr lang="en-IN" sz="1700" b="0" i="0">
                <a:effectLst/>
                <a:latin typeface="inter-regular"/>
              </a:rPr>
              <a:t>}  </a:t>
            </a:r>
          </a:p>
          <a:p>
            <a:pPr marL="0" indent="0">
              <a:lnSpc>
                <a:spcPct val="90000"/>
              </a:lnSpc>
              <a:buNone/>
            </a:pPr>
            <a:endParaRPr lang="en-IN" sz="1700"/>
          </a:p>
        </p:txBody>
      </p:sp>
    </p:spTree>
    <p:extLst>
      <p:ext uri="{BB962C8B-B14F-4D97-AF65-F5344CB8AC3E}">
        <p14:creationId xmlns="" xmlns:p14="http://schemas.microsoft.com/office/powerpoint/2010/main" val="12784862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5BFF31-AB38-C864-F3EE-2DD887917BFA}"/>
              </a:ext>
            </a:extLst>
          </p:cNvPr>
          <p:cNvSpPr>
            <a:spLocks noGrp="1"/>
          </p:cNvSpPr>
          <p:nvPr>
            <p:ph type="title"/>
          </p:nvPr>
        </p:nvSpPr>
        <p:spPr/>
        <p:txBody>
          <a:bodyPr>
            <a:normAutofit/>
          </a:bodyPr>
          <a:lstStyle/>
          <a:p>
            <a:r>
              <a:rPr lang="en-US" sz="2800" b="1" u="sng" dirty="0"/>
              <a:t>Unary Operator or Increment-Decrement Operator Program</a:t>
            </a:r>
            <a:endParaRPr lang="en-IN" sz="2800" b="1" u="sng" dirty="0"/>
          </a:p>
        </p:txBody>
      </p:sp>
      <p:pic>
        <p:nvPicPr>
          <p:cNvPr id="5" name="Content Placeholder 4">
            <a:extLst>
              <a:ext uri="{FF2B5EF4-FFF2-40B4-BE49-F238E27FC236}">
                <a16:creationId xmlns="" xmlns:a16="http://schemas.microsoft.com/office/drawing/2014/main" id="{00CE513C-BDF8-4CF7-47D5-9E3D122D3F40}"/>
              </a:ext>
            </a:extLst>
          </p:cNvPr>
          <p:cNvPicPr>
            <a:picLocks noGrp="1" noChangeAspect="1"/>
          </p:cNvPicPr>
          <p:nvPr>
            <p:ph idx="1"/>
          </p:nvPr>
        </p:nvPicPr>
        <p:blipFill>
          <a:blip r:embed="rId2" cstate="print"/>
          <a:stretch>
            <a:fillRect/>
          </a:stretch>
        </p:blipFill>
        <p:spPr>
          <a:xfrm>
            <a:off x="548922" y="1600200"/>
            <a:ext cx="8046156" cy="4525963"/>
          </a:xfrm>
        </p:spPr>
      </p:pic>
    </p:spTree>
    <p:extLst>
      <p:ext uri="{BB962C8B-B14F-4D97-AF65-F5344CB8AC3E}">
        <p14:creationId xmlns="" xmlns:p14="http://schemas.microsoft.com/office/powerpoint/2010/main" val="25212728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a:solidFill>
                  <a:srgbClr val="FFFFFF"/>
                </a:solidFill>
              </a:rPr>
              <a:t>OPERATORS IN JAVA</a:t>
            </a:r>
            <a:endParaRPr lang="en-IN" sz="350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1700" b="1"/>
              <a:t>2. Conditional Operators: </a:t>
            </a:r>
            <a:r>
              <a:rPr lang="en-IN" sz="1700"/>
              <a:t>To check/verify the conditions in a java program. (Relational operators). These are giving Boolean results.</a:t>
            </a:r>
          </a:p>
          <a:p>
            <a:endParaRPr lang="en-IN" sz="1700"/>
          </a:p>
          <a:p>
            <a:endParaRPr lang="en-IN" sz="1700"/>
          </a:p>
          <a:p>
            <a:pPr marL="0" indent="0">
              <a:buNone/>
            </a:pPr>
            <a:r>
              <a:rPr lang="en-IN" sz="1700"/>
              <a:t> Less than                                &lt;</a:t>
            </a:r>
          </a:p>
          <a:p>
            <a:pPr marL="0" indent="0">
              <a:buNone/>
            </a:pPr>
            <a:r>
              <a:rPr lang="en-IN" sz="1700"/>
              <a:t>Greater than                           &gt;</a:t>
            </a:r>
          </a:p>
          <a:p>
            <a:pPr marL="0" indent="0">
              <a:buNone/>
            </a:pPr>
            <a:r>
              <a:rPr lang="en-IN" sz="1700"/>
              <a:t>Less than equal to                  &lt;=</a:t>
            </a:r>
          </a:p>
          <a:p>
            <a:pPr marL="0" indent="0">
              <a:buNone/>
            </a:pPr>
            <a:r>
              <a:rPr lang="en-IN" sz="1700"/>
              <a:t>Greater equal                          &gt;=</a:t>
            </a:r>
          </a:p>
          <a:p>
            <a:pPr marL="0" indent="0">
              <a:buNone/>
            </a:pPr>
            <a:r>
              <a:rPr lang="en-IN" sz="1700"/>
              <a:t>Double equal                           ==</a:t>
            </a:r>
          </a:p>
          <a:p>
            <a:pPr marL="0" indent="0">
              <a:buNone/>
            </a:pPr>
            <a:r>
              <a:rPr lang="en-IN" sz="1700"/>
              <a:t>Not equal                                 !=</a:t>
            </a:r>
          </a:p>
        </p:txBody>
      </p:sp>
    </p:spTree>
    <p:extLst>
      <p:ext uri="{BB962C8B-B14F-4D97-AF65-F5344CB8AC3E}">
        <p14:creationId xmlns="" xmlns:p14="http://schemas.microsoft.com/office/powerpoint/2010/main" val="29271553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a:solidFill>
                  <a:srgbClr val="FFFFFF"/>
                </a:solidFill>
              </a:rPr>
              <a:t>OPERATORS IN JAVA</a:t>
            </a:r>
            <a:endParaRPr lang="en-IN" sz="350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1700" b="1" dirty="0"/>
              <a:t>3. Logical Operators: </a:t>
            </a:r>
            <a:r>
              <a:rPr lang="en-IN" sz="1700" dirty="0"/>
              <a:t>To perform the logical operations in a Java Program.</a:t>
            </a:r>
          </a:p>
          <a:p>
            <a:pPr marL="0" indent="0">
              <a:buNone/>
            </a:pPr>
            <a:endParaRPr lang="en-IN" sz="1700" dirty="0"/>
          </a:p>
          <a:p>
            <a:pPr marL="0" indent="0">
              <a:buNone/>
            </a:pPr>
            <a:r>
              <a:rPr lang="en-IN" sz="1700" dirty="0"/>
              <a:t>AND (Any 1 condition false result false)   &amp;&amp;</a:t>
            </a:r>
          </a:p>
          <a:p>
            <a:pPr marL="0" indent="0">
              <a:buNone/>
            </a:pPr>
            <a:r>
              <a:rPr lang="en-IN" sz="1700" dirty="0"/>
              <a:t>OR (Any 1 condition true result true)        ||</a:t>
            </a:r>
          </a:p>
          <a:p>
            <a:pPr marL="0" indent="0">
              <a:buNone/>
            </a:pPr>
            <a:endParaRPr lang="en-IN" sz="1700" dirty="0"/>
          </a:p>
          <a:p>
            <a:pPr marL="0" indent="0">
              <a:buNone/>
            </a:pPr>
            <a:r>
              <a:rPr lang="en-IN" sz="1700" b="1" dirty="0"/>
              <a:t>Note: </a:t>
            </a:r>
            <a:r>
              <a:rPr lang="en-IN" sz="1700" dirty="0"/>
              <a:t>Operators are mandatory in every language but the </a:t>
            </a:r>
            <a:r>
              <a:rPr lang="en-IN" sz="1700"/>
              <a:t>syntaxes </a:t>
            </a:r>
            <a:r>
              <a:rPr lang="en-IN" sz="1700" smtClean="0"/>
              <a:t>might</a:t>
            </a:r>
            <a:r>
              <a:rPr lang="en-IN" sz="1700" smtClean="0"/>
              <a:t> </a:t>
            </a:r>
            <a:r>
              <a:rPr lang="en-IN" sz="1700"/>
              <a:t>different from one language to another language</a:t>
            </a:r>
          </a:p>
        </p:txBody>
      </p:sp>
    </p:spTree>
    <p:extLst>
      <p:ext uri="{BB962C8B-B14F-4D97-AF65-F5344CB8AC3E}">
        <p14:creationId xmlns="" xmlns:p14="http://schemas.microsoft.com/office/powerpoint/2010/main" val="27401438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77E23DB0-A323-8A6E-DFB4-9BF7DA3E63D5}"/>
              </a:ext>
            </a:extLst>
          </p:cNvPr>
          <p:cNvSpPr>
            <a:spLocks noGrp="1"/>
          </p:cNvSpPr>
          <p:nvPr>
            <p:ph type="title"/>
          </p:nvPr>
        </p:nvSpPr>
        <p:spPr>
          <a:xfrm>
            <a:off x="1028699" y="294538"/>
            <a:ext cx="7421963" cy="1033669"/>
          </a:xfrm>
        </p:spPr>
        <p:txBody>
          <a:bodyPr>
            <a:normAutofit/>
          </a:bodyPr>
          <a:lstStyle/>
          <a:p>
            <a:r>
              <a:rPr lang="en-US" sz="3500" b="0" i="0">
                <a:solidFill>
                  <a:srgbClr val="FFFFFF"/>
                </a:solidFill>
                <a:effectLst/>
                <a:latin typeface="erdana"/>
              </a:rPr>
              <a:t>Logical Operator Example </a:t>
            </a:r>
            <a:endParaRPr lang="en-IN" sz="3500">
              <a:solidFill>
                <a:srgbClr val="FFFFFF"/>
              </a:solidFill>
            </a:endParaRPr>
          </a:p>
        </p:txBody>
      </p:sp>
      <p:sp>
        <p:nvSpPr>
          <p:cNvPr id="3" name="Content Placeholder 2">
            <a:extLst>
              <a:ext uri="{FF2B5EF4-FFF2-40B4-BE49-F238E27FC236}">
                <a16:creationId xmlns="" xmlns:a16="http://schemas.microsoft.com/office/drawing/2014/main" id="{949C3AC9-1996-44DC-C9EB-C040A876A1BF}"/>
              </a:ext>
            </a:extLst>
          </p:cNvPr>
          <p:cNvSpPr>
            <a:spLocks noGrp="1"/>
          </p:cNvSpPr>
          <p:nvPr>
            <p:ph idx="1"/>
          </p:nvPr>
        </p:nvSpPr>
        <p:spPr>
          <a:xfrm>
            <a:off x="1028699" y="2318197"/>
            <a:ext cx="7293023" cy="3683358"/>
          </a:xfrm>
        </p:spPr>
        <p:txBody>
          <a:bodyPr anchor="ctr">
            <a:normAutofit/>
          </a:bodyPr>
          <a:lstStyle/>
          <a:p>
            <a:pPr marL="0" indent="0">
              <a:buNone/>
            </a:pPr>
            <a:r>
              <a:rPr lang="en-IN" sz="1700" i="0">
                <a:effectLst/>
                <a:latin typeface="inter-regular"/>
              </a:rPr>
              <a:t>public class OperatorExample </a:t>
            </a:r>
          </a:p>
          <a:p>
            <a:pPr marL="0" indent="0">
              <a:buNone/>
            </a:pPr>
            <a:r>
              <a:rPr lang="en-IN" sz="1700" i="0">
                <a:effectLst/>
                <a:latin typeface="inter-regular"/>
              </a:rPr>
              <a:t>{  </a:t>
            </a:r>
          </a:p>
          <a:p>
            <a:pPr marL="0" indent="0">
              <a:buNone/>
            </a:pPr>
            <a:r>
              <a:rPr lang="en-IN" sz="1700" i="0">
                <a:effectLst/>
                <a:latin typeface="inter-regular"/>
              </a:rPr>
              <a:t>public static void main(String args[]){  </a:t>
            </a:r>
          </a:p>
          <a:p>
            <a:pPr marL="0" indent="0">
              <a:buNone/>
            </a:pPr>
            <a:r>
              <a:rPr lang="en-IN" sz="1700" i="0">
                <a:effectLst/>
                <a:latin typeface="inter-regular"/>
              </a:rPr>
              <a:t>int a=10;  </a:t>
            </a:r>
          </a:p>
          <a:p>
            <a:pPr marL="0" indent="0">
              <a:buNone/>
            </a:pPr>
            <a:r>
              <a:rPr lang="en-IN" sz="1700" i="0">
                <a:effectLst/>
                <a:latin typeface="inter-regular"/>
              </a:rPr>
              <a:t>int b=5;  </a:t>
            </a:r>
          </a:p>
          <a:p>
            <a:pPr marL="0" indent="0">
              <a:buNone/>
            </a:pPr>
            <a:r>
              <a:rPr lang="en-IN" sz="1700" i="0">
                <a:effectLst/>
                <a:latin typeface="inter-regular"/>
              </a:rPr>
              <a:t>int c=20;  </a:t>
            </a:r>
          </a:p>
          <a:p>
            <a:pPr marL="0" indent="0">
              <a:buNone/>
            </a:pPr>
            <a:r>
              <a:rPr lang="en-IN" sz="1700" i="0">
                <a:effectLst/>
                <a:latin typeface="inter-regular"/>
              </a:rPr>
              <a:t>System.out.println(a&lt;b&amp;&amp;a&lt;c); //false </a:t>
            </a:r>
          </a:p>
          <a:p>
            <a:pPr marL="0" indent="0">
              <a:buNone/>
            </a:pPr>
            <a:r>
              <a:rPr lang="en-IN" sz="1700" i="0">
                <a:effectLst/>
                <a:latin typeface="inter-regular"/>
              </a:rPr>
              <a:t>}</a:t>
            </a:r>
          </a:p>
          <a:p>
            <a:pPr marL="0" indent="0">
              <a:buNone/>
            </a:pPr>
            <a:r>
              <a:rPr lang="en-IN" sz="1700" i="0">
                <a:effectLst/>
                <a:latin typeface="inter-regular"/>
              </a:rPr>
              <a:t>}  </a:t>
            </a:r>
          </a:p>
          <a:p>
            <a:pPr marL="0" indent="0">
              <a:buNone/>
            </a:pPr>
            <a:endParaRPr lang="en-US" sz="1700" b="0" i="0">
              <a:effectLst/>
              <a:latin typeface="erdana"/>
            </a:endParaRPr>
          </a:p>
          <a:p>
            <a:pPr marL="0" indent="0">
              <a:buNone/>
            </a:pPr>
            <a:endParaRPr lang="en-IN" sz="1700"/>
          </a:p>
        </p:txBody>
      </p:sp>
    </p:spTree>
    <p:extLst>
      <p:ext uri="{BB962C8B-B14F-4D97-AF65-F5344CB8AC3E}">
        <p14:creationId xmlns="" xmlns:p14="http://schemas.microsoft.com/office/powerpoint/2010/main" val="35208832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77E23DB0-A323-8A6E-DFB4-9BF7DA3E63D5}"/>
              </a:ext>
            </a:extLst>
          </p:cNvPr>
          <p:cNvSpPr>
            <a:spLocks noGrp="1"/>
          </p:cNvSpPr>
          <p:nvPr>
            <p:ph type="title"/>
          </p:nvPr>
        </p:nvSpPr>
        <p:spPr>
          <a:xfrm>
            <a:off x="1028699" y="294538"/>
            <a:ext cx="7421963" cy="1033669"/>
          </a:xfrm>
        </p:spPr>
        <p:txBody>
          <a:bodyPr>
            <a:normAutofit/>
          </a:bodyPr>
          <a:lstStyle/>
          <a:p>
            <a:r>
              <a:rPr lang="en-US" sz="3500" b="0" i="0">
                <a:solidFill>
                  <a:srgbClr val="FFFFFF"/>
                </a:solidFill>
                <a:effectLst/>
                <a:latin typeface="erdana"/>
              </a:rPr>
              <a:t>Logical Operator Example </a:t>
            </a:r>
            <a:endParaRPr lang="en-IN" sz="3500">
              <a:solidFill>
                <a:srgbClr val="FFFFFF"/>
              </a:solidFill>
            </a:endParaRPr>
          </a:p>
        </p:txBody>
      </p:sp>
      <p:sp>
        <p:nvSpPr>
          <p:cNvPr id="3" name="Content Placeholder 2">
            <a:extLst>
              <a:ext uri="{FF2B5EF4-FFF2-40B4-BE49-F238E27FC236}">
                <a16:creationId xmlns="" xmlns:a16="http://schemas.microsoft.com/office/drawing/2014/main" id="{949C3AC9-1996-44DC-C9EB-C040A876A1BF}"/>
              </a:ext>
            </a:extLst>
          </p:cNvPr>
          <p:cNvSpPr>
            <a:spLocks noGrp="1"/>
          </p:cNvSpPr>
          <p:nvPr>
            <p:ph idx="1"/>
          </p:nvPr>
        </p:nvSpPr>
        <p:spPr>
          <a:xfrm>
            <a:off x="1028699" y="2318197"/>
            <a:ext cx="7293023" cy="3683358"/>
          </a:xfrm>
        </p:spPr>
        <p:txBody>
          <a:bodyPr anchor="ctr">
            <a:normAutofit/>
          </a:bodyPr>
          <a:lstStyle/>
          <a:p>
            <a:pPr marL="0" indent="0">
              <a:buNone/>
            </a:pPr>
            <a:r>
              <a:rPr lang="en-IN" sz="1700" i="0">
                <a:effectLst/>
                <a:latin typeface="inter-regular"/>
              </a:rPr>
              <a:t>public class OperatorExample</a:t>
            </a:r>
          </a:p>
          <a:p>
            <a:pPr marL="0" indent="0">
              <a:buNone/>
            </a:pPr>
            <a:r>
              <a:rPr lang="en-IN" sz="1700" i="0">
                <a:effectLst/>
                <a:latin typeface="inter-regular"/>
              </a:rPr>
              <a:t>{  </a:t>
            </a:r>
          </a:p>
          <a:p>
            <a:pPr marL="0" indent="0">
              <a:buNone/>
            </a:pPr>
            <a:r>
              <a:rPr lang="en-IN" sz="1700" i="0">
                <a:effectLst/>
                <a:latin typeface="inter-regular"/>
              </a:rPr>
              <a:t>public static void main(String args[]) {  </a:t>
            </a:r>
          </a:p>
          <a:p>
            <a:pPr marL="0" indent="0">
              <a:buNone/>
            </a:pPr>
            <a:r>
              <a:rPr lang="en-IN" sz="1700" i="0">
                <a:effectLst/>
                <a:latin typeface="inter-regular"/>
              </a:rPr>
              <a:t>int a=10;  </a:t>
            </a:r>
          </a:p>
          <a:p>
            <a:pPr marL="0" indent="0">
              <a:buNone/>
            </a:pPr>
            <a:r>
              <a:rPr lang="en-IN" sz="1700" i="0">
                <a:effectLst/>
                <a:latin typeface="inter-regular"/>
              </a:rPr>
              <a:t>int b=5;  </a:t>
            </a:r>
          </a:p>
          <a:p>
            <a:pPr marL="0" indent="0">
              <a:buNone/>
            </a:pPr>
            <a:r>
              <a:rPr lang="en-IN" sz="1700" i="0">
                <a:effectLst/>
                <a:latin typeface="inter-regular"/>
              </a:rPr>
              <a:t>int c=20;  </a:t>
            </a:r>
          </a:p>
          <a:p>
            <a:pPr marL="0" indent="0">
              <a:buNone/>
            </a:pPr>
            <a:r>
              <a:rPr lang="en-IN" sz="1700" i="0">
                <a:effectLst/>
                <a:latin typeface="inter-regular"/>
              </a:rPr>
              <a:t>System.out.println(a&gt;b||a&lt;c); //true </a:t>
            </a:r>
            <a:endParaRPr lang="en-IN" sz="1700" b="0" i="0">
              <a:effectLst/>
              <a:latin typeface="inter-regular"/>
            </a:endParaRPr>
          </a:p>
          <a:p>
            <a:pPr marL="0" indent="0">
              <a:buNone/>
            </a:pPr>
            <a:r>
              <a:rPr lang="en-US" sz="1700" b="0" i="0">
                <a:effectLst/>
                <a:latin typeface="erdana"/>
              </a:rPr>
              <a:t>}</a:t>
            </a:r>
          </a:p>
          <a:p>
            <a:pPr marL="0" indent="0">
              <a:buNone/>
            </a:pPr>
            <a:r>
              <a:rPr lang="en-IN" sz="1700"/>
              <a:t>}</a:t>
            </a:r>
          </a:p>
        </p:txBody>
      </p:sp>
    </p:spTree>
    <p:extLst>
      <p:ext uri="{BB962C8B-B14F-4D97-AF65-F5344CB8AC3E}">
        <p14:creationId xmlns="" xmlns:p14="http://schemas.microsoft.com/office/powerpoint/2010/main" val="4958109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 xmlns:a16="http://schemas.microsoft.com/office/drawing/2014/main" id="{F645154B-D25D-849C-47FD-F115B8760DC2}"/>
              </a:ext>
            </a:extLst>
          </p:cNvPr>
          <p:cNvPicPr>
            <a:picLocks noChangeAspect="1"/>
          </p:cNvPicPr>
          <p:nvPr/>
        </p:nvPicPr>
        <p:blipFill>
          <a:blip r:embed="rId2" cstate="print"/>
          <a:stretch>
            <a:fillRect/>
          </a:stretch>
        </p:blipFill>
        <p:spPr>
          <a:xfrm>
            <a:off x="482600" y="1128713"/>
            <a:ext cx="8178799" cy="4600573"/>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1415455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Graphical user interface, text&#10;&#10;Description automatically generated">
            <a:extLst>
              <a:ext uri="{FF2B5EF4-FFF2-40B4-BE49-F238E27FC236}">
                <a16:creationId xmlns="" xmlns:a16="http://schemas.microsoft.com/office/drawing/2014/main" id="{30D1E844-2A15-FBE7-B332-742063F9395A}"/>
              </a:ext>
            </a:extLst>
          </p:cNvPr>
          <p:cNvPicPr>
            <a:picLocks noChangeAspect="1"/>
          </p:cNvPicPr>
          <p:nvPr/>
        </p:nvPicPr>
        <p:blipFill>
          <a:blip r:embed="rId2" cstate="print"/>
          <a:stretch>
            <a:fillRect/>
          </a:stretch>
        </p:blipFill>
        <p:spPr>
          <a:xfrm>
            <a:off x="482600" y="1128713"/>
            <a:ext cx="8178799" cy="4600573"/>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3764178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 xmlns:a16="http://schemas.microsoft.com/office/drawing/2014/main" id="{0ADA2601-CC1E-4BA9-A9DF-3B77106291A8}"/>
              </a:ext>
            </a:extLst>
          </p:cNvPr>
          <p:cNvPicPr>
            <a:picLocks noChangeAspect="1"/>
          </p:cNvPicPr>
          <p:nvPr/>
        </p:nvPicPr>
        <p:blipFill>
          <a:blip r:embed="rId2" cstate="print"/>
          <a:stretch>
            <a:fillRect/>
          </a:stretch>
        </p:blipFill>
        <p:spPr>
          <a:xfrm>
            <a:off x="482600" y="1128713"/>
            <a:ext cx="8178799" cy="4600573"/>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0419202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1261</TotalTime>
  <Words>416</Words>
  <Application>Microsoft Office PowerPoint</Application>
  <PresentationFormat>On-screen Show (4:3)</PresentationFormat>
  <Paragraphs>103</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STRUCTURE OF THE JAVA PROGRAM</vt:lpstr>
      <vt:lpstr>Naming Conventions in Java</vt:lpstr>
      <vt:lpstr>Naming Conventions in Java</vt:lpstr>
      <vt:lpstr>Note:</vt:lpstr>
      <vt:lpstr>OPERATORS IN JAVA</vt:lpstr>
      <vt:lpstr>Java Arithmetic Operator Example </vt:lpstr>
      <vt:lpstr>Unary Operator or Increment-Decrement Operator Program</vt:lpstr>
      <vt:lpstr>OPERATORS IN JAVA</vt:lpstr>
      <vt:lpstr>OPERATORS IN JAVA</vt:lpstr>
      <vt:lpstr>Logical Operator Example </vt:lpstr>
      <vt:lpstr>Logical Operator Example </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Manas Tuwani</cp:lastModifiedBy>
  <cp:revision>17</cp:revision>
  <dcterms:created xsi:type="dcterms:W3CDTF">2022-05-03T07:25:11Z</dcterms:created>
  <dcterms:modified xsi:type="dcterms:W3CDTF">2025-10-28T15:54:34Z</dcterms:modified>
</cp:coreProperties>
</file>