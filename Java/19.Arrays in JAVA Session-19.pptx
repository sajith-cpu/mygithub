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57" r:id="rId3"/>
    <p:sldId id="260" r:id="rId4"/>
    <p:sldId id="261" r:id="rId5"/>
    <p:sldId id="262" r:id="rId6"/>
    <p:sldId id="274" r:id="rId7"/>
    <p:sldId id="263" r:id="rId8"/>
    <p:sldId id="265" r:id="rId9"/>
    <p:sldId id="266" r:id="rId10"/>
    <p:sldId id="267" r:id="rId11"/>
    <p:sldId id="270" r:id="rId12"/>
    <p:sldId id="268" r:id="rId13"/>
    <p:sldId id="264" r:id="rId14"/>
    <p:sldId id="269" r:id="rId15"/>
    <p:sldId id="273" r:id="rId16"/>
    <p:sldId id="271" r:id="rId17"/>
    <p:sldId id="258" r:id="rId18"/>
    <p:sldId id="259"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8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DE77435E-A64F-4CDE-83C3-4E14F6B335ED}"/>
    <pc:docChg chg="custSel modSld">
      <pc:chgData name="Manas Tuwani" userId="5d421215-a11f-4a6e-90ca-e8ac2213fab6" providerId="ADAL" clId="{DE77435E-A64F-4CDE-83C3-4E14F6B335ED}" dt="2023-03-31T16:02:33.474" v="3" actId="1076"/>
      <pc:docMkLst>
        <pc:docMk/>
      </pc:docMkLst>
      <pc:sldChg chg="modSp mod">
        <pc:chgData name="Manas Tuwani" userId="5d421215-a11f-4a6e-90ca-e8ac2213fab6" providerId="ADAL" clId="{DE77435E-A64F-4CDE-83C3-4E14F6B335ED}" dt="2023-03-31T16:02:20.284" v="2" actId="1076"/>
        <pc:sldMkLst>
          <pc:docMk/>
          <pc:sldMk cId="853014544" sldId="257"/>
        </pc:sldMkLst>
        <pc:spChg chg="mod">
          <ac:chgData name="Manas Tuwani" userId="5d421215-a11f-4a6e-90ca-e8ac2213fab6" providerId="ADAL" clId="{DE77435E-A64F-4CDE-83C3-4E14F6B335ED}" dt="2023-03-31T16:02:20.284" v="2" actId="1076"/>
          <ac:spMkLst>
            <pc:docMk/>
            <pc:sldMk cId="853014544" sldId="257"/>
            <ac:spMk id="2" creationId="{B4213BD2-9EA6-8221-440D-55FA70D83A06}"/>
          </ac:spMkLst>
        </pc:spChg>
      </pc:sldChg>
      <pc:sldChg chg="modSp mod">
        <pc:chgData name="Manas Tuwani" userId="5d421215-a11f-4a6e-90ca-e8ac2213fab6" providerId="ADAL" clId="{DE77435E-A64F-4CDE-83C3-4E14F6B335ED}" dt="2023-03-31T16:02:33.474" v="3" actId="1076"/>
        <pc:sldMkLst>
          <pc:docMk/>
          <pc:sldMk cId="3468016801" sldId="261"/>
        </pc:sldMkLst>
        <pc:spChg chg="mod">
          <ac:chgData name="Manas Tuwani" userId="5d421215-a11f-4a6e-90ca-e8ac2213fab6" providerId="ADAL" clId="{DE77435E-A64F-4CDE-83C3-4E14F6B335ED}" dt="2023-03-31T16:02:33.474" v="3" actId="1076"/>
          <ac:spMkLst>
            <pc:docMk/>
            <pc:sldMk cId="3468016801" sldId="261"/>
            <ac:spMk id="2" creationId="{50E96AA3-A0C6-4C1D-DC03-30B6F889AE77}"/>
          </ac:spMkLst>
        </pc:spChg>
      </pc:sldChg>
    </pc:docChg>
  </pc:docChgLst>
  <pc:docChgLst>
    <pc:chgData name="Manas Tuwani" userId="5d421215-a11f-4a6e-90ca-e8ac2213fab6" providerId="ADAL" clId="{FC86BA4C-0306-484F-8273-9A468BA06BA4}"/>
    <pc:docChg chg="undo custSel addSld modSld sldOrd">
      <pc:chgData name="Manas Tuwani" userId="5d421215-a11f-4a6e-90ca-e8ac2213fab6" providerId="ADAL" clId="{FC86BA4C-0306-484F-8273-9A468BA06BA4}" dt="2024-01-20T05:21:47.094" v="61" actId="1076"/>
      <pc:docMkLst>
        <pc:docMk/>
      </pc:docMkLst>
      <pc:sldChg chg="modSp mod">
        <pc:chgData name="Manas Tuwani" userId="5d421215-a11f-4a6e-90ca-e8ac2213fab6" providerId="ADAL" clId="{FC86BA4C-0306-484F-8273-9A468BA06BA4}" dt="2024-01-20T05:21:47.094" v="61" actId="1076"/>
        <pc:sldMkLst>
          <pc:docMk/>
          <pc:sldMk cId="2088517934" sldId="267"/>
        </pc:sldMkLst>
        <pc:spChg chg="mod">
          <ac:chgData name="Manas Tuwani" userId="5d421215-a11f-4a6e-90ca-e8ac2213fab6" providerId="ADAL" clId="{FC86BA4C-0306-484F-8273-9A468BA06BA4}" dt="2024-01-20T05:21:47.094" v="61" actId="1076"/>
          <ac:spMkLst>
            <pc:docMk/>
            <pc:sldMk cId="2088517934" sldId="267"/>
            <ac:spMk id="2" creationId="{C74F6D80-FBDF-E96A-E199-20BE407191DC}"/>
          </ac:spMkLst>
        </pc:spChg>
      </pc:sldChg>
      <pc:sldChg chg="addSp delSp modSp new mod ord setBg">
        <pc:chgData name="Manas Tuwani" userId="5d421215-a11f-4a6e-90ca-e8ac2213fab6" providerId="ADAL" clId="{FC86BA4C-0306-484F-8273-9A468BA06BA4}" dt="2024-01-14T07:49:39.951" v="60"/>
        <pc:sldMkLst>
          <pc:docMk/>
          <pc:sldMk cId="3926673690" sldId="274"/>
        </pc:sldMkLst>
        <pc:spChg chg="add del">
          <ac:chgData name="Manas Tuwani" userId="5d421215-a11f-4a6e-90ca-e8ac2213fab6" providerId="ADAL" clId="{FC86BA4C-0306-484F-8273-9A468BA06BA4}" dt="2024-01-14T07:40:59.329" v="11" actId="26606"/>
          <ac:spMkLst>
            <pc:docMk/>
            <pc:sldMk cId="3926673690" sldId="274"/>
            <ac:spMk id="10" creationId="{42A4FC2C-047E-45A5-965D-8E1E3BF09BC6}"/>
          </ac:spMkLst>
        </pc:spChg>
        <pc:spChg chg="add del">
          <ac:chgData name="Manas Tuwani" userId="5d421215-a11f-4a6e-90ca-e8ac2213fab6" providerId="ADAL" clId="{FC86BA4C-0306-484F-8273-9A468BA06BA4}" dt="2024-01-14T07:41:07.476" v="13" actId="26606"/>
          <ac:spMkLst>
            <pc:docMk/>
            <pc:sldMk cId="3926673690" sldId="274"/>
            <ac:spMk id="12" creationId="{80CCAACE-815D-4A79-875A-B7EFC28F7D2B}"/>
          </ac:spMkLst>
        </pc:spChg>
        <pc:spChg chg="add del">
          <ac:chgData name="Manas Tuwani" userId="5d421215-a11f-4a6e-90ca-e8ac2213fab6" providerId="ADAL" clId="{FC86BA4C-0306-484F-8273-9A468BA06BA4}" dt="2024-01-14T07:41:15.790" v="15" actId="26606"/>
          <ac:spMkLst>
            <pc:docMk/>
            <pc:sldMk cId="3926673690" sldId="274"/>
            <ac:spMk id="14" creationId="{C37E9D4B-7BFA-4D10-B666-547BAC499469}"/>
          </ac:spMkLst>
        </pc:spChg>
        <pc:spChg chg="add del">
          <ac:chgData name="Manas Tuwani" userId="5d421215-a11f-4a6e-90ca-e8ac2213fab6" providerId="ADAL" clId="{FC86BA4C-0306-484F-8273-9A468BA06BA4}" dt="2024-01-14T07:41:15.790" v="15" actId="26606"/>
          <ac:spMkLst>
            <pc:docMk/>
            <pc:sldMk cId="3926673690" sldId="274"/>
            <ac:spMk id="15" creationId="{22F15A2D-2324-487D-A02A-BF46C5C580EB}"/>
          </ac:spMkLst>
        </pc:spChg>
        <pc:spChg chg="add del">
          <ac:chgData name="Manas Tuwani" userId="5d421215-a11f-4a6e-90ca-e8ac2213fab6" providerId="ADAL" clId="{FC86BA4C-0306-484F-8273-9A468BA06BA4}" dt="2024-01-14T07:41:15.790" v="15" actId="26606"/>
          <ac:spMkLst>
            <pc:docMk/>
            <pc:sldMk cId="3926673690" sldId="274"/>
            <ac:spMk id="16" creationId="{2AEAFA59-923A-4F54-8B49-44C970BCC323}"/>
          </ac:spMkLst>
        </pc:spChg>
        <pc:picChg chg="add mod ord">
          <ac:chgData name="Manas Tuwani" userId="5d421215-a11f-4a6e-90ca-e8ac2213fab6" providerId="ADAL" clId="{FC86BA4C-0306-484F-8273-9A468BA06BA4}" dt="2024-01-14T07:48:57.052" v="58" actId="1076"/>
          <ac:picMkLst>
            <pc:docMk/>
            <pc:sldMk cId="3926673690" sldId="274"/>
            <ac:picMk id="3" creationId="{8E5B6F57-E78A-5315-71F0-51A72E8F9BDB}"/>
          </ac:picMkLst>
        </pc:picChg>
        <pc:picChg chg="add mod">
          <ac:chgData name="Manas Tuwani" userId="5d421215-a11f-4a6e-90ca-e8ac2213fab6" providerId="ADAL" clId="{FC86BA4C-0306-484F-8273-9A468BA06BA4}" dt="2024-01-14T07:47:57.357" v="53" actId="1076"/>
          <ac:picMkLst>
            <pc:docMk/>
            <pc:sldMk cId="3926673690" sldId="274"/>
            <ac:picMk id="4" creationId="{C1DE9D6D-0093-9EEC-6A74-373E62429B7F}"/>
          </ac:picMkLst>
        </pc:picChg>
        <pc:picChg chg="add mod">
          <ac:chgData name="Manas Tuwani" userId="5d421215-a11f-4a6e-90ca-e8ac2213fab6" providerId="ADAL" clId="{FC86BA4C-0306-484F-8273-9A468BA06BA4}" dt="2024-01-14T07:47:34.169" v="47" actId="1076"/>
          <ac:picMkLst>
            <pc:docMk/>
            <pc:sldMk cId="3926673690" sldId="274"/>
            <ac:picMk id="5" creationId="{2B11295B-2F5B-6225-E047-9BCFDF86A4F3}"/>
          </ac:picMkLst>
        </pc:picChg>
        <pc:picChg chg="add mod">
          <ac:chgData name="Manas Tuwani" userId="5d421215-a11f-4a6e-90ca-e8ac2213fab6" providerId="ADAL" clId="{FC86BA4C-0306-484F-8273-9A468BA06BA4}" dt="2024-01-14T07:47:44.248" v="51" actId="1076"/>
          <ac:picMkLst>
            <pc:docMk/>
            <pc:sldMk cId="3926673690" sldId="274"/>
            <ac:picMk id="7" creationId="{959217F3-060D-4E65-114A-813B90DB5DF3}"/>
          </ac:picMkLst>
        </pc:picChg>
        <pc:cxnChg chg="add">
          <ac:chgData name="Manas Tuwani" userId="5d421215-a11f-4a6e-90ca-e8ac2213fab6" providerId="ADAL" clId="{FC86BA4C-0306-484F-8273-9A468BA06BA4}" dt="2024-01-14T07:41:15.792" v="16" actId="26606"/>
          <ac:cxnSpMkLst>
            <pc:docMk/>
            <pc:sldMk cId="3926673690" sldId="274"/>
            <ac:cxnSpMk id="18" creationId="{4D56677B-C0B7-4DAC-ACAD-8054FF1B599A}"/>
          </ac:cxnSpMkLst>
        </pc:cxnChg>
      </pc:sldChg>
    </pc:docChg>
  </pc:docChgLst>
  <pc:docChgLst>
    <pc:chgData name="Manas Tuwani" userId="5d421215-a11f-4a6e-90ca-e8ac2213fab6" providerId="ADAL" clId="{4CCCA714-84C3-4542-8C71-29B213C914EB}"/>
    <pc:docChg chg="modSld sldOrd">
      <pc:chgData name="Manas Tuwani" userId="5d421215-a11f-4a6e-90ca-e8ac2213fab6" providerId="ADAL" clId="{4CCCA714-84C3-4542-8C71-29B213C914EB}" dt="2024-06-26T01:30:22.467" v="1"/>
      <pc:docMkLst>
        <pc:docMk/>
      </pc:docMkLst>
      <pc:sldChg chg="ord">
        <pc:chgData name="Manas Tuwani" userId="5d421215-a11f-4a6e-90ca-e8ac2213fab6" providerId="ADAL" clId="{4CCCA714-84C3-4542-8C71-29B213C914EB}" dt="2024-06-26T01:30:22.467" v="1"/>
        <pc:sldMkLst>
          <pc:docMk/>
          <pc:sldMk cId="3926673690" sldId="274"/>
        </pc:sldMkLst>
      </pc:sldChg>
    </pc:docChg>
  </pc:docChgLst>
  <pc:docChgLst>
    <pc:chgData name="Manas Tuwani" userId="5d421215-a11f-4a6e-90ca-e8ac2213fab6" providerId="ADAL" clId="{630BD383-567E-4626-AD86-AFD73EE816EC}"/>
    <pc:docChg chg="custSel addSld modSld">
      <pc:chgData name="Manas Tuwani" userId="5d421215-a11f-4a6e-90ca-e8ac2213fab6" providerId="ADAL" clId="{630BD383-567E-4626-AD86-AFD73EE816EC}" dt="2022-09-22T13:15:32.426" v="3" actId="27614"/>
      <pc:docMkLst>
        <pc:docMk/>
      </pc:docMkLst>
      <pc:sldChg chg="addSp modSp new mod setBg">
        <pc:chgData name="Manas Tuwani" userId="5d421215-a11f-4a6e-90ca-e8ac2213fab6" providerId="ADAL" clId="{630BD383-567E-4626-AD86-AFD73EE816EC}" dt="2022-09-22T13:15:32.426" v="3" actId="27614"/>
        <pc:sldMkLst>
          <pc:docMk/>
          <pc:sldMk cId="3441603677" sldId="273"/>
        </pc:sldMkLst>
        <pc:spChg chg="add">
          <ac:chgData name="Manas Tuwani" userId="5d421215-a11f-4a6e-90ca-e8ac2213fab6" providerId="ADAL" clId="{630BD383-567E-4626-AD86-AFD73EE816EC}" dt="2022-09-22T13:15:24.175" v="2" actId="26606"/>
          <ac:spMkLst>
            <pc:docMk/>
            <pc:sldMk cId="3441603677" sldId="273"/>
            <ac:spMk id="8" creationId="{F3060C83-F051-4F0E-ABAD-AA0DFC48B218}"/>
          </ac:spMkLst>
        </pc:spChg>
        <pc:spChg chg="add">
          <ac:chgData name="Manas Tuwani" userId="5d421215-a11f-4a6e-90ca-e8ac2213fab6" providerId="ADAL" clId="{630BD383-567E-4626-AD86-AFD73EE816EC}" dt="2022-09-22T13:15:24.175" v="2" actId="26606"/>
          <ac:spMkLst>
            <pc:docMk/>
            <pc:sldMk cId="3441603677" sldId="273"/>
            <ac:spMk id="10" creationId="{83C98ABE-055B-441F-B07E-44F97F083C39}"/>
          </ac:spMkLst>
        </pc:spChg>
        <pc:spChg chg="add">
          <ac:chgData name="Manas Tuwani" userId="5d421215-a11f-4a6e-90ca-e8ac2213fab6" providerId="ADAL" clId="{630BD383-567E-4626-AD86-AFD73EE816EC}" dt="2022-09-22T13:15:24.175" v="2" actId="26606"/>
          <ac:spMkLst>
            <pc:docMk/>
            <pc:sldMk cId="3441603677" sldId="273"/>
            <ac:spMk id="12" creationId="{29FDB030-9B49-4CED-8CCD-4D99382388AC}"/>
          </ac:spMkLst>
        </pc:spChg>
        <pc:spChg chg="add">
          <ac:chgData name="Manas Tuwani" userId="5d421215-a11f-4a6e-90ca-e8ac2213fab6" providerId="ADAL" clId="{630BD383-567E-4626-AD86-AFD73EE816EC}" dt="2022-09-22T13:15:24.175" v="2" actId="26606"/>
          <ac:spMkLst>
            <pc:docMk/>
            <pc:sldMk cId="3441603677" sldId="273"/>
            <ac:spMk id="14" creationId="{3783CA14-24A1-485C-8B30-D6A5D87987AD}"/>
          </ac:spMkLst>
        </pc:spChg>
        <pc:spChg chg="add">
          <ac:chgData name="Manas Tuwani" userId="5d421215-a11f-4a6e-90ca-e8ac2213fab6" providerId="ADAL" clId="{630BD383-567E-4626-AD86-AFD73EE816EC}" dt="2022-09-22T13:15:24.175" v="2" actId="26606"/>
          <ac:spMkLst>
            <pc:docMk/>
            <pc:sldMk cId="3441603677" sldId="273"/>
            <ac:spMk id="16" creationId="{9A97C86A-04D6-40F7-AE84-31AB43E6A846}"/>
          </ac:spMkLst>
        </pc:spChg>
        <pc:spChg chg="add">
          <ac:chgData name="Manas Tuwani" userId="5d421215-a11f-4a6e-90ca-e8ac2213fab6" providerId="ADAL" clId="{630BD383-567E-4626-AD86-AFD73EE816EC}" dt="2022-09-22T13:15:24.175" v="2" actId="26606"/>
          <ac:spMkLst>
            <pc:docMk/>
            <pc:sldMk cId="3441603677" sldId="273"/>
            <ac:spMk id="18" creationId="{FF9F2414-84E8-453E-B1F3-389FDE8192D9}"/>
          </ac:spMkLst>
        </pc:spChg>
        <pc:spChg chg="add">
          <ac:chgData name="Manas Tuwani" userId="5d421215-a11f-4a6e-90ca-e8ac2213fab6" providerId="ADAL" clId="{630BD383-567E-4626-AD86-AFD73EE816EC}" dt="2022-09-22T13:15:24.175" v="2" actId="26606"/>
          <ac:spMkLst>
            <pc:docMk/>
            <pc:sldMk cId="3441603677" sldId="273"/>
            <ac:spMk id="20" creationId="{3ECA69A1-7536-43AC-85EF-C7106179F5ED}"/>
          </ac:spMkLst>
        </pc:spChg>
        <pc:picChg chg="add mod">
          <ac:chgData name="Manas Tuwani" userId="5d421215-a11f-4a6e-90ca-e8ac2213fab6" providerId="ADAL" clId="{630BD383-567E-4626-AD86-AFD73EE816EC}" dt="2022-09-22T13:15:32.426" v="3" actId="27614"/>
          <ac:picMkLst>
            <pc:docMk/>
            <pc:sldMk cId="3441603677" sldId="273"/>
            <ac:picMk id="3" creationId="{106229D3-297C-3D31-9A5B-35A5DFF98A7A}"/>
          </ac:picMkLst>
        </pc:picChg>
      </pc:sldChg>
    </pc:docChg>
  </pc:docChgLst>
  <pc:docChgLst>
    <pc:chgData name="Manas Tuwani" userId="5d421215-a11f-4a6e-90ca-e8ac2213fab6" providerId="ADAL" clId="{E7F154A4-646A-4563-BCB1-0CF25C8B9628}"/>
    <pc:docChg chg="undo custSel addSld delSld modSld sldOrd">
      <pc:chgData name="Manas Tuwani" userId="5d421215-a11f-4a6e-90ca-e8ac2213fab6" providerId="ADAL" clId="{E7F154A4-646A-4563-BCB1-0CF25C8B9628}" dt="2022-07-29T12:39:28.772" v="873" actId="1076"/>
      <pc:docMkLst>
        <pc:docMk/>
      </pc:docMkLst>
      <pc:sldChg chg="del">
        <pc:chgData name="Manas Tuwani" userId="5d421215-a11f-4a6e-90ca-e8ac2213fab6" providerId="ADAL" clId="{E7F154A4-646A-4563-BCB1-0CF25C8B9628}" dt="2022-07-24T10:46:49.799" v="750" actId="47"/>
        <pc:sldMkLst>
          <pc:docMk/>
          <pc:sldMk cId="1416495442" sldId="256"/>
        </pc:sldMkLst>
      </pc:sldChg>
      <pc:sldChg chg="modSp mod">
        <pc:chgData name="Manas Tuwani" userId="5d421215-a11f-4a6e-90ca-e8ac2213fab6" providerId="ADAL" clId="{E7F154A4-646A-4563-BCB1-0CF25C8B9628}" dt="2022-07-29T12:37:39.136" v="835" actId="27636"/>
        <pc:sldMkLst>
          <pc:docMk/>
          <pc:sldMk cId="853014544" sldId="257"/>
        </pc:sldMkLst>
        <pc:spChg chg="mod">
          <ac:chgData name="Manas Tuwani" userId="5d421215-a11f-4a6e-90ca-e8ac2213fab6" providerId="ADAL" clId="{E7F154A4-646A-4563-BCB1-0CF25C8B9628}" dt="2022-07-24T10:59:30.870" v="769" actId="113"/>
          <ac:spMkLst>
            <pc:docMk/>
            <pc:sldMk cId="853014544" sldId="257"/>
            <ac:spMk id="2" creationId="{B4213BD2-9EA6-8221-440D-55FA70D83A06}"/>
          </ac:spMkLst>
        </pc:spChg>
        <pc:spChg chg="mod">
          <ac:chgData name="Manas Tuwani" userId="5d421215-a11f-4a6e-90ca-e8ac2213fab6" providerId="ADAL" clId="{E7F154A4-646A-4563-BCB1-0CF25C8B9628}" dt="2022-07-29T12:37:39.136" v="835" actId="27636"/>
          <ac:spMkLst>
            <pc:docMk/>
            <pc:sldMk cId="853014544" sldId="257"/>
            <ac:spMk id="3" creationId="{9E2A184B-D7E3-13A9-4433-17CB0489A5A4}"/>
          </ac:spMkLst>
        </pc:spChg>
        <pc:picChg chg="mod">
          <ac:chgData name="Manas Tuwani" userId="5d421215-a11f-4a6e-90ca-e8ac2213fab6" providerId="ADAL" clId="{E7F154A4-646A-4563-BCB1-0CF25C8B9628}" dt="2022-07-24T10:59:23.834" v="767" actId="1076"/>
          <ac:picMkLst>
            <pc:docMk/>
            <pc:sldMk cId="853014544" sldId="257"/>
            <ac:picMk id="5" creationId="{22CE25C4-75ED-618B-643A-D59D97FBD79C}"/>
          </ac:picMkLst>
        </pc:picChg>
      </pc:sldChg>
      <pc:sldChg chg="modSp mod">
        <pc:chgData name="Manas Tuwani" userId="5d421215-a11f-4a6e-90ca-e8ac2213fab6" providerId="ADAL" clId="{E7F154A4-646A-4563-BCB1-0CF25C8B9628}" dt="2022-07-24T13:22:16.462" v="826" actId="113"/>
        <pc:sldMkLst>
          <pc:docMk/>
          <pc:sldMk cId="283545293" sldId="259"/>
        </pc:sldMkLst>
        <pc:spChg chg="mod">
          <ac:chgData name="Manas Tuwani" userId="5d421215-a11f-4a6e-90ca-e8ac2213fab6" providerId="ADAL" clId="{E7F154A4-646A-4563-BCB1-0CF25C8B9628}" dt="2022-07-24T13:22:16.462" v="826" actId="113"/>
          <ac:spMkLst>
            <pc:docMk/>
            <pc:sldMk cId="283545293" sldId="259"/>
            <ac:spMk id="3" creationId="{E4C996A7-1C9F-5595-869E-9C789A6ABE57}"/>
          </ac:spMkLst>
        </pc:spChg>
      </pc:sldChg>
      <pc:sldChg chg="addSp delSp modSp mod">
        <pc:chgData name="Manas Tuwani" userId="5d421215-a11f-4a6e-90ca-e8ac2213fab6" providerId="ADAL" clId="{E7F154A4-646A-4563-BCB1-0CF25C8B9628}" dt="2022-07-29T12:37:50.547" v="839" actId="27636"/>
        <pc:sldMkLst>
          <pc:docMk/>
          <pc:sldMk cId="3279957181" sldId="260"/>
        </pc:sldMkLst>
        <pc:spChg chg="mod">
          <ac:chgData name="Manas Tuwani" userId="5d421215-a11f-4a6e-90ca-e8ac2213fab6" providerId="ADAL" clId="{E7F154A4-646A-4563-BCB1-0CF25C8B9628}" dt="2022-07-29T08:21:28.078" v="827" actId="207"/>
          <ac:spMkLst>
            <pc:docMk/>
            <pc:sldMk cId="3279957181" sldId="260"/>
            <ac:spMk id="2" creationId="{A02AE83B-BE4F-1C58-EB74-950A00B59F9E}"/>
          </ac:spMkLst>
        </pc:spChg>
        <pc:spChg chg="mod">
          <ac:chgData name="Manas Tuwani" userId="5d421215-a11f-4a6e-90ca-e8ac2213fab6" providerId="ADAL" clId="{E7F154A4-646A-4563-BCB1-0CF25C8B9628}" dt="2022-07-29T12:37:50.547" v="839" actId="27636"/>
          <ac:spMkLst>
            <pc:docMk/>
            <pc:sldMk cId="3279957181" sldId="260"/>
            <ac:spMk id="3" creationId="{3E1F0C19-F57A-3D49-3465-2FD8DEA4C2D8}"/>
          </ac:spMkLst>
        </pc:spChg>
        <pc:spChg chg="add del">
          <ac:chgData name="Manas Tuwani" userId="5d421215-a11f-4a6e-90ca-e8ac2213fab6" providerId="ADAL" clId="{E7F154A4-646A-4563-BCB1-0CF25C8B9628}" dt="2022-07-23T12:41:33.358" v="4"/>
          <ac:spMkLst>
            <pc:docMk/>
            <pc:sldMk cId="3279957181" sldId="260"/>
            <ac:spMk id="4" creationId="{746A427F-42F7-34DC-6A2D-334A81CA755E}"/>
          </ac:spMkLst>
        </pc:spChg>
      </pc:sldChg>
      <pc:sldChg chg="addSp delSp modSp new mod">
        <pc:chgData name="Manas Tuwani" userId="5d421215-a11f-4a6e-90ca-e8ac2213fab6" providerId="ADAL" clId="{E7F154A4-646A-4563-BCB1-0CF25C8B9628}" dt="2022-07-23T12:53:17.761" v="257" actId="20577"/>
        <pc:sldMkLst>
          <pc:docMk/>
          <pc:sldMk cId="3468016801" sldId="261"/>
        </pc:sldMkLst>
        <pc:spChg chg="mod">
          <ac:chgData name="Manas Tuwani" userId="5d421215-a11f-4a6e-90ca-e8ac2213fab6" providerId="ADAL" clId="{E7F154A4-646A-4563-BCB1-0CF25C8B9628}" dt="2022-07-23T12:47:20.292" v="56"/>
          <ac:spMkLst>
            <pc:docMk/>
            <pc:sldMk cId="3468016801" sldId="261"/>
            <ac:spMk id="2" creationId="{50E96AA3-A0C6-4C1D-DC03-30B6F889AE77}"/>
          </ac:spMkLst>
        </pc:spChg>
        <pc:spChg chg="mod">
          <ac:chgData name="Manas Tuwani" userId="5d421215-a11f-4a6e-90ca-e8ac2213fab6" providerId="ADAL" clId="{E7F154A4-646A-4563-BCB1-0CF25C8B9628}" dt="2022-07-23T12:53:17.761" v="257" actId="20577"/>
          <ac:spMkLst>
            <pc:docMk/>
            <pc:sldMk cId="3468016801" sldId="261"/>
            <ac:spMk id="3" creationId="{D5030F17-6683-F4FD-D76B-D990AA569EDE}"/>
          </ac:spMkLst>
        </pc:spChg>
        <pc:spChg chg="add del mod">
          <ac:chgData name="Manas Tuwani" userId="5d421215-a11f-4a6e-90ca-e8ac2213fab6" providerId="ADAL" clId="{E7F154A4-646A-4563-BCB1-0CF25C8B9628}" dt="2022-07-23T12:48:39.159" v="95" actId="478"/>
          <ac:spMkLst>
            <pc:docMk/>
            <pc:sldMk cId="3468016801" sldId="261"/>
            <ac:spMk id="4" creationId="{C3D0573D-A2E7-B28F-83E3-47985D111F78}"/>
          </ac:spMkLst>
        </pc:spChg>
        <pc:spChg chg="add mod">
          <ac:chgData name="Manas Tuwani" userId="5d421215-a11f-4a6e-90ca-e8ac2213fab6" providerId="ADAL" clId="{E7F154A4-646A-4563-BCB1-0CF25C8B9628}" dt="2022-07-23T12:53:11.042" v="256" actId="1076"/>
          <ac:spMkLst>
            <pc:docMk/>
            <pc:sldMk cId="3468016801" sldId="261"/>
            <ac:spMk id="5" creationId="{298D9923-FD4F-D708-9F1B-4AAC8EA6DC00}"/>
          </ac:spMkLst>
        </pc:spChg>
      </pc:sldChg>
      <pc:sldChg chg="addSp delSp modSp new mod setBg">
        <pc:chgData name="Manas Tuwani" userId="5d421215-a11f-4a6e-90ca-e8ac2213fab6" providerId="ADAL" clId="{E7F154A4-646A-4563-BCB1-0CF25C8B9628}" dt="2022-07-23T13:02:57.349" v="399" actId="20577"/>
        <pc:sldMkLst>
          <pc:docMk/>
          <pc:sldMk cId="3248297769" sldId="262"/>
        </pc:sldMkLst>
        <pc:spChg chg="mod">
          <ac:chgData name="Manas Tuwani" userId="5d421215-a11f-4a6e-90ca-e8ac2213fab6" providerId="ADAL" clId="{E7F154A4-646A-4563-BCB1-0CF25C8B9628}" dt="2022-07-23T13:02:05.217" v="367" actId="1076"/>
          <ac:spMkLst>
            <pc:docMk/>
            <pc:sldMk cId="3248297769" sldId="262"/>
            <ac:spMk id="2" creationId="{D72D1F97-5A77-8112-640A-4DDFB3AF21E7}"/>
          </ac:spMkLst>
        </pc:spChg>
        <pc:spChg chg="add del mod">
          <ac:chgData name="Manas Tuwani" userId="5d421215-a11f-4a6e-90ca-e8ac2213fab6" providerId="ADAL" clId="{E7F154A4-646A-4563-BCB1-0CF25C8B9628}" dt="2022-07-23T13:00:22.208" v="334" actId="26606"/>
          <ac:spMkLst>
            <pc:docMk/>
            <pc:sldMk cId="3248297769" sldId="262"/>
            <ac:spMk id="3" creationId="{E1E93969-A36C-9952-606D-82E47AEA28E0}"/>
          </ac:spMkLst>
        </pc:spChg>
        <pc:spChg chg="add del mod">
          <ac:chgData name="Manas Tuwani" userId="5d421215-a11f-4a6e-90ca-e8ac2213fab6" providerId="ADAL" clId="{E7F154A4-646A-4563-BCB1-0CF25C8B9628}" dt="2022-07-23T12:54:15.778" v="261"/>
          <ac:spMkLst>
            <pc:docMk/>
            <pc:sldMk cId="3248297769" sldId="262"/>
            <ac:spMk id="4" creationId="{2D1373E7-F564-16DE-0661-50C431AB2745}"/>
          </ac:spMkLst>
        </pc:spChg>
        <pc:spChg chg="add">
          <ac:chgData name="Manas Tuwani" userId="5d421215-a11f-4a6e-90ca-e8ac2213fab6" providerId="ADAL" clId="{E7F154A4-646A-4563-BCB1-0CF25C8B9628}" dt="2022-07-23T13:00:22.208" v="334" actId="26606"/>
          <ac:spMkLst>
            <pc:docMk/>
            <pc:sldMk cId="3248297769" sldId="262"/>
            <ac:spMk id="8" creationId="{100EDD19-6802-4EC3-95CE-CFFAB042CFD6}"/>
          </ac:spMkLst>
        </pc:spChg>
        <pc:spChg chg="add del">
          <ac:chgData name="Manas Tuwani" userId="5d421215-a11f-4a6e-90ca-e8ac2213fab6" providerId="ADAL" clId="{E7F154A4-646A-4563-BCB1-0CF25C8B9628}" dt="2022-07-23T12:59:54.458" v="327" actId="26606"/>
          <ac:spMkLst>
            <pc:docMk/>
            <pc:sldMk cId="3248297769" sldId="262"/>
            <ac:spMk id="9" creationId="{2E442304-DDBD-4F7B-8017-36BCC863FB40}"/>
          </ac:spMkLst>
        </pc:spChg>
        <pc:spChg chg="add del">
          <ac:chgData name="Manas Tuwani" userId="5d421215-a11f-4a6e-90ca-e8ac2213fab6" providerId="ADAL" clId="{E7F154A4-646A-4563-BCB1-0CF25C8B9628}" dt="2022-07-23T12:59:58.999" v="329" actId="26606"/>
          <ac:spMkLst>
            <pc:docMk/>
            <pc:sldMk cId="3248297769" sldId="262"/>
            <ac:spMk id="10" creationId="{59A309A7-1751-4ABE-A3C1-EEC40366AD89}"/>
          </ac:spMkLst>
        </pc:spChg>
        <pc:spChg chg="add del">
          <ac:chgData name="Manas Tuwani" userId="5d421215-a11f-4a6e-90ca-e8ac2213fab6" providerId="ADAL" clId="{E7F154A4-646A-4563-BCB1-0CF25C8B9628}" dt="2022-07-23T12:59:54.458" v="327" actId="26606"/>
          <ac:spMkLst>
            <pc:docMk/>
            <pc:sldMk cId="3248297769" sldId="262"/>
            <ac:spMk id="11" creationId="{5E107275-3853-46FD-A241-DE4355A42675}"/>
          </ac:spMkLst>
        </pc:spChg>
        <pc:spChg chg="add del">
          <ac:chgData name="Manas Tuwani" userId="5d421215-a11f-4a6e-90ca-e8ac2213fab6" providerId="ADAL" clId="{E7F154A4-646A-4563-BCB1-0CF25C8B9628}" dt="2022-07-23T12:59:58.999" v="329" actId="26606"/>
          <ac:spMkLst>
            <pc:docMk/>
            <pc:sldMk cId="3248297769" sldId="262"/>
            <ac:spMk id="12" creationId="{967D8EB6-EAE1-4F9C-B398-83321E287204}"/>
          </ac:spMkLst>
        </pc:spChg>
        <pc:spChg chg="add del">
          <ac:chgData name="Manas Tuwani" userId="5d421215-a11f-4a6e-90ca-e8ac2213fab6" providerId="ADAL" clId="{E7F154A4-646A-4563-BCB1-0CF25C8B9628}" dt="2022-07-23T12:59:58.999" v="329" actId="26606"/>
          <ac:spMkLst>
            <pc:docMk/>
            <pc:sldMk cId="3248297769" sldId="262"/>
            <ac:spMk id="13" creationId="{E1E93969-A36C-9952-606D-82E47AEA28E0}"/>
          </ac:spMkLst>
        </pc:spChg>
        <pc:spChg chg="add del">
          <ac:chgData name="Manas Tuwani" userId="5d421215-a11f-4a6e-90ca-e8ac2213fab6" providerId="ADAL" clId="{E7F154A4-646A-4563-BCB1-0CF25C8B9628}" dt="2022-07-23T13:00:02.717" v="331" actId="26606"/>
          <ac:spMkLst>
            <pc:docMk/>
            <pc:sldMk cId="3248297769" sldId="262"/>
            <ac:spMk id="15" creationId="{E1E93969-A36C-9952-606D-82E47AEA28E0}"/>
          </ac:spMkLst>
        </pc:spChg>
        <pc:spChg chg="add del">
          <ac:chgData name="Manas Tuwani" userId="5d421215-a11f-4a6e-90ca-e8ac2213fab6" providerId="ADAL" clId="{E7F154A4-646A-4563-BCB1-0CF25C8B9628}" dt="2022-07-23T13:00:22.202" v="333" actId="26606"/>
          <ac:spMkLst>
            <pc:docMk/>
            <pc:sldMk cId="3248297769" sldId="262"/>
            <ac:spMk id="19" creationId="{E1E93969-A36C-9952-606D-82E47AEA28E0}"/>
          </ac:spMkLst>
        </pc:spChg>
        <pc:spChg chg="add del">
          <ac:chgData name="Manas Tuwani" userId="5d421215-a11f-4a6e-90ca-e8ac2213fab6" providerId="ADAL" clId="{E7F154A4-646A-4563-BCB1-0CF25C8B9628}" dt="2022-07-23T13:00:22.202" v="333" actId="26606"/>
          <ac:spMkLst>
            <pc:docMk/>
            <pc:sldMk cId="3248297769" sldId="262"/>
            <ac:spMk id="20" creationId="{59A309A7-1751-4ABE-A3C1-EEC40366AD89}"/>
          </ac:spMkLst>
        </pc:spChg>
        <pc:spChg chg="add del">
          <ac:chgData name="Manas Tuwani" userId="5d421215-a11f-4a6e-90ca-e8ac2213fab6" providerId="ADAL" clId="{E7F154A4-646A-4563-BCB1-0CF25C8B9628}" dt="2022-07-23T13:00:22.202" v="333" actId="26606"/>
          <ac:spMkLst>
            <pc:docMk/>
            <pc:sldMk cId="3248297769" sldId="262"/>
            <ac:spMk id="21" creationId="{967D8EB6-EAE1-4F9C-B398-83321E287204}"/>
          </ac:spMkLst>
        </pc:spChg>
        <pc:spChg chg="add">
          <ac:chgData name="Manas Tuwani" userId="5d421215-a11f-4a6e-90ca-e8ac2213fab6" providerId="ADAL" clId="{E7F154A4-646A-4563-BCB1-0CF25C8B9628}" dt="2022-07-23T13:00:22.208" v="334" actId="26606"/>
          <ac:spMkLst>
            <pc:docMk/>
            <pc:sldMk cId="3248297769" sldId="262"/>
            <ac:spMk id="24" creationId="{DB17E863-922E-4C26-BD64-E8FD41D28661}"/>
          </ac:spMkLst>
        </pc:spChg>
        <pc:spChg chg="add mod">
          <ac:chgData name="Manas Tuwani" userId="5d421215-a11f-4a6e-90ca-e8ac2213fab6" providerId="ADAL" clId="{E7F154A4-646A-4563-BCB1-0CF25C8B9628}" dt="2022-07-23T13:02:57.349" v="399" actId="20577"/>
          <ac:spMkLst>
            <pc:docMk/>
            <pc:sldMk cId="3248297769" sldId="262"/>
            <ac:spMk id="25" creationId="{E1E93969-A36C-9952-606D-82E47AEA28E0}"/>
          </ac:spMkLst>
        </pc:spChg>
        <pc:graphicFrameChg chg="add del">
          <ac:chgData name="Manas Tuwani" userId="5d421215-a11f-4a6e-90ca-e8ac2213fab6" providerId="ADAL" clId="{E7F154A4-646A-4563-BCB1-0CF25C8B9628}" dt="2022-07-23T12:59:54.458" v="327" actId="26606"/>
          <ac:graphicFrameMkLst>
            <pc:docMk/>
            <pc:sldMk cId="3248297769" sldId="262"/>
            <ac:graphicFrameMk id="5" creationId="{93DF0630-F174-1899-7FAB-78D84510B6A0}"/>
          </ac:graphicFrameMkLst>
        </pc:graphicFrameChg>
        <pc:picChg chg="add del">
          <ac:chgData name="Manas Tuwani" userId="5d421215-a11f-4a6e-90ca-e8ac2213fab6" providerId="ADAL" clId="{E7F154A4-646A-4563-BCB1-0CF25C8B9628}" dt="2022-07-23T12:59:58.999" v="329" actId="26606"/>
          <ac:picMkLst>
            <pc:docMk/>
            <pc:sldMk cId="3248297769" sldId="262"/>
            <ac:picMk id="7" creationId="{82FD13EE-61E1-D2DC-21BE-A8E66D1AD949}"/>
          </ac:picMkLst>
        </pc:picChg>
        <pc:picChg chg="add del">
          <ac:chgData name="Manas Tuwani" userId="5d421215-a11f-4a6e-90ca-e8ac2213fab6" providerId="ADAL" clId="{E7F154A4-646A-4563-BCB1-0CF25C8B9628}" dt="2022-07-23T13:00:02.717" v="331" actId="26606"/>
          <ac:picMkLst>
            <pc:docMk/>
            <pc:sldMk cId="3248297769" sldId="262"/>
            <ac:picMk id="16" creationId="{518F2476-2EFF-39A7-BE65-16D0C94F4F05}"/>
          </ac:picMkLst>
        </pc:picChg>
        <pc:picChg chg="add del">
          <ac:chgData name="Manas Tuwani" userId="5d421215-a11f-4a6e-90ca-e8ac2213fab6" providerId="ADAL" clId="{E7F154A4-646A-4563-BCB1-0CF25C8B9628}" dt="2022-07-23T13:00:22.202" v="333" actId="26606"/>
          <ac:picMkLst>
            <pc:docMk/>
            <pc:sldMk cId="3248297769" sldId="262"/>
            <ac:picMk id="22" creationId="{82FD13EE-61E1-D2DC-21BE-A8E66D1AD949}"/>
          </ac:picMkLst>
        </pc:picChg>
        <pc:cxnChg chg="add del">
          <ac:chgData name="Manas Tuwani" userId="5d421215-a11f-4a6e-90ca-e8ac2213fab6" providerId="ADAL" clId="{E7F154A4-646A-4563-BCB1-0CF25C8B9628}" dt="2022-07-23T13:00:02.717" v="331" actId="26606"/>
          <ac:cxnSpMkLst>
            <pc:docMk/>
            <pc:sldMk cId="3248297769" sldId="262"/>
            <ac:cxnSpMk id="17" creationId="{A7F400EE-A8A5-48AF-B4D6-291B52C6F0B0}"/>
          </ac:cxnSpMkLst>
        </pc:cxnChg>
      </pc:sldChg>
      <pc:sldChg chg="addSp delSp modSp new mod setBg">
        <pc:chgData name="Manas Tuwani" userId="5d421215-a11f-4a6e-90ca-e8ac2213fab6" providerId="ADAL" clId="{E7F154A4-646A-4563-BCB1-0CF25C8B9628}" dt="2022-07-23T13:15:53.626" v="573" actId="14100"/>
        <pc:sldMkLst>
          <pc:docMk/>
          <pc:sldMk cId="3614246454" sldId="263"/>
        </pc:sldMkLst>
        <pc:spChg chg="mod ord">
          <ac:chgData name="Manas Tuwani" userId="5d421215-a11f-4a6e-90ca-e8ac2213fab6" providerId="ADAL" clId="{E7F154A4-646A-4563-BCB1-0CF25C8B9628}" dt="2022-07-23T13:15:26.266" v="570" actId="26606"/>
          <ac:spMkLst>
            <pc:docMk/>
            <pc:sldMk cId="3614246454" sldId="263"/>
            <ac:spMk id="2" creationId="{46C93D05-6B93-9214-19CA-D676F74599D0}"/>
          </ac:spMkLst>
        </pc:spChg>
        <pc:spChg chg="mod ord">
          <ac:chgData name="Manas Tuwani" userId="5d421215-a11f-4a6e-90ca-e8ac2213fab6" providerId="ADAL" clId="{E7F154A4-646A-4563-BCB1-0CF25C8B9628}" dt="2022-07-23T13:15:37.891" v="571" actId="14100"/>
          <ac:spMkLst>
            <pc:docMk/>
            <pc:sldMk cId="3614246454" sldId="263"/>
            <ac:spMk id="3" creationId="{3B4E1FEE-DE7A-FEC2-C2FC-9B42CF7DDABD}"/>
          </ac:spMkLst>
        </pc:spChg>
        <pc:spChg chg="add del">
          <ac:chgData name="Manas Tuwani" userId="5d421215-a11f-4a6e-90ca-e8ac2213fab6" providerId="ADAL" clId="{E7F154A4-646A-4563-BCB1-0CF25C8B9628}" dt="2022-07-23T13:10:08.911" v="526" actId="26606"/>
          <ac:spMkLst>
            <pc:docMk/>
            <pc:sldMk cId="3614246454" sldId="263"/>
            <ac:spMk id="10" creationId="{743AA782-23D1-4521-8CAD-47662984AA08}"/>
          </ac:spMkLst>
        </pc:spChg>
        <pc:spChg chg="add del">
          <ac:chgData name="Manas Tuwani" userId="5d421215-a11f-4a6e-90ca-e8ac2213fab6" providerId="ADAL" clId="{E7F154A4-646A-4563-BCB1-0CF25C8B9628}" dt="2022-07-23T13:10:08.911" v="526" actId="26606"/>
          <ac:spMkLst>
            <pc:docMk/>
            <pc:sldMk cId="3614246454" sldId="263"/>
            <ac:spMk id="12" creationId="{71877DBC-BB60-40F0-AC93-2ACDBAAE60CE}"/>
          </ac:spMkLst>
        </pc:spChg>
        <pc:spChg chg="add del">
          <ac:chgData name="Manas Tuwani" userId="5d421215-a11f-4a6e-90ca-e8ac2213fab6" providerId="ADAL" clId="{E7F154A4-646A-4563-BCB1-0CF25C8B9628}" dt="2022-07-23T13:15:26.266" v="570" actId="26606"/>
          <ac:spMkLst>
            <pc:docMk/>
            <pc:sldMk cId="3614246454" sldId="263"/>
            <ac:spMk id="17" creationId="{352BEC0E-22F8-46D0-9632-375DB541B06C}"/>
          </ac:spMkLst>
        </pc:spChg>
        <pc:spChg chg="add del">
          <ac:chgData name="Manas Tuwani" userId="5d421215-a11f-4a6e-90ca-e8ac2213fab6" providerId="ADAL" clId="{E7F154A4-646A-4563-BCB1-0CF25C8B9628}" dt="2022-07-23T13:15:26.266" v="570" actId="26606"/>
          <ac:spMkLst>
            <pc:docMk/>
            <pc:sldMk cId="3614246454" sldId="263"/>
            <ac:spMk id="19" creationId="{3FCFB1DE-0B7E-48CC-BA90-B2AB0889F9D6}"/>
          </ac:spMkLst>
        </pc:spChg>
        <pc:spChg chg="add">
          <ac:chgData name="Manas Tuwani" userId="5d421215-a11f-4a6e-90ca-e8ac2213fab6" providerId="ADAL" clId="{E7F154A4-646A-4563-BCB1-0CF25C8B9628}" dt="2022-07-23T13:15:26.266" v="570" actId="26606"/>
          <ac:spMkLst>
            <pc:docMk/>
            <pc:sldMk cId="3614246454" sldId="263"/>
            <ac:spMk id="21" creationId="{B0A19BDA-40B6-4DE7-81A4-6B1F1E40A64B}"/>
          </ac:spMkLst>
        </pc:spChg>
        <pc:spChg chg="add">
          <ac:chgData name="Manas Tuwani" userId="5d421215-a11f-4a6e-90ca-e8ac2213fab6" providerId="ADAL" clId="{E7F154A4-646A-4563-BCB1-0CF25C8B9628}" dt="2022-07-23T13:15:26.266" v="570" actId="26606"/>
          <ac:spMkLst>
            <pc:docMk/>
            <pc:sldMk cId="3614246454" sldId="263"/>
            <ac:spMk id="22" creationId="{0A628AD8-1356-4BF5-8A59-3549B2C7C013}"/>
          </ac:spMkLst>
        </pc:spChg>
        <pc:spChg chg="add">
          <ac:chgData name="Manas Tuwani" userId="5d421215-a11f-4a6e-90ca-e8ac2213fab6" providerId="ADAL" clId="{E7F154A4-646A-4563-BCB1-0CF25C8B9628}" dt="2022-07-23T13:15:26.266" v="570" actId="26606"/>
          <ac:spMkLst>
            <pc:docMk/>
            <pc:sldMk cId="3614246454" sldId="263"/>
            <ac:spMk id="23" creationId="{9F2E6F73-36C2-4E56-AB0C-4D6936FF5D52}"/>
          </ac:spMkLst>
        </pc:spChg>
        <pc:spChg chg="add del">
          <ac:chgData name="Manas Tuwani" userId="5d421215-a11f-4a6e-90ca-e8ac2213fab6" providerId="ADAL" clId="{E7F154A4-646A-4563-BCB1-0CF25C8B9628}" dt="2022-07-23T13:14:47.170" v="561" actId="26606"/>
          <ac:spMkLst>
            <pc:docMk/>
            <pc:sldMk cId="3614246454" sldId="263"/>
            <ac:spMk id="24" creationId="{913AE63C-D5B4-45D1-ACFC-648CFFCF9805}"/>
          </ac:spMkLst>
        </pc:spChg>
        <pc:spChg chg="add">
          <ac:chgData name="Manas Tuwani" userId="5d421215-a11f-4a6e-90ca-e8ac2213fab6" providerId="ADAL" clId="{E7F154A4-646A-4563-BCB1-0CF25C8B9628}" dt="2022-07-23T13:15:26.266" v="570" actId="26606"/>
          <ac:spMkLst>
            <pc:docMk/>
            <pc:sldMk cId="3614246454" sldId="263"/>
            <ac:spMk id="25" creationId="{5F24A71D-C0A9-49AC-B2D1-5A9EA2BD383E}"/>
          </ac:spMkLst>
        </pc:spChg>
        <pc:spChg chg="add del">
          <ac:chgData name="Manas Tuwani" userId="5d421215-a11f-4a6e-90ca-e8ac2213fab6" providerId="ADAL" clId="{E7F154A4-646A-4563-BCB1-0CF25C8B9628}" dt="2022-07-23T13:14:47.170" v="561" actId="26606"/>
          <ac:spMkLst>
            <pc:docMk/>
            <pc:sldMk cId="3614246454" sldId="263"/>
            <ac:spMk id="26" creationId="{34DE9D20-D6C2-4834-9EE9-EC583F3FE571}"/>
          </ac:spMkLst>
        </pc:spChg>
        <pc:spChg chg="add">
          <ac:chgData name="Manas Tuwani" userId="5d421215-a11f-4a6e-90ca-e8ac2213fab6" providerId="ADAL" clId="{E7F154A4-646A-4563-BCB1-0CF25C8B9628}" dt="2022-07-23T13:15:26.266" v="570" actId="26606"/>
          <ac:spMkLst>
            <pc:docMk/>
            <pc:sldMk cId="3614246454" sldId="263"/>
            <ac:spMk id="30" creationId="{8AA5DD19-98A6-4E28-999C-2C074B9CBFAC}"/>
          </ac:spMkLst>
        </pc:spChg>
        <pc:spChg chg="add">
          <ac:chgData name="Manas Tuwani" userId="5d421215-a11f-4a6e-90ca-e8ac2213fab6" providerId="ADAL" clId="{E7F154A4-646A-4563-BCB1-0CF25C8B9628}" dt="2022-07-23T13:15:26.266" v="570" actId="26606"/>
          <ac:spMkLst>
            <pc:docMk/>
            <pc:sldMk cId="3614246454" sldId="263"/>
            <ac:spMk id="34" creationId="{99535B11-4A49-4A02-9CB6-3F8A6012892C}"/>
          </ac:spMkLst>
        </pc:spChg>
        <pc:grpChg chg="add del">
          <ac:chgData name="Manas Tuwani" userId="5d421215-a11f-4a6e-90ca-e8ac2213fab6" providerId="ADAL" clId="{E7F154A4-646A-4563-BCB1-0CF25C8B9628}" dt="2022-07-23T13:14:47.170" v="561" actId="26606"/>
          <ac:grpSpMkLst>
            <pc:docMk/>
            <pc:sldMk cId="3614246454" sldId="263"/>
            <ac:grpSpMk id="28" creationId="{D2BEE71A-353E-49B4-9F8D-D2E784E501D9}"/>
          </ac:grpSpMkLst>
        </pc:grpChg>
        <pc:grpChg chg="add del">
          <ac:chgData name="Manas Tuwani" userId="5d421215-a11f-4a6e-90ca-e8ac2213fab6" providerId="ADAL" clId="{E7F154A4-646A-4563-BCB1-0CF25C8B9628}" dt="2022-07-23T13:14:47.170" v="561" actId="26606"/>
          <ac:grpSpMkLst>
            <pc:docMk/>
            <pc:sldMk cId="3614246454" sldId="263"/>
            <ac:grpSpMk id="32" creationId="{43F5E015-E085-4624-B431-B42414448684}"/>
          </ac:grpSpMkLst>
        </pc:grpChg>
        <pc:picChg chg="add mod">
          <ac:chgData name="Manas Tuwani" userId="5d421215-a11f-4a6e-90ca-e8ac2213fab6" providerId="ADAL" clId="{E7F154A4-646A-4563-BCB1-0CF25C8B9628}" dt="2022-07-23T13:15:53.626" v="573" actId="14100"/>
          <ac:picMkLst>
            <pc:docMk/>
            <pc:sldMk cId="3614246454" sldId="263"/>
            <ac:picMk id="5" creationId="{7E3ED1A8-6642-2CAD-AEC6-C18009690C63}"/>
          </ac:picMkLst>
        </pc:picChg>
        <pc:picChg chg="add mod ord">
          <ac:chgData name="Manas Tuwani" userId="5d421215-a11f-4a6e-90ca-e8ac2213fab6" providerId="ADAL" clId="{E7F154A4-646A-4563-BCB1-0CF25C8B9628}" dt="2022-07-23T13:15:26.266" v="570" actId="26606"/>
          <ac:picMkLst>
            <pc:docMk/>
            <pc:sldMk cId="3614246454" sldId="263"/>
            <ac:picMk id="7" creationId="{2B20877B-F3C1-993B-2665-7E536284A7DE}"/>
          </ac:picMkLst>
        </pc:picChg>
        <pc:picChg chg="add mod">
          <ac:chgData name="Manas Tuwani" userId="5d421215-a11f-4a6e-90ca-e8ac2213fab6" providerId="ADAL" clId="{E7F154A4-646A-4563-BCB1-0CF25C8B9628}" dt="2022-07-23T13:15:26.266" v="570" actId="26606"/>
          <ac:picMkLst>
            <pc:docMk/>
            <pc:sldMk cId="3614246454" sldId="263"/>
            <ac:picMk id="9" creationId="{187E9F40-F3B6-04C2-33C5-4A74235544D7}"/>
          </ac:picMkLst>
        </pc:picChg>
      </pc:sldChg>
      <pc:sldChg chg="addSp delSp modSp new mod setBg">
        <pc:chgData name="Manas Tuwani" userId="5d421215-a11f-4a6e-90ca-e8ac2213fab6" providerId="ADAL" clId="{E7F154A4-646A-4563-BCB1-0CF25C8B9628}" dt="2022-07-23T13:14:20.261" v="557" actId="26606"/>
        <pc:sldMkLst>
          <pc:docMk/>
          <pc:sldMk cId="3676672926" sldId="264"/>
        </pc:sldMkLst>
        <pc:spChg chg="add del">
          <ac:chgData name="Manas Tuwani" userId="5d421215-a11f-4a6e-90ca-e8ac2213fab6" providerId="ADAL" clId="{E7F154A4-646A-4563-BCB1-0CF25C8B9628}" dt="2022-07-23T13:14:18.266" v="554" actId="26606"/>
          <ac:spMkLst>
            <pc:docMk/>
            <pc:sldMk cId="3676672926" sldId="264"/>
            <ac:spMk id="5" creationId="{32BC26D8-82FB-445E-AA49-62A77D7C1EE0}"/>
          </ac:spMkLst>
        </pc:spChg>
        <pc:spChg chg="add del">
          <ac:chgData name="Manas Tuwani" userId="5d421215-a11f-4a6e-90ca-e8ac2213fab6" providerId="ADAL" clId="{E7F154A4-646A-4563-BCB1-0CF25C8B9628}" dt="2022-07-23T13:14:18.266" v="554" actId="26606"/>
          <ac:spMkLst>
            <pc:docMk/>
            <pc:sldMk cId="3676672926" sldId="264"/>
            <ac:spMk id="6" creationId="{CB44330D-EA18-4254-AA95-EB49948539B8}"/>
          </ac:spMkLst>
        </pc:spChg>
        <pc:spChg chg="add del">
          <ac:chgData name="Manas Tuwani" userId="5d421215-a11f-4a6e-90ca-e8ac2213fab6" providerId="ADAL" clId="{E7F154A4-646A-4563-BCB1-0CF25C8B9628}" dt="2022-07-23T13:14:03.743" v="546" actId="26606"/>
          <ac:spMkLst>
            <pc:docMk/>
            <pc:sldMk cId="3676672926" sldId="264"/>
            <ac:spMk id="8" creationId="{F3060C83-F051-4F0E-ABAD-AA0DFC48B218}"/>
          </ac:spMkLst>
        </pc:spChg>
        <pc:spChg chg="add del">
          <ac:chgData name="Manas Tuwani" userId="5d421215-a11f-4a6e-90ca-e8ac2213fab6" providerId="ADAL" clId="{E7F154A4-646A-4563-BCB1-0CF25C8B9628}" dt="2022-07-23T13:14:20.256" v="556" actId="26606"/>
          <ac:spMkLst>
            <pc:docMk/>
            <pc:sldMk cId="3676672926" sldId="264"/>
            <ac:spMk id="9" creationId="{01D0AF59-99C3-4251-AB9A-C966C6AD4400}"/>
          </ac:spMkLst>
        </pc:spChg>
        <pc:spChg chg="add del">
          <ac:chgData name="Manas Tuwani" userId="5d421215-a11f-4a6e-90ca-e8ac2213fab6" providerId="ADAL" clId="{E7F154A4-646A-4563-BCB1-0CF25C8B9628}" dt="2022-07-23T13:14:03.743" v="546" actId="26606"/>
          <ac:spMkLst>
            <pc:docMk/>
            <pc:sldMk cId="3676672926" sldId="264"/>
            <ac:spMk id="10" creationId="{83C98ABE-055B-441F-B07E-44F97F083C39}"/>
          </ac:spMkLst>
        </pc:spChg>
        <pc:spChg chg="add del">
          <ac:chgData name="Manas Tuwani" userId="5d421215-a11f-4a6e-90ca-e8ac2213fab6" providerId="ADAL" clId="{E7F154A4-646A-4563-BCB1-0CF25C8B9628}" dt="2022-07-23T13:14:20.256" v="556" actId="26606"/>
          <ac:spMkLst>
            <pc:docMk/>
            <pc:sldMk cId="3676672926" sldId="264"/>
            <ac:spMk id="11" creationId="{1855405F-37A2-4869-9154-F8BE3BECE6C3}"/>
          </ac:spMkLst>
        </pc:spChg>
        <pc:spChg chg="add del">
          <ac:chgData name="Manas Tuwani" userId="5d421215-a11f-4a6e-90ca-e8ac2213fab6" providerId="ADAL" clId="{E7F154A4-646A-4563-BCB1-0CF25C8B9628}" dt="2022-07-23T13:14:03.743" v="546" actId="26606"/>
          <ac:spMkLst>
            <pc:docMk/>
            <pc:sldMk cId="3676672926" sldId="264"/>
            <ac:spMk id="12" creationId="{29FDB030-9B49-4CED-8CCD-4D99382388AC}"/>
          </ac:spMkLst>
        </pc:spChg>
        <pc:spChg chg="add">
          <ac:chgData name="Manas Tuwani" userId="5d421215-a11f-4a6e-90ca-e8ac2213fab6" providerId="ADAL" clId="{E7F154A4-646A-4563-BCB1-0CF25C8B9628}" dt="2022-07-23T13:14:20.261" v="557" actId="26606"/>
          <ac:spMkLst>
            <pc:docMk/>
            <pc:sldMk cId="3676672926" sldId="264"/>
            <ac:spMk id="13" creationId="{69D184B2-2226-4E31-BCCB-444330767440}"/>
          </ac:spMkLst>
        </pc:spChg>
        <pc:spChg chg="add del">
          <ac:chgData name="Manas Tuwani" userId="5d421215-a11f-4a6e-90ca-e8ac2213fab6" providerId="ADAL" clId="{E7F154A4-646A-4563-BCB1-0CF25C8B9628}" dt="2022-07-23T13:14:03.743" v="546" actId="26606"/>
          <ac:spMkLst>
            <pc:docMk/>
            <pc:sldMk cId="3676672926" sldId="264"/>
            <ac:spMk id="14" creationId="{3783CA14-24A1-485C-8B30-D6A5D87987AD}"/>
          </ac:spMkLst>
        </pc:spChg>
        <pc:spChg chg="add">
          <ac:chgData name="Manas Tuwani" userId="5d421215-a11f-4a6e-90ca-e8ac2213fab6" providerId="ADAL" clId="{E7F154A4-646A-4563-BCB1-0CF25C8B9628}" dt="2022-07-23T13:14:20.261" v="557" actId="26606"/>
          <ac:spMkLst>
            <pc:docMk/>
            <pc:sldMk cId="3676672926" sldId="264"/>
            <ac:spMk id="15" creationId="{1AC4D4E3-486A-464A-8EC8-D44881097267}"/>
          </ac:spMkLst>
        </pc:spChg>
        <pc:spChg chg="add del">
          <ac:chgData name="Manas Tuwani" userId="5d421215-a11f-4a6e-90ca-e8ac2213fab6" providerId="ADAL" clId="{E7F154A4-646A-4563-BCB1-0CF25C8B9628}" dt="2022-07-23T13:14:03.743" v="546" actId="26606"/>
          <ac:spMkLst>
            <pc:docMk/>
            <pc:sldMk cId="3676672926" sldId="264"/>
            <ac:spMk id="16" creationId="{9A97C86A-04D6-40F7-AE84-31AB43E6A846}"/>
          </ac:spMkLst>
        </pc:spChg>
        <pc:spChg chg="add">
          <ac:chgData name="Manas Tuwani" userId="5d421215-a11f-4a6e-90ca-e8ac2213fab6" providerId="ADAL" clId="{E7F154A4-646A-4563-BCB1-0CF25C8B9628}" dt="2022-07-23T13:14:20.261" v="557" actId="26606"/>
          <ac:spMkLst>
            <pc:docMk/>
            <pc:sldMk cId="3676672926" sldId="264"/>
            <ac:spMk id="17" creationId="{864DE13E-58EB-4475-B79C-0D4FC651239B}"/>
          </ac:spMkLst>
        </pc:spChg>
        <pc:spChg chg="add del">
          <ac:chgData name="Manas Tuwani" userId="5d421215-a11f-4a6e-90ca-e8ac2213fab6" providerId="ADAL" clId="{E7F154A4-646A-4563-BCB1-0CF25C8B9628}" dt="2022-07-23T13:14:03.743" v="546" actId="26606"/>
          <ac:spMkLst>
            <pc:docMk/>
            <pc:sldMk cId="3676672926" sldId="264"/>
            <ac:spMk id="18" creationId="{FF9F2414-84E8-453E-B1F3-389FDE8192D9}"/>
          </ac:spMkLst>
        </pc:spChg>
        <pc:spChg chg="add del">
          <ac:chgData name="Manas Tuwani" userId="5d421215-a11f-4a6e-90ca-e8ac2213fab6" providerId="ADAL" clId="{E7F154A4-646A-4563-BCB1-0CF25C8B9628}" dt="2022-07-23T13:14:03.743" v="546" actId="26606"/>
          <ac:spMkLst>
            <pc:docMk/>
            <pc:sldMk cId="3676672926" sldId="264"/>
            <ac:spMk id="20" creationId="{3ECA69A1-7536-43AC-85EF-C7106179F5ED}"/>
          </ac:spMkLst>
        </pc:spChg>
        <pc:spChg chg="add del">
          <ac:chgData name="Manas Tuwani" userId="5d421215-a11f-4a6e-90ca-e8ac2213fab6" providerId="ADAL" clId="{E7F154A4-646A-4563-BCB1-0CF25C8B9628}" dt="2022-07-23T13:14:07.095" v="548" actId="26606"/>
          <ac:spMkLst>
            <pc:docMk/>
            <pc:sldMk cId="3676672926" sldId="264"/>
            <ac:spMk id="22" creationId="{2D2B266D-3625-4584-A5C3-7D3F672CFF30}"/>
          </ac:spMkLst>
        </pc:spChg>
        <pc:spChg chg="add del">
          <ac:chgData name="Manas Tuwani" userId="5d421215-a11f-4a6e-90ca-e8ac2213fab6" providerId="ADAL" clId="{E7F154A4-646A-4563-BCB1-0CF25C8B9628}" dt="2022-07-23T13:14:07.095" v="548" actId="26606"/>
          <ac:spMkLst>
            <pc:docMk/>
            <pc:sldMk cId="3676672926" sldId="264"/>
            <ac:spMk id="23" creationId="{C463B99A-73EE-4FBB-B7C4-F9F9BCC25C65}"/>
          </ac:spMkLst>
        </pc:spChg>
        <pc:spChg chg="add del">
          <ac:chgData name="Manas Tuwani" userId="5d421215-a11f-4a6e-90ca-e8ac2213fab6" providerId="ADAL" clId="{E7F154A4-646A-4563-BCB1-0CF25C8B9628}" dt="2022-07-23T13:14:07.095" v="548" actId="26606"/>
          <ac:spMkLst>
            <pc:docMk/>
            <pc:sldMk cId="3676672926" sldId="264"/>
            <ac:spMk id="24" creationId="{A5D2A5D1-BA0D-47D3-B051-DA7743C46E28}"/>
          </ac:spMkLst>
        </pc:spChg>
        <pc:spChg chg="add del">
          <ac:chgData name="Manas Tuwani" userId="5d421215-a11f-4a6e-90ca-e8ac2213fab6" providerId="ADAL" clId="{E7F154A4-646A-4563-BCB1-0CF25C8B9628}" dt="2022-07-23T13:14:12.299" v="550" actId="26606"/>
          <ac:spMkLst>
            <pc:docMk/>
            <pc:sldMk cId="3676672926" sldId="264"/>
            <ac:spMk id="26" creationId="{69D184B2-2226-4E31-BCCB-444330767440}"/>
          </ac:spMkLst>
        </pc:spChg>
        <pc:spChg chg="add del">
          <ac:chgData name="Manas Tuwani" userId="5d421215-a11f-4a6e-90ca-e8ac2213fab6" providerId="ADAL" clId="{E7F154A4-646A-4563-BCB1-0CF25C8B9628}" dt="2022-07-23T13:14:12.299" v="550" actId="26606"/>
          <ac:spMkLst>
            <pc:docMk/>
            <pc:sldMk cId="3676672926" sldId="264"/>
            <ac:spMk id="27" creationId="{1AC4D4E3-486A-464A-8EC8-D44881097267}"/>
          </ac:spMkLst>
        </pc:spChg>
        <pc:spChg chg="add del">
          <ac:chgData name="Manas Tuwani" userId="5d421215-a11f-4a6e-90ca-e8ac2213fab6" providerId="ADAL" clId="{E7F154A4-646A-4563-BCB1-0CF25C8B9628}" dt="2022-07-23T13:14:12.299" v="550" actId="26606"/>
          <ac:spMkLst>
            <pc:docMk/>
            <pc:sldMk cId="3676672926" sldId="264"/>
            <ac:spMk id="28" creationId="{864DE13E-58EB-4475-B79C-0D4FC651239B}"/>
          </ac:spMkLst>
        </pc:spChg>
        <pc:picChg chg="add mod">
          <ac:chgData name="Manas Tuwani" userId="5d421215-a11f-4a6e-90ca-e8ac2213fab6" providerId="ADAL" clId="{E7F154A4-646A-4563-BCB1-0CF25C8B9628}" dt="2022-07-23T13:14:20.261" v="557" actId="26606"/>
          <ac:picMkLst>
            <pc:docMk/>
            <pc:sldMk cId="3676672926" sldId="264"/>
            <ac:picMk id="3" creationId="{8ACFCFF1-76EC-C15B-8947-74FA996437B7}"/>
          </ac:picMkLst>
        </pc:picChg>
      </pc:sldChg>
      <pc:sldChg chg="addSp delSp modSp new mod setBg">
        <pc:chgData name="Manas Tuwani" userId="5d421215-a11f-4a6e-90ca-e8ac2213fab6" providerId="ADAL" clId="{E7F154A4-646A-4563-BCB1-0CF25C8B9628}" dt="2022-07-24T08:14:45.213" v="594" actId="1076"/>
        <pc:sldMkLst>
          <pc:docMk/>
          <pc:sldMk cId="1257125244" sldId="265"/>
        </pc:sldMkLst>
        <pc:spChg chg="mod">
          <ac:chgData name="Manas Tuwani" userId="5d421215-a11f-4a6e-90ca-e8ac2213fab6" providerId="ADAL" clId="{E7F154A4-646A-4563-BCB1-0CF25C8B9628}" dt="2022-07-24T08:14:32.282" v="590" actId="26606"/>
          <ac:spMkLst>
            <pc:docMk/>
            <pc:sldMk cId="1257125244" sldId="265"/>
            <ac:spMk id="2" creationId="{6185860E-C84A-B8C4-CB8C-29EF1BB122CD}"/>
          </ac:spMkLst>
        </pc:spChg>
        <pc:spChg chg="mod ord">
          <ac:chgData name="Manas Tuwani" userId="5d421215-a11f-4a6e-90ca-e8ac2213fab6" providerId="ADAL" clId="{E7F154A4-646A-4563-BCB1-0CF25C8B9628}" dt="2022-07-24T08:14:42.399" v="593" actId="14100"/>
          <ac:spMkLst>
            <pc:docMk/>
            <pc:sldMk cId="1257125244" sldId="265"/>
            <ac:spMk id="3" creationId="{4DB04D78-5887-ED57-8FA2-64AFF7601D86}"/>
          </ac:spMkLst>
        </pc:spChg>
        <pc:spChg chg="add del">
          <ac:chgData name="Manas Tuwani" userId="5d421215-a11f-4a6e-90ca-e8ac2213fab6" providerId="ADAL" clId="{E7F154A4-646A-4563-BCB1-0CF25C8B9628}" dt="2022-07-24T08:14:08.432" v="584" actId="26606"/>
          <ac:spMkLst>
            <pc:docMk/>
            <pc:sldMk cId="1257125244" sldId="265"/>
            <ac:spMk id="10" creationId="{59A309A7-1751-4ABE-A3C1-EEC40366AD89}"/>
          </ac:spMkLst>
        </pc:spChg>
        <pc:spChg chg="add del">
          <ac:chgData name="Manas Tuwani" userId="5d421215-a11f-4a6e-90ca-e8ac2213fab6" providerId="ADAL" clId="{E7F154A4-646A-4563-BCB1-0CF25C8B9628}" dt="2022-07-24T08:14:08.432" v="584" actId="26606"/>
          <ac:spMkLst>
            <pc:docMk/>
            <pc:sldMk cId="1257125244" sldId="265"/>
            <ac:spMk id="12" creationId="{967D8EB6-EAE1-4F9C-B398-83321E287204}"/>
          </ac:spMkLst>
        </pc:spChg>
        <pc:spChg chg="add del">
          <ac:chgData name="Manas Tuwani" userId="5d421215-a11f-4a6e-90ca-e8ac2213fab6" providerId="ADAL" clId="{E7F154A4-646A-4563-BCB1-0CF25C8B9628}" dt="2022-07-24T08:14:17.220" v="588" actId="26606"/>
          <ac:spMkLst>
            <pc:docMk/>
            <pc:sldMk cId="1257125244" sldId="265"/>
            <ac:spMk id="14" creationId="{8F451A30-466B-4996-9BA5-CD6ABCC6D558}"/>
          </ac:spMkLst>
        </pc:spChg>
        <pc:spChg chg="add del">
          <ac:chgData name="Manas Tuwani" userId="5d421215-a11f-4a6e-90ca-e8ac2213fab6" providerId="ADAL" clId="{E7F154A4-646A-4563-BCB1-0CF25C8B9628}" dt="2022-07-24T08:14:17.220" v="588" actId="26606"/>
          <ac:spMkLst>
            <pc:docMk/>
            <pc:sldMk cId="1257125244" sldId="265"/>
            <ac:spMk id="15" creationId="{9D25F302-27C5-414F-97F8-6EA0A6C028BA}"/>
          </ac:spMkLst>
        </pc:spChg>
        <pc:spChg chg="add del">
          <ac:chgData name="Manas Tuwani" userId="5d421215-a11f-4a6e-90ca-e8ac2213fab6" providerId="ADAL" clId="{E7F154A4-646A-4563-BCB1-0CF25C8B9628}" dt="2022-07-24T08:14:17.220" v="588" actId="26606"/>
          <ac:spMkLst>
            <pc:docMk/>
            <pc:sldMk cId="1257125244" sldId="265"/>
            <ac:spMk id="16" creationId="{830A36F8-48C2-4842-A87B-8CE8DF4E7FD2}"/>
          </ac:spMkLst>
        </pc:spChg>
        <pc:spChg chg="add del">
          <ac:chgData name="Manas Tuwani" userId="5d421215-a11f-4a6e-90ca-e8ac2213fab6" providerId="ADAL" clId="{E7F154A4-646A-4563-BCB1-0CF25C8B9628}" dt="2022-07-24T08:14:32.282" v="590" actId="26606"/>
          <ac:spMkLst>
            <pc:docMk/>
            <pc:sldMk cId="1257125244" sldId="265"/>
            <ac:spMk id="21" creationId="{6CBB7C51-829B-4243-9A2F-5EA8A29D7E76}"/>
          </ac:spMkLst>
        </pc:spChg>
        <pc:spChg chg="add del">
          <ac:chgData name="Manas Tuwani" userId="5d421215-a11f-4a6e-90ca-e8ac2213fab6" providerId="ADAL" clId="{E7F154A4-646A-4563-BCB1-0CF25C8B9628}" dt="2022-07-24T08:14:32.282" v="590" actId="26606"/>
          <ac:spMkLst>
            <pc:docMk/>
            <pc:sldMk cId="1257125244" sldId="265"/>
            <ac:spMk id="51" creationId="{DE4A42E0-EF5F-4494-B39B-3DB7D0475989}"/>
          </ac:spMkLst>
        </pc:spChg>
        <pc:spChg chg="add">
          <ac:chgData name="Manas Tuwani" userId="5d421215-a11f-4a6e-90ca-e8ac2213fab6" providerId="ADAL" clId="{E7F154A4-646A-4563-BCB1-0CF25C8B9628}" dt="2022-07-24T08:14:32.282" v="590" actId="26606"/>
          <ac:spMkLst>
            <pc:docMk/>
            <pc:sldMk cId="1257125244" sldId="265"/>
            <ac:spMk id="56" creationId="{9D25F302-27C5-414F-97F8-6EA0A6C028BA}"/>
          </ac:spMkLst>
        </pc:spChg>
        <pc:spChg chg="add">
          <ac:chgData name="Manas Tuwani" userId="5d421215-a11f-4a6e-90ca-e8ac2213fab6" providerId="ADAL" clId="{E7F154A4-646A-4563-BCB1-0CF25C8B9628}" dt="2022-07-24T08:14:32.282" v="590" actId="26606"/>
          <ac:spMkLst>
            <pc:docMk/>
            <pc:sldMk cId="1257125244" sldId="265"/>
            <ac:spMk id="58" creationId="{830A36F8-48C2-4842-A87B-8CE8DF4E7FD2}"/>
          </ac:spMkLst>
        </pc:spChg>
        <pc:spChg chg="add">
          <ac:chgData name="Manas Tuwani" userId="5d421215-a11f-4a6e-90ca-e8ac2213fab6" providerId="ADAL" clId="{E7F154A4-646A-4563-BCB1-0CF25C8B9628}" dt="2022-07-24T08:14:32.282" v="590" actId="26606"/>
          <ac:spMkLst>
            <pc:docMk/>
            <pc:sldMk cId="1257125244" sldId="265"/>
            <ac:spMk id="60" creationId="{8F451A30-466B-4996-9BA5-CD6ABCC6D558}"/>
          </ac:spMkLst>
        </pc:spChg>
        <pc:grpChg chg="add del">
          <ac:chgData name="Manas Tuwani" userId="5d421215-a11f-4a6e-90ca-e8ac2213fab6" providerId="ADAL" clId="{E7F154A4-646A-4563-BCB1-0CF25C8B9628}" dt="2022-07-24T08:14:32.282" v="590" actId="26606"/>
          <ac:grpSpMkLst>
            <pc:docMk/>
            <pc:sldMk cId="1257125244" sldId="265"/>
            <ac:grpSpMk id="23" creationId="{5ECE0A17-721D-47DA-B462-427AB9C65601}"/>
          </ac:grpSpMkLst>
        </pc:grpChg>
        <pc:grpChg chg="add del">
          <ac:chgData name="Manas Tuwani" userId="5d421215-a11f-4a6e-90ca-e8ac2213fab6" providerId="ADAL" clId="{E7F154A4-646A-4563-BCB1-0CF25C8B9628}" dt="2022-07-24T08:14:32.282" v="590" actId="26606"/>
          <ac:grpSpMkLst>
            <pc:docMk/>
            <pc:sldMk cId="1257125244" sldId="265"/>
            <ac:grpSpMk id="46" creationId="{908DA454-A7F1-451C-B515-495788249509}"/>
          </ac:grpSpMkLst>
        </pc:grpChg>
        <pc:picChg chg="add mod ord">
          <ac:chgData name="Manas Tuwani" userId="5d421215-a11f-4a6e-90ca-e8ac2213fab6" providerId="ADAL" clId="{E7F154A4-646A-4563-BCB1-0CF25C8B9628}" dt="2022-07-24T08:14:45.213" v="594" actId="1076"/>
          <ac:picMkLst>
            <pc:docMk/>
            <pc:sldMk cId="1257125244" sldId="265"/>
            <ac:picMk id="5" creationId="{EF638BAD-0521-A8CD-1510-A5E4A2D93A35}"/>
          </ac:picMkLst>
        </pc:picChg>
      </pc:sldChg>
      <pc:sldChg chg="addSp delSp modSp new mod setBg">
        <pc:chgData name="Manas Tuwani" userId="5d421215-a11f-4a6e-90ca-e8ac2213fab6" providerId="ADAL" clId="{E7F154A4-646A-4563-BCB1-0CF25C8B9628}" dt="2022-07-24T08:17:37.172" v="612" actId="1076"/>
        <pc:sldMkLst>
          <pc:docMk/>
          <pc:sldMk cId="1126030493" sldId="266"/>
        </pc:sldMkLst>
        <pc:spChg chg="mod">
          <ac:chgData name="Manas Tuwani" userId="5d421215-a11f-4a6e-90ca-e8ac2213fab6" providerId="ADAL" clId="{E7F154A4-646A-4563-BCB1-0CF25C8B9628}" dt="2022-07-24T08:17:37.172" v="612" actId="1076"/>
          <ac:spMkLst>
            <pc:docMk/>
            <pc:sldMk cId="1126030493" sldId="266"/>
            <ac:spMk id="2" creationId="{36A92E9B-67AC-79D9-808D-E329D8E51C37}"/>
          </ac:spMkLst>
        </pc:spChg>
        <pc:spChg chg="del mod">
          <ac:chgData name="Manas Tuwani" userId="5d421215-a11f-4a6e-90ca-e8ac2213fab6" providerId="ADAL" clId="{E7F154A4-646A-4563-BCB1-0CF25C8B9628}" dt="2022-07-24T08:15:21.742" v="598" actId="22"/>
          <ac:spMkLst>
            <pc:docMk/>
            <pc:sldMk cId="1126030493" sldId="266"/>
            <ac:spMk id="3" creationId="{92E7B719-8B92-0936-FFD8-AA542E1446AA}"/>
          </ac:spMkLst>
        </pc:spChg>
        <pc:spChg chg="add">
          <ac:chgData name="Manas Tuwani" userId="5d421215-a11f-4a6e-90ca-e8ac2213fab6" providerId="ADAL" clId="{E7F154A4-646A-4563-BCB1-0CF25C8B9628}" dt="2022-07-24T08:16:00.260" v="600" actId="26606"/>
          <ac:spMkLst>
            <pc:docMk/>
            <pc:sldMk cId="1126030493" sldId="266"/>
            <ac:spMk id="12" creationId="{C4879EFC-8E62-4E00-973C-C45EE9EC676D}"/>
          </ac:spMkLst>
        </pc:spChg>
        <pc:spChg chg="add">
          <ac:chgData name="Manas Tuwani" userId="5d421215-a11f-4a6e-90ca-e8ac2213fab6" providerId="ADAL" clId="{E7F154A4-646A-4563-BCB1-0CF25C8B9628}" dt="2022-07-24T08:16:00.260" v="600" actId="26606"/>
          <ac:spMkLst>
            <pc:docMk/>
            <pc:sldMk cId="1126030493" sldId="266"/>
            <ac:spMk id="14" creationId="{D6A9C53F-5F90-40A5-8C85-5412D39C8C68}"/>
          </ac:spMkLst>
        </pc:spChg>
        <pc:picChg chg="add mod ord">
          <ac:chgData name="Manas Tuwani" userId="5d421215-a11f-4a6e-90ca-e8ac2213fab6" providerId="ADAL" clId="{E7F154A4-646A-4563-BCB1-0CF25C8B9628}" dt="2022-07-24T08:16:50.445" v="611" actId="14100"/>
          <ac:picMkLst>
            <pc:docMk/>
            <pc:sldMk cId="1126030493" sldId="266"/>
            <ac:picMk id="5" creationId="{A32C9960-1021-2E3E-E60F-1C11CD977689}"/>
          </ac:picMkLst>
        </pc:picChg>
        <pc:picChg chg="add mod">
          <ac:chgData name="Manas Tuwani" userId="5d421215-a11f-4a6e-90ca-e8ac2213fab6" providerId="ADAL" clId="{E7F154A4-646A-4563-BCB1-0CF25C8B9628}" dt="2022-07-24T08:16:36.120" v="608" actId="14100"/>
          <ac:picMkLst>
            <pc:docMk/>
            <pc:sldMk cId="1126030493" sldId="266"/>
            <ac:picMk id="7" creationId="{5012D8B3-5B8A-077C-D4EB-B4597D570D29}"/>
          </ac:picMkLst>
        </pc:picChg>
      </pc:sldChg>
      <pc:sldChg chg="addSp modSp new mod">
        <pc:chgData name="Manas Tuwani" userId="5d421215-a11f-4a6e-90ca-e8ac2213fab6" providerId="ADAL" clId="{E7F154A4-646A-4563-BCB1-0CF25C8B9628}" dt="2022-07-24T08:20:06.514" v="628" actId="1076"/>
        <pc:sldMkLst>
          <pc:docMk/>
          <pc:sldMk cId="2088517934" sldId="267"/>
        </pc:sldMkLst>
        <pc:spChg chg="mod">
          <ac:chgData name="Manas Tuwani" userId="5d421215-a11f-4a6e-90ca-e8ac2213fab6" providerId="ADAL" clId="{E7F154A4-646A-4563-BCB1-0CF25C8B9628}" dt="2022-07-24T08:18:35.011" v="616" actId="1076"/>
          <ac:spMkLst>
            <pc:docMk/>
            <pc:sldMk cId="2088517934" sldId="267"/>
            <ac:spMk id="2" creationId="{C74F6D80-FBDF-E96A-E199-20BE407191DC}"/>
          </ac:spMkLst>
        </pc:spChg>
        <pc:spChg chg="mod">
          <ac:chgData name="Manas Tuwani" userId="5d421215-a11f-4a6e-90ca-e8ac2213fab6" providerId="ADAL" clId="{E7F154A4-646A-4563-BCB1-0CF25C8B9628}" dt="2022-07-24T08:19:39.087" v="626" actId="20577"/>
          <ac:spMkLst>
            <pc:docMk/>
            <pc:sldMk cId="2088517934" sldId="267"/>
            <ac:spMk id="3" creationId="{D97144C6-94EF-8CAB-EB5C-041B9A42824A}"/>
          </ac:spMkLst>
        </pc:spChg>
        <pc:picChg chg="add mod">
          <ac:chgData name="Manas Tuwani" userId="5d421215-a11f-4a6e-90ca-e8ac2213fab6" providerId="ADAL" clId="{E7F154A4-646A-4563-BCB1-0CF25C8B9628}" dt="2022-07-24T08:19:29.744" v="625" actId="1076"/>
          <ac:picMkLst>
            <pc:docMk/>
            <pc:sldMk cId="2088517934" sldId="267"/>
            <ac:picMk id="5" creationId="{7C88D242-6FDE-12FD-EDC1-9B8E4413080C}"/>
          </ac:picMkLst>
        </pc:picChg>
        <pc:picChg chg="add mod">
          <ac:chgData name="Manas Tuwani" userId="5d421215-a11f-4a6e-90ca-e8ac2213fab6" providerId="ADAL" clId="{E7F154A4-646A-4563-BCB1-0CF25C8B9628}" dt="2022-07-24T08:20:06.514" v="628" actId="1076"/>
          <ac:picMkLst>
            <pc:docMk/>
            <pc:sldMk cId="2088517934" sldId="267"/>
            <ac:picMk id="7" creationId="{E5759FC0-1F7F-A0F3-299B-562C3A297687}"/>
          </ac:picMkLst>
        </pc:picChg>
      </pc:sldChg>
      <pc:sldChg chg="addSp delSp modSp new mod">
        <pc:chgData name="Manas Tuwani" userId="5d421215-a11f-4a6e-90ca-e8ac2213fab6" providerId="ADAL" clId="{E7F154A4-646A-4563-BCB1-0CF25C8B9628}" dt="2022-07-24T08:23:45.654" v="640" actId="14100"/>
        <pc:sldMkLst>
          <pc:docMk/>
          <pc:sldMk cId="2727602292" sldId="268"/>
        </pc:sldMkLst>
        <pc:spChg chg="mod">
          <ac:chgData name="Manas Tuwani" userId="5d421215-a11f-4a6e-90ca-e8ac2213fab6" providerId="ADAL" clId="{E7F154A4-646A-4563-BCB1-0CF25C8B9628}" dt="2022-07-24T08:22:39.781" v="633"/>
          <ac:spMkLst>
            <pc:docMk/>
            <pc:sldMk cId="2727602292" sldId="268"/>
            <ac:spMk id="2" creationId="{39E08B8A-BD49-1A4E-40AC-D09E4F817623}"/>
          </ac:spMkLst>
        </pc:spChg>
        <pc:spChg chg="del mod">
          <ac:chgData name="Manas Tuwani" userId="5d421215-a11f-4a6e-90ca-e8ac2213fab6" providerId="ADAL" clId="{E7F154A4-646A-4563-BCB1-0CF25C8B9628}" dt="2022-07-24T08:23:03.909" v="634" actId="22"/>
          <ac:spMkLst>
            <pc:docMk/>
            <pc:sldMk cId="2727602292" sldId="268"/>
            <ac:spMk id="3" creationId="{123C3221-4781-5B6C-E68A-68A68228D975}"/>
          </ac:spMkLst>
        </pc:spChg>
        <pc:spChg chg="add del">
          <ac:chgData name="Manas Tuwani" userId="5d421215-a11f-4a6e-90ca-e8ac2213fab6" providerId="ADAL" clId="{E7F154A4-646A-4563-BCB1-0CF25C8B9628}" dt="2022-07-24T08:22:19.364" v="632"/>
          <ac:spMkLst>
            <pc:docMk/>
            <pc:sldMk cId="2727602292" sldId="268"/>
            <ac:spMk id="4" creationId="{55218860-8AF1-620B-439B-BAEE2106AAE3}"/>
          </ac:spMkLst>
        </pc:spChg>
        <pc:spChg chg="add del">
          <ac:chgData name="Manas Tuwani" userId="5d421215-a11f-4a6e-90ca-e8ac2213fab6" providerId="ADAL" clId="{E7F154A4-646A-4563-BCB1-0CF25C8B9628}" dt="2022-07-24T08:22:19.364" v="632"/>
          <ac:spMkLst>
            <pc:docMk/>
            <pc:sldMk cId="2727602292" sldId="268"/>
            <ac:spMk id="5" creationId="{C75BBEF7-9827-F47C-8A2E-EB4634D3555F}"/>
          </ac:spMkLst>
        </pc:spChg>
        <pc:picChg chg="add mod ord">
          <ac:chgData name="Manas Tuwani" userId="5d421215-a11f-4a6e-90ca-e8ac2213fab6" providerId="ADAL" clId="{E7F154A4-646A-4563-BCB1-0CF25C8B9628}" dt="2022-07-24T08:23:07.497" v="635" actId="1076"/>
          <ac:picMkLst>
            <pc:docMk/>
            <pc:sldMk cId="2727602292" sldId="268"/>
            <ac:picMk id="7" creationId="{C3C367CE-395B-2133-2442-F613F1E7202B}"/>
          </ac:picMkLst>
        </pc:picChg>
        <pc:picChg chg="add mod">
          <ac:chgData name="Manas Tuwani" userId="5d421215-a11f-4a6e-90ca-e8ac2213fab6" providerId="ADAL" clId="{E7F154A4-646A-4563-BCB1-0CF25C8B9628}" dt="2022-07-24T08:23:45.654" v="640" actId="14100"/>
          <ac:picMkLst>
            <pc:docMk/>
            <pc:sldMk cId="2727602292" sldId="268"/>
            <ac:picMk id="9" creationId="{5432998A-87ED-D38B-F45A-05DEA7AC430D}"/>
          </ac:picMkLst>
        </pc:picChg>
      </pc:sldChg>
      <pc:sldChg chg="addSp delSp modSp new mod setBg">
        <pc:chgData name="Manas Tuwani" userId="5d421215-a11f-4a6e-90ca-e8ac2213fab6" providerId="ADAL" clId="{E7F154A4-646A-4563-BCB1-0CF25C8B9628}" dt="2022-07-24T08:41:04.081" v="649" actId="26606"/>
        <pc:sldMkLst>
          <pc:docMk/>
          <pc:sldMk cId="288605404" sldId="269"/>
        </pc:sldMkLst>
        <pc:spChg chg="add del">
          <ac:chgData name="Manas Tuwani" userId="5d421215-a11f-4a6e-90ca-e8ac2213fab6" providerId="ADAL" clId="{E7F154A4-646A-4563-BCB1-0CF25C8B9628}" dt="2022-07-24T08:41:04.081" v="649" actId="26606"/>
          <ac:spMkLst>
            <pc:docMk/>
            <pc:sldMk cId="288605404" sldId="269"/>
            <ac:spMk id="10" creationId="{2F19B711-C590-44D1-9AA8-9F143B0ED58A}"/>
          </ac:spMkLst>
        </pc:spChg>
        <pc:spChg chg="add del">
          <ac:chgData name="Manas Tuwani" userId="5d421215-a11f-4a6e-90ca-e8ac2213fab6" providerId="ADAL" clId="{E7F154A4-646A-4563-BCB1-0CF25C8B9628}" dt="2022-07-24T08:41:04.081" v="649" actId="26606"/>
          <ac:spMkLst>
            <pc:docMk/>
            <pc:sldMk cId="288605404" sldId="269"/>
            <ac:spMk id="12" creationId="{C0C79CF2-6A1C-4636-84CE-ABB2BE191D23}"/>
          </ac:spMkLst>
        </pc:spChg>
        <pc:spChg chg="add del">
          <ac:chgData name="Manas Tuwani" userId="5d421215-a11f-4a6e-90ca-e8ac2213fab6" providerId="ADAL" clId="{E7F154A4-646A-4563-BCB1-0CF25C8B9628}" dt="2022-07-24T08:41:04.081" v="649" actId="26606"/>
          <ac:spMkLst>
            <pc:docMk/>
            <pc:sldMk cId="288605404" sldId="269"/>
            <ac:spMk id="14" creationId="{7A5D17DF-AD65-402C-A95C-F13C770C9FCD}"/>
          </ac:spMkLst>
        </pc:spChg>
        <pc:picChg chg="add mod">
          <ac:chgData name="Manas Tuwani" userId="5d421215-a11f-4a6e-90ca-e8ac2213fab6" providerId="ADAL" clId="{E7F154A4-646A-4563-BCB1-0CF25C8B9628}" dt="2022-07-24T08:41:04.081" v="649" actId="26606"/>
          <ac:picMkLst>
            <pc:docMk/>
            <pc:sldMk cId="288605404" sldId="269"/>
            <ac:picMk id="3" creationId="{6D77CD63-1192-102D-1BBD-128D01BA0528}"/>
          </ac:picMkLst>
        </pc:picChg>
        <pc:picChg chg="add mod">
          <ac:chgData name="Manas Tuwani" userId="5d421215-a11f-4a6e-90ca-e8ac2213fab6" providerId="ADAL" clId="{E7F154A4-646A-4563-BCB1-0CF25C8B9628}" dt="2022-07-24T08:41:04.081" v="649" actId="26606"/>
          <ac:picMkLst>
            <pc:docMk/>
            <pc:sldMk cId="288605404" sldId="269"/>
            <ac:picMk id="5" creationId="{E183A2A3-1E6C-5693-F683-E604BB174456}"/>
          </ac:picMkLst>
        </pc:picChg>
      </pc:sldChg>
      <pc:sldChg chg="addSp modSp new mod">
        <pc:chgData name="Manas Tuwani" userId="5d421215-a11f-4a6e-90ca-e8ac2213fab6" providerId="ADAL" clId="{E7F154A4-646A-4563-BCB1-0CF25C8B9628}" dt="2022-07-24T08:45:59.393" v="688" actId="207"/>
        <pc:sldMkLst>
          <pc:docMk/>
          <pc:sldMk cId="4255957203" sldId="270"/>
        </pc:sldMkLst>
        <pc:spChg chg="mod">
          <ac:chgData name="Manas Tuwani" userId="5d421215-a11f-4a6e-90ca-e8ac2213fab6" providerId="ADAL" clId="{E7F154A4-646A-4563-BCB1-0CF25C8B9628}" dt="2022-07-24T08:42:40.228" v="655"/>
          <ac:spMkLst>
            <pc:docMk/>
            <pc:sldMk cId="4255957203" sldId="270"/>
            <ac:spMk id="2" creationId="{3AE44F7E-6314-99DB-D654-8858E6E93C6D}"/>
          </ac:spMkLst>
        </pc:spChg>
        <pc:spChg chg="mod">
          <ac:chgData name="Manas Tuwani" userId="5d421215-a11f-4a6e-90ca-e8ac2213fab6" providerId="ADAL" clId="{E7F154A4-646A-4563-BCB1-0CF25C8B9628}" dt="2022-07-24T08:45:55.589" v="687" actId="207"/>
          <ac:spMkLst>
            <pc:docMk/>
            <pc:sldMk cId="4255957203" sldId="270"/>
            <ac:spMk id="3" creationId="{A4F3EB19-79A6-EB80-AAEA-7716B321714B}"/>
          </ac:spMkLst>
        </pc:spChg>
        <pc:spChg chg="add mod">
          <ac:chgData name="Manas Tuwani" userId="5d421215-a11f-4a6e-90ca-e8ac2213fab6" providerId="ADAL" clId="{E7F154A4-646A-4563-BCB1-0CF25C8B9628}" dt="2022-07-24T08:45:59.393" v="688" actId="207"/>
          <ac:spMkLst>
            <pc:docMk/>
            <pc:sldMk cId="4255957203" sldId="270"/>
            <ac:spMk id="4" creationId="{10CC9A8E-C94C-8A00-54B0-F6E0360FE8A5}"/>
          </ac:spMkLst>
        </pc:spChg>
      </pc:sldChg>
      <pc:sldChg chg="addSp delSp modSp new mod setBg">
        <pc:chgData name="Manas Tuwani" userId="5d421215-a11f-4a6e-90ca-e8ac2213fab6" providerId="ADAL" clId="{E7F154A4-646A-4563-BCB1-0CF25C8B9628}" dt="2022-07-29T08:22:34.123" v="831" actId="313"/>
        <pc:sldMkLst>
          <pc:docMk/>
          <pc:sldMk cId="1026325099" sldId="271"/>
        </pc:sldMkLst>
        <pc:spChg chg="mod">
          <ac:chgData name="Manas Tuwani" userId="5d421215-a11f-4a6e-90ca-e8ac2213fab6" providerId="ADAL" clId="{E7F154A4-646A-4563-BCB1-0CF25C8B9628}" dt="2022-07-24T10:43:17.258" v="745" actId="20577"/>
          <ac:spMkLst>
            <pc:docMk/>
            <pc:sldMk cId="1026325099" sldId="271"/>
            <ac:spMk id="2" creationId="{C29584EA-0867-F7AD-75A4-419950C6317F}"/>
          </ac:spMkLst>
        </pc:spChg>
        <pc:spChg chg="mod">
          <ac:chgData name="Manas Tuwani" userId="5d421215-a11f-4a6e-90ca-e8ac2213fab6" providerId="ADAL" clId="{E7F154A4-646A-4563-BCB1-0CF25C8B9628}" dt="2022-07-29T08:22:34.123" v="831" actId="313"/>
          <ac:spMkLst>
            <pc:docMk/>
            <pc:sldMk cId="1026325099" sldId="271"/>
            <ac:spMk id="3" creationId="{9900273A-AEA4-1F39-973C-3B12434E98B6}"/>
          </ac:spMkLst>
        </pc:spChg>
        <pc:spChg chg="add del">
          <ac:chgData name="Manas Tuwani" userId="5d421215-a11f-4a6e-90ca-e8ac2213fab6" providerId="ADAL" clId="{E7F154A4-646A-4563-BCB1-0CF25C8B9628}" dt="2022-07-24T10:41:16.760" v="721" actId="26606"/>
          <ac:spMkLst>
            <pc:docMk/>
            <pc:sldMk cId="1026325099" sldId="271"/>
            <ac:spMk id="10" creationId="{2B566528-1B12-4246-9431-5C2D7D081168}"/>
          </ac:spMkLst>
        </pc:spChg>
        <pc:spChg chg="add">
          <ac:chgData name="Manas Tuwani" userId="5d421215-a11f-4a6e-90ca-e8ac2213fab6" providerId="ADAL" clId="{E7F154A4-646A-4563-BCB1-0CF25C8B9628}" dt="2022-07-24T10:41:21.527" v="724" actId="26606"/>
          <ac:spMkLst>
            <pc:docMk/>
            <pc:sldMk cId="1026325099" sldId="271"/>
            <ac:spMk id="14" creationId="{E659831F-0D9A-4C63-9EBB-8435B85A440F}"/>
          </ac:spMkLst>
        </pc:spChg>
        <pc:spChg chg="add del">
          <ac:chgData name="Manas Tuwani" userId="5d421215-a11f-4a6e-90ca-e8ac2213fab6" providerId="ADAL" clId="{E7F154A4-646A-4563-BCB1-0CF25C8B9628}" dt="2022-07-24T10:41:21.516" v="723" actId="26606"/>
          <ac:spMkLst>
            <pc:docMk/>
            <pc:sldMk cId="1026325099" sldId="271"/>
            <ac:spMk id="25" creationId="{1E020063-2385-44AC-BD67-258E1F0B9FCE}"/>
          </ac:spMkLst>
        </pc:spChg>
        <pc:spChg chg="add del">
          <ac:chgData name="Manas Tuwani" userId="5d421215-a11f-4a6e-90ca-e8ac2213fab6" providerId="ADAL" clId="{E7F154A4-646A-4563-BCB1-0CF25C8B9628}" dt="2022-07-24T10:41:21.516" v="723" actId="26606"/>
          <ac:spMkLst>
            <pc:docMk/>
            <pc:sldMk cId="1026325099" sldId="271"/>
            <ac:spMk id="26" creationId="{7E014A0B-5338-4077-AFE9-A90D04D4492B}"/>
          </ac:spMkLst>
        </pc:spChg>
        <pc:spChg chg="add">
          <ac:chgData name="Manas Tuwani" userId="5d421215-a11f-4a6e-90ca-e8ac2213fab6" providerId="ADAL" clId="{E7F154A4-646A-4563-BCB1-0CF25C8B9628}" dt="2022-07-24T10:41:21.527" v="724" actId="26606"/>
          <ac:spMkLst>
            <pc:docMk/>
            <pc:sldMk cId="1026325099" sldId="271"/>
            <ac:spMk id="32" creationId="{058A14AF-9FB5-4CC7-BA35-E8E85D3EDF0E}"/>
          </ac:spMkLst>
        </pc:spChg>
        <pc:spChg chg="add">
          <ac:chgData name="Manas Tuwani" userId="5d421215-a11f-4a6e-90ca-e8ac2213fab6" providerId="ADAL" clId="{E7F154A4-646A-4563-BCB1-0CF25C8B9628}" dt="2022-07-24T10:41:21.527" v="724" actId="26606"/>
          <ac:spMkLst>
            <pc:docMk/>
            <pc:sldMk cId="1026325099" sldId="271"/>
            <ac:spMk id="33" creationId="{3A9A4357-BD1D-4622-A4FE-766E6AB8DE84}"/>
          </ac:spMkLst>
        </pc:spChg>
        <pc:spChg chg="add">
          <ac:chgData name="Manas Tuwani" userId="5d421215-a11f-4a6e-90ca-e8ac2213fab6" providerId="ADAL" clId="{E7F154A4-646A-4563-BCB1-0CF25C8B9628}" dt="2022-07-24T10:41:21.527" v="724" actId="26606"/>
          <ac:spMkLst>
            <pc:docMk/>
            <pc:sldMk cId="1026325099" sldId="271"/>
            <ac:spMk id="34" creationId="{E6995CE5-F890-4ABA-82A2-26507CE8D2A3}"/>
          </ac:spMkLst>
        </pc:spChg>
        <pc:grpChg chg="add del">
          <ac:chgData name="Manas Tuwani" userId="5d421215-a11f-4a6e-90ca-e8ac2213fab6" providerId="ADAL" clId="{E7F154A4-646A-4563-BCB1-0CF25C8B9628}" dt="2022-07-24T10:41:16.760" v="721" actId="26606"/>
          <ac:grpSpMkLst>
            <pc:docMk/>
            <pc:sldMk cId="1026325099" sldId="271"/>
            <ac:grpSpMk id="12" creationId="{828A5161-06F1-46CF-8AD7-844680A59E13}"/>
          </ac:grpSpMkLst>
        </pc:grpChg>
        <pc:grpChg chg="add del">
          <ac:chgData name="Manas Tuwani" userId="5d421215-a11f-4a6e-90ca-e8ac2213fab6" providerId="ADAL" clId="{E7F154A4-646A-4563-BCB1-0CF25C8B9628}" dt="2022-07-24T10:41:16.760" v="721" actId="26606"/>
          <ac:grpSpMkLst>
            <pc:docMk/>
            <pc:sldMk cId="1026325099" sldId="271"/>
            <ac:grpSpMk id="16" creationId="{5995D10D-E9C9-47DB-AE7E-801FEF38F5C9}"/>
          </ac:grpSpMkLst>
        </pc:grpChg>
        <pc:grpChg chg="add del">
          <ac:chgData name="Manas Tuwani" userId="5d421215-a11f-4a6e-90ca-e8ac2213fab6" providerId="ADAL" clId="{E7F154A4-646A-4563-BCB1-0CF25C8B9628}" dt="2022-07-24T10:41:21.516" v="723" actId="26606"/>
          <ac:grpSpMkLst>
            <pc:docMk/>
            <pc:sldMk cId="1026325099" sldId="271"/>
            <ac:grpSpMk id="20" creationId="{466920E5-8640-4C24-A775-8647637094A7}"/>
          </ac:grpSpMkLst>
        </pc:grpChg>
        <pc:grpChg chg="add del">
          <ac:chgData name="Manas Tuwani" userId="5d421215-a11f-4a6e-90ca-e8ac2213fab6" providerId="ADAL" clId="{E7F154A4-646A-4563-BCB1-0CF25C8B9628}" dt="2022-07-24T10:41:21.516" v="723" actId="26606"/>
          <ac:grpSpMkLst>
            <pc:docMk/>
            <pc:sldMk cId="1026325099" sldId="271"/>
            <ac:grpSpMk id="27" creationId="{78127680-150F-4A90-9950-F66392578116}"/>
          </ac:grpSpMkLst>
        </pc:grpChg>
        <pc:picChg chg="add mod">
          <ac:chgData name="Manas Tuwani" userId="5d421215-a11f-4a6e-90ca-e8ac2213fab6" providerId="ADAL" clId="{E7F154A4-646A-4563-BCB1-0CF25C8B9628}" dt="2022-07-24T10:42:58.138" v="742" actId="14100"/>
          <ac:picMkLst>
            <pc:docMk/>
            <pc:sldMk cId="1026325099" sldId="271"/>
            <ac:picMk id="5" creationId="{1DC864D2-9C63-8BEC-554E-734CA023C6FE}"/>
          </ac:picMkLst>
        </pc:picChg>
      </pc:sldChg>
      <pc:sldChg chg="modSp add mod ord">
        <pc:chgData name="Manas Tuwani" userId="5d421215-a11f-4a6e-90ca-e8ac2213fab6" providerId="ADAL" clId="{E7F154A4-646A-4563-BCB1-0CF25C8B9628}" dt="2022-07-29T12:39:28.772" v="873" actId="1076"/>
        <pc:sldMkLst>
          <pc:docMk/>
          <pc:sldMk cId="808225773" sldId="272"/>
        </pc:sldMkLst>
        <pc:spChg chg="mod">
          <ac:chgData name="Manas Tuwani" userId="5d421215-a11f-4a6e-90ca-e8ac2213fab6" providerId="ADAL" clId="{E7F154A4-646A-4563-BCB1-0CF25C8B9628}" dt="2022-07-29T12:39:28.772" v="873" actId="1076"/>
          <ac:spMkLst>
            <pc:docMk/>
            <pc:sldMk cId="808225773" sldId="272"/>
            <ac:spMk id="5" creationId="{00000000-0000-0000-0000-000000000000}"/>
          </ac:spMkLst>
        </pc:spChg>
      </pc:sldChg>
    </pc:docChg>
  </pc:docChgLst>
  <pc:docChgLst>
    <pc:chgData name="Manas Tuwani" userId="5d421215-a11f-4a6e-90ca-e8ac2213fab6" providerId="ADAL" clId="{9C6280C2-E23F-4ABF-942B-3A8807C11F15}"/>
    <pc:docChg chg="modSld">
      <pc:chgData name="Manas Tuwani" userId="5d421215-a11f-4a6e-90ca-e8ac2213fab6" providerId="ADAL" clId="{9C6280C2-E23F-4ABF-942B-3A8807C11F15}" dt="2022-11-21T14:01:49.863" v="8" actId="20577"/>
      <pc:docMkLst>
        <pc:docMk/>
      </pc:docMkLst>
      <pc:sldChg chg="modSp mod">
        <pc:chgData name="Manas Tuwani" userId="5d421215-a11f-4a6e-90ca-e8ac2213fab6" providerId="ADAL" clId="{9C6280C2-E23F-4ABF-942B-3A8807C11F15}" dt="2022-11-21T14:01:49.863" v="8" actId="20577"/>
        <pc:sldMkLst>
          <pc:docMk/>
          <pc:sldMk cId="3614246454" sldId="263"/>
        </pc:sldMkLst>
        <pc:spChg chg="mod">
          <ac:chgData name="Manas Tuwani" userId="5d421215-a11f-4a6e-90ca-e8ac2213fab6" providerId="ADAL" clId="{9C6280C2-E23F-4ABF-942B-3A8807C11F15}" dt="2022-11-21T14:01:49.863" v="8" actId="20577"/>
          <ac:spMkLst>
            <pc:docMk/>
            <pc:sldMk cId="3614246454" sldId="263"/>
            <ac:spMk id="3" creationId="{3B4E1FEE-DE7A-FEC2-C2FC-9B42CF7DDABD}"/>
          </ac:spMkLst>
        </pc:spChg>
      </pc:sldChg>
    </pc:docChg>
  </pc:docChgLst>
  <pc:docChgLst>
    <pc:chgData name="Manas Tuwani" userId="5d421215-a11f-4a6e-90ca-e8ac2213fab6" providerId="ADAL" clId="{51FCDF31-D885-4C87-9364-6E3C589DD823}"/>
    <pc:docChg chg="modSld">
      <pc:chgData name="Manas Tuwani" userId="5d421215-a11f-4a6e-90ca-e8ac2213fab6" providerId="ADAL" clId="{51FCDF31-D885-4C87-9364-6E3C589DD823}" dt="2023-12-19T13:52:20.854" v="4" actId="1035"/>
      <pc:docMkLst>
        <pc:docMk/>
      </pc:docMkLst>
      <pc:sldChg chg="modSp mod">
        <pc:chgData name="Manas Tuwani" userId="5d421215-a11f-4a6e-90ca-e8ac2213fab6" providerId="ADAL" clId="{51FCDF31-D885-4C87-9364-6E3C589DD823}" dt="2023-12-03T06:33:28.685" v="0" actId="113"/>
        <pc:sldMkLst>
          <pc:docMk/>
          <pc:sldMk cId="3279957181" sldId="260"/>
        </pc:sldMkLst>
        <pc:spChg chg="mod">
          <ac:chgData name="Manas Tuwani" userId="5d421215-a11f-4a6e-90ca-e8ac2213fab6" providerId="ADAL" clId="{51FCDF31-D885-4C87-9364-6E3C589DD823}" dt="2023-12-03T06:33:28.685" v="0" actId="113"/>
          <ac:spMkLst>
            <pc:docMk/>
            <pc:sldMk cId="3279957181" sldId="260"/>
            <ac:spMk id="3" creationId="{3E1F0C19-F57A-3D49-3465-2FD8DEA4C2D8}"/>
          </ac:spMkLst>
        </pc:spChg>
      </pc:sldChg>
      <pc:sldChg chg="modSp mod">
        <pc:chgData name="Manas Tuwani" userId="5d421215-a11f-4a6e-90ca-e8ac2213fab6" providerId="ADAL" clId="{51FCDF31-D885-4C87-9364-6E3C589DD823}" dt="2023-12-19T13:52:20.854" v="4" actId="1035"/>
        <pc:sldMkLst>
          <pc:docMk/>
          <pc:sldMk cId="3441603677" sldId="273"/>
        </pc:sldMkLst>
        <pc:picChg chg="mod">
          <ac:chgData name="Manas Tuwani" userId="5d421215-a11f-4a6e-90ca-e8ac2213fab6" providerId="ADAL" clId="{51FCDF31-D885-4C87-9364-6E3C589DD823}" dt="2023-12-19T13:52:20.854" v="4" actId="1035"/>
          <ac:picMkLst>
            <pc:docMk/>
            <pc:sldMk cId="3441603677" sldId="273"/>
            <ac:picMk id="3" creationId="{106229D3-297C-3D31-9A5B-35A5DFF98A7A}"/>
          </ac:picMkLst>
        </pc:picChg>
      </pc:sldChg>
    </pc:docChg>
  </pc:docChgLst>
  <pc:docChgLst>
    <pc:chgData name="Manas Tuwani" userId="5d421215-a11f-4a6e-90ca-e8ac2213fab6" providerId="ADAL" clId="{14F21FCE-FF7A-4247-903A-9BD0EEC55A12}"/>
    <pc:docChg chg="modSld">
      <pc:chgData name="Manas Tuwani" userId="5d421215-a11f-4a6e-90ca-e8ac2213fab6" providerId="ADAL" clId="{14F21FCE-FF7A-4247-903A-9BD0EEC55A12}" dt="2024-04-25T03:09:05.935" v="0" actId="20577"/>
      <pc:docMkLst>
        <pc:docMk/>
      </pc:docMkLst>
      <pc:sldChg chg="modSp mod">
        <pc:chgData name="Manas Tuwani" userId="5d421215-a11f-4a6e-90ca-e8ac2213fab6" providerId="ADAL" clId="{14F21FCE-FF7A-4247-903A-9BD0EEC55A12}" dt="2024-04-25T03:09:05.935" v="0" actId="20577"/>
        <pc:sldMkLst>
          <pc:docMk/>
          <pc:sldMk cId="4255957203" sldId="270"/>
        </pc:sldMkLst>
        <pc:spChg chg="mod">
          <ac:chgData name="Manas Tuwani" userId="5d421215-a11f-4a6e-90ca-e8ac2213fab6" providerId="ADAL" clId="{14F21FCE-FF7A-4247-903A-9BD0EEC55A12}" dt="2024-04-25T03:09:05.935" v="0" actId="20577"/>
          <ac:spMkLst>
            <pc:docMk/>
            <pc:sldMk cId="4255957203" sldId="270"/>
            <ac:spMk id="3" creationId="{A4F3EB19-79A6-EB80-AAEA-7716B321714B}"/>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96EBC6-2DEE-4BB1-176F-5E45A1099C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EDCE9263-D128-9229-3810-A1FCCA71366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9F6FC728-8EED-CFAD-5B00-39DDA3479CAA}"/>
              </a:ext>
            </a:extLst>
          </p:cNvPr>
          <p:cNvSpPr>
            <a:spLocks noGrp="1"/>
          </p:cNvSpPr>
          <p:nvPr>
            <p:ph type="dt" sz="half" idx="10"/>
          </p:nvPr>
        </p:nvSpPr>
        <p:spPr/>
        <p:txBody>
          <a:bodyPr/>
          <a:lstStyle/>
          <a:p>
            <a:fld id="{ACBAA7C0-7DF2-4E92-ACD0-F1E4C1F3DBF1}" type="datetimeFigureOut">
              <a:rPr lang="en-IN" smtClean="0"/>
              <a:pPr/>
              <a:t>24-08-2025</a:t>
            </a:fld>
            <a:endParaRPr lang="en-IN"/>
          </a:p>
        </p:txBody>
      </p:sp>
      <p:sp>
        <p:nvSpPr>
          <p:cNvPr id="5" name="Footer Placeholder 4">
            <a:extLst>
              <a:ext uri="{FF2B5EF4-FFF2-40B4-BE49-F238E27FC236}">
                <a16:creationId xmlns:a16="http://schemas.microsoft.com/office/drawing/2014/main" xmlns="" id="{C54D6C57-AB90-B146-0911-EBC8CF5D54A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9524AE4A-00CC-7060-0822-E89C29AAC246}"/>
              </a:ext>
            </a:extLst>
          </p:cNvPr>
          <p:cNvSpPr>
            <a:spLocks noGrp="1"/>
          </p:cNvSpPr>
          <p:nvPr>
            <p:ph type="sldNum" sz="quarter" idx="12"/>
          </p:nvPr>
        </p:nvSpPr>
        <p:spPr/>
        <p:txBody>
          <a:bodyPr/>
          <a:lstStyle/>
          <a:p>
            <a:fld id="{9BD26FF1-21E8-4BE0-B962-B62EF7D83E89}" type="slidenum">
              <a:rPr lang="en-IN" smtClean="0"/>
              <a:pPr/>
              <a:t>‹#›</a:t>
            </a:fld>
            <a:endParaRPr lang="en-IN"/>
          </a:p>
        </p:txBody>
      </p:sp>
    </p:spTree>
    <p:extLst>
      <p:ext uri="{BB962C8B-B14F-4D97-AF65-F5344CB8AC3E}">
        <p14:creationId xmlns:p14="http://schemas.microsoft.com/office/powerpoint/2010/main" xmlns="" val="29851324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13762BA-0A31-5467-0631-2637A2BD931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B875D6E-82F8-39D2-C5C4-9D762F7D6D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BE94CCD-1C2E-4965-A33B-E72F830A7C18}"/>
              </a:ext>
            </a:extLst>
          </p:cNvPr>
          <p:cNvSpPr>
            <a:spLocks noGrp="1"/>
          </p:cNvSpPr>
          <p:nvPr>
            <p:ph type="dt" sz="half" idx="10"/>
          </p:nvPr>
        </p:nvSpPr>
        <p:spPr/>
        <p:txBody>
          <a:bodyPr/>
          <a:lstStyle/>
          <a:p>
            <a:fld id="{ACBAA7C0-7DF2-4E92-ACD0-F1E4C1F3DBF1}" type="datetimeFigureOut">
              <a:rPr lang="en-IN" smtClean="0"/>
              <a:pPr/>
              <a:t>24-08-2025</a:t>
            </a:fld>
            <a:endParaRPr lang="en-IN"/>
          </a:p>
        </p:txBody>
      </p:sp>
      <p:sp>
        <p:nvSpPr>
          <p:cNvPr id="5" name="Footer Placeholder 4">
            <a:extLst>
              <a:ext uri="{FF2B5EF4-FFF2-40B4-BE49-F238E27FC236}">
                <a16:creationId xmlns:a16="http://schemas.microsoft.com/office/drawing/2014/main" xmlns="" id="{BE0A33AE-441C-B29B-B687-8D6442306D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E8B6B7CD-168C-9FDE-6D19-9274DC28CDD4}"/>
              </a:ext>
            </a:extLst>
          </p:cNvPr>
          <p:cNvSpPr>
            <a:spLocks noGrp="1"/>
          </p:cNvSpPr>
          <p:nvPr>
            <p:ph type="sldNum" sz="quarter" idx="12"/>
          </p:nvPr>
        </p:nvSpPr>
        <p:spPr/>
        <p:txBody>
          <a:bodyPr/>
          <a:lstStyle/>
          <a:p>
            <a:fld id="{9BD26FF1-21E8-4BE0-B962-B62EF7D83E89}" type="slidenum">
              <a:rPr lang="en-IN" smtClean="0"/>
              <a:pPr/>
              <a:t>‹#›</a:t>
            </a:fld>
            <a:endParaRPr lang="en-IN"/>
          </a:p>
        </p:txBody>
      </p:sp>
    </p:spTree>
    <p:extLst>
      <p:ext uri="{BB962C8B-B14F-4D97-AF65-F5344CB8AC3E}">
        <p14:creationId xmlns:p14="http://schemas.microsoft.com/office/powerpoint/2010/main" xmlns="" val="1346099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52C7EC-91C2-1581-B67F-EDF8F3FBAC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12850A1-42AB-F8FD-33F8-FC9D805D05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61AD4C3B-7D9A-D32A-52C4-E2417C1F9C34}"/>
              </a:ext>
            </a:extLst>
          </p:cNvPr>
          <p:cNvSpPr>
            <a:spLocks noGrp="1"/>
          </p:cNvSpPr>
          <p:nvPr>
            <p:ph type="dt" sz="half" idx="10"/>
          </p:nvPr>
        </p:nvSpPr>
        <p:spPr/>
        <p:txBody>
          <a:bodyPr/>
          <a:lstStyle/>
          <a:p>
            <a:fld id="{ACBAA7C0-7DF2-4E92-ACD0-F1E4C1F3DBF1}" type="datetimeFigureOut">
              <a:rPr lang="en-IN" smtClean="0"/>
              <a:pPr/>
              <a:t>24-08-2025</a:t>
            </a:fld>
            <a:endParaRPr lang="en-IN"/>
          </a:p>
        </p:txBody>
      </p:sp>
      <p:sp>
        <p:nvSpPr>
          <p:cNvPr id="5" name="Footer Placeholder 4">
            <a:extLst>
              <a:ext uri="{FF2B5EF4-FFF2-40B4-BE49-F238E27FC236}">
                <a16:creationId xmlns:a16="http://schemas.microsoft.com/office/drawing/2014/main" xmlns="" id="{87D27C0C-6BC1-1E6D-0554-52BFF9D626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EBC50118-AE66-1E48-CD61-1AD03A000260}"/>
              </a:ext>
            </a:extLst>
          </p:cNvPr>
          <p:cNvSpPr>
            <a:spLocks noGrp="1"/>
          </p:cNvSpPr>
          <p:nvPr>
            <p:ph type="sldNum" sz="quarter" idx="12"/>
          </p:nvPr>
        </p:nvSpPr>
        <p:spPr/>
        <p:txBody>
          <a:bodyPr/>
          <a:lstStyle/>
          <a:p>
            <a:fld id="{9BD26FF1-21E8-4BE0-B962-B62EF7D83E89}" type="slidenum">
              <a:rPr lang="en-IN" smtClean="0"/>
              <a:pPr/>
              <a:t>‹#›</a:t>
            </a:fld>
            <a:endParaRPr lang="en-IN"/>
          </a:p>
        </p:txBody>
      </p:sp>
    </p:spTree>
    <p:extLst>
      <p:ext uri="{BB962C8B-B14F-4D97-AF65-F5344CB8AC3E}">
        <p14:creationId xmlns:p14="http://schemas.microsoft.com/office/powerpoint/2010/main" xmlns="" val="2333717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D1D0FE1-2221-6129-CEAC-35EDA648F3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AB65F28-0ED9-4982-4A36-F6BD4D058A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EE1A9D0B-2EF4-DB9B-8D31-B0B41E266E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291B6B87-BCDD-41D4-B5A0-2AAE057D8678}"/>
              </a:ext>
            </a:extLst>
          </p:cNvPr>
          <p:cNvSpPr>
            <a:spLocks noGrp="1"/>
          </p:cNvSpPr>
          <p:nvPr>
            <p:ph type="dt" sz="half" idx="10"/>
          </p:nvPr>
        </p:nvSpPr>
        <p:spPr/>
        <p:txBody>
          <a:bodyPr/>
          <a:lstStyle/>
          <a:p>
            <a:fld id="{ACBAA7C0-7DF2-4E92-ACD0-F1E4C1F3DBF1}" type="datetimeFigureOut">
              <a:rPr lang="en-IN" smtClean="0"/>
              <a:pPr/>
              <a:t>24-08-2025</a:t>
            </a:fld>
            <a:endParaRPr lang="en-IN"/>
          </a:p>
        </p:txBody>
      </p:sp>
      <p:sp>
        <p:nvSpPr>
          <p:cNvPr id="6" name="Footer Placeholder 5">
            <a:extLst>
              <a:ext uri="{FF2B5EF4-FFF2-40B4-BE49-F238E27FC236}">
                <a16:creationId xmlns:a16="http://schemas.microsoft.com/office/drawing/2014/main" xmlns="" id="{64B93B98-7C0A-0E53-CE6B-18B49D60D54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30487870-E658-34F5-4318-23047E152F95}"/>
              </a:ext>
            </a:extLst>
          </p:cNvPr>
          <p:cNvSpPr>
            <a:spLocks noGrp="1"/>
          </p:cNvSpPr>
          <p:nvPr>
            <p:ph type="sldNum" sz="quarter" idx="12"/>
          </p:nvPr>
        </p:nvSpPr>
        <p:spPr/>
        <p:txBody>
          <a:bodyPr/>
          <a:lstStyle/>
          <a:p>
            <a:fld id="{9BD26FF1-21E8-4BE0-B962-B62EF7D83E89}" type="slidenum">
              <a:rPr lang="en-IN" smtClean="0"/>
              <a:pPr/>
              <a:t>‹#›</a:t>
            </a:fld>
            <a:endParaRPr lang="en-IN"/>
          </a:p>
        </p:txBody>
      </p:sp>
    </p:spTree>
    <p:extLst>
      <p:ext uri="{BB962C8B-B14F-4D97-AF65-F5344CB8AC3E}">
        <p14:creationId xmlns:p14="http://schemas.microsoft.com/office/powerpoint/2010/main" xmlns="" val="3718098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B4A5ED-BEE4-7941-7617-AB0C3815A68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4092D1E1-090A-AB29-76C1-DB3BED1657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6E3AF6B2-900B-37A5-8460-3CA31F6AFB1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3E868383-0805-32B8-2330-01A578DDF6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8E9823E6-F9C6-226D-5C5E-DCBD6BEA98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911509E3-D5EB-BCA3-7257-E877214364EF}"/>
              </a:ext>
            </a:extLst>
          </p:cNvPr>
          <p:cNvSpPr>
            <a:spLocks noGrp="1"/>
          </p:cNvSpPr>
          <p:nvPr>
            <p:ph type="dt" sz="half" idx="10"/>
          </p:nvPr>
        </p:nvSpPr>
        <p:spPr/>
        <p:txBody>
          <a:bodyPr/>
          <a:lstStyle/>
          <a:p>
            <a:fld id="{ACBAA7C0-7DF2-4E92-ACD0-F1E4C1F3DBF1}" type="datetimeFigureOut">
              <a:rPr lang="en-IN" smtClean="0"/>
              <a:pPr/>
              <a:t>24-08-2025</a:t>
            </a:fld>
            <a:endParaRPr lang="en-IN"/>
          </a:p>
        </p:txBody>
      </p:sp>
      <p:sp>
        <p:nvSpPr>
          <p:cNvPr id="8" name="Footer Placeholder 7">
            <a:extLst>
              <a:ext uri="{FF2B5EF4-FFF2-40B4-BE49-F238E27FC236}">
                <a16:creationId xmlns:a16="http://schemas.microsoft.com/office/drawing/2014/main" xmlns="" id="{EEFD4D2C-3177-65A6-C61B-15AE1A98ED5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0287F5E1-3422-3E8B-2E0B-12E97A892563}"/>
              </a:ext>
            </a:extLst>
          </p:cNvPr>
          <p:cNvSpPr>
            <a:spLocks noGrp="1"/>
          </p:cNvSpPr>
          <p:nvPr>
            <p:ph type="sldNum" sz="quarter" idx="12"/>
          </p:nvPr>
        </p:nvSpPr>
        <p:spPr/>
        <p:txBody>
          <a:bodyPr/>
          <a:lstStyle/>
          <a:p>
            <a:fld id="{9BD26FF1-21E8-4BE0-B962-B62EF7D83E89}" type="slidenum">
              <a:rPr lang="en-IN" smtClean="0"/>
              <a:pPr/>
              <a:t>‹#›</a:t>
            </a:fld>
            <a:endParaRPr lang="en-IN"/>
          </a:p>
        </p:txBody>
      </p:sp>
    </p:spTree>
    <p:extLst>
      <p:ext uri="{BB962C8B-B14F-4D97-AF65-F5344CB8AC3E}">
        <p14:creationId xmlns:p14="http://schemas.microsoft.com/office/powerpoint/2010/main" xmlns="" val="2478898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5486D6-90F4-4F55-EAB6-77887206DE5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ED6E8460-2A2A-AF55-00DF-418D2802E43F}"/>
              </a:ext>
            </a:extLst>
          </p:cNvPr>
          <p:cNvSpPr>
            <a:spLocks noGrp="1"/>
          </p:cNvSpPr>
          <p:nvPr>
            <p:ph type="dt" sz="half" idx="10"/>
          </p:nvPr>
        </p:nvSpPr>
        <p:spPr/>
        <p:txBody>
          <a:bodyPr/>
          <a:lstStyle/>
          <a:p>
            <a:fld id="{ACBAA7C0-7DF2-4E92-ACD0-F1E4C1F3DBF1}" type="datetimeFigureOut">
              <a:rPr lang="en-IN" smtClean="0"/>
              <a:pPr/>
              <a:t>24-08-2025</a:t>
            </a:fld>
            <a:endParaRPr lang="en-IN"/>
          </a:p>
        </p:txBody>
      </p:sp>
      <p:sp>
        <p:nvSpPr>
          <p:cNvPr id="4" name="Footer Placeholder 3">
            <a:extLst>
              <a:ext uri="{FF2B5EF4-FFF2-40B4-BE49-F238E27FC236}">
                <a16:creationId xmlns:a16="http://schemas.microsoft.com/office/drawing/2014/main" xmlns="" id="{DD7B0742-207B-446F-10B9-A5ABFF247E4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E806500C-C8CB-A098-7414-9D7AAEFC9002}"/>
              </a:ext>
            </a:extLst>
          </p:cNvPr>
          <p:cNvSpPr>
            <a:spLocks noGrp="1"/>
          </p:cNvSpPr>
          <p:nvPr>
            <p:ph type="sldNum" sz="quarter" idx="12"/>
          </p:nvPr>
        </p:nvSpPr>
        <p:spPr/>
        <p:txBody>
          <a:bodyPr/>
          <a:lstStyle/>
          <a:p>
            <a:fld id="{9BD26FF1-21E8-4BE0-B962-B62EF7D83E89}" type="slidenum">
              <a:rPr lang="en-IN" smtClean="0"/>
              <a:pPr/>
              <a:t>‹#›</a:t>
            </a:fld>
            <a:endParaRPr lang="en-IN"/>
          </a:p>
        </p:txBody>
      </p:sp>
    </p:spTree>
    <p:extLst>
      <p:ext uri="{BB962C8B-B14F-4D97-AF65-F5344CB8AC3E}">
        <p14:creationId xmlns:p14="http://schemas.microsoft.com/office/powerpoint/2010/main" xmlns="" val="3572760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4480D1A7-77B9-AEA7-2896-ED581A6CF105}"/>
              </a:ext>
            </a:extLst>
          </p:cNvPr>
          <p:cNvSpPr>
            <a:spLocks noGrp="1"/>
          </p:cNvSpPr>
          <p:nvPr>
            <p:ph type="dt" sz="half" idx="10"/>
          </p:nvPr>
        </p:nvSpPr>
        <p:spPr/>
        <p:txBody>
          <a:bodyPr/>
          <a:lstStyle/>
          <a:p>
            <a:fld id="{ACBAA7C0-7DF2-4E92-ACD0-F1E4C1F3DBF1}" type="datetimeFigureOut">
              <a:rPr lang="en-IN" smtClean="0"/>
              <a:pPr/>
              <a:t>24-08-2025</a:t>
            </a:fld>
            <a:endParaRPr lang="en-IN"/>
          </a:p>
        </p:txBody>
      </p:sp>
      <p:sp>
        <p:nvSpPr>
          <p:cNvPr id="3" name="Footer Placeholder 2">
            <a:extLst>
              <a:ext uri="{FF2B5EF4-FFF2-40B4-BE49-F238E27FC236}">
                <a16:creationId xmlns:a16="http://schemas.microsoft.com/office/drawing/2014/main" xmlns="" id="{076E7F55-6BF6-6482-03A6-FEC5ABADCAD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27617730-BEAB-956A-FDC7-DEF1677C46FE}"/>
              </a:ext>
            </a:extLst>
          </p:cNvPr>
          <p:cNvSpPr>
            <a:spLocks noGrp="1"/>
          </p:cNvSpPr>
          <p:nvPr>
            <p:ph type="sldNum" sz="quarter" idx="12"/>
          </p:nvPr>
        </p:nvSpPr>
        <p:spPr/>
        <p:txBody>
          <a:bodyPr/>
          <a:lstStyle/>
          <a:p>
            <a:fld id="{9BD26FF1-21E8-4BE0-B962-B62EF7D83E89}" type="slidenum">
              <a:rPr lang="en-IN" smtClean="0"/>
              <a:pPr/>
              <a:t>‹#›</a:t>
            </a:fld>
            <a:endParaRPr lang="en-IN"/>
          </a:p>
        </p:txBody>
      </p:sp>
    </p:spTree>
    <p:extLst>
      <p:ext uri="{BB962C8B-B14F-4D97-AF65-F5344CB8AC3E}">
        <p14:creationId xmlns:p14="http://schemas.microsoft.com/office/powerpoint/2010/main" xmlns="" val="3015458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C94C3D-E77C-30E6-1FD8-CE6EE5B1AA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2BE2211-03A8-C09F-0979-8C6A5994E5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FA92E7C5-2BD8-F0AC-40A3-BA4FE04130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FBE32B22-2993-58B6-4258-C2D896B018E7}"/>
              </a:ext>
            </a:extLst>
          </p:cNvPr>
          <p:cNvSpPr>
            <a:spLocks noGrp="1"/>
          </p:cNvSpPr>
          <p:nvPr>
            <p:ph type="dt" sz="half" idx="10"/>
          </p:nvPr>
        </p:nvSpPr>
        <p:spPr/>
        <p:txBody>
          <a:bodyPr/>
          <a:lstStyle/>
          <a:p>
            <a:fld id="{ACBAA7C0-7DF2-4E92-ACD0-F1E4C1F3DBF1}" type="datetimeFigureOut">
              <a:rPr lang="en-IN" smtClean="0"/>
              <a:pPr/>
              <a:t>24-08-2025</a:t>
            </a:fld>
            <a:endParaRPr lang="en-IN"/>
          </a:p>
        </p:txBody>
      </p:sp>
      <p:sp>
        <p:nvSpPr>
          <p:cNvPr id="6" name="Footer Placeholder 5">
            <a:extLst>
              <a:ext uri="{FF2B5EF4-FFF2-40B4-BE49-F238E27FC236}">
                <a16:creationId xmlns:a16="http://schemas.microsoft.com/office/drawing/2014/main" xmlns="" id="{A488FB32-B25C-FB3F-E5A1-3594125C1F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9B303925-15AC-4749-209A-ACC23B7CFD88}"/>
              </a:ext>
            </a:extLst>
          </p:cNvPr>
          <p:cNvSpPr>
            <a:spLocks noGrp="1"/>
          </p:cNvSpPr>
          <p:nvPr>
            <p:ph type="sldNum" sz="quarter" idx="12"/>
          </p:nvPr>
        </p:nvSpPr>
        <p:spPr/>
        <p:txBody>
          <a:bodyPr/>
          <a:lstStyle/>
          <a:p>
            <a:fld id="{9BD26FF1-21E8-4BE0-B962-B62EF7D83E89}" type="slidenum">
              <a:rPr lang="en-IN" smtClean="0"/>
              <a:pPr/>
              <a:t>‹#›</a:t>
            </a:fld>
            <a:endParaRPr lang="en-IN"/>
          </a:p>
        </p:txBody>
      </p:sp>
    </p:spTree>
    <p:extLst>
      <p:ext uri="{BB962C8B-B14F-4D97-AF65-F5344CB8AC3E}">
        <p14:creationId xmlns:p14="http://schemas.microsoft.com/office/powerpoint/2010/main" xmlns="" val="2309250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4FDDA4-3199-D57B-234B-B2BE3D2B7A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4F79614D-D04A-5EB6-61CA-EAAE60B130B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0A340B39-CD3B-AE08-EBE5-27C7ED3280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AC188CE-8224-BB46-640C-66EF82CC3A1E}"/>
              </a:ext>
            </a:extLst>
          </p:cNvPr>
          <p:cNvSpPr>
            <a:spLocks noGrp="1"/>
          </p:cNvSpPr>
          <p:nvPr>
            <p:ph type="dt" sz="half" idx="10"/>
          </p:nvPr>
        </p:nvSpPr>
        <p:spPr/>
        <p:txBody>
          <a:bodyPr/>
          <a:lstStyle/>
          <a:p>
            <a:fld id="{ACBAA7C0-7DF2-4E92-ACD0-F1E4C1F3DBF1}" type="datetimeFigureOut">
              <a:rPr lang="en-IN" smtClean="0"/>
              <a:pPr/>
              <a:t>24-08-2025</a:t>
            </a:fld>
            <a:endParaRPr lang="en-IN"/>
          </a:p>
        </p:txBody>
      </p:sp>
      <p:sp>
        <p:nvSpPr>
          <p:cNvPr id="6" name="Footer Placeholder 5">
            <a:extLst>
              <a:ext uri="{FF2B5EF4-FFF2-40B4-BE49-F238E27FC236}">
                <a16:creationId xmlns:a16="http://schemas.microsoft.com/office/drawing/2014/main" xmlns="" id="{58E9763A-F42E-6394-7C18-1D0C96C3C9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B2ED37DD-D5FC-282E-52A9-316BBE7C068F}"/>
              </a:ext>
            </a:extLst>
          </p:cNvPr>
          <p:cNvSpPr>
            <a:spLocks noGrp="1"/>
          </p:cNvSpPr>
          <p:nvPr>
            <p:ph type="sldNum" sz="quarter" idx="12"/>
          </p:nvPr>
        </p:nvSpPr>
        <p:spPr/>
        <p:txBody>
          <a:bodyPr/>
          <a:lstStyle/>
          <a:p>
            <a:fld id="{9BD26FF1-21E8-4BE0-B962-B62EF7D83E89}" type="slidenum">
              <a:rPr lang="en-IN" smtClean="0"/>
              <a:pPr/>
              <a:t>‹#›</a:t>
            </a:fld>
            <a:endParaRPr lang="en-IN"/>
          </a:p>
        </p:txBody>
      </p:sp>
    </p:spTree>
    <p:extLst>
      <p:ext uri="{BB962C8B-B14F-4D97-AF65-F5344CB8AC3E}">
        <p14:creationId xmlns:p14="http://schemas.microsoft.com/office/powerpoint/2010/main" xmlns="" val="2608218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B4914F-3212-0B36-0443-5A62A82AD50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3C599847-9845-6CE1-B70E-139AE7B9BB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4A1D946-9278-3F95-D64C-AA001FC5B8AD}"/>
              </a:ext>
            </a:extLst>
          </p:cNvPr>
          <p:cNvSpPr>
            <a:spLocks noGrp="1"/>
          </p:cNvSpPr>
          <p:nvPr>
            <p:ph type="dt" sz="half" idx="10"/>
          </p:nvPr>
        </p:nvSpPr>
        <p:spPr/>
        <p:txBody>
          <a:bodyPr/>
          <a:lstStyle/>
          <a:p>
            <a:fld id="{ACBAA7C0-7DF2-4E92-ACD0-F1E4C1F3DBF1}" type="datetimeFigureOut">
              <a:rPr lang="en-IN" smtClean="0"/>
              <a:pPr/>
              <a:t>24-08-2025</a:t>
            </a:fld>
            <a:endParaRPr lang="en-IN"/>
          </a:p>
        </p:txBody>
      </p:sp>
      <p:sp>
        <p:nvSpPr>
          <p:cNvPr id="5" name="Footer Placeholder 4">
            <a:extLst>
              <a:ext uri="{FF2B5EF4-FFF2-40B4-BE49-F238E27FC236}">
                <a16:creationId xmlns:a16="http://schemas.microsoft.com/office/drawing/2014/main" xmlns="" id="{5F15A5A2-0B0D-18C2-3B75-CD3648ECF8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E141BA9B-6828-12FC-29A6-872AE9A0DE5A}"/>
              </a:ext>
            </a:extLst>
          </p:cNvPr>
          <p:cNvSpPr>
            <a:spLocks noGrp="1"/>
          </p:cNvSpPr>
          <p:nvPr>
            <p:ph type="sldNum" sz="quarter" idx="12"/>
          </p:nvPr>
        </p:nvSpPr>
        <p:spPr/>
        <p:txBody>
          <a:bodyPr/>
          <a:lstStyle/>
          <a:p>
            <a:fld id="{9BD26FF1-21E8-4BE0-B962-B62EF7D83E89}" type="slidenum">
              <a:rPr lang="en-IN" smtClean="0"/>
              <a:pPr/>
              <a:t>‹#›</a:t>
            </a:fld>
            <a:endParaRPr lang="en-IN"/>
          </a:p>
        </p:txBody>
      </p:sp>
    </p:spTree>
    <p:extLst>
      <p:ext uri="{BB962C8B-B14F-4D97-AF65-F5344CB8AC3E}">
        <p14:creationId xmlns:p14="http://schemas.microsoft.com/office/powerpoint/2010/main" xmlns="" val="4025063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7C1E2B74-3A22-857B-02DF-A33DB33FDD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055C5080-8F4A-BD6B-5E0C-E6B15513B8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C66D07A-9B6F-16FC-DCE2-12F1F66C1F9F}"/>
              </a:ext>
            </a:extLst>
          </p:cNvPr>
          <p:cNvSpPr>
            <a:spLocks noGrp="1"/>
          </p:cNvSpPr>
          <p:nvPr>
            <p:ph type="dt" sz="half" idx="10"/>
          </p:nvPr>
        </p:nvSpPr>
        <p:spPr/>
        <p:txBody>
          <a:bodyPr/>
          <a:lstStyle/>
          <a:p>
            <a:fld id="{ACBAA7C0-7DF2-4E92-ACD0-F1E4C1F3DBF1}" type="datetimeFigureOut">
              <a:rPr lang="en-IN" smtClean="0"/>
              <a:pPr/>
              <a:t>24-08-2025</a:t>
            </a:fld>
            <a:endParaRPr lang="en-IN"/>
          </a:p>
        </p:txBody>
      </p:sp>
      <p:sp>
        <p:nvSpPr>
          <p:cNvPr id="5" name="Footer Placeholder 4">
            <a:extLst>
              <a:ext uri="{FF2B5EF4-FFF2-40B4-BE49-F238E27FC236}">
                <a16:creationId xmlns:a16="http://schemas.microsoft.com/office/drawing/2014/main" xmlns="" id="{AC329A2E-8672-52D4-A27C-775257739E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2EAE0940-267B-635D-632F-B1E153C14765}"/>
              </a:ext>
            </a:extLst>
          </p:cNvPr>
          <p:cNvSpPr>
            <a:spLocks noGrp="1"/>
          </p:cNvSpPr>
          <p:nvPr>
            <p:ph type="sldNum" sz="quarter" idx="12"/>
          </p:nvPr>
        </p:nvSpPr>
        <p:spPr/>
        <p:txBody>
          <a:bodyPr/>
          <a:lstStyle/>
          <a:p>
            <a:fld id="{9BD26FF1-21E8-4BE0-B962-B62EF7D83E89}" type="slidenum">
              <a:rPr lang="en-IN" smtClean="0"/>
              <a:pPr/>
              <a:t>‹#›</a:t>
            </a:fld>
            <a:endParaRPr lang="en-IN"/>
          </a:p>
        </p:txBody>
      </p:sp>
    </p:spTree>
    <p:extLst>
      <p:ext uri="{BB962C8B-B14F-4D97-AF65-F5344CB8AC3E}">
        <p14:creationId xmlns:p14="http://schemas.microsoft.com/office/powerpoint/2010/main" xmlns="" val="382004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945EB0D5-1E70-15AD-DC9F-BF9F8F29DE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1C771794-48A9-7D93-EB5E-3BFE400333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988F40D-1DB7-B55F-B8A9-171DC0F027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BAA7C0-7DF2-4E92-ACD0-F1E4C1F3DBF1}" type="datetimeFigureOut">
              <a:rPr lang="en-IN" smtClean="0"/>
              <a:pPr/>
              <a:t>24-08-2025</a:t>
            </a:fld>
            <a:endParaRPr lang="en-IN"/>
          </a:p>
        </p:txBody>
      </p:sp>
      <p:sp>
        <p:nvSpPr>
          <p:cNvPr id="5" name="Footer Placeholder 4">
            <a:extLst>
              <a:ext uri="{FF2B5EF4-FFF2-40B4-BE49-F238E27FC236}">
                <a16:creationId xmlns:a16="http://schemas.microsoft.com/office/drawing/2014/main" xmlns="" id="{FFE17515-3874-FD67-7ED8-23495EFF92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3B65C7AD-7ACE-1DCC-F51B-D5B6C7AEEF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D26FF1-21E8-4BE0-B962-B62EF7D83E89}" type="slidenum">
              <a:rPr lang="en-IN" smtClean="0"/>
              <a:pPr/>
              <a:t>‹#›</a:t>
            </a:fld>
            <a:endParaRPr lang="en-IN"/>
          </a:p>
        </p:txBody>
      </p:sp>
    </p:spTree>
    <p:extLst>
      <p:ext uri="{BB962C8B-B14F-4D97-AF65-F5344CB8AC3E}">
        <p14:creationId xmlns:p14="http://schemas.microsoft.com/office/powerpoint/2010/main" xmlns="" val="4527472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xmlns="" val="0"/>
              </a:ext>
            </a:extLst>
          </a:blip>
          <a:stretch>
            <a:fillRect/>
          </a:stretch>
        </p:blipFill>
        <p:spPr>
          <a:xfrm>
            <a:off x="1522276" y="0"/>
            <a:ext cx="9147448" cy="6858000"/>
          </a:xfrm>
          <a:prstGeom prst="rect">
            <a:avLst/>
          </a:prstGeom>
        </p:spPr>
      </p:pic>
      <p:sp>
        <p:nvSpPr>
          <p:cNvPr id="5" name="TextBox 4"/>
          <p:cNvSpPr txBox="1"/>
          <p:nvPr/>
        </p:nvSpPr>
        <p:spPr>
          <a:xfrm>
            <a:off x="5116725" y="6121664"/>
            <a:ext cx="2304256" cy="400110"/>
          </a:xfrm>
          <a:prstGeom prst="rect">
            <a:avLst/>
          </a:prstGeom>
          <a:noFill/>
        </p:spPr>
        <p:txBody>
          <a:bodyPr wrap="square" rtlCol="0">
            <a:spAutoFit/>
          </a:bodyPr>
          <a:lstStyle/>
          <a:p>
            <a:r>
              <a:rPr lang="en-US" sz="2000" b="1" dirty="0">
                <a:solidFill>
                  <a:schemeClr val="bg1"/>
                </a:solidFill>
              </a:rPr>
              <a:t>  By:  Manas Tuwani</a:t>
            </a:r>
            <a:endParaRPr lang="en-IN" sz="2000" b="1" dirty="0">
              <a:solidFill>
                <a:schemeClr val="bg1"/>
              </a:solidFill>
            </a:endParaRPr>
          </a:p>
        </p:txBody>
      </p:sp>
    </p:spTree>
    <p:extLst>
      <p:ext uri="{BB962C8B-B14F-4D97-AF65-F5344CB8AC3E}">
        <p14:creationId xmlns:p14="http://schemas.microsoft.com/office/powerpoint/2010/main" xmlns="" val="808225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213BD2-9EA6-8221-440D-55FA70D83A06}"/>
              </a:ext>
            </a:extLst>
          </p:cNvPr>
          <p:cNvSpPr>
            <a:spLocks noGrp="1"/>
          </p:cNvSpPr>
          <p:nvPr>
            <p:ph type="title"/>
          </p:nvPr>
        </p:nvSpPr>
        <p:spPr>
          <a:xfrm>
            <a:off x="1019364" y="1411092"/>
            <a:ext cx="10588434" cy="1062644"/>
          </a:xfrm>
        </p:spPr>
        <p:txBody>
          <a:bodyPr anchor="b">
            <a:normAutofit fontScale="90000"/>
          </a:bodyPr>
          <a:lstStyle/>
          <a:p>
            <a:r>
              <a:rPr lang="en-IN" sz="4800" b="1" i="0" dirty="0">
                <a:solidFill>
                  <a:srgbClr val="002060"/>
                </a:solidFill>
                <a:effectLst/>
                <a:latin typeface="erdana"/>
              </a:rPr>
              <a:t>Java Arrays</a:t>
            </a:r>
            <a:r>
              <a:rPr lang="en-IN" sz="3400" b="0" i="0" dirty="0">
                <a:effectLst/>
                <a:latin typeface="erdana"/>
              </a:rPr>
              <a:t/>
            </a:r>
            <a:br>
              <a:rPr lang="en-IN" sz="3400" b="0" i="0" dirty="0">
                <a:effectLst/>
                <a:latin typeface="erdana"/>
              </a:rPr>
            </a:br>
            <a:endParaRPr lang="en-IN" sz="3400" dirty="0"/>
          </a:p>
        </p:txBody>
      </p:sp>
      <p:cxnSp>
        <p:nvCxnSpPr>
          <p:cNvPr id="16" name="Straight Connector 9">
            <a:extLst>
              <a:ext uri="{FF2B5EF4-FFF2-40B4-BE49-F238E27FC236}">
                <a16:creationId xmlns:a16="http://schemas.microsoft.com/office/drawing/2014/main" xmlns="" id="{39B7FDC9-F0CE-43A7-9F2A-83DD09DC3453}"/>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1047624" y="2265037"/>
            <a:ext cx="10125012" cy="0"/>
          </a:xfrm>
          <a:prstGeom prst="line">
            <a:avLst/>
          </a:prstGeom>
          <a:ln w="158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xmlns="" id="{22CE25C4-75ED-618B-643A-D59D97FBD79C}"/>
              </a:ext>
            </a:extLst>
          </p:cNvPr>
          <p:cNvPicPr>
            <a:picLocks noChangeAspect="1"/>
          </p:cNvPicPr>
          <p:nvPr/>
        </p:nvPicPr>
        <p:blipFill>
          <a:blip r:embed="rId2" cstate="print"/>
          <a:stretch>
            <a:fillRect/>
          </a:stretch>
        </p:blipFill>
        <p:spPr>
          <a:xfrm>
            <a:off x="1047624" y="2811104"/>
            <a:ext cx="3572277" cy="1370371"/>
          </a:xfrm>
          <a:prstGeom prst="rect">
            <a:avLst/>
          </a:prstGeom>
        </p:spPr>
      </p:pic>
      <p:sp>
        <p:nvSpPr>
          <p:cNvPr id="3" name="Content Placeholder 2">
            <a:extLst>
              <a:ext uri="{FF2B5EF4-FFF2-40B4-BE49-F238E27FC236}">
                <a16:creationId xmlns:a16="http://schemas.microsoft.com/office/drawing/2014/main" xmlns="" id="{9E2A184B-D7E3-13A9-4433-17CB0489A5A4}"/>
              </a:ext>
            </a:extLst>
          </p:cNvPr>
          <p:cNvSpPr>
            <a:spLocks noGrp="1"/>
          </p:cNvSpPr>
          <p:nvPr>
            <p:ph idx="1"/>
          </p:nvPr>
        </p:nvSpPr>
        <p:spPr>
          <a:xfrm>
            <a:off x="4955354" y="2682433"/>
            <a:ext cx="6282169" cy="3215749"/>
          </a:xfrm>
        </p:spPr>
        <p:txBody>
          <a:bodyPr>
            <a:normAutofit fontScale="92500" lnSpcReduction="10000"/>
          </a:bodyPr>
          <a:lstStyle/>
          <a:p>
            <a:pPr marL="0" indent="0">
              <a:buNone/>
            </a:pPr>
            <a:r>
              <a:rPr lang="en-US" sz="2000" b="1" i="0" dirty="0">
                <a:effectLst/>
                <a:latin typeface="euclid_circular_a"/>
              </a:rPr>
              <a:t>An array is a collection of similar types of data.</a:t>
            </a:r>
          </a:p>
          <a:p>
            <a:pPr marL="0" indent="0">
              <a:buNone/>
            </a:pPr>
            <a:endParaRPr lang="en-US" sz="2000" i="0" dirty="0">
              <a:effectLst/>
              <a:latin typeface="inter-bold"/>
            </a:endParaRPr>
          </a:p>
          <a:p>
            <a:pPr marL="0" indent="0">
              <a:buNone/>
            </a:pPr>
            <a:r>
              <a:rPr lang="en-US" sz="2000" i="0" dirty="0">
                <a:effectLst/>
                <a:latin typeface="inter-bold"/>
              </a:rPr>
              <a:t>Java array</a:t>
            </a:r>
            <a:r>
              <a:rPr lang="en-US" sz="2000" i="0" dirty="0">
                <a:effectLst/>
                <a:latin typeface="inter-regular"/>
              </a:rPr>
              <a:t> is </a:t>
            </a:r>
            <a:r>
              <a:rPr lang="en-US" sz="2000" b="0" i="0" dirty="0">
                <a:effectLst/>
                <a:latin typeface="inter-regular"/>
              </a:rPr>
              <a:t>an object which contains elements of a similar data type. Additionally, The elements of an array are stored in a contiguous memory location. It is a data structure where we store similar elements. We can store only a fixed set of elements in a Java array.</a:t>
            </a:r>
          </a:p>
          <a:p>
            <a:pPr marL="0" indent="0">
              <a:buNone/>
            </a:pPr>
            <a:endParaRPr lang="en-US" sz="2000" dirty="0">
              <a:latin typeface="inter-regular"/>
            </a:endParaRPr>
          </a:p>
          <a:p>
            <a:pPr marL="0" indent="0">
              <a:buNone/>
            </a:pPr>
            <a:r>
              <a:rPr lang="en-US" sz="2000" b="0" i="0" dirty="0">
                <a:effectLst/>
                <a:latin typeface="inter-regular"/>
              </a:rPr>
              <a:t>Array in Java is index-based, the first element of the array is stored at the 0th index, 2nd element is stored on 1st index and so on.</a:t>
            </a:r>
            <a:endParaRPr lang="en-IN" sz="2000" dirty="0"/>
          </a:p>
        </p:txBody>
      </p:sp>
    </p:spTree>
    <p:extLst>
      <p:ext uri="{BB962C8B-B14F-4D97-AF65-F5344CB8AC3E}">
        <p14:creationId xmlns:p14="http://schemas.microsoft.com/office/powerpoint/2010/main" xmlns="" val="8530145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2AE83B-BE4F-1C58-EB74-950A00B59F9E}"/>
              </a:ext>
            </a:extLst>
          </p:cNvPr>
          <p:cNvSpPr>
            <a:spLocks noGrp="1"/>
          </p:cNvSpPr>
          <p:nvPr>
            <p:ph type="title"/>
          </p:nvPr>
        </p:nvSpPr>
        <p:spPr/>
        <p:txBody>
          <a:bodyPr/>
          <a:lstStyle/>
          <a:p>
            <a:r>
              <a:rPr lang="en-IN" sz="4400" b="0" i="0" u="sng" dirty="0">
                <a:solidFill>
                  <a:srgbClr val="002060"/>
                </a:solidFill>
                <a:effectLst/>
                <a:latin typeface="erdana"/>
              </a:rPr>
              <a:t>Java Arrays</a:t>
            </a:r>
            <a:endParaRPr lang="en-IN" u="sng" dirty="0">
              <a:solidFill>
                <a:srgbClr val="002060"/>
              </a:solidFill>
            </a:endParaRPr>
          </a:p>
        </p:txBody>
      </p:sp>
      <p:sp>
        <p:nvSpPr>
          <p:cNvPr id="3" name="Content Placeholder 2">
            <a:extLst>
              <a:ext uri="{FF2B5EF4-FFF2-40B4-BE49-F238E27FC236}">
                <a16:creationId xmlns:a16="http://schemas.microsoft.com/office/drawing/2014/main" xmlns="" id="{3E1F0C19-F57A-3D49-3465-2FD8DEA4C2D8}"/>
              </a:ext>
            </a:extLst>
          </p:cNvPr>
          <p:cNvSpPr>
            <a:spLocks noGrp="1"/>
          </p:cNvSpPr>
          <p:nvPr>
            <p:ph idx="1"/>
          </p:nvPr>
        </p:nvSpPr>
        <p:spPr/>
        <p:txBody>
          <a:bodyPr>
            <a:normAutofit fontScale="70000" lnSpcReduction="20000"/>
          </a:bodyPr>
          <a:lstStyle/>
          <a:p>
            <a:pPr marL="0" indent="0">
              <a:buNone/>
            </a:pPr>
            <a:r>
              <a:rPr lang="en-US" sz="2800" b="1" i="0" dirty="0">
                <a:effectLst/>
                <a:latin typeface="euclid_circular_a"/>
              </a:rPr>
              <a:t>An array is a collection of similar types of data.</a:t>
            </a:r>
          </a:p>
          <a:p>
            <a:pPr marL="0" indent="0" algn="l">
              <a:buNone/>
            </a:pPr>
            <a:endParaRPr lang="en-US" b="1" i="0" dirty="0">
              <a:effectLst/>
              <a:latin typeface="euclid_circular_a"/>
            </a:endParaRPr>
          </a:p>
          <a:p>
            <a:pPr marL="0" indent="0" algn="l">
              <a:buNone/>
            </a:pPr>
            <a:r>
              <a:rPr lang="en-US" b="0" i="0" dirty="0">
                <a:effectLst/>
              </a:rPr>
              <a:t>For example, if we want to store the names of 100 people then we can create an array of the string type that can store 100 names.</a:t>
            </a:r>
          </a:p>
          <a:p>
            <a:pPr marL="0" indent="0" algn="l">
              <a:buNone/>
            </a:pPr>
            <a:endParaRPr lang="en-US" dirty="0">
              <a:solidFill>
                <a:srgbClr val="000000"/>
              </a:solidFill>
            </a:endParaRPr>
          </a:p>
          <a:p>
            <a:pPr marL="0" indent="0" algn="l">
              <a:buNone/>
            </a:pPr>
            <a:r>
              <a:rPr lang="en-US" b="0" i="0" dirty="0">
                <a:solidFill>
                  <a:srgbClr val="000000"/>
                </a:solidFill>
                <a:effectLst/>
              </a:rPr>
              <a:t>String[] arr = new String[100]</a:t>
            </a:r>
          </a:p>
          <a:p>
            <a:pPr marL="0" indent="0" algn="l">
              <a:buNone/>
            </a:pPr>
            <a:endParaRPr lang="en-US" b="0" i="0" dirty="0">
              <a:solidFill>
                <a:srgbClr val="000000"/>
              </a:solidFill>
              <a:effectLst/>
            </a:endParaRPr>
          </a:p>
          <a:p>
            <a:pPr marL="0" indent="0" algn="l">
              <a:buNone/>
            </a:pPr>
            <a:r>
              <a:rPr lang="en-US" b="0" i="0" dirty="0">
                <a:effectLst/>
              </a:rPr>
              <a:t>Here, the above array cannot store more than 100 names. The number of values in a Java array is always fixed.</a:t>
            </a:r>
          </a:p>
          <a:p>
            <a:pPr marL="0" indent="0">
              <a:buNone/>
            </a:pPr>
            <a:r>
              <a:rPr lang="en-US" dirty="0"/>
              <a:t/>
            </a:r>
            <a:br>
              <a:rPr lang="en-US" dirty="0"/>
            </a:br>
            <a:r>
              <a:rPr lang="en-US" b="1" i="0" dirty="0">
                <a:solidFill>
                  <a:srgbClr val="000000"/>
                </a:solidFill>
                <a:effectLst/>
              </a:rPr>
              <a:t>Arrays are used to store multiple values in a single variable, instead of declaring separate variables for each value.</a:t>
            </a:r>
          </a:p>
          <a:p>
            <a:pPr marL="0" indent="0" algn="l">
              <a:buNone/>
            </a:pPr>
            <a:endParaRPr lang="en-US" b="0" i="0" dirty="0">
              <a:solidFill>
                <a:srgbClr val="000000"/>
              </a:solidFill>
              <a:effectLst/>
            </a:endParaRPr>
          </a:p>
          <a:p>
            <a:pPr marL="0" indent="0" algn="l">
              <a:buNone/>
            </a:pPr>
            <a:r>
              <a:rPr lang="en-US" b="0" i="0" dirty="0">
                <a:solidFill>
                  <a:srgbClr val="000000"/>
                </a:solidFill>
                <a:effectLst/>
              </a:rPr>
              <a:t>To declare an array, define the variable type with </a:t>
            </a:r>
            <a:r>
              <a:rPr lang="en-US" b="1" i="0" dirty="0">
                <a:solidFill>
                  <a:srgbClr val="000000"/>
                </a:solidFill>
                <a:effectLst/>
              </a:rPr>
              <a:t>square brackets</a:t>
            </a:r>
            <a:r>
              <a:rPr lang="en-US" b="0" i="0" dirty="0">
                <a:solidFill>
                  <a:srgbClr val="000000"/>
                </a:solidFill>
                <a:effectLst/>
              </a:rPr>
              <a:t>:</a:t>
            </a:r>
          </a:p>
          <a:p>
            <a:pPr marL="0" indent="0">
              <a:buNone/>
            </a:pPr>
            <a:endParaRPr lang="en-IN" dirty="0"/>
          </a:p>
        </p:txBody>
      </p:sp>
    </p:spTree>
    <p:extLst>
      <p:ext uri="{BB962C8B-B14F-4D97-AF65-F5344CB8AC3E}">
        <p14:creationId xmlns:p14="http://schemas.microsoft.com/office/powerpoint/2010/main" xmlns="" val="32799571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0E96AA3-A0C6-4C1D-DC03-30B6F889AE77}"/>
              </a:ext>
            </a:extLst>
          </p:cNvPr>
          <p:cNvSpPr>
            <a:spLocks noGrp="1"/>
          </p:cNvSpPr>
          <p:nvPr>
            <p:ph type="title"/>
          </p:nvPr>
        </p:nvSpPr>
        <p:spPr>
          <a:xfrm>
            <a:off x="838200" y="587067"/>
            <a:ext cx="10515600" cy="1325563"/>
          </a:xfrm>
        </p:spPr>
        <p:txBody>
          <a:bodyPr/>
          <a:lstStyle/>
          <a:p>
            <a:r>
              <a:rPr lang="en-US" b="1" i="0" dirty="0">
                <a:solidFill>
                  <a:srgbClr val="25265E"/>
                </a:solidFill>
                <a:effectLst/>
                <a:latin typeface="euclid_circular_a"/>
              </a:rPr>
              <a:t>How to declare an array in Java?</a:t>
            </a:r>
            <a:br>
              <a:rPr lang="en-US" b="1" i="0" dirty="0">
                <a:solidFill>
                  <a:srgbClr val="25265E"/>
                </a:solidFill>
                <a:effectLst/>
                <a:latin typeface="euclid_circular_a"/>
              </a:rPr>
            </a:br>
            <a:endParaRPr lang="en-IN" dirty="0"/>
          </a:p>
        </p:txBody>
      </p:sp>
      <p:sp>
        <p:nvSpPr>
          <p:cNvPr id="3" name="Content Placeholder 2">
            <a:extLst>
              <a:ext uri="{FF2B5EF4-FFF2-40B4-BE49-F238E27FC236}">
                <a16:creationId xmlns:a16="http://schemas.microsoft.com/office/drawing/2014/main" xmlns="" id="{D5030F17-6683-F4FD-D76B-D990AA569EDE}"/>
              </a:ext>
            </a:extLst>
          </p:cNvPr>
          <p:cNvSpPr>
            <a:spLocks noGrp="1"/>
          </p:cNvSpPr>
          <p:nvPr>
            <p:ph idx="1"/>
          </p:nvPr>
        </p:nvSpPr>
        <p:spPr/>
        <p:txBody>
          <a:bodyPr>
            <a:normAutofit lnSpcReduction="10000"/>
          </a:bodyPr>
          <a:lstStyle/>
          <a:p>
            <a:pPr marL="0" indent="0" algn="l">
              <a:buNone/>
            </a:pPr>
            <a:r>
              <a:rPr lang="en-US" b="0" i="0" dirty="0">
                <a:effectLst/>
                <a:latin typeface="euclid_circular_a"/>
              </a:rPr>
              <a:t>In Java, we can declare an array:</a:t>
            </a:r>
          </a:p>
          <a:p>
            <a:pPr marL="0" indent="0" algn="l">
              <a:buNone/>
            </a:pPr>
            <a:endParaRPr lang="en-US" dirty="0">
              <a:latin typeface="euclid_circular_a"/>
            </a:endParaRPr>
          </a:p>
          <a:p>
            <a:pPr marL="0" indent="0" algn="l">
              <a:buNone/>
            </a:pPr>
            <a:r>
              <a:rPr lang="en-US" b="0" i="0" dirty="0">
                <a:effectLst/>
                <a:latin typeface="euclid_circular_a"/>
              </a:rPr>
              <a:t>  Datatype[ ] array </a:t>
            </a:r>
            <a:r>
              <a:rPr lang="en-US" b="0" i="0" dirty="0" smtClean="0">
                <a:effectLst/>
                <a:latin typeface="euclid_circular_a"/>
              </a:rPr>
              <a:t>name;</a:t>
            </a:r>
            <a:endParaRPr lang="en-US" b="0" i="0" dirty="0">
              <a:effectLst/>
              <a:latin typeface="euclid_circular_a"/>
            </a:endParaRPr>
          </a:p>
          <a:p>
            <a:pPr marL="0" indent="0" algn="l">
              <a:buNone/>
            </a:pPr>
            <a:endParaRPr lang="en-US" dirty="0">
              <a:latin typeface="euclid_circular_a"/>
            </a:endParaRPr>
          </a:p>
          <a:p>
            <a:pPr marL="0" indent="0" algn="l">
              <a:buNone/>
            </a:pPr>
            <a:r>
              <a:rPr lang="en-US" b="0" i="0" dirty="0">
                <a:effectLst/>
                <a:latin typeface="euclid_circular_a"/>
              </a:rPr>
              <a:t>Datatype: It can be primitive data type like int, short, double, char etc.</a:t>
            </a:r>
          </a:p>
          <a:p>
            <a:pPr marL="0" indent="0" algn="l">
              <a:buNone/>
            </a:pPr>
            <a:r>
              <a:rPr lang="en-US" b="0" i="0" dirty="0">
                <a:effectLst/>
                <a:latin typeface="euclid_circular_a"/>
              </a:rPr>
              <a:t>Array na</a:t>
            </a:r>
            <a:r>
              <a:rPr lang="en-US" dirty="0">
                <a:latin typeface="euclid_circular_a"/>
              </a:rPr>
              <a:t>me: It is an identifier.</a:t>
            </a:r>
          </a:p>
          <a:p>
            <a:pPr marL="0" indent="0" algn="l">
              <a:buNone/>
            </a:pPr>
            <a:endParaRPr lang="en-US" b="0" i="0" dirty="0">
              <a:effectLst/>
              <a:latin typeface="euclid_circular_a"/>
            </a:endParaRPr>
          </a:p>
          <a:p>
            <a:pPr marL="0" indent="0" algn="l">
              <a:buNone/>
            </a:pPr>
            <a:r>
              <a:rPr lang="en-US" dirty="0">
                <a:latin typeface="euclid_circular_a"/>
              </a:rPr>
              <a:t>For example: </a:t>
            </a:r>
            <a:r>
              <a:rPr lang="en-US" dirty="0" smtClean="0">
                <a:latin typeface="euclid_circular_a"/>
              </a:rPr>
              <a:t>double</a:t>
            </a:r>
            <a:r>
              <a:rPr lang="en-US" dirty="0">
                <a:latin typeface="euclid_circular_a"/>
              </a:rPr>
              <a:t>[ ] </a:t>
            </a:r>
            <a:r>
              <a:rPr lang="en-US" dirty="0" err="1" smtClean="0">
                <a:latin typeface="euclid_circular_a"/>
              </a:rPr>
              <a:t>arr</a:t>
            </a:r>
            <a:r>
              <a:rPr lang="en-US" smtClean="0">
                <a:latin typeface="euclid_circular_a"/>
              </a:rPr>
              <a:t>;</a:t>
            </a:r>
            <a:endParaRPr lang="en-US" b="0" i="0" dirty="0">
              <a:effectLst/>
              <a:latin typeface="euclid_circular_a"/>
            </a:endParaRPr>
          </a:p>
          <a:p>
            <a:pPr marL="0" indent="0">
              <a:buNone/>
            </a:pPr>
            <a:endParaRPr lang="en-IN" dirty="0"/>
          </a:p>
          <a:p>
            <a:pPr marL="0" indent="0">
              <a:buNone/>
            </a:pPr>
            <a:endParaRPr lang="en-IN" dirty="0"/>
          </a:p>
        </p:txBody>
      </p:sp>
      <p:sp>
        <p:nvSpPr>
          <p:cNvPr id="5" name="Rectangle 4">
            <a:extLst>
              <a:ext uri="{FF2B5EF4-FFF2-40B4-BE49-F238E27FC236}">
                <a16:creationId xmlns:a16="http://schemas.microsoft.com/office/drawing/2014/main" xmlns="" id="{298D9923-FD4F-D708-9F1B-4AAC8EA6DC00}"/>
              </a:ext>
            </a:extLst>
          </p:cNvPr>
          <p:cNvSpPr/>
          <p:nvPr/>
        </p:nvSpPr>
        <p:spPr>
          <a:xfrm>
            <a:off x="949910" y="2655187"/>
            <a:ext cx="4070497" cy="81896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xmlns="" val="34680168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D72D1F97-5A77-8112-640A-4DDFB3AF21E7}"/>
              </a:ext>
            </a:extLst>
          </p:cNvPr>
          <p:cNvSpPr>
            <a:spLocks noGrp="1"/>
          </p:cNvSpPr>
          <p:nvPr>
            <p:ph type="title"/>
          </p:nvPr>
        </p:nvSpPr>
        <p:spPr>
          <a:xfrm>
            <a:off x="836676" y="175905"/>
            <a:ext cx="10515600" cy="1325563"/>
          </a:xfrm>
        </p:spPr>
        <p:txBody>
          <a:bodyPr>
            <a:normAutofit fontScale="90000"/>
          </a:bodyPr>
          <a:lstStyle/>
          <a:p>
            <a:r>
              <a:rPr lang="en-US" sz="5400" b="1" i="0" dirty="0">
                <a:effectLst/>
                <a:latin typeface="inter-bold"/>
              </a:rPr>
              <a:t>Syntax to Declare an Array in Java</a:t>
            </a:r>
            <a:endParaRPr lang="en-IN" sz="5400" b="1" dirty="0"/>
          </a:p>
        </p:txBody>
      </p:sp>
      <p:sp>
        <p:nvSpPr>
          <p:cNvPr id="24" name="sketch line">
            <a:extLst>
              <a:ext uri="{FF2B5EF4-FFF2-40B4-BE49-F238E27FC236}">
                <a16:creationId xmlns:a16="http://schemas.microsoft.com/office/drawing/2014/main" xmlns=""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ontent Placeholder 2">
            <a:extLst>
              <a:ext uri="{FF2B5EF4-FFF2-40B4-BE49-F238E27FC236}">
                <a16:creationId xmlns:a16="http://schemas.microsoft.com/office/drawing/2014/main" xmlns="" id="{E1E93969-A36C-9952-606D-82E47AEA28E0}"/>
              </a:ext>
            </a:extLst>
          </p:cNvPr>
          <p:cNvSpPr>
            <a:spLocks noGrp="1"/>
          </p:cNvSpPr>
          <p:nvPr>
            <p:ph idx="1"/>
          </p:nvPr>
        </p:nvSpPr>
        <p:spPr>
          <a:xfrm>
            <a:off x="838200" y="1929384"/>
            <a:ext cx="10515600" cy="4716134"/>
          </a:xfrm>
        </p:spPr>
        <p:txBody>
          <a:bodyPr>
            <a:normAutofit/>
          </a:bodyPr>
          <a:lstStyle/>
          <a:p>
            <a:pPr>
              <a:buFont typeface="+mj-lt"/>
              <a:buAutoNum type="arabicPeriod"/>
            </a:pPr>
            <a:r>
              <a:rPr lang="en-US" sz="2200" b="0" i="0" dirty="0">
                <a:effectLst/>
                <a:latin typeface="inter-regular"/>
              </a:rPr>
              <a:t>dataType[] arr; (or)  </a:t>
            </a:r>
          </a:p>
          <a:p>
            <a:pPr>
              <a:buFont typeface="+mj-lt"/>
              <a:buAutoNum type="arabicPeriod"/>
            </a:pPr>
            <a:r>
              <a:rPr lang="en-US" sz="2200" b="0" i="0" dirty="0">
                <a:effectLst/>
                <a:latin typeface="inter-regular"/>
              </a:rPr>
              <a:t>dataType []arr; (or)  </a:t>
            </a:r>
          </a:p>
          <a:p>
            <a:pPr>
              <a:buFont typeface="+mj-lt"/>
              <a:buAutoNum type="arabicPeriod"/>
            </a:pPr>
            <a:r>
              <a:rPr lang="en-US" sz="2200" b="0" i="0" dirty="0">
                <a:effectLst/>
                <a:latin typeface="inter-regular"/>
              </a:rPr>
              <a:t>dataType arr[];  </a:t>
            </a:r>
          </a:p>
          <a:p>
            <a:pPr marL="0" indent="0">
              <a:buNone/>
            </a:pPr>
            <a:endParaRPr lang="en-IN" sz="2200" dirty="0"/>
          </a:p>
          <a:p>
            <a:pPr marL="0" indent="0">
              <a:buNone/>
            </a:pPr>
            <a:r>
              <a:rPr lang="en-IN" sz="2200" b="1" dirty="0"/>
              <a:t>Memory Allocation</a:t>
            </a:r>
          </a:p>
          <a:p>
            <a:pPr marL="0" indent="0">
              <a:buNone/>
            </a:pPr>
            <a:r>
              <a:rPr lang="en-IN" sz="2200" dirty="0"/>
              <a:t>arr = new int[10];</a:t>
            </a:r>
          </a:p>
          <a:p>
            <a:pPr marL="0" indent="0">
              <a:buNone/>
            </a:pPr>
            <a:endParaRPr lang="en-IN" sz="2200" dirty="0"/>
          </a:p>
          <a:p>
            <a:pPr marL="0" indent="0">
              <a:buNone/>
            </a:pPr>
            <a:r>
              <a:rPr lang="en-IN" sz="2200" b="1" dirty="0"/>
              <a:t>Declaration and Allocation </a:t>
            </a:r>
          </a:p>
          <a:p>
            <a:pPr marL="0" indent="0">
              <a:buNone/>
            </a:pPr>
            <a:r>
              <a:rPr lang="en-IN" sz="2200" dirty="0"/>
              <a:t>Int[] arr =new int[100];</a:t>
            </a:r>
          </a:p>
          <a:p>
            <a:pPr marL="0" indent="0">
              <a:buNone/>
            </a:pPr>
            <a:endParaRPr lang="en-IN" sz="2200" b="1" dirty="0"/>
          </a:p>
          <a:p>
            <a:pPr marL="0" indent="0">
              <a:buNone/>
            </a:pPr>
            <a:endParaRPr lang="en-IN" sz="2200" b="1" dirty="0"/>
          </a:p>
          <a:p>
            <a:pPr marL="0" indent="0">
              <a:buNone/>
            </a:pPr>
            <a:endParaRPr lang="en-IN" sz="2200" b="1" dirty="0"/>
          </a:p>
          <a:p>
            <a:pPr marL="0" indent="0">
              <a:buNone/>
            </a:pPr>
            <a:endParaRPr lang="en-IN" sz="2200" b="1" dirty="0"/>
          </a:p>
        </p:txBody>
      </p:sp>
    </p:spTree>
    <p:extLst>
      <p:ext uri="{BB962C8B-B14F-4D97-AF65-F5344CB8AC3E}">
        <p14:creationId xmlns:p14="http://schemas.microsoft.com/office/powerpoint/2010/main" xmlns="" val="32482977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2B11295B-2F5B-6225-E047-9BCFDF86A4F3}"/>
              </a:ext>
            </a:extLst>
          </p:cNvPr>
          <p:cNvPicPr>
            <a:picLocks noChangeAspect="1"/>
          </p:cNvPicPr>
          <p:nvPr/>
        </p:nvPicPr>
        <p:blipFill>
          <a:blip r:embed="rId2" cstate="print"/>
          <a:stretch>
            <a:fillRect/>
          </a:stretch>
        </p:blipFill>
        <p:spPr>
          <a:xfrm>
            <a:off x="281134" y="290033"/>
            <a:ext cx="4531011" cy="2963476"/>
          </a:xfrm>
          <a:prstGeom prst="rect">
            <a:avLst/>
          </a:prstGeom>
        </p:spPr>
      </p:pic>
      <p:cxnSp>
        <p:nvCxnSpPr>
          <p:cNvPr id="18" name="Straight Connector 17">
            <a:extLst>
              <a:ext uri="{FF2B5EF4-FFF2-40B4-BE49-F238E27FC236}">
                <a16:creationId xmlns:a16="http://schemas.microsoft.com/office/drawing/2014/main" xmlns="" id="{4D56677B-C0B7-4DAC-ACAD-8054FF1B599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6096000" y="1573887"/>
            <a:ext cx="0" cy="3710227"/>
          </a:xfrm>
          <a:prstGeom prst="line">
            <a:avLst/>
          </a:prstGeom>
          <a:ln w="19050">
            <a:solidFill>
              <a:srgbClr val="FF3503"/>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xmlns="" id="{8E5B6F57-E78A-5315-71F0-51A72E8F9BDB}"/>
              </a:ext>
            </a:extLst>
          </p:cNvPr>
          <p:cNvPicPr>
            <a:picLocks noChangeAspect="1"/>
          </p:cNvPicPr>
          <p:nvPr/>
        </p:nvPicPr>
        <p:blipFill>
          <a:blip r:embed="rId3" cstate="print"/>
          <a:stretch>
            <a:fillRect/>
          </a:stretch>
        </p:blipFill>
        <p:spPr>
          <a:xfrm>
            <a:off x="6465371" y="877455"/>
            <a:ext cx="5205263" cy="4523220"/>
          </a:xfrm>
          <a:prstGeom prst="rect">
            <a:avLst/>
          </a:prstGeom>
        </p:spPr>
      </p:pic>
      <p:pic>
        <p:nvPicPr>
          <p:cNvPr id="7" name="Picture 6">
            <a:extLst>
              <a:ext uri="{FF2B5EF4-FFF2-40B4-BE49-F238E27FC236}">
                <a16:creationId xmlns:a16="http://schemas.microsoft.com/office/drawing/2014/main" xmlns="" id="{959217F3-060D-4E65-114A-813B90DB5DF3}"/>
              </a:ext>
            </a:extLst>
          </p:cNvPr>
          <p:cNvPicPr>
            <a:picLocks noChangeAspect="1"/>
          </p:cNvPicPr>
          <p:nvPr/>
        </p:nvPicPr>
        <p:blipFill>
          <a:blip r:embed="rId4" cstate="print"/>
          <a:stretch>
            <a:fillRect/>
          </a:stretch>
        </p:blipFill>
        <p:spPr>
          <a:xfrm>
            <a:off x="438152" y="3604492"/>
            <a:ext cx="4743364" cy="2530763"/>
          </a:xfrm>
          <a:prstGeom prst="rect">
            <a:avLst/>
          </a:prstGeom>
        </p:spPr>
      </p:pic>
      <p:pic>
        <p:nvPicPr>
          <p:cNvPr id="4" name="Picture 3">
            <a:extLst>
              <a:ext uri="{FF2B5EF4-FFF2-40B4-BE49-F238E27FC236}">
                <a16:creationId xmlns:a16="http://schemas.microsoft.com/office/drawing/2014/main" xmlns="" id="{C1DE9D6D-0093-9EEC-6A74-373E62429B7F}"/>
              </a:ext>
            </a:extLst>
          </p:cNvPr>
          <p:cNvPicPr>
            <a:picLocks noChangeAspect="1"/>
          </p:cNvPicPr>
          <p:nvPr/>
        </p:nvPicPr>
        <p:blipFill>
          <a:blip r:embed="rId5" cstate="print"/>
          <a:stretch>
            <a:fillRect/>
          </a:stretch>
        </p:blipFill>
        <p:spPr>
          <a:xfrm>
            <a:off x="3131129" y="5862205"/>
            <a:ext cx="960581" cy="273050"/>
          </a:xfrm>
          <a:prstGeom prst="rect">
            <a:avLst/>
          </a:prstGeom>
        </p:spPr>
      </p:pic>
    </p:spTree>
    <p:extLst>
      <p:ext uri="{BB962C8B-B14F-4D97-AF65-F5344CB8AC3E}">
        <p14:creationId xmlns:p14="http://schemas.microsoft.com/office/powerpoint/2010/main" xmlns="" val="392667369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3">
            <a:extLst>
              <a:ext uri="{FF2B5EF4-FFF2-40B4-BE49-F238E27FC236}">
                <a16:creationId xmlns:a16="http://schemas.microsoft.com/office/drawing/2014/main" xmlns="" id="{B0A19BDA-40B6-4DE7-81A4-6B1F1E40A64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45">
            <a:extLst>
              <a:ext uri="{FF2B5EF4-FFF2-40B4-BE49-F238E27FC236}">
                <a16:creationId xmlns:a16="http://schemas.microsoft.com/office/drawing/2014/main" xmlns="" id="{0A628AD8-1356-4BF5-8A59-3549B2C7C01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46">
            <a:extLst>
              <a:ext uri="{FF2B5EF4-FFF2-40B4-BE49-F238E27FC236}">
                <a16:creationId xmlns:a16="http://schemas.microsoft.com/office/drawing/2014/main" xmlns="" id="{9F2E6F73-36C2-4E56-AB0C-4D6936FF5D5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47">
            <a:extLst>
              <a:ext uri="{FF2B5EF4-FFF2-40B4-BE49-F238E27FC236}">
                <a16:creationId xmlns:a16="http://schemas.microsoft.com/office/drawing/2014/main" xmlns="" id="{8AA5DD19-98A6-4E28-999C-2C074B9CBF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44">
            <a:extLst>
              <a:ext uri="{FF2B5EF4-FFF2-40B4-BE49-F238E27FC236}">
                <a16:creationId xmlns:a16="http://schemas.microsoft.com/office/drawing/2014/main" xmlns="" id="{5F24A71D-C0A9-49AC-B2D1-5A9EA2BD383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7348538"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Rectangle 33">
            <a:extLst>
              <a:ext uri="{FF2B5EF4-FFF2-40B4-BE49-F238E27FC236}">
                <a16:creationId xmlns:a16="http://schemas.microsoft.com/office/drawing/2014/main" xmlns="" id="{99535B11-4A49-4A02-9CB6-3F8A6012892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644055" y="635715"/>
            <a:ext cx="7033095"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xmlns="" id="{46C93D05-6B93-9214-19CA-D676F74599D0}"/>
              </a:ext>
            </a:extLst>
          </p:cNvPr>
          <p:cNvSpPr>
            <a:spLocks noGrp="1"/>
          </p:cNvSpPr>
          <p:nvPr>
            <p:ph type="title"/>
          </p:nvPr>
        </p:nvSpPr>
        <p:spPr>
          <a:xfrm>
            <a:off x="964760" y="804328"/>
            <a:ext cx="6091312" cy="1205821"/>
          </a:xfrm>
        </p:spPr>
        <p:txBody>
          <a:bodyPr>
            <a:normAutofit fontScale="90000"/>
          </a:bodyPr>
          <a:lstStyle/>
          <a:p>
            <a:r>
              <a:rPr lang="en-US" sz="3400" b="1" i="0" dirty="0">
                <a:solidFill>
                  <a:srgbClr val="FEFFFF"/>
                </a:solidFill>
                <a:effectLst/>
                <a:latin typeface="euclid_circular_a"/>
              </a:rPr>
              <a:t>How to Initialize Arrays in Java?</a:t>
            </a:r>
            <a:br>
              <a:rPr lang="en-US" sz="3400" b="1" i="0" dirty="0">
                <a:solidFill>
                  <a:srgbClr val="FEFFFF"/>
                </a:solidFill>
                <a:effectLst/>
                <a:latin typeface="euclid_circular_a"/>
              </a:rPr>
            </a:br>
            <a:endParaRPr lang="en-IN" sz="3400" dirty="0">
              <a:solidFill>
                <a:srgbClr val="FEFFFF"/>
              </a:solidFill>
            </a:endParaRPr>
          </a:p>
        </p:txBody>
      </p:sp>
      <p:pic>
        <p:nvPicPr>
          <p:cNvPr id="7" name="Picture 6">
            <a:extLst>
              <a:ext uri="{FF2B5EF4-FFF2-40B4-BE49-F238E27FC236}">
                <a16:creationId xmlns:a16="http://schemas.microsoft.com/office/drawing/2014/main" xmlns="" id="{2B20877B-F3C1-993B-2665-7E536284A7DE}"/>
              </a:ext>
            </a:extLst>
          </p:cNvPr>
          <p:cNvPicPr>
            <a:picLocks noChangeAspect="1"/>
          </p:cNvPicPr>
          <p:nvPr/>
        </p:nvPicPr>
        <p:blipFill>
          <a:blip r:embed="rId2" cstate="print"/>
          <a:stretch>
            <a:fillRect/>
          </a:stretch>
        </p:blipFill>
        <p:spPr>
          <a:xfrm>
            <a:off x="8024706" y="1210569"/>
            <a:ext cx="3343407" cy="615305"/>
          </a:xfrm>
          <a:prstGeom prst="rect">
            <a:avLst/>
          </a:prstGeom>
        </p:spPr>
      </p:pic>
      <p:sp>
        <p:nvSpPr>
          <p:cNvPr id="3" name="Content Placeholder 2">
            <a:extLst>
              <a:ext uri="{FF2B5EF4-FFF2-40B4-BE49-F238E27FC236}">
                <a16:creationId xmlns:a16="http://schemas.microsoft.com/office/drawing/2014/main" xmlns="" id="{3B4E1FEE-DE7A-FEC2-C2FC-9B42CF7DDABD}"/>
              </a:ext>
            </a:extLst>
          </p:cNvPr>
          <p:cNvSpPr>
            <a:spLocks noGrp="1"/>
          </p:cNvSpPr>
          <p:nvPr>
            <p:ph idx="1"/>
          </p:nvPr>
        </p:nvSpPr>
        <p:spPr>
          <a:xfrm>
            <a:off x="1282189" y="2772434"/>
            <a:ext cx="5773883" cy="3285175"/>
          </a:xfrm>
        </p:spPr>
        <p:txBody>
          <a:bodyPr>
            <a:normAutofit/>
          </a:bodyPr>
          <a:lstStyle/>
          <a:p>
            <a:pPr marL="0" indent="0">
              <a:buNone/>
            </a:pPr>
            <a:r>
              <a:rPr lang="en-US" sz="2400" b="0" i="0" dirty="0">
                <a:effectLst/>
                <a:latin typeface="euclid_circular_a"/>
              </a:rPr>
              <a:t>In Java, we can initialize arrays during declaration. For example,</a:t>
            </a:r>
          </a:p>
          <a:p>
            <a:pPr marL="0" indent="0">
              <a:buNone/>
            </a:pPr>
            <a:endParaRPr lang="en-US" sz="2400" dirty="0">
              <a:latin typeface="euclid_circular_a"/>
            </a:endParaRPr>
          </a:p>
          <a:p>
            <a:pPr marL="0" indent="0">
              <a:buNone/>
            </a:pPr>
            <a:r>
              <a:rPr lang="en-US" sz="2400" b="0" i="0" dirty="0">
                <a:effectLst/>
                <a:latin typeface="euclid_circular_a"/>
              </a:rPr>
              <a:t>// Declare and initialize the array:</a:t>
            </a:r>
            <a:endParaRPr lang="en-US" sz="2400" dirty="0">
              <a:latin typeface="euclid_circular_a"/>
            </a:endParaRPr>
          </a:p>
          <a:p>
            <a:pPr marL="0" indent="0">
              <a:buNone/>
            </a:pPr>
            <a:r>
              <a:rPr lang="en-US" sz="2400" b="0" i="0" dirty="0">
                <a:effectLst/>
                <a:latin typeface="euclid_circular_a"/>
              </a:rPr>
              <a:t>Int[] age = {12, 4, 5, </a:t>
            </a:r>
            <a:r>
              <a:rPr lang="en-US" sz="2400" dirty="0">
                <a:latin typeface="euclid_circular_a"/>
              </a:rPr>
              <a:t>2,5</a:t>
            </a:r>
            <a:r>
              <a:rPr lang="en-US" sz="2400" b="0" i="0" dirty="0">
                <a:effectLst/>
                <a:latin typeface="euclid_circular_a"/>
              </a:rPr>
              <a:t>};</a:t>
            </a:r>
          </a:p>
          <a:p>
            <a:pPr marL="0" indent="0">
              <a:buNone/>
            </a:pPr>
            <a:endParaRPr lang="en-US" sz="2400" dirty="0">
              <a:latin typeface="euclid_circular_a"/>
            </a:endParaRPr>
          </a:p>
          <a:p>
            <a:pPr marL="0" indent="0">
              <a:buNone/>
            </a:pPr>
            <a:endParaRPr lang="en-US" sz="2400" b="0" i="0" dirty="0">
              <a:effectLst/>
              <a:latin typeface="euclid_circular_a"/>
            </a:endParaRPr>
          </a:p>
          <a:p>
            <a:pPr marL="0" indent="0">
              <a:buNone/>
            </a:pPr>
            <a:endParaRPr lang="en-US" sz="2400" dirty="0">
              <a:latin typeface="euclid_circular_a"/>
            </a:endParaRPr>
          </a:p>
          <a:p>
            <a:pPr marL="0" indent="0">
              <a:buNone/>
            </a:pPr>
            <a:endParaRPr lang="en-US" sz="2400" b="0" i="0" dirty="0">
              <a:effectLst/>
              <a:latin typeface="euclid_circular_a"/>
            </a:endParaRPr>
          </a:p>
          <a:p>
            <a:pPr marL="0" indent="0">
              <a:buNone/>
            </a:pPr>
            <a:endParaRPr lang="en-US" sz="2400" dirty="0">
              <a:latin typeface="euclid_circular_a"/>
            </a:endParaRPr>
          </a:p>
          <a:p>
            <a:pPr marL="0" indent="0">
              <a:buNone/>
            </a:pPr>
            <a:endParaRPr lang="en-IN" sz="2400" dirty="0"/>
          </a:p>
        </p:txBody>
      </p:sp>
      <p:pic>
        <p:nvPicPr>
          <p:cNvPr id="5" name="Picture 4">
            <a:extLst>
              <a:ext uri="{FF2B5EF4-FFF2-40B4-BE49-F238E27FC236}">
                <a16:creationId xmlns:a16="http://schemas.microsoft.com/office/drawing/2014/main" xmlns="" id="{7E3ED1A8-6642-2CAD-AEC6-C18009690C63}"/>
              </a:ext>
            </a:extLst>
          </p:cNvPr>
          <p:cNvPicPr>
            <a:picLocks noChangeAspect="1"/>
          </p:cNvPicPr>
          <p:nvPr/>
        </p:nvPicPr>
        <p:blipFill>
          <a:blip r:embed="rId3" cstate="print"/>
          <a:stretch>
            <a:fillRect/>
          </a:stretch>
        </p:blipFill>
        <p:spPr>
          <a:xfrm>
            <a:off x="8024706" y="2628900"/>
            <a:ext cx="3329094" cy="1362075"/>
          </a:xfrm>
          <a:prstGeom prst="rect">
            <a:avLst/>
          </a:prstGeom>
        </p:spPr>
      </p:pic>
      <p:pic>
        <p:nvPicPr>
          <p:cNvPr id="9" name="Picture 8">
            <a:extLst>
              <a:ext uri="{FF2B5EF4-FFF2-40B4-BE49-F238E27FC236}">
                <a16:creationId xmlns:a16="http://schemas.microsoft.com/office/drawing/2014/main" xmlns="" id="{187E9F40-F3B6-04C2-33C5-4A74235544D7}"/>
              </a:ext>
            </a:extLst>
          </p:cNvPr>
          <p:cNvPicPr>
            <a:picLocks noChangeAspect="1"/>
          </p:cNvPicPr>
          <p:nvPr/>
        </p:nvPicPr>
        <p:blipFill>
          <a:blip r:embed="rId4" cstate="print"/>
          <a:stretch>
            <a:fillRect/>
          </a:stretch>
        </p:blipFill>
        <p:spPr>
          <a:xfrm>
            <a:off x="8024706" y="4916188"/>
            <a:ext cx="3340358" cy="926949"/>
          </a:xfrm>
          <a:prstGeom prst="rect">
            <a:avLst/>
          </a:prstGeom>
        </p:spPr>
      </p:pic>
    </p:spTree>
    <p:extLst>
      <p:ext uri="{BB962C8B-B14F-4D97-AF65-F5344CB8AC3E}">
        <p14:creationId xmlns:p14="http://schemas.microsoft.com/office/powerpoint/2010/main" xmlns="" val="3614246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xmlns="" id="{9D25F302-27C5-414F-97F8-6EA0A6C028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ight Triangle 57">
            <a:extLst>
              <a:ext uri="{FF2B5EF4-FFF2-40B4-BE49-F238E27FC236}">
                <a16:creationId xmlns:a16="http://schemas.microsoft.com/office/drawing/2014/main" xmlns="" id="{830A36F8-48C2-4842-A87B-8CE8DF4E7FD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xmlns="" id="{8F451A30-466B-4996-9BA5-CD6ABCC6D55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185860E-C84A-B8C4-CB8C-29EF1BB122CD}"/>
              </a:ext>
            </a:extLst>
          </p:cNvPr>
          <p:cNvSpPr>
            <a:spLocks noGrp="1"/>
          </p:cNvSpPr>
          <p:nvPr>
            <p:ph type="title"/>
          </p:nvPr>
        </p:nvSpPr>
        <p:spPr>
          <a:xfrm>
            <a:off x="1123356" y="1188637"/>
            <a:ext cx="9984615" cy="1597228"/>
          </a:xfrm>
        </p:spPr>
        <p:txBody>
          <a:bodyPr>
            <a:normAutofit fontScale="90000"/>
          </a:bodyPr>
          <a:lstStyle/>
          <a:p>
            <a:r>
              <a:rPr lang="en-US" sz="4200" b="1" i="0">
                <a:effectLst/>
                <a:latin typeface="euclid_circular_a"/>
              </a:rPr>
              <a:t>How to Access Elements of an Array in Java?</a:t>
            </a:r>
            <a:br>
              <a:rPr lang="en-US" sz="4200" b="1" i="0">
                <a:effectLst/>
                <a:latin typeface="euclid_circular_a"/>
              </a:rPr>
            </a:br>
            <a:endParaRPr lang="en-IN" sz="4200"/>
          </a:p>
        </p:txBody>
      </p:sp>
      <p:pic>
        <p:nvPicPr>
          <p:cNvPr id="5" name="Picture 4">
            <a:extLst>
              <a:ext uri="{FF2B5EF4-FFF2-40B4-BE49-F238E27FC236}">
                <a16:creationId xmlns:a16="http://schemas.microsoft.com/office/drawing/2014/main" xmlns="" id="{EF638BAD-0521-A8CD-1510-A5E4A2D93A35}"/>
              </a:ext>
            </a:extLst>
          </p:cNvPr>
          <p:cNvPicPr>
            <a:picLocks noChangeAspect="1"/>
          </p:cNvPicPr>
          <p:nvPr/>
        </p:nvPicPr>
        <p:blipFill>
          <a:blip r:embed="rId2" cstate="print"/>
          <a:stretch>
            <a:fillRect/>
          </a:stretch>
        </p:blipFill>
        <p:spPr>
          <a:xfrm>
            <a:off x="1356770" y="3707373"/>
            <a:ext cx="3533985" cy="920090"/>
          </a:xfrm>
          <a:prstGeom prst="rect">
            <a:avLst/>
          </a:prstGeom>
        </p:spPr>
      </p:pic>
      <p:sp>
        <p:nvSpPr>
          <p:cNvPr id="3" name="Content Placeholder 2">
            <a:extLst>
              <a:ext uri="{FF2B5EF4-FFF2-40B4-BE49-F238E27FC236}">
                <a16:creationId xmlns:a16="http://schemas.microsoft.com/office/drawing/2014/main" xmlns="" id="{4DB04D78-5887-ED57-8FA2-64AFF7601D86}"/>
              </a:ext>
            </a:extLst>
          </p:cNvPr>
          <p:cNvSpPr>
            <a:spLocks noGrp="1"/>
          </p:cNvSpPr>
          <p:nvPr>
            <p:ph idx="1"/>
          </p:nvPr>
        </p:nvSpPr>
        <p:spPr>
          <a:xfrm>
            <a:off x="1040624" y="2343274"/>
            <a:ext cx="8779651" cy="2728198"/>
          </a:xfrm>
        </p:spPr>
        <p:txBody>
          <a:bodyPr anchor="t">
            <a:normAutofit/>
          </a:bodyPr>
          <a:lstStyle/>
          <a:p>
            <a:pPr marL="0" indent="0">
              <a:buNone/>
            </a:pPr>
            <a:r>
              <a:rPr lang="en-US" sz="2000" b="0" i="0" dirty="0">
                <a:effectLst/>
                <a:latin typeface="euclid_circular_a"/>
              </a:rPr>
              <a:t>We can access the element of an array using the index number. Here is the syntax for accessing elements of an array</a:t>
            </a:r>
          </a:p>
          <a:p>
            <a:pPr marL="0" indent="0">
              <a:buNone/>
            </a:pPr>
            <a:endParaRPr lang="en-US" sz="2000" dirty="0">
              <a:latin typeface="euclid_circular_a"/>
            </a:endParaRPr>
          </a:p>
          <a:p>
            <a:pPr marL="0" indent="0">
              <a:buNone/>
            </a:pPr>
            <a:endParaRPr lang="en-IN" sz="2000" dirty="0"/>
          </a:p>
        </p:txBody>
      </p:sp>
    </p:spTree>
    <p:extLst>
      <p:ext uri="{BB962C8B-B14F-4D97-AF65-F5344CB8AC3E}">
        <p14:creationId xmlns:p14="http://schemas.microsoft.com/office/powerpoint/2010/main" xmlns="" val="1257125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xmlns="" id="{C4879EFC-8E62-4E00-973C-C45EE9EC676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36A92E9B-67AC-79D9-808D-E329D8E51C37}"/>
              </a:ext>
            </a:extLst>
          </p:cNvPr>
          <p:cNvSpPr>
            <a:spLocks noGrp="1"/>
          </p:cNvSpPr>
          <p:nvPr>
            <p:ph type="title"/>
          </p:nvPr>
        </p:nvSpPr>
        <p:spPr>
          <a:xfrm>
            <a:off x="639656" y="548926"/>
            <a:ext cx="10909640" cy="1368614"/>
          </a:xfrm>
        </p:spPr>
        <p:txBody>
          <a:bodyPr vert="horz" lIns="91440" tIns="45720" rIns="91440" bIns="45720" rtlCol="0" anchor="ctr">
            <a:normAutofit/>
          </a:bodyPr>
          <a:lstStyle/>
          <a:p>
            <a:pPr algn="ctr"/>
            <a:r>
              <a:rPr lang="en-US" sz="4600" b="1" i="0" dirty="0">
                <a:effectLst/>
              </a:rPr>
              <a:t>Example: Access Array Elements</a:t>
            </a:r>
            <a:br>
              <a:rPr lang="en-US" sz="4600" b="1" i="0" dirty="0">
                <a:effectLst/>
              </a:rPr>
            </a:br>
            <a:endParaRPr lang="en-US" sz="4600" dirty="0"/>
          </a:p>
        </p:txBody>
      </p:sp>
      <p:sp>
        <p:nvSpPr>
          <p:cNvPr id="14" name="sketch line">
            <a:extLst>
              <a:ext uri="{FF2B5EF4-FFF2-40B4-BE49-F238E27FC236}">
                <a16:creationId xmlns:a16="http://schemas.microsoft.com/office/drawing/2014/main" xmlns="" id="{D6A9C53F-5F90-40A5-8C85-5412D39C8C6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xmlns="" id="{A32C9960-1021-2E3E-E60F-1C11CD977689}"/>
              </a:ext>
            </a:extLst>
          </p:cNvPr>
          <p:cNvPicPr>
            <a:picLocks noGrp="1" noChangeAspect="1"/>
          </p:cNvPicPr>
          <p:nvPr>
            <p:ph idx="1"/>
          </p:nvPr>
        </p:nvPicPr>
        <p:blipFill>
          <a:blip r:embed="rId2" cstate="print"/>
          <a:stretch>
            <a:fillRect/>
          </a:stretch>
        </p:blipFill>
        <p:spPr>
          <a:xfrm>
            <a:off x="320040" y="2283014"/>
            <a:ext cx="7052310" cy="3693732"/>
          </a:xfrm>
          <a:prstGeom prst="rect">
            <a:avLst/>
          </a:prstGeom>
        </p:spPr>
      </p:pic>
      <p:pic>
        <p:nvPicPr>
          <p:cNvPr id="7" name="Picture 6">
            <a:extLst>
              <a:ext uri="{FF2B5EF4-FFF2-40B4-BE49-F238E27FC236}">
                <a16:creationId xmlns:a16="http://schemas.microsoft.com/office/drawing/2014/main" xmlns="" id="{5012D8B3-5B8A-077C-D4EB-B4597D570D29}"/>
              </a:ext>
            </a:extLst>
          </p:cNvPr>
          <p:cNvPicPr>
            <a:picLocks noChangeAspect="1"/>
          </p:cNvPicPr>
          <p:nvPr/>
        </p:nvPicPr>
        <p:blipFill>
          <a:blip r:embed="rId3" cstate="print"/>
          <a:stretch>
            <a:fillRect/>
          </a:stretch>
        </p:blipFill>
        <p:spPr>
          <a:xfrm>
            <a:off x="7741920" y="3167742"/>
            <a:ext cx="4275582" cy="2305172"/>
          </a:xfrm>
          <a:prstGeom prst="rect">
            <a:avLst/>
          </a:prstGeom>
        </p:spPr>
      </p:pic>
    </p:spTree>
    <p:extLst>
      <p:ext uri="{BB962C8B-B14F-4D97-AF65-F5344CB8AC3E}">
        <p14:creationId xmlns:p14="http://schemas.microsoft.com/office/powerpoint/2010/main" xmlns="" val="1126030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74F6D80-FBDF-E96A-E199-20BE407191DC}"/>
              </a:ext>
            </a:extLst>
          </p:cNvPr>
          <p:cNvSpPr>
            <a:spLocks noGrp="1"/>
          </p:cNvSpPr>
          <p:nvPr>
            <p:ph type="title"/>
          </p:nvPr>
        </p:nvSpPr>
        <p:spPr>
          <a:xfrm>
            <a:off x="838200" y="131436"/>
            <a:ext cx="10515600" cy="1325563"/>
          </a:xfrm>
        </p:spPr>
        <p:txBody>
          <a:bodyPr/>
          <a:lstStyle/>
          <a:p>
            <a:r>
              <a:rPr lang="en-IN" b="1" i="0" dirty="0">
                <a:solidFill>
                  <a:srgbClr val="25265E"/>
                </a:solidFill>
                <a:effectLst/>
                <a:latin typeface="euclid_circular_a"/>
              </a:rPr>
              <a:t>Looping Through Array Elements</a:t>
            </a:r>
            <a:br>
              <a:rPr lang="en-IN" b="1" i="0" dirty="0">
                <a:solidFill>
                  <a:srgbClr val="25265E"/>
                </a:solidFill>
                <a:effectLst/>
                <a:latin typeface="euclid_circular_a"/>
              </a:rPr>
            </a:br>
            <a:endParaRPr lang="en-IN" dirty="0"/>
          </a:p>
        </p:txBody>
      </p:sp>
      <p:sp>
        <p:nvSpPr>
          <p:cNvPr id="3" name="Content Placeholder 2">
            <a:extLst>
              <a:ext uri="{FF2B5EF4-FFF2-40B4-BE49-F238E27FC236}">
                <a16:creationId xmlns:a16="http://schemas.microsoft.com/office/drawing/2014/main" xmlns="" id="{D97144C6-94EF-8CAB-EB5C-041B9A42824A}"/>
              </a:ext>
            </a:extLst>
          </p:cNvPr>
          <p:cNvSpPr>
            <a:spLocks noGrp="1"/>
          </p:cNvSpPr>
          <p:nvPr>
            <p:ph idx="1"/>
          </p:nvPr>
        </p:nvSpPr>
        <p:spPr>
          <a:xfrm>
            <a:off x="838200" y="1233996"/>
            <a:ext cx="10515600" cy="4942967"/>
          </a:xfrm>
        </p:spPr>
        <p:txBody>
          <a:bodyPr>
            <a:normAutofit/>
          </a:bodyPr>
          <a:lstStyle/>
          <a:p>
            <a:pPr marL="0" indent="0">
              <a:buNone/>
            </a:pPr>
            <a:r>
              <a:rPr lang="en-US" sz="2400" b="0" i="0" dirty="0">
                <a:effectLst/>
                <a:latin typeface="euclid_circular_a"/>
              </a:rPr>
              <a:t>In Java, we can also loop through each element of the array. For example:</a:t>
            </a:r>
          </a:p>
          <a:p>
            <a:pPr marL="0" indent="0">
              <a:buNone/>
            </a:pPr>
            <a:endParaRPr lang="en-US" sz="2400" dirty="0">
              <a:latin typeface="euclid_circular_a"/>
            </a:endParaRPr>
          </a:p>
        </p:txBody>
      </p:sp>
      <p:pic>
        <p:nvPicPr>
          <p:cNvPr id="5" name="Picture 4">
            <a:extLst>
              <a:ext uri="{FF2B5EF4-FFF2-40B4-BE49-F238E27FC236}">
                <a16:creationId xmlns:a16="http://schemas.microsoft.com/office/drawing/2014/main" xmlns="" id="{7C88D242-6FDE-12FD-EDC1-9B8E4413080C}"/>
              </a:ext>
            </a:extLst>
          </p:cNvPr>
          <p:cNvPicPr>
            <a:picLocks noChangeAspect="1"/>
          </p:cNvPicPr>
          <p:nvPr/>
        </p:nvPicPr>
        <p:blipFill>
          <a:blip r:embed="rId2" cstate="print"/>
          <a:stretch>
            <a:fillRect/>
          </a:stretch>
        </p:blipFill>
        <p:spPr>
          <a:xfrm>
            <a:off x="838200" y="1877489"/>
            <a:ext cx="7115175" cy="3952875"/>
          </a:xfrm>
          <a:prstGeom prst="rect">
            <a:avLst/>
          </a:prstGeom>
        </p:spPr>
      </p:pic>
      <p:pic>
        <p:nvPicPr>
          <p:cNvPr id="7" name="Picture 6">
            <a:extLst>
              <a:ext uri="{FF2B5EF4-FFF2-40B4-BE49-F238E27FC236}">
                <a16:creationId xmlns:a16="http://schemas.microsoft.com/office/drawing/2014/main" xmlns="" id="{E5759FC0-1F7F-A0F3-299B-562C3A297687}"/>
              </a:ext>
            </a:extLst>
          </p:cNvPr>
          <p:cNvPicPr>
            <a:picLocks noChangeAspect="1"/>
          </p:cNvPicPr>
          <p:nvPr/>
        </p:nvPicPr>
        <p:blipFill>
          <a:blip r:embed="rId3" cstate="print"/>
          <a:stretch>
            <a:fillRect/>
          </a:stretch>
        </p:blipFill>
        <p:spPr>
          <a:xfrm>
            <a:off x="8205787" y="2662491"/>
            <a:ext cx="3571875" cy="2085975"/>
          </a:xfrm>
          <a:prstGeom prst="rect">
            <a:avLst/>
          </a:prstGeom>
        </p:spPr>
      </p:pic>
    </p:spTree>
    <p:extLst>
      <p:ext uri="{BB962C8B-B14F-4D97-AF65-F5344CB8AC3E}">
        <p14:creationId xmlns:p14="http://schemas.microsoft.com/office/powerpoint/2010/main" xmlns="" val="2088517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E44F7E-6314-99DB-D654-8858E6E93C6D}"/>
              </a:ext>
            </a:extLst>
          </p:cNvPr>
          <p:cNvSpPr>
            <a:spLocks noGrp="1"/>
          </p:cNvSpPr>
          <p:nvPr>
            <p:ph type="title"/>
          </p:nvPr>
        </p:nvSpPr>
        <p:spPr/>
        <p:txBody>
          <a:bodyPr/>
          <a:lstStyle/>
          <a:p>
            <a:r>
              <a:rPr lang="en-US" b="0" i="0" dirty="0">
                <a:solidFill>
                  <a:srgbClr val="610B38"/>
                </a:solidFill>
                <a:effectLst/>
                <a:latin typeface="erdana"/>
              </a:rPr>
              <a:t>For-each Loop for Java Array</a:t>
            </a:r>
            <a:br>
              <a:rPr lang="en-US" b="0" i="0" dirty="0">
                <a:solidFill>
                  <a:srgbClr val="610B38"/>
                </a:solidFill>
                <a:effectLst/>
                <a:latin typeface="erdana"/>
              </a:rPr>
            </a:br>
            <a:endParaRPr lang="en-IN" dirty="0"/>
          </a:p>
        </p:txBody>
      </p:sp>
      <p:sp>
        <p:nvSpPr>
          <p:cNvPr id="3" name="Content Placeholder 2">
            <a:extLst>
              <a:ext uri="{FF2B5EF4-FFF2-40B4-BE49-F238E27FC236}">
                <a16:creationId xmlns:a16="http://schemas.microsoft.com/office/drawing/2014/main" xmlns="" id="{A4F3EB19-79A6-EB80-AAEA-7716B321714B}"/>
              </a:ext>
            </a:extLst>
          </p:cNvPr>
          <p:cNvSpPr>
            <a:spLocks noGrp="1"/>
          </p:cNvSpPr>
          <p:nvPr>
            <p:ph idx="1"/>
          </p:nvPr>
        </p:nvSpPr>
        <p:spPr/>
        <p:txBody>
          <a:bodyPr/>
          <a:lstStyle/>
          <a:p>
            <a:pPr marL="0" indent="0" algn="just">
              <a:buNone/>
            </a:pPr>
            <a:r>
              <a:rPr lang="en-US" sz="2400" i="0" dirty="0">
                <a:effectLst/>
                <a:latin typeface="inter-regular"/>
              </a:rPr>
              <a:t>We can also print the Java array using </a:t>
            </a:r>
            <a:r>
              <a:rPr lang="en-US" sz="2400" i="0" u="none" strike="noStrike" dirty="0">
                <a:effectLst/>
                <a:latin typeface="inter-bold"/>
              </a:rPr>
              <a:t>for-each loop</a:t>
            </a:r>
            <a:r>
              <a:rPr lang="en-US" sz="2400" i="0" dirty="0">
                <a:effectLst/>
                <a:latin typeface="inter-regular"/>
              </a:rPr>
              <a:t>. The Java for-each loop prints the array elements one by one. It holds an array element in a variable, then executes the body of the loop.</a:t>
            </a:r>
          </a:p>
          <a:p>
            <a:pPr marL="0" indent="0" algn="just">
              <a:buNone/>
            </a:pPr>
            <a:endParaRPr lang="en-US" sz="2400" i="0" dirty="0">
              <a:effectLst/>
              <a:latin typeface="inter-regular"/>
            </a:endParaRPr>
          </a:p>
          <a:p>
            <a:pPr marL="0" indent="0" algn="just">
              <a:buNone/>
            </a:pPr>
            <a:r>
              <a:rPr lang="en-US" sz="2400" i="0" dirty="0">
                <a:effectLst/>
                <a:latin typeface="inter-regular"/>
              </a:rPr>
              <a:t>The syntax of the for-each loop is given below:</a:t>
            </a:r>
          </a:p>
          <a:p>
            <a:pPr marL="0" indent="0" algn="just">
              <a:buNone/>
            </a:pPr>
            <a:endParaRPr lang="en-US" b="0" i="0" dirty="0">
              <a:solidFill>
                <a:srgbClr val="333333"/>
              </a:solidFill>
              <a:effectLst/>
              <a:latin typeface="inter-regular"/>
            </a:endParaRPr>
          </a:p>
          <a:p>
            <a:pPr marL="0" indent="0" algn="just">
              <a:buNone/>
            </a:pPr>
            <a:r>
              <a:rPr lang="en-US" i="0" dirty="0">
                <a:solidFill>
                  <a:schemeClr val="accent1">
                    <a:lumMod val="50000"/>
                  </a:schemeClr>
                </a:solidFill>
                <a:effectLst/>
                <a:latin typeface="inter-regular"/>
              </a:rPr>
              <a:t>   for</a:t>
            </a:r>
            <a:r>
              <a:rPr lang="en-US" i="0">
                <a:solidFill>
                  <a:schemeClr val="accent1">
                    <a:lumMod val="50000"/>
                  </a:schemeClr>
                </a:solidFill>
                <a:effectLst/>
                <a:latin typeface="inter-regular"/>
              </a:rPr>
              <a:t>(datatype </a:t>
            </a:r>
            <a:r>
              <a:rPr lang="en-US" i="0" dirty="0">
                <a:solidFill>
                  <a:schemeClr val="accent1">
                    <a:lumMod val="50000"/>
                  </a:schemeClr>
                </a:solidFill>
                <a:effectLst/>
                <a:latin typeface="inter-regular"/>
              </a:rPr>
              <a:t>variable : array) {  </a:t>
            </a:r>
          </a:p>
          <a:p>
            <a:pPr marL="0" indent="0" algn="just">
              <a:buNone/>
            </a:pPr>
            <a:r>
              <a:rPr lang="en-US" i="0" dirty="0">
                <a:solidFill>
                  <a:schemeClr val="accent1">
                    <a:lumMod val="50000"/>
                  </a:schemeClr>
                </a:solidFill>
                <a:effectLst/>
                <a:latin typeface="inter-regular"/>
              </a:rPr>
              <a:t>   //body of the loop  </a:t>
            </a:r>
          </a:p>
          <a:p>
            <a:pPr marL="0" indent="0" algn="just">
              <a:buNone/>
            </a:pPr>
            <a:r>
              <a:rPr lang="en-US" i="0" dirty="0">
                <a:solidFill>
                  <a:schemeClr val="accent1">
                    <a:lumMod val="50000"/>
                  </a:schemeClr>
                </a:solidFill>
                <a:effectLst/>
                <a:latin typeface="inter-regular"/>
              </a:rPr>
              <a:t>   }  </a:t>
            </a:r>
          </a:p>
          <a:p>
            <a:pPr marL="0" indent="0">
              <a:buNone/>
            </a:pPr>
            <a:endParaRPr lang="en-IN" dirty="0"/>
          </a:p>
        </p:txBody>
      </p:sp>
      <p:sp>
        <p:nvSpPr>
          <p:cNvPr id="4" name="Rectangle: Rounded Corners 3">
            <a:extLst>
              <a:ext uri="{FF2B5EF4-FFF2-40B4-BE49-F238E27FC236}">
                <a16:creationId xmlns:a16="http://schemas.microsoft.com/office/drawing/2014/main" xmlns="" id="{10CC9A8E-C94C-8A00-54B0-F6E0360FE8A5}"/>
              </a:ext>
            </a:extLst>
          </p:cNvPr>
          <p:cNvSpPr/>
          <p:nvPr/>
        </p:nvSpPr>
        <p:spPr>
          <a:xfrm>
            <a:off x="838200" y="4092607"/>
            <a:ext cx="5539666" cy="1864186"/>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1">
                  <a:lumMod val="50000"/>
                </a:schemeClr>
              </a:solidFill>
            </a:endParaRPr>
          </a:p>
        </p:txBody>
      </p:sp>
    </p:spTree>
    <p:extLst>
      <p:ext uri="{BB962C8B-B14F-4D97-AF65-F5344CB8AC3E}">
        <p14:creationId xmlns:p14="http://schemas.microsoft.com/office/powerpoint/2010/main" xmlns="" val="4255957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9E08B8A-BD49-1A4E-40AC-D09E4F817623}"/>
              </a:ext>
            </a:extLst>
          </p:cNvPr>
          <p:cNvSpPr>
            <a:spLocks noGrp="1"/>
          </p:cNvSpPr>
          <p:nvPr>
            <p:ph type="title"/>
          </p:nvPr>
        </p:nvSpPr>
        <p:spPr/>
        <p:txBody>
          <a:bodyPr/>
          <a:lstStyle/>
          <a:p>
            <a:r>
              <a:rPr lang="en-US" b="1" i="0" dirty="0">
                <a:solidFill>
                  <a:srgbClr val="25265E"/>
                </a:solidFill>
                <a:effectLst/>
                <a:latin typeface="euclid_circular_a"/>
              </a:rPr>
              <a:t>Example: Using the for-each Loop</a:t>
            </a:r>
            <a:br>
              <a:rPr lang="en-US" b="1" i="0" dirty="0">
                <a:solidFill>
                  <a:srgbClr val="25265E"/>
                </a:solidFill>
                <a:effectLst/>
                <a:latin typeface="euclid_circular_a"/>
              </a:rPr>
            </a:br>
            <a:endParaRPr lang="en-IN" dirty="0"/>
          </a:p>
        </p:txBody>
      </p:sp>
      <p:pic>
        <p:nvPicPr>
          <p:cNvPr id="7" name="Content Placeholder 6">
            <a:extLst>
              <a:ext uri="{FF2B5EF4-FFF2-40B4-BE49-F238E27FC236}">
                <a16:creationId xmlns:a16="http://schemas.microsoft.com/office/drawing/2014/main" xmlns="" id="{C3C367CE-395B-2133-2442-F613F1E7202B}"/>
              </a:ext>
            </a:extLst>
          </p:cNvPr>
          <p:cNvPicPr>
            <a:picLocks noGrp="1" noChangeAspect="1"/>
          </p:cNvPicPr>
          <p:nvPr>
            <p:ph idx="1"/>
          </p:nvPr>
        </p:nvPicPr>
        <p:blipFill>
          <a:blip r:embed="rId2" cstate="print"/>
          <a:stretch>
            <a:fillRect/>
          </a:stretch>
        </p:blipFill>
        <p:spPr>
          <a:xfrm>
            <a:off x="838200" y="1690688"/>
            <a:ext cx="6877050" cy="3857625"/>
          </a:xfrm>
        </p:spPr>
      </p:pic>
      <p:pic>
        <p:nvPicPr>
          <p:cNvPr id="9" name="Picture 8">
            <a:extLst>
              <a:ext uri="{FF2B5EF4-FFF2-40B4-BE49-F238E27FC236}">
                <a16:creationId xmlns:a16="http://schemas.microsoft.com/office/drawing/2014/main" xmlns="" id="{5432998A-87ED-D38B-F45A-05DEA7AC430D}"/>
              </a:ext>
            </a:extLst>
          </p:cNvPr>
          <p:cNvPicPr>
            <a:picLocks noChangeAspect="1"/>
          </p:cNvPicPr>
          <p:nvPr/>
        </p:nvPicPr>
        <p:blipFill>
          <a:blip r:embed="rId3" cstate="print"/>
          <a:stretch>
            <a:fillRect/>
          </a:stretch>
        </p:blipFill>
        <p:spPr>
          <a:xfrm>
            <a:off x="8086725" y="2347913"/>
            <a:ext cx="3705225" cy="1976438"/>
          </a:xfrm>
          <a:prstGeom prst="rect">
            <a:avLst/>
          </a:prstGeom>
        </p:spPr>
      </p:pic>
    </p:spTree>
    <p:extLst>
      <p:ext uri="{BB962C8B-B14F-4D97-AF65-F5344CB8AC3E}">
        <p14:creationId xmlns:p14="http://schemas.microsoft.com/office/powerpoint/2010/main" xmlns="" val="2727602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6">
            <a:extLst>
              <a:ext uri="{FF2B5EF4-FFF2-40B4-BE49-F238E27FC236}">
                <a16:creationId xmlns:a16="http://schemas.microsoft.com/office/drawing/2014/main" xmlns="" id="{69D184B2-2226-4E31-BCCB-44433076744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7">
            <a:extLst>
              <a:ext uri="{FF2B5EF4-FFF2-40B4-BE49-F238E27FC236}">
                <a16:creationId xmlns:a16="http://schemas.microsoft.com/office/drawing/2014/main" xmlns="" id="{1AC4D4E3-486A-464A-8EC8-D448810972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Rectangle 11">
            <a:extLst>
              <a:ext uri="{FF2B5EF4-FFF2-40B4-BE49-F238E27FC236}">
                <a16:creationId xmlns:a16="http://schemas.microsoft.com/office/drawing/2014/main" xmlns="" id="{864DE13E-58EB-4475-B79C-0D4FC651239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xmlns="" id="{8ACFCFF1-76EC-C15B-8947-74FA996437B7}"/>
              </a:ext>
            </a:extLst>
          </p:cNvPr>
          <p:cNvPicPr>
            <a:picLocks noChangeAspect="1"/>
          </p:cNvPicPr>
          <p:nvPr/>
        </p:nvPicPr>
        <p:blipFill>
          <a:blip r:embed="rId2" cstate="print"/>
          <a:stretch>
            <a:fillRect/>
          </a:stretch>
        </p:blipFill>
        <p:spPr>
          <a:xfrm>
            <a:off x="1263578" y="1829777"/>
            <a:ext cx="9664846" cy="3020263"/>
          </a:xfrm>
          <a:prstGeom prst="rect">
            <a:avLst/>
          </a:prstGeom>
        </p:spPr>
      </p:pic>
    </p:spTree>
    <p:extLst>
      <p:ext uri="{BB962C8B-B14F-4D97-AF65-F5344CB8AC3E}">
        <p14:creationId xmlns:p14="http://schemas.microsoft.com/office/powerpoint/2010/main" xmlns="" val="3676672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6D77CD63-1192-102D-1BBD-128D01BA0528}"/>
              </a:ext>
            </a:extLst>
          </p:cNvPr>
          <p:cNvPicPr>
            <a:picLocks noChangeAspect="1"/>
          </p:cNvPicPr>
          <p:nvPr/>
        </p:nvPicPr>
        <p:blipFill>
          <a:blip r:embed="rId2" cstate="print"/>
          <a:stretch>
            <a:fillRect/>
          </a:stretch>
        </p:blipFill>
        <p:spPr>
          <a:xfrm>
            <a:off x="365383" y="424391"/>
            <a:ext cx="6793984" cy="5571067"/>
          </a:xfrm>
          <a:prstGeom prst="rect">
            <a:avLst/>
          </a:prstGeom>
        </p:spPr>
      </p:pic>
      <p:pic>
        <p:nvPicPr>
          <p:cNvPr id="5" name="Picture 4">
            <a:extLst>
              <a:ext uri="{FF2B5EF4-FFF2-40B4-BE49-F238E27FC236}">
                <a16:creationId xmlns:a16="http://schemas.microsoft.com/office/drawing/2014/main" xmlns="" id="{E183A2A3-1E6C-5693-F683-E604BB174456}"/>
              </a:ext>
            </a:extLst>
          </p:cNvPr>
          <p:cNvPicPr>
            <a:picLocks noChangeAspect="1"/>
          </p:cNvPicPr>
          <p:nvPr/>
        </p:nvPicPr>
        <p:blipFill>
          <a:blip r:embed="rId3" cstate="print"/>
          <a:stretch>
            <a:fillRect/>
          </a:stretch>
        </p:blipFill>
        <p:spPr>
          <a:xfrm>
            <a:off x="7724775" y="2286000"/>
            <a:ext cx="3714750" cy="1600200"/>
          </a:xfrm>
          <a:prstGeom prst="rect">
            <a:avLst/>
          </a:prstGeom>
        </p:spPr>
      </p:pic>
    </p:spTree>
    <p:extLst>
      <p:ext uri="{BB962C8B-B14F-4D97-AF65-F5344CB8AC3E}">
        <p14:creationId xmlns:p14="http://schemas.microsoft.com/office/powerpoint/2010/main" xmlns="" val="288605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xmlns=""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xmlns=""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xmlns=""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Description automatically generated">
            <a:extLst>
              <a:ext uri="{FF2B5EF4-FFF2-40B4-BE49-F238E27FC236}">
                <a16:creationId xmlns:a16="http://schemas.microsoft.com/office/drawing/2014/main" xmlns="" id="{106229D3-297C-3D31-9A5B-35A5DFF98A7A}"/>
              </a:ext>
            </a:extLst>
          </p:cNvPr>
          <p:cNvPicPr>
            <a:picLocks noChangeAspect="1"/>
          </p:cNvPicPr>
          <p:nvPr/>
        </p:nvPicPr>
        <p:blipFill>
          <a:blip r:embed="rId2" cstate="print"/>
          <a:stretch>
            <a:fillRect/>
          </a:stretch>
        </p:blipFill>
        <p:spPr>
          <a:xfrm>
            <a:off x="1143942" y="643467"/>
            <a:ext cx="9904116" cy="5571065"/>
          </a:xfrm>
          <a:prstGeom prst="rect">
            <a:avLst/>
          </a:prstGeom>
          <a:ln>
            <a:noFill/>
          </a:ln>
        </p:spPr>
      </p:pic>
      <p:sp>
        <p:nvSpPr>
          <p:cNvPr id="20" name="Isosceles Triangle 19">
            <a:extLst>
              <a:ext uri="{FF2B5EF4-FFF2-40B4-BE49-F238E27FC236}">
                <a16:creationId xmlns:a16="http://schemas.microsoft.com/office/drawing/2014/main" xmlns=""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3441603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9">
            <a:extLst>
              <a:ext uri="{FF2B5EF4-FFF2-40B4-BE49-F238E27FC236}">
                <a16:creationId xmlns:a16="http://schemas.microsoft.com/office/drawing/2014/main" xmlns="" id="{058A14AF-9FB5-4CC7-BA35-E8E85D3EDF0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C29584EA-0867-F7AD-75A4-419950C6317F}"/>
              </a:ext>
            </a:extLst>
          </p:cNvPr>
          <p:cNvSpPr>
            <a:spLocks noGrp="1"/>
          </p:cNvSpPr>
          <p:nvPr>
            <p:ph type="title"/>
          </p:nvPr>
        </p:nvSpPr>
        <p:spPr>
          <a:xfrm>
            <a:off x="793662" y="386930"/>
            <a:ext cx="10066122" cy="1298448"/>
          </a:xfrm>
        </p:spPr>
        <p:txBody>
          <a:bodyPr anchor="b">
            <a:normAutofit/>
          </a:bodyPr>
          <a:lstStyle/>
          <a:p>
            <a:r>
              <a:rPr lang="en-US" sz="4000" b="0" i="0" dirty="0">
                <a:solidFill>
                  <a:schemeClr val="accent1">
                    <a:lumMod val="50000"/>
                  </a:schemeClr>
                </a:solidFill>
                <a:effectLst/>
                <a:latin typeface="erdana"/>
              </a:rPr>
              <a:t>ArrayIndexOutOfBounds Exception</a:t>
            </a:r>
            <a:br>
              <a:rPr lang="en-US" sz="4000" b="0" i="0" dirty="0">
                <a:solidFill>
                  <a:schemeClr val="accent1">
                    <a:lumMod val="50000"/>
                  </a:schemeClr>
                </a:solidFill>
                <a:effectLst/>
                <a:latin typeface="erdana"/>
              </a:rPr>
            </a:br>
            <a:endParaRPr lang="en-IN" sz="4000" dirty="0">
              <a:solidFill>
                <a:schemeClr val="accent1">
                  <a:lumMod val="50000"/>
                </a:schemeClr>
              </a:solidFill>
            </a:endParaRPr>
          </a:p>
        </p:txBody>
      </p:sp>
      <p:sp>
        <p:nvSpPr>
          <p:cNvPr id="33" name="Rectangle 11">
            <a:extLst>
              <a:ext uri="{FF2B5EF4-FFF2-40B4-BE49-F238E27FC236}">
                <a16:creationId xmlns:a16="http://schemas.microsoft.com/office/drawing/2014/main" xmlns="" id="{3A9A4357-BD1D-4622-A4FE-766E6AB8DE8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E659831F-0D9A-4C63-9EBB-8435B85A440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9900273A-AEA4-1F39-973C-3B12434E98B6}"/>
              </a:ext>
            </a:extLst>
          </p:cNvPr>
          <p:cNvSpPr>
            <a:spLocks noGrp="1"/>
          </p:cNvSpPr>
          <p:nvPr>
            <p:ph idx="1"/>
          </p:nvPr>
        </p:nvSpPr>
        <p:spPr>
          <a:xfrm>
            <a:off x="808637" y="2857160"/>
            <a:ext cx="9659337" cy="3639450"/>
          </a:xfrm>
        </p:spPr>
        <p:txBody>
          <a:bodyPr anchor="ctr">
            <a:normAutofit fontScale="92500" lnSpcReduction="20000"/>
          </a:bodyPr>
          <a:lstStyle/>
          <a:p>
            <a:pPr marL="0" indent="0">
              <a:buNone/>
            </a:pPr>
            <a:r>
              <a:rPr lang="en-US" sz="1900" i="0" dirty="0">
                <a:effectLst/>
                <a:latin typeface="inter-regular"/>
              </a:rPr>
              <a:t>The JAVA throws an ‘ArrayIndexOutOfBoundsException’ if length of the array in negative, equal to the array size or greater than the array size while traversing the array.</a:t>
            </a:r>
          </a:p>
          <a:p>
            <a:pPr marL="0" indent="0">
              <a:buNone/>
            </a:pPr>
            <a:endParaRPr lang="en-US" sz="1600" dirty="0">
              <a:latin typeface="inter-regular"/>
            </a:endParaRPr>
          </a:p>
          <a:p>
            <a:pPr marL="0" indent="0">
              <a:buNone/>
            </a:pPr>
            <a:r>
              <a:rPr lang="en-IN" sz="1600" i="0" dirty="0">
                <a:effectLst/>
                <a:latin typeface="inter-regular"/>
              </a:rPr>
              <a:t>/ArrayIndexOutOfBoundsException in a Java Array.  </a:t>
            </a:r>
          </a:p>
          <a:p>
            <a:pPr marL="0" indent="0">
              <a:buNone/>
            </a:pPr>
            <a:endParaRPr lang="en-IN" sz="1600" i="0" dirty="0">
              <a:effectLst/>
              <a:latin typeface="inter-regular"/>
            </a:endParaRPr>
          </a:p>
          <a:p>
            <a:pPr marL="0" indent="0">
              <a:buNone/>
            </a:pPr>
            <a:r>
              <a:rPr lang="en-IN" sz="1600" i="0" dirty="0">
                <a:effectLst/>
                <a:latin typeface="inter-regular"/>
              </a:rPr>
              <a:t>public class TestArrayException{  </a:t>
            </a:r>
          </a:p>
          <a:p>
            <a:pPr marL="0" indent="0">
              <a:buNone/>
            </a:pPr>
            <a:r>
              <a:rPr lang="en-IN" sz="1600" i="0" dirty="0">
                <a:effectLst/>
                <a:latin typeface="inter-regular"/>
              </a:rPr>
              <a:t>public static void main(String </a:t>
            </a:r>
            <a:r>
              <a:rPr lang="en-IN" sz="1600" i="0" dirty="0" err="1">
                <a:effectLst/>
                <a:latin typeface="inter-regular"/>
              </a:rPr>
              <a:t>args</a:t>
            </a:r>
            <a:r>
              <a:rPr lang="en-IN" sz="1600" i="0" dirty="0">
                <a:effectLst/>
                <a:latin typeface="inter-regular"/>
              </a:rPr>
              <a:t>[]){  </a:t>
            </a:r>
          </a:p>
          <a:p>
            <a:pPr marL="0" indent="0">
              <a:buNone/>
            </a:pPr>
            <a:r>
              <a:rPr lang="en-IN" sz="1600" i="0" dirty="0">
                <a:effectLst/>
                <a:latin typeface="inter-regular"/>
              </a:rPr>
              <a:t>int arr[]={50,60,70,80};  </a:t>
            </a:r>
          </a:p>
          <a:p>
            <a:pPr marL="0" indent="0">
              <a:buNone/>
            </a:pPr>
            <a:r>
              <a:rPr lang="en-IN" sz="1600" i="0" dirty="0">
                <a:effectLst/>
                <a:latin typeface="inter-regular"/>
              </a:rPr>
              <a:t>for(int </a:t>
            </a:r>
            <a:r>
              <a:rPr lang="en-IN" sz="1600" i="0" dirty="0" err="1">
                <a:effectLst/>
                <a:latin typeface="inter-regular"/>
              </a:rPr>
              <a:t>i</a:t>
            </a:r>
            <a:r>
              <a:rPr lang="en-IN" sz="1600" i="0" dirty="0">
                <a:effectLst/>
                <a:latin typeface="inter-regular"/>
              </a:rPr>
              <a:t>=0;i&lt;=</a:t>
            </a:r>
            <a:r>
              <a:rPr lang="en-IN" sz="1600" i="0" dirty="0" err="1">
                <a:effectLst/>
                <a:latin typeface="inter-regular"/>
              </a:rPr>
              <a:t>arr.length;i</a:t>
            </a:r>
            <a:r>
              <a:rPr lang="en-IN" sz="1600" i="0" dirty="0">
                <a:effectLst/>
                <a:latin typeface="inter-regular"/>
              </a:rPr>
              <a:t>++){  </a:t>
            </a:r>
          </a:p>
          <a:p>
            <a:pPr marL="0" indent="0">
              <a:buNone/>
            </a:pPr>
            <a:r>
              <a:rPr lang="en-IN" sz="1600" i="0" dirty="0" err="1">
                <a:effectLst/>
                <a:latin typeface="inter-regular"/>
              </a:rPr>
              <a:t>System.out.println</a:t>
            </a:r>
            <a:r>
              <a:rPr lang="en-IN" sz="1600" i="0" dirty="0">
                <a:effectLst/>
                <a:latin typeface="inter-regular"/>
              </a:rPr>
              <a:t>(arr[</a:t>
            </a:r>
            <a:r>
              <a:rPr lang="en-IN" sz="1600" i="0" dirty="0" err="1">
                <a:effectLst/>
                <a:latin typeface="inter-regular"/>
              </a:rPr>
              <a:t>i</a:t>
            </a:r>
            <a:r>
              <a:rPr lang="en-IN" sz="1600" i="0" dirty="0">
                <a:effectLst/>
                <a:latin typeface="inter-regular"/>
              </a:rPr>
              <a:t>]);  </a:t>
            </a:r>
          </a:p>
          <a:p>
            <a:pPr marL="0" indent="0">
              <a:buNone/>
            </a:pPr>
            <a:r>
              <a:rPr lang="en-IN" sz="1600" i="0" dirty="0">
                <a:effectLst/>
                <a:latin typeface="inter-regular"/>
              </a:rPr>
              <a:t>}  </a:t>
            </a:r>
          </a:p>
          <a:p>
            <a:pPr marL="0" indent="0">
              <a:buNone/>
            </a:pPr>
            <a:r>
              <a:rPr lang="en-IN" sz="1600" i="0" dirty="0">
                <a:effectLst/>
                <a:latin typeface="inter-regular"/>
              </a:rPr>
              <a:t>}</a:t>
            </a:r>
          </a:p>
          <a:p>
            <a:pPr marL="0" indent="0">
              <a:buNone/>
            </a:pPr>
            <a:r>
              <a:rPr lang="en-IN" sz="1600" i="0" dirty="0">
                <a:effectLst/>
                <a:latin typeface="inter-regular"/>
              </a:rPr>
              <a:t>}  </a:t>
            </a:r>
          </a:p>
          <a:p>
            <a:pPr marL="0" indent="0">
              <a:buNone/>
            </a:pPr>
            <a:endParaRPr lang="en-US" sz="1100" b="0" i="0" dirty="0">
              <a:effectLst/>
              <a:latin typeface="inter-regular"/>
            </a:endParaRPr>
          </a:p>
          <a:p>
            <a:pPr marL="0" indent="0">
              <a:buNone/>
            </a:pPr>
            <a:endParaRPr lang="en-US" sz="1100" dirty="0">
              <a:latin typeface="inter-regular"/>
            </a:endParaRPr>
          </a:p>
          <a:p>
            <a:pPr marL="0" indent="0">
              <a:buNone/>
            </a:pPr>
            <a:endParaRPr lang="en-US" sz="1100" b="0" i="0" dirty="0">
              <a:effectLst/>
              <a:latin typeface="inter-regular"/>
            </a:endParaRPr>
          </a:p>
          <a:p>
            <a:pPr marL="0" indent="0">
              <a:buNone/>
            </a:pPr>
            <a:endParaRPr lang="en-IN" sz="1100" dirty="0"/>
          </a:p>
        </p:txBody>
      </p:sp>
      <p:pic>
        <p:nvPicPr>
          <p:cNvPr id="5" name="Picture 4">
            <a:extLst>
              <a:ext uri="{FF2B5EF4-FFF2-40B4-BE49-F238E27FC236}">
                <a16:creationId xmlns:a16="http://schemas.microsoft.com/office/drawing/2014/main" xmlns="" id="{1DC864D2-9C63-8BEC-554E-734CA023C6FE}"/>
              </a:ext>
            </a:extLst>
          </p:cNvPr>
          <p:cNvPicPr>
            <a:picLocks noChangeAspect="1"/>
          </p:cNvPicPr>
          <p:nvPr/>
        </p:nvPicPr>
        <p:blipFill>
          <a:blip r:embed="rId2" cstate="print"/>
          <a:stretch>
            <a:fillRect/>
          </a:stretch>
        </p:blipFill>
        <p:spPr>
          <a:xfrm>
            <a:off x="5429250" y="3536646"/>
            <a:ext cx="5632559" cy="1949754"/>
          </a:xfrm>
          <a:prstGeom prst="rect">
            <a:avLst/>
          </a:prstGeom>
        </p:spPr>
      </p:pic>
      <p:sp>
        <p:nvSpPr>
          <p:cNvPr id="34" name="Rectangle 15">
            <a:extLst>
              <a:ext uri="{FF2B5EF4-FFF2-40B4-BE49-F238E27FC236}">
                <a16:creationId xmlns:a16="http://schemas.microsoft.com/office/drawing/2014/main" xmlns="" id="{E6995CE5-F890-4ABA-82A2-26507CE8D2A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026325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EDBEFF-5615-E736-F0A6-3CC1E1A25944}"/>
              </a:ext>
            </a:extLst>
          </p:cNvPr>
          <p:cNvSpPr>
            <a:spLocks noGrp="1"/>
          </p:cNvSpPr>
          <p:nvPr>
            <p:ph type="title"/>
          </p:nvPr>
        </p:nvSpPr>
        <p:spPr/>
        <p:txBody>
          <a:bodyPr/>
          <a:lstStyle/>
          <a:p>
            <a:r>
              <a:rPr lang="en-US" b="0" i="0" dirty="0">
                <a:solidFill>
                  <a:srgbClr val="610B4B"/>
                </a:solidFill>
                <a:effectLst/>
                <a:latin typeface="erdana"/>
              </a:rPr>
              <a:t>Advantages</a:t>
            </a:r>
            <a:br>
              <a:rPr lang="en-US" b="0" i="0" dirty="0">
                <a:solidFill>
                  <a:srgbClr val="610B4B"/>
                </a:solidFill>
                <a:effectLst/>
                <a:latin typeface="erdana"/>
              </a:rPr>
            </a:br>
            <a:endParaRPr lang="en-IN" dirty="0"/>
          </a:p>
        </p:txBody>
      </p:sp>
      <p:sp>
        <p:nvSpPr>
          <p:cNvPr id="3" name="Content Placeholder 2">
            <a:extLst>
              <a:ext uri="{FF2B5EF4-FFF2-40B4-BE49-F238E27FC236}">
                <a16:creationId xmlns:a16="http://schemas.microsoft.com/office/drawing/2014/main" xmlns="" id="{89DD42F6-7BAD-41AC-2502-FF0EFBC4A540}"/>
              </a:ext>
            </a:extLst>
          </p:cNvPr>
          <p:cNvSpPr>
            <a:spLocks noGrp="1"/>
          </p:cNvSpPr>
          <p:nvPr>
            <p:ph idx="1"/>
          </p:nvPr>
        </p:nvSpPr>
        <p:spPr/>
        <p:txBody>
          <a:bodyPr/>
          <a:lstStyle/>
          <a:p>
            <a:pPr algn="just">
              <a:buFont typeface="Arial" panose="020B0604020202020204" pitchFamily="34" charset="0"/>
              <a:buChar char="•"/>
            </a:pPr>
            <a:r>
              <a:rPr lang="en-US" b="1" i="0" dirty="0">
                <a:solidFill>
                  <a:srgbClr val="000000"/>
                </a:solidFill>
                <a:effectLst/>
                <a:latin typeface="inter-bold"/>
              </a:rPr>
              <a:t>Code Optimization:</a:t>
            </a:r>
            <a:r>
              <a:rPr lang="en-US" b="0" i="0" dirty="0">
                <a:solidFill>
                  <a:srgbClr val="000000"/>
                </a:solidFill>
                <a:effectLst/>
                <a:latin typeface="inter-regular"/>
              </a:rPr>
              <a:t> It makes the code optimized, we can retrieve or sort the data efficiently.</a:t>
            </a:r>
          </a:p>
          <a:p>
            <a:pPr algn="just">
              <a:buFont typeface="Arial" panose="020B0604020202020204" pitchFamily="34" charset="0"/>
              <a:buChar char="•"/>
            </a:pPr>
            <a:r>
              <a:rPr lang="en-US" b="1" i="0" dirty="0">
                <a:solidFill>
                  <a:srgbClr val="000000"/>
                </a:solidFill>
                <a:effectLst/>
                <a:latin typeface="inter-bold"/>
              </a:rPr>
              <a:t>Random access:</a:t>
            </a:r>
            <a:r>
              <a:rPr lang="en-US" b="0" i="0" dirty="0">
                <a:solidFill>
                  <a:srgbClr val="000000"/>
                </a:solidFill>
                <a:effectLst/>
                <a:latin typeface="inter-regular"/>
              </a:rPr>
              <a:t> We can get any data located at an index position.</a:t>
            </a:r>
          </a:p>
          <a:p>
            <a:pPr marL="0" indent="0">
              <a:buNone/>
            </a:pPr>
            <a:endParaRPr lang="en-IN" dirty="0"/>
          </a:p>
        </p:txBody>
      </p:sp>
    </p:spTree>
    <p:extLst>
      <p:ext uri="{BB962C8B-B14F-4D97-AF65-F5344CB8AC3E}">
        <p14:creationId xmlns:p14="http://schemas.microsoft.com/office/powerpoint/2010/main" xmlns="" val="955990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E0BEC6-FE47-52E9-2D11-F49D190AFF0C}"/>
              </a:ext>
            </a:extLst>
          </p:cNvPr>
          <p:cNvSpPr>
            <a:spLocks noGrp="1"/>
          </p:cNvSpPr>
          <p:nvPr>
            <p:ph type="title"/>
          </p:nvPr>
        </p:nvSpPr>
        <p:spPr/>
        <p:txBody>
          <a:bodyPr/>
          <a:lstStyle/>
          <a:p>
            <a:r>
              <a:rPr lang="en-US" b="0" i="0" dirty="0">
                <a:solidFill>
                  <a:srgbClr val="610B4B"/>
                </a:solidFill>
                <a:effectLst/>
                <a:latin typeface="erdana"/>
              </a:rPr>
              <a:t>Disadvantages</a:t>
            </a:r>
            <a:br>
              <a:rPr lang="en-US" b="0" i="0" dirty="0">
                <a:solidFill>
                  <a:srgbClr val="610B4B"/>
                </a:solidFill>
                <a:effectLst/>
                <a:latin typeface="erdana"/>
              </a:rPr>
            </a:br>
            <a:endParaRPr lang="en-IN" dirty="0"/>
          </a:p>
        </p:txBody>
      </p:sp>
      <p:sp>
        <p:nvSpPr>
          <p:cNvPr id="3" name="Content Placeholder 2">
            <a:extLst>
              <a:ext uri="{FF2B5EF4-FFF2-40B4-BE49-F238E27FC236}">
                <a16:creationId xmlns:a16="http://schemas.microsoft.com/office/drawing/2014/main" xmlns="" id="{E4C996A7-1C9F-5595-869E-9C789A6ABE57}"/>
              </a:ext>
            </a:extLst>
          </p:cNvPr>
          <p:cNvSpPr>
            <a:spLocks noGrp="1"/>
          </p:cNvSpPr>
          <p:nvPr>
            <p:ph idx="1"/>
          </p:nvPr>
        </p:nvSpPr>
        <p:spPr/>
        <p:txBody>
          <a:bodyPr/>
          <a:lstStyle/>
          <a:p>
            <a:pPr algn="just">
              <a:buFont typeface="Arial" panose="020B0604020202020204" pitchFamily="34" charset="0"/>
              <a:buChar char="•"/>
            </a:pPr>
            <a:r>
              <a:rPr lang="en-US" b="1" i="0" dirty="0">
                <a:solidFill>
                  <a:srgbClr val="000000"/>
                </a:solidFill>
                <a:effectLst/>
                <a:latin typeface="inter-bold"/>
              </a:rPr>
              <a:t>Size Limit:</a:t>
            </a:r>
            <a:r>
              <a:rPr lang="en-US" b="0" i="0" dirty="0">
                <a:solidFill>
                  <a:srgbClr val="000000"/>
                </a:solidFill>
                <a:effectLst/>
                <a:latin typeface="inter-regular"/>
              </a:rPr>
              <a:t> We can store only the fixed size of elements in the array. It doesn't grow its size at runtime. To solve this problem, collection framework is used in Java which grows automatically.</a:t>
            </a:r>
          </a:p>
          <a:p>
            <a:pPr algn="just">
              <a:buFont typeface="Arial" panose="020B0604020202020204" pitchFamily="34" charset="0"/>
              <a:buChar char="•"/>
            </a:pPr>
            <a:endParaRPr lang="en-US" dirty="0">
              <a:solidFill>
                <a:srgbClr val="000000"/>
              </a:solidFill>
              <a:latin typeface="inter-regular"/>
            </a:endParaRPr>
          </a:p>
          <a:p>
            <a:pPr algn="just">
              <a:buFont typeface="Arial" panose="020B0604020202020204" pitchFamily="34" charset="0"/>
              <a:buChar char="•"/>
            </a:pPr>
            <a:r>
              <a:rPr lang="en-US" b="1" i="0" dirty="0">
                <a:solidFill>
                  <a:srgbClr val="000000"/>
                </a:solidFill>
                <a:effectLst/>
                <a:latin typeface="inter-regular"/>
              </a:rPr>
              <a:t>Datatype Limit: </a:t>
            </a:r>
            <a:r>
              <a:rPr lang="en-US" b="0" i="0" dirty="0">
                <a:solidFill>
                  <a:srgbClr val="000000"/>
                </a:solidFill>
                <a:effectLst/>
                <a:latin typeface="proxima_novaregular"/>
              </a:rPr>
              <a:t>As per the definition of arrays, they can only store data of a single type.</a:t>
            </a:r>
            <a:endParaRPr lang="en-US" b="0" i="0" dirty="0">
              <a:solidFill>
                <a:srgbClr val="000000"/>
              </a:solidFill>
              <a:effectLst/>
              <a:latin typeface="inter-regular"/>
            </a:endParaRPr>
          </a:p>
          <a:p>
            <a:pPr marL="0" indent="0">
              <a:buNone/>
            </a:pPr>
            <a:endParaRPr lang="en-IN" dirty="0"/>
          </a:p>
        </p:txBody>
      </p:sp>
    </p:spTree>
    <p:extLst>
      <p:ext uri="{BB962C8B-B14F-4D97-AF65-F5344CB8AC3E}">
        <p14:creationId xmlns:p14="http://schemas.microsoft.com/office/powerpoint/2010/main" xmlns="" val="2835452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866</TotalTime>
  <Words>321</Words>
  <Application>Microsoft Office PowerPoint</Application>
  <PresentationFormat>Custom</PresentationFormat>
  <Paragraphs>84</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Slide 1</vt:lpstr>
      <vt:lpstr>Java Arrays </vt:lpstr>
      <vt:lpstr>Java Arrays</vt:lpstr>
      <vt:lpstr>How to declare an array in Java? </vt:lpstr>
      <vt:lpstr>Syntax to Declare an Array in Java</vt:lpstr>
      <vt:lpstr>Slide 6</vt:lpstr>
      <vt:lpstr>How to Initialize Arrays in Java? </vt:lpstr>
      <vt:lpstr>How to Access Elements of an Array in Java? </vt:lpstr>
      <vt:lpstr>Example: Access Array Elements </vt:lpstr>
      <vt:lpstr>Looping Through Array Elements </vt:lpstr>
      <vt:lpstr>For-each Loop for Java Array </vt:lpstr>
      <vt:lpstr>Example: Using the for-each Loop </vt:lpstr>
      <vt:lpstr>Slide 13</vt:lpstr>
      <vt:lpstr>Slide 14</vt:lpstr>
      <vt:lpstr>Slide 15</vt:lpstr>
      <vt:lpstr>ArrayIndexOutOfBounds Exception </vt:lpstr>
      <vt:lpstr>Advantages </vt:lpstr>
      <vt:lpstr>Disadvantages </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Manas Tuwani</dc:creator>
  <cp:lastModifiedBy>Manas Tuwani</cp:lastModifiedBy>
  <cp:revision>4</cp:revision>
  <dcterms:created xsi:type="dcterms:W3CDTF">2022-07-22T12:58:18Z</dcterms:created>
  <dcterms:modified xsi:type="dcterms:W3CDTF">2025-08-24T15:26:24Z</dcterms:modified>
</cp:coreProperties>
</file>