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A9927B84-12D5-4679-862A-F64C22FCE2D8}"/>
    <pc:docChg chg="modSld">
      <pc:chgData name="Manas Tuwani" userId="5d421215-a11f-4a6e-90ca-e8ac2213fab6" providerId="ADAL" clId="{A9927B84-12D5-4679-862A-F64C22FCE2D8}" dt="2023-06-19T13:28:21.360" v="0" actId="20577"/>
      <pc:docMkLst>
        <pc:docMk/>
      </pc:docMkLst>
      <pc:sldChg chg="modSp mod">
        <pc:chgData name="Manas Tuwani" userId="5d421215-a11f-4a6e-90ca-e8ac2213fab6" providerId="ADAL" clId="{A9927B84-12D5-4679-862A-F64C22FCE2D8}" dt="2023-06-19T13:28:21.360" v="0" actId="20577"/>
        <pc:sldMkLst>
          <pc:docMk/>
          <pc:sldMk cId="293833968" sldId="257"/>
        </pc:sldMkLst>
        <pc:spChg chg="mod">
          <ac:chgData name="Manas Tuwani" userId="5d421215-a11f-4a6e-90ca-e8ac2213fab6" providerId="ADAL" clId="{A9927B84-12D5-4679-862A-F64C22FCE2D8}" dt="2023-06-19T13:28:21.360" v="0" actId="20577"/>
          <ac:spMkLst>
            <pc:docMk/>
            <pc:sldMk cId="293833968" sldId="257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2F32F8B7-55B6-479B-979C-658F266CE8A5}"/>
    <pc:docChg chg="custSel addSld modSld">
      <pc:chgData name="Manas Tuwani" userId="5d421215-a11f-4a6e-90ca-e8ac2213fab6" providerId="ADAL" clId="{2F32F8B7-55B6-479B-979C-658F266CE8A5}" dt="2022-12-12T01:54:20.432" v="25" actId="120"/>
      <pc:docMkLst>
        <pc:docMk/>
      </pc:docMkLst>
      <pc:sldChg chg="addSp delSp modSp new mod">
        <pc:chgData name="Manas Tuwani" userId="5d421215-a11f-4a6e-90ca-e8ac2213fab6" providerId="ADAL" clId="{2F32F8B7-55B6-479B-979C-658F266CE8A5}" dt="2022-12-12T01:54:20.432" v="25" actId="120"/>
        <pc:sldMkLst>
          <pc:docMk/>
          <pc:sldMk cId="3133605688" sldId="264"/>
        </pc:sldMkLst>
        <pc:spChg chg="mod">
          <ac:chgData name="Manas Tuwani" userId="5d421215-a11f-4a6e-90ca-e8ac2213fab6" providerId="ADAL" clId="{2F32F8B7-55B6-479B-979C-658F266CE8A5}" dt="2022-12-12T01:54:20.432" v="25" actId="120"/>
          <ac:spMkLst>
            <pc:docMk/>
            <pc:sldMk cId="3133605688" sldId="264"/>
            <ac:spMk id="2" creationId="{3415EC7D-9677-50A5-8C75-B7784BED6D5F}"/>
          </ac:spMkLst>
        </pc:spChg>
        <pc:spChg chg="del mod">
          <ac:chgData name="Manas Tuwani" userId="5d421215-a11f-4a6e-90ca-e8ac2213fab6" providerId="ADAL" clId="{2F32F8B7-55B6-479B-979C-658F266CE8A5}" dt="2022-12-12T01:53:53.448" v="2" actId="22"/>
          <ac:spMkLst>
            <pc:docMk/>
            <pc:sldMk cId="3133605688" sldId="264"/>
            <ac:spMk id="3" creationId="{8E735F10-F410-9480-4DC6-B7C58506B53E}"/>
          </ac:spMkLst>
        </pc:spChg>
        <pc:picChg chg="add mod ord">
          <ac:chgData name="Manas Tuwani" userId="5d421215-a11f-4a6e-90ca-e8ac2213fab6" providerId="ADAL" clId="{2F32F8B7-55B6-479B-979C-658F266CE8A5}" dt="2022-12-12T01:53:53.448" v="2" actId="22"/>
          <ac:picMkLst>
            <pc:docMk/>
            <pc:sldMk cId="3133605688" sldId="264"/>
            <ac:picMk id="5" creationId="{3A6A6B20-784B-A460-D659-475215A377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1292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05793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4420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7625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29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0705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4113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1739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1205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9210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965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329B9-E2BF-41C6-818A-CD1D8A9766D8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A9F43-A27F-4589-BF8A-C1C946AF31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433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:p14="http://schemas.microsoft.com/office/powerpoint/2010/main" xmlns="" val="165814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SPECIFIERS IN JAVA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We are using Access specifiers to provide access permissions to variables, methods and constructors in java. There are 4 different access specifiers available in java.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1. Public</a:t>
            </a:r>
          </a:p>
          <a:p>
            <a:pPr marL="0" indent="0">
              <a:buNone/>
            </a:pPr>
            <a:r>
              <a:rPr lang="en-IN" sz="2800" dirty="0"/>
              <a:t>2. Private</a:t>
            </a:r>
          </a:p>
          <a:p>
            <a:pPr marL="0" indent="0">
              <a:buNone/>
            </a:pPr>
            <a:r>
              <a:rPr lang="en-IN" sz="2800" dirty="0"/>
              <a:t>3. Protected</a:t>
            </a:r>
          </a:p>
          <a:p>
            <a:pPr marL="0" indent="0">
              <a:buNone/>
            </a:pPr>
            <a:r>
              <a:rPr lang="en-IN" sz="2800" dirty="0"/>
              <a:t>4. Default</a:t>
            </a:r>
          </a:p>
        </p:txBody>
      </p:sp>
    </p:spTree>
    <p:extLst>
      <p:ext uri="{BB962C8B-B14F-4D97-AF65-F5344CB8AC3E}">
        <p14:creationId xmlns:p14="http://schemas.microsoft.com/office/powerpoint/2010/main" xmlns="" val="29383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1. Public:</a:t>
            </a:r>
          </a:p>
          <a:p>
            <a:pPr marL="0" indent="0">
              <a:buNone/>
            </a:pPr>
            <a:r>
              <a:rPr lang="en-IN" sz="2800" dirty="0"/>
              <a:t>Public access </a:t>
            </a:r>
            <a:r>
              <a:rPr lang="en-IN" sz="2800" dirty="0" err="1"/>
              <a:t>specifier</a:t>
            </a:r>
            <a:r>
              <a:rPr lang="en-IN" sz="2800" dirty="0"/>
              <a:t> allows variables, methods, constructors anywhere (other packages also)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2. Protected:</a:t>
            </a:r>
          </a:p>
          <a:p>
            <a:pPr marL="0" indent="0">
              <a:buNone/>
            </a:pPr>
            <a:r>
              <a:rPr lang="en-IN" sz="2800" dirty="0"/>
              <a:t>Protected access </a:t>
            </a:r>
            <a:r>
              <a:rPr lang="en-IN" sz="2800" dirty="0" err="1"/>
              <a:t>specifier</a:t>
            </a:r>
            <a:r>
              <a:rPr lang="en-IN" sz="2800" dirty="0"/>
              <a:t> allows variables, methods, constructors only within the same</a:t>
            </a:r>
          </a:p>
          <a:p>
            <a:pPr marL="0" indent="0">
              <a:buNone/>
            </a:pPr>
            <a:r>
              <a:rPr lang="en-IN" sz="2800" dirty="0"/>
              <a:t>package. (All classes in package)</a:t>
            </a:r>
          </a:p>
        </p:txBody>
      </p:sp>
    </p:spTree>
    <p:extLst>
      <p:ext uri="{BB962C8B-B14F-4D97-AF65-F5344CB8AC3E}">
        <p14:creationId xmlns:p14="http://schemas.microsoft.com/office/powerpoint/2010/main" xmlns="" val="59266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Private:</a:t>
            </a:r>
          </a:p>
          <a:p>
            <a:pPr marL="0" indent="0">
              <a:buNone/>
            </a:pPr>
            <a:r>
              <a:rPr lang="en-IN" sz="2800" dirty="0"/>
              <a:t>Private access </a:t>
            </a:r>
            <a:r>
              <a:rPr lang="en-IN" sz="2800" dirty="0" err="1"/>
              <a:t>specifier</a:t>
            </a:r>
            <a:r>
              <a:rPr lang="en-IN" sz="2800" dirty="0"/>
              <a:t> allows variables, methods, constructors only within the same class.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b="1" dirty="0"/>
              <a:t>Default:</a:t>
            </a:r>
          </a:p>
          <a:p>
            <a:pPr marL="0" indent="0">
              <a:buNone/>
            </a:pPr>
            <a:r>
              <a:rPr lang="en-IN" sz="2800" dirty="0"/>
              <a:t>Default (No Access Specifier) access </a:t>
            </a:r>
            <a:r>
              <a:rPr lang="en-IN" sz="2800" dirty="0" err="1"/>
              <a:t>specifier</a:t>
            </a:r>
            <a:r>
              <a:rPr lang="en-IN" sz="2800" dirty="0"/>
              <a:t> allows variables, methods, constructors only within the same package. (All classes in package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348507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532359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8041" y="5517232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Note: </a:t>
            </a:r>
            <a:r>
              <a:rPr lang="en-IN" sz="2000" dirty="0"/>
              <a:t>As per the above example all access specifiers are allowing variables to access in the same class</a:t>
            </a:r>
          </a:p>
        </p:txBody>
      </p:sp>
    </p:spTree>
    <p:extLst>
      <p:ext uri="{BB962C8B-B14F-4D97-AF65-F5344CB8AC3E}">
        <p14:creationId xmlns:p14="http://schemas.microsoft.com/office/powerpoint/2010/main" xmlns="" val="134993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424936" cy="440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55576" y="5229200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Note: </a:t>
            </a:r>
            <a:r>
              <a:rPr lang="en-IN" sz="2400" dirty="0"/>
              <a:t>As per the above example we can’t access private access </a:t>
            </a:r>
            <a:r>
              <a:rPr lang="en-IN" sz="2400" dirty="0" err="1"/>
              <a:t>specifier</a:t>
            </a:r>
            <a:r>
              <a:rPr lang="en-IN" sz="2400" dirty="0"/>
              <a:t> in other classes.</a:t>
            </a:r>
          </a:p>
        </p:txBody>
      </p:sp>
    </p:spTree>
    <p:extLst>
      <p:ext uri="{BB962C8B-B14F-4D97-AF65-F5344CB8AC3E}">
        <p14:creationId xmlns:p14="http://schemas.microsoft.com/office/powerpoint/2010/main" xmlns="" val="175462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15EC7D-9677-50A5-8C75-B7784BED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Outside the Package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A6A6B20-784B-A460-D659-475215A37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  <p:extLst>
      <p:ext uri="{BB962C8B-B14F-4D97-AF65-F5344CB8AC3E}">
        <p14:creationId xmlns:p14="http://schemas.microsoft.com/office/powerpoint/2010/main" xmlns="" val="313360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88840"/>
            <a:ext cx="8568952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7544" y="980728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u="sng" dirty="0"/>
              <a:t>Summary</a:t>
            </a:r>
            <a:endParaRPr lang="en-IN" sz="3200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5013176"/>
            <a:ext cx="7324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smtClean="0"/>
              <a:t>Note:  We are using Access Specifier in case of Global Variable only. 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539552" y="4869160"/>
            <a:ext cx="7416824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188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191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ACCESS SPECIFIERS IN JAVA </vt:lpstr>
      <vt:lpstr>Slide 3</vt:lpstr>
      <vt:lpstr>Slide 4</vt:lpstr>
      <vt:lpstr>Slide 5</vt:lpstr>
      <vt:lpstr>Slide 6</vt:lpstr>
      <vt:lpstr>Outside the Package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5</cp:revision>
  <dcterms:created xsi:type="dcterms:W3CDTF">2022-05-07T14:28:29Z</dcterms:created>
  <dcterms:modified xsi:type="dcterms:W3CDTF">2025-08-26T02:35:30Z</dcterms:modified>
</cp:coreProperties>
</file>